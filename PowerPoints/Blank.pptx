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72" r:id="rId1"/>
    <p:sldMasterId id="2147483684" r:id="rId2"/>
  </p:sldMasterIdLst>
  <p:notesMasterIdLst>
    <p:notesMasterId r:id="rId161"/>
  </p:notesMasterIdLst>
  <p:handoutMasterIdLst>
    <p:handoutMasterId r:id="rId162"/>
  </p:handoutMasterIdLst>
  <p:sldIdLst>
    <p:sldId id="3328" r:id="rId3"/>
    <p:sldId id="3190" r:id="rId4"/>
    <p:sldId id="3344" r:id="rId5"/>
    <p:sldId id="3345" r:id="rId6"/>
    <p:sldId id="862" r:id="rId7"/>
    <p:sldId id="257" r:id="rId8"/>
    <p:sldId id="258" r:id="rId9"/>
    <p:sldId id="259" r:id="rId10"/>
    <p:sldId id="260" r:id="rId11"/>
    <p:sldId id="261" r:id="rId12"/>
    <p:sldId id="262" r:id="rId13"/>
    <p:sldId id="263" r:id="rId14"/>
    <p:sldId id="264" r:id="rId15"/>
    <p:sldId id="265" r:id="rId16"/>
    <p:sldId id="3180" r:id="rId17"/>
    <p:sldId id="2018" r:id="rId18"/>
    <p:sldId id="3202" r:id="rId19"/>
    <p:sldId id="2019" r:id="rId20"/>
    <p:sldId id="3181" r:id="rId21"/>
    <p:sldId id="270" r:id="rId22"/>
    <p:sldId id="3199" r:id="rId23"/>
    <p:sldId id="3265" r:id="rId24"/>
    <p:sldId id="3200" r:id="rId25"/>
    <p:sldId id="272" r:id="rId26"/>
    <p:sldId id="3151" r:id="rId27"/>
    <p:sldId id="273" r:id="rId28"/>
    <p:sldId id="274" r:id="rId29"/>
    <p:sldId id="3152" r:id="rId30"/>
    <p:sldId id="2020" r:id="rId31"/>
    <p:sldId id="3342" r:id="rId32"/>
    <p:sldId id="3215" r:id="rId33"/>
    <p:sldId id="2021" r:id="rId34"/>
    <p:sldId id="276" r:id="rId35"/>
    <p:sldId id="277" r:id="rId36"/>
    <p:sldId id="278" r:id="rId37"/>
    <p:sldId id="279" r:id="rId38"/>
    <p:sldId id="280" r:id="rId39"/>
    <p:sldId id="623" r:id="rId40"/>
    <p:sldId id="3257" r:id="rId41"/>
    <p:sldId id="625" r:id="rId42"/>
    <p:sldId id="3191" r:id="rId43"/>
    <p:sldId id="627" r:id="rId44"/>
    <p:sldId id="3329" r:id="rId45"/>
    <p:sldId id="2022" r:id="rId46"/>
    <p:sldId id="3153" r:id="rId47"/>
    <p:sldId id="3182" r:id="rId48"/>
    <p:sldId id="3216" r:id="rId49"/>
    <p:sldId id="2023" r:id="rId50"/>
    <p:sldId id="3154" r:id="rId51"/>
    <p:sldId id="285" r:id="rId52"/>
    <p:sldId id="287" r:id="rId53"/>
    <p:sldId id="288" r:id="rId54"/>
    <p:sldId id="2024" r:id="rId55"/>
    <p:sldId id="289" r:id="rId56"/>
    <p:sldId id="291" r:id="rId57"/>
    <p:sldId id="3155" r:id="rId58"/>
    <p:sldId id="3210" r:id="rId59"/>
    <p:sldId id="3307" r:id="rId60"/>
    <p:sldId id="2026" r:id="rId61"/>
    <p:sldId id="601" r:id="rId62"/>
    <p:sldId id="2345" r:id="rId63"/>
    <p:sldId id="3306" r:id="rId64"/>
    <p:sldId id="3192" r:id="rId65"/>
    <p:sldId id="3193" r:id="rId66"/>
    <p:sldId id="3187" r:id="rId67"/>
    <p:sldId id="3185" r:id="rId68"/>
    <p:sldId id="3325" r:id="rId69"/>
    <p:sldId id="293" r:id="rId70"/>
    <p:sldId id="3198" r:id="rId71"/>
    <p:sldId id="3156" r:id="rId72"/>
    <p:sldId id="1293" r:id="rId73"/>
    <p:sldId id="297" r:id="rId74"/>
    <p:sldId id="3184" r:id="rId75"/>
    <p:sldId id="3207" r:id="rId76"/>
    <p:sldId id="299" r:id="rId77"/>
    <p:sldId id="3157" r:id="rId78"/>
    <p:sldId id="2350" r:id="rId79"/>
    <p:sldId id="3158" r:id="rId80"/>
    <p:sldId id="3159" r:id="rId81"/>
    <p:sldId id="300" r:id="rId82"/>
    <p:sldId id="302" r:id="rId83"/>
    <p:sldId id="3160" r:id="rId84"/>
    <p:sldId id="3161" r:id="rId85"/>
    <p:sldId id="2027" r:id="rId86"/>
    <p:sldId id="3162" r:id="rId87"/>
    <p:sldId id="304" r:id="rId88"/>
    <p:sldId id="305" r:id="rId89"/>
    <p:sldId id="3163" r:id="rId90"/>
    <p:sldId id="3164" r:id="rId91"/>
    <p:sldId id="306" r:id="rId92"/>
    <p:sldId id="307" r:id="rId93"/>
    <p:sldId id="2029" r:id="rId94"/>
    <p:sldId id="2030" r:id="rId95"/>
    <p:sldId id="2031" r:id="rId96"/>
    <p:sldId id="3314" r:id="rId97"/>
    <p:sldId id="309" r:id="rId98"/>
    <p:sldId id="376" r:id="rId99"/>
    <p:sldId id="310" r:id="rId100"/>
    <p:sldId id="378" r:id="rId101"/>
    <p:sldId id="311" r:id="rId102"/>
    <p:sldId id="3206" r:id="rId103"/>
    <p:sldId id="3213" r:id="rId104"/>
    <p:sldId id="2033" r:id="rId105"/>
    <p:sldId id="3315" r:id="rId106"/>
    <p:sldId id="315" r:id="rId107"/>
    <p:sldId id="316" r:id="rId108"/>
    <p:sldId id="317" r:id="rId109"/>
    <p:sldId id="318" r:id="rId110"/>
    <p:sldId id="3316" r:id="rId111"/>
    <p:sldId id="3194" r:id="rId112"/>
    <p:sldId id="320" r:id="rId113"/>
    <p:sldId id="321" r:id="rId114"/>
    <p:sldId id="3212" r:id="rId115"/>
    <p:sldId id="322" r:id="rId116"/>
    <p:sldId id="2034" r:id="rId117"/>
    <p:sldId id="3205" r:id="rId118"/>
    <p:sldId id="324" r:id="rId119"/>
    <p:sldId id="3208" r:id="rId120"/>
    <p:sldId id="2035" r:id="rId121"/>
    <p:sldId id="3179" r:id="rId122"/>
    <p:sldId id="3330" r:id="rId123"/>
    <p:sldId id="327" r:id="rId124"/>
    <p:sldId id="3165" r:id="rId125"/>
    <p:sldId id="328" r:id="rId126"/>
    <p:sldId id="329" r:id="rId127"/>
    <p:sldId id="3188" r:id="rId128"/>
    <p:sldId id="332" r:id="rId129"/>
    <p:sldId id="333" r:id="rId130"/>
    <p:sldId id="3331" r:id="rId131"/>
    <p:sldId id="337" r:id="rId132"/>
    <p:sldId id="338" r:id="rId133"/>
    <p:sldId id="3167" r:id="rId134"/>
    <p:sldId id="3166" r:id="rId135"/>
    <p:sldId id="3168" r:id="rId136"/>
    <p:sldId id="381" r:id="rId137"/>
    <p:sldId id="2037" r:id="rId138"/>
    <p:sldId id="3703" r:id="rId139"/>
    <p:sldId id="3171" r:id="rId140"/>
    <p:sldId id="3169" r:id="rId141"/>
    <p:sldId id="2038" r:id="rId142"/>
    <p:sldId id="3214" r:id="rId143"/>
    <p:sldId id="3177" r:id="rId144"/>
    <p:sldId id="2039" r:id="rId145"/>
    <p:sldId id="3341" r:id="rId146"/>
    <p:sldId id="345" r:id="rId147"/>
    <p:sldId id="3334" r:id="rId148"/>
    <p:sldId id="3335" r:id="rId149"/>
    <p:sldId id="3336" r:id="rId150"/>
    <p:sldId id="3337" r:id="rId151"/>
    <p:sldId id="3338" r:id="rId152"/>
    <p:sldId id="3339" r:id="rId153"/>
    <p:sldId id="3340" r:id="rId154"/>
    <p:sldId id="3189" r:id="rId155"/>
    <p:sldId id="1294" r:id="rId156"/>
    <p:sldId id="3170" r:id="rId157"/>
    <p:sldId id="2040" r:id="rId158"/>
    <p:sldId id="1360" r:id="rId159"/>
    <p:sldId id="3785" r:id="rId160"/>
  </p:sldIdLst>
  <p:sldSz cx="12192000" cy="6858000"/>
  <p:notesSz cx="6997700" cy="9282113"/>
  <p:embeddedFontLst>
    <p:embeddedFont>
      <p:font typeface="Algerian" panose="04020705040A02060702" pitchFamily="82" charset="0"/>
      <p:regular r:id="rId163"/>
    </p:embeddedFont>
    <p:embeddedFont>
      <p:font typeface="Berlin Sans FB Demi" panose="020E0802020502020306" pitchFamily="34" charset="0"/>
      <p:bold r:id="rId164"/>
    </p:embeddedFont>
    <p:embeddedFont>
      <p:font typeface="Bernard MT Condensed" panose="02050806060905020404" pitchFamily="18" charset="0"/>
      <p:regular r:id="rId165"/>
    </p:embeddedFont>
    <p:embeddedFont>
      <p:font typeface="Britannic Bold" panose="020B0903060703020204" pitchFamily="34" charset="0"/>
      <p:regular r:id="rId166"/>
    </p:embeddedFont>
    <p:embeddedFont>
      <p:font typeface="Century Gothic" panose="020B0502020202020204" pitchFamily="34" charset="0"/>
      <p:regular r:id="rId167"/>
      <p:bold r:id="rId168"/>
      <p:italic r:id="rId169"/>
      <p:boldItalic r:id="rId170"/>
    </p:embeddedFont>
    <p:embeddedFont>
      <p:font typeface="Ebrima" panose="02000000000000000000" pitchFamily="2" charset="0"/>
      <p:regular r:id="rId171"/>
      <p:bold r:id="rId172"/>
    </p:embeddedFont>
    <p:embeddedFont>
      <p:font typeface="Elephant" panose="02020904090505020303" pitchFamily="18" charset="0"/>
      <p:regular r:id="rId173"/>
      <p:italic r:id="rId174"/>
    </p:embeddedFont>
    <p:embeddedFont>
      <p:font typeface="Kerala" panose="020B0604020202020204"/>
      <p:regular r:id="rId175"/>
    </p:embeddedFont>
    <p:embeddedFont>
      <p:font typeface="Lucida Handwriting" panose="03010101010101010101" pitchFamily="66" charset="0"/>
      <p:regular r:id="rId176"/>
    </p:embeddedFont>
    <p:embeddedFont>
      <p:font typeface="Malayalam MN" panose="00000500000000000000" pitchFamily="2" charset="0"/>
      <p:regular r:id="rId177"/>
    </p:embeddedFont>
    <p:embeddedFont>
      <p:font typeface="MalayalamAbe" panose="020B0604020202020204"/>
      <p:regular r:id="rId178"/>
    </p:embeddedFont>
    <p:embeddedFont>
      <p:font typeface="ML-TTKarthika" panose="020B0604020202020204"/>
      <p:regular r:id="rId179"/>
    </p:embeddedFont>
    <p:embeddedFont>
      <p:font typeface="Monotype Corsiva" panose="03010101010201010101" pitchFamily="66" charset="0"/>
      <p:regular r:id="rId180"/>
      <p:italic r:id="rId181"/>
    </p:embeddedFont>
    <p:embeddedFont>
      <p:font typeface="Montserrat" panose="00000500000000000000" pitchFamily="2" charset="0"/>
      <p:regular r:id="rId182"/>
      <p:bold r:id="rId183"/>
      <p:italic r:id="rId184"/>
      <p:boldItalic r:id="rId185"/>
    </p:embeddedFont>
    <p:embeddedFont>
      <p:font typeface="Roboto" panose="02000000000000000000" pitchFamily="2" charset="0"/>
      <p:regular r:id="rId186"/>
      <p:bold r:id="rId187"/>
      <p:italic r:id="rId188"/>
      <p:boldItalic r:id="rId189"/>
    </p:embeddedFont>
    <p:embeddedFont>
      <p:font typeface="Shruti" panose="020B0502040204020203" pitchFamily="34" charset="0"/>
      <p:regular r:id="rId190"/>
      <p:bold r:id="rId191"/>
    </p:embeddedFont>
  </p:embeddedFontLst>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107"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218"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328"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437"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5550" algn="l" defTabSz="914218" rtl="0" eaLnBrk="1" latinLnBrk="0" hangingPunct="1">
      <a:defRPr sz="2400" kern="1200">
        <a:solidFill>
          <a:schemeClr val="tx1"/>
        </a:solidFill>
        <a:latin typeface="Times New Roman" panose="02020603050405020304" pitchFamily="18" charset="0"/>
        <a:ea typeface="+mn-ea"/>
        <a:cs typeface="+mn-cs"/>
      </a:defRPr>
    </a:lvl6pPr>
    <a:lvl7pPr marL="2742654" algn="l" defTabSz="914218" rtl="0" eaLnBrk="1" latinLnBrk="0" hangingPunct="1">
      <a:defRPr sz="2400" kern="1200">
        <a:solidFill>
          <a:schemeClr val="tx1"/>
        </a:solidFill>
        <a:latin typeface="Times New Roman" panose="02020603050405020304" pitchFamily="18" charset="0"/>
        <a:ea typeface="+mn-ea"/>
        <a:cs typeface="+mn-cs"/>
      </a:defRPr>
    </a:lvl7pPr>
    <a:lvl8pPr marL="3199760" algn="l" defTabSz="914218" rtl="0" eaLnBrk="1" latinLnBrk="0" hangingPunct="1">
      <a:defRPr sz="2400" kern="1200">
        <a:solidFill>
          <a:schemeClr val="tx1"/>
        </a:solidFill>
        <a:latin typeface="Times New Roman" panose="02020603050405020304" pitchFamily="18" charset="0"/>
        <a:ea typeface="+mn-ea"/>
        <a:cs typeface="+mn-cs"/>
      </a:defRPr>
    </a:lvl8pPr>
    <a:lvl9pPr marL="3656867" algn="l" defTabSz="914218"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3">
          <p15:clr>
            <a:srgbClr val="A4A3A4"/>
          </p15:clr>
        </p15:guide>
        <p15:guide id="2" pos="22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nu Abraham" initials="MA" lastIdx="1" clrIdx="0">
    <p:extLst>
      <p:ext uri="{19B8F6BF-5375-455C-9EA6-DF929625EA0E}">
        <p15:presenceInfo xmlns:p15="http://schemas.microsoft.com/office/powerpoint/2012/main" userId="944d855f4dccd2e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0E0E0"/>
    <a:srgbClr val="E6E6E6"/>
    <a:srgbClr val="004A0A"/>
    <a:srgbClr val="F3E2C1"/>
    <a:srgbClr val="385722"/>
    <a:srgbClr val="EDDBB5"/>
    <a:srgbClr val="B80003"/>
    <a:srgbClr val="FF0002"/>
    <a:srgbClr val="FF0004"/>
    <a:srgbClr val="FF25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76" autoAdjust="0"/>
    <p:restoredTop sz="86596"/>
  </p:normalViewPr>
  <p:slideViewPr>
    <p:cSldViewPr snapToGrid="0">
      <p:cViewPr varScale="1">
        <p:scale>
          <a:sx n="74" d="100"/>
          <a:sy n="74" d="100"/>
        </p:scale>
        <p:origin x="955" y="6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923"/>
        <p:guide pos="2204"/>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font" Target="fonts/font8.fntdata"/><Relationship Id="rId191" Type="http://schemas.openxmlformats.org/officeDocument/2006/relationships/font" Target="fonts/font29.fntdata"/><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font" Target="fonts/font19.fntdata"/><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font" Target="fonts/font9.fntdata"/><Relationship Id="rId192" Type="http://schemas.openxmlformats.org/officeDocument/2006/relationships/commentAuthors" Target="commentAuthors.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notesMaster" Target="notesMasters/notesMaster1.xml"/><Relationship Id="rId182" Type="http://schemas.openxmlformats.org/officeDocument/2006/relationships/font" Target="fonts/font20.fntdata"/><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font" Target="fonts/font10.fntdata"/><Relationship Id="rId193" Type="http://schemas.openxmlformats.org/officeDocument/2006/relationships/presProps" Target="presProps.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font" Target="fonts/font5.fntdata"/><Relationship Id="rId188" Type="http://schemas.openxmlformats.org/officeDocument/2006/relationships/font" Target="fonts/font26.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handoutMaster" Target="handoutMasters/handoutMaster1.xml"/><Relationship Id="rId183" Type="http://schemas.openxmlformats.org/officeDocument/2006/relationships/font" Target="fonts/font21.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font" Target="fonts/font16.fntdata"/><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font" Target="fonts/font11.fntdata"/><Relationship Id="rId194"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font" Target="fonts/font6.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font" Target="fonts/font1.fntdata"/><Relationship Id="rId184" Type="http://schemas.openxmlformats.org/officeDocument/2006/relationships/font" Target="fonts/font22.fntdata"/><Relationship Id="rId189" Type="http://schemas.openxmlformats.org/officeDocument/2006/relationships/font" Target="fonts/font27.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font" Target="fonts/font12.fntdata"/><Relationship Id="rId179" Type="http://schemas.openxmlformats.org/officeDocument/2006/relationships/font" Target="fonts/font17.fntdata"/><Relationship Id="rId195" Type="http://schemas.openxmlformats.org/officeDocument/2006/relationships/theme" Target="theme/theme1.xml"/><Relationship Id="rId190" Type="http://schemas.openxmlformats.org/officeDocument/2006/relationships/font" Target="fonts/font28.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font" Target="fonts/font2.fntdata"/><Relationship Id="rId169" Type="http://schemas.openxmlformats.org/officeDocument/2006/relationships/font" Target="fonts/font7.fntdata"/><Relationship Id="rId185" Type="http://schemas.openxmlformats.org/officeDocument/2006/relationships/font" Target="fonts/font23.fntdata"/><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font" Target="fonts/font18.fntdata"/><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font" Target="fonts/font13.fntdata"/><Relationship Id="rId196" Type="http://schemas.openxmlformats.org/officeDocument/2006/relationships/tableStyles" Target="tableStyles.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font" Target="fonts/font3.fntdata"/><Relationship Id="rId186" Type="http://schemas.openxmlformats.org/officeDocument/2006/relationships/font" Target="fonts/font24.fntdata"/><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font" Target="fonts/font14.fntdata"/><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font" Target="fonts/font4.fntdata"/><Relationship Id="rId187" Type="http://schemas.openxmlformats.org/officeDocument/2006/relationships/font" Target="fonts/font25.fntdata"/><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font" Target="fonts/font15.fntdata"/><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t" anchorCtr="0" compatLnSpc="1">
            <a:prstTxWarp prst="textNoShape">
              <a:avLst/>
            </a:prstTxWarp>
          </a:bodyPr>
          <a:lstStyle>
            <a:lvl1pPr algn="l" defTabSz="930275">
              <a:defRPr sz="1200"/>
            </a:lvl1pPr>
          </a:lstStyle>
          <a:p>
            <a:pPr>
              <a:defRPr/>
            </a:pPr>
            <a:endParaRPr lang="en-US" altLang="en-US"/>
          </a:p>
        </p:txBody>
      </p:sp>
      <p:sp>
        <p:nvSpPr>
          <p:cNvPr id="133123" name="Rectangle 3"/>
          <p:cNvSpPr>
            <a:spLocks noGrp="1" noChangeArrowheads="1"/>
          </p:cNvSpPr>
          <p:nvPr>
            <p:ph type="dt" sz="quarter" idx="1"/>
          </p:nvPr>
        </p:nvSpPr>
        <p:spPr bwMode="auto">
          <a:xfrm>
            <a:off x="3965575"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t" anchorCtr="0" compatLnSpc="1">
            <a:prstTxWarp prst="textNoShape">
              <a:avLst/>
            </a:prstTxWarp>
          </a:bodyPr>
          <a:lstStyle>
            <a:lvl1pPr algn="r" defTabSz="930275">
              <a:defRPr sz="1200"/>
            </a:lvl1pPr>
          </a:lstStyle>
          <a:p>
            <a:pPr>
              <a:defRPr/>
            </a:pPr>
            <a:endParaRPr lang="en-US" altLang="en-US"/>
          </a:p>
        </p:txBody>
      </p:sp>
      <p:sp>
        <p:nvSpPr>
          <p:cNvPr id="133124" name="Rectangle 4"/>
          <p:cNvSpPr>
            <a:spLocks noGrp="1" noChangeArrowheads="1"/>
          </p:cNvSpPr>
          <p:nvPr>
            <p:ph type="ftr" sz="quarter" idx="2"/>
          </p:nvPr>
        </p:nvSpPr>
        <p:spPr bwMode="auto">
          <a:xfrm>
            <a:off x="0" y="8818563"/>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b" anchorCtr="0" compatLnSpc="1">
            <a:prstTxWarp prst="textNoShape">
              <a:avLst/>
            </a:prstTxWarp>
          </a:bodyPr>
          <a:lstStyle>
            <a:lvl1pPr algn="l" defTabSz="930275">
              <a:defRPr sz="1200"/>
            </a:lvl1pPr>
          </a:lstStyle>
          <a:p>
            <a:pPr>
              <a:defRPr/>
            </a:pPr>
            <a:endParaRPr lang="en-US" altLang="en-US"/>
          </a:p>
        </p:txBody>
      </p:sp>
      <p:sp>
        <p:nvSpPr>
          <p:cNvPr id="133125" name="Rectangle 5"/>
          <p:cNvSpPr>
            <a:spLocks noGrp="1" noChangeArrowheads="1"/>
          </p:cNvSpPr>
          <p:nvPr>
            <p:ph type="sldNum" sz="quarter" idx="3"/>
          </p:nvPr>
        </p:nvSpPr>
        <p:spPr bwMode="auto">
          <a:xfrm>
            <a:off x="3965575" y="8818563"/>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b" anchorCtr="0" compatLnSpc="1">
            <a:prstTxWarp prst="textNoShape">
              <a:avLst/>
            </a:prstTxWarp>
          </a:bodyPr>
          <a:lstStyle>
            <a:lvl1pPr algn="r" defTabSz="930275">
              <a:defRPr sz="1200"/>
            </a:lvl1pPr>
          </a:lstStyle>
          <a:p>
            <a:pPr>
              <a:defRPr/>
            </a:pPr>
            <a:fld id="{56BA10B2-2403-40E0-AC2B-6B901F2C530F}" type="slidenum">
              <a:rPr lang="en-US" altLang="en-US"/>
              <a:pPr>
                <a:defRPr/>
              </a:pPr>
              <a:t>‹#›</a:t>
            </a:fld>
            <a:endParaRPr lang="en-US" altLang="en-US"/>
          </a:p>
        </p:txBody>
      </p:sp>
    </p:spTree>
    <p:extLst>
      <p:ext uri="{BB962C8B-B14F-4D97-AF65-F5344CB8AC3E}">
        <p14:creationId xmlns:p14="http://schemas.microsoft.com/office/powerpoint/2010/main" val="9099311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t" anchorCtr="0" compatLnSpc="1">
            <a:prstTxWarp prst="textNoShape">
              <a:avLst/>
            </a:prstTxWarp>
          </a:bodyPr>
          <a:lstStyle>
            <a:lvl1pPr algn="l" defTabSz="930275">
              <a:defRPr sz="1200"/>
            </a:lvl1pPr>
          </a:lstStyle>
          <a:p>
            <a:pPr>
              <a:defRPr/>
            </a:pPr>
            <a:endParaRPr lang="en-US" altLang="en-US"/>
          </a:p>
        </p:txBody>
      </p:sp>
      <p:sp>
        <p:nvSpPr>
          <p:cNvPr id="17411" name="Rectangle 3"/>
          <p:cNvSpPr>
            <a:spLocks noGrp="1" noChangeArrowheads="1"/>
          </p:cNvSpPr>
          <p:nvPr>
            <p:ph type="dt" idx="1"/>
          </p:nvPr>
        </p:nvSpPr>
        <p:spPr bwMode="auto">
          <a:xfrm>
            <a:off x="3965575"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t" anchorCtr="0" compatLnSpc="1">
            <a:prstTxWarp prst="textNoShape">
              <a:avLst/>
            </a:prstTxWarp>
          </a:bodyPr>
          <a:lstStyle>
            <a:lvl1pPr algn="r" defTabSz="930275">
              <a:defRPr sz="1200"/>
            </a:lvl1pPr>
          </a:lstStyle>
          <a:p>
            <a:pPr>
              <a:defRPr/>
            </a:pPr>
            <a:endParaRPr lang="en-US" altLang="en-US"/>
          </a:p>
        </p:txBody>
      </p:sp>
      <p:sp>
        <p:nvSpPr>
          <p:cNvPr id="2052" name="Rectangle 4"/>
          <p:cNvSpPr>
            <a:spLocks noGrp="1" noRot="1" noChangeAspect="1" noChangeArrowheads="1" noTextEdit="1"/>
          </p:cNvSpPr>
          <p:nvPr>
            <p:ph type="sldImg" idx="2"/>
          </p:nvPr>
        </p:nvSpPr>
        <p:spPr bwMode="auto">
          <a:xfrm>
            <a:off x="406400" y="696913"/>
            <a:ext cx="6184900" cy="34798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413" name="Rectangle 5"/>
          <p:cNvSpPr>
            <a:spLocks noGrp="1" noChangeArrowheads="1"/>
          </p:cNvSpPr>
          <p:nvPr>
            <p:ph type="body" sz="quarter" idx="3"/>
          </p:nvPr>
        </p:nvSpPr>
        <p:spPr bwMode="auto">
          <a:xfrm>
            <a:off x="933450" y="4408488"/>
            <a:ext cx="5130800" cy="417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7414" name="Rectangle 6"/>
          <p:cNvSpPr>
            <a:spLocks noGrp="1" noChangeArrowheads="1"/>
          </p:cNvSpPr>
          <p:nvPr>
            <p:ph type="ftr" sz="quarter" idx="4"/>
          </p:nvPr>
        </p:nvSpPr>
        <p:spPr bwMode="auto">
          <a:xfrm>
            <a:off x="0" y="8818563"/>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b" anchorCtr="0" compatLnSpc="1">
            <a:prstTxWarp prst="textNoShape">
              <a:avLst/>
            </a:prstTxWarp>
          </a:bodyPr>
          <a:lstStyle>
            <a:lvl1pPr algn="l" defTabSz="930275">
              <a:defRPr sz="1200"/>
            </a:lvl1pPr>
          </a:lstStyle>
          <a:p>
            <a:pPr>
              <a:defRPr/>
            </a:pPr>
            <a:endParaRPr lang="en-US" altLang="en-US"/>
          </a:p>
        </p:txBody>
      </p:sp>
      <p:sp>
        <p:nvSpPr>
          <p:cNvPr id="17415" name="Rectangle 7"/>
          <p:cNvSpPr>
            <a:spLocks noGrp="1" noChangeArrowheads="1"/>
          </p:cNvSpPr>
          <p:nvPr>
            <p:ph type="sldNum" sz="quarter" idx="5"/>
          </p:nvPr>
        </p:nvSpPr>
        <p:spPr bwMode="auto">
          <a:xfrm>
            <a:off x="3965575" y="8818563"/>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22" tIns="46511" rIns="93022" bIns="46511" numCol="1" anchor="b" anchorCtr="0" compatLnSpc="1">
            <a:prstTxWarp prst="textNoShape">
              <a:avLst/>
            </a:prstTxWarp>
          </a:bodyPr>
          <a:lstStyle>
            <a:lvl1pPr algn="r" defTabSz="930275">
              <a:defRPr sz="1200"/>
            </a:lvl1pPr>
          </a:lstStyle>
          <a:p>
            <a:pPr>
              <a:defRPr/>
            </a:pPr>
            <a:fld id="{443DAF5C-2C76-445A-A9F1-96C794E4845B}" type="slidenum">
              <a:rPr lang="en-US" altLang="en-US"/>
              <a:pPr>
                <a:defRPr/>
              </a:pPr>
              <a:t>‹#›</a:t>
            </a:fld>
            <a:endParaRPr lang="en-US" altLang="en-US"/>
          </a:p>
        </p:txBody>
      </p:sp>
    </p:spTree>
    <p:extLst>
      <p:ext uri="{BB962C8B-B14F-4D97-AF65-F5344CB8AC3E}">
        <p14:creationId xmlns:p14="http://schemas.microsoft.com/office/powerpoint/2010/main" val="23555605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107"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218"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328"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437"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5550" algn="l" defTabSz="914218" rtl="0" eaLnBrk="1" latinLnBrk="0" hangingPunct="1">
      <a:defRPr sz="1200" kern="1200">
        <a:solidFill>
          <a:schemeClr val="tx1"/>
        </a:solidFill>
        <a:latin typeface="+mn-lt"/>
        <a:ea typeface="+mn-ea"/>
        <a:cs typeface="+mn-cs"/>
      </a:defRPr>
    </a:lvl6pPr>
    <a:lvl7pPr marL="2742654" algn="l" defTabSz="914218" rtl="0" eaLnBrk="1" latinLnBrk="0" hangingPunct="1">
      <a:defRPr sz="1200" kern="1200">
        <a:solidFill>
          <a:schemeClr val="tx1"/>
        </a:solidFill>
        <a:latin typeface="+mn-lt"/>
        <a:ea typeface="+mn-ea"/>
        <a:cs typeface="+mn-cs"/>
      </a:defRPr>
    </a:lvl7pPr>
    <a:lvl8pPr marL="3199760" algn="l" defTabSz="914218" rtl="0" eaLnBrk="1" latinLnBrk="0" hangingPunct="1">
      <a:defRPr sz="1200" kern="1200">
        <a:solidFill>
          <a:schemeClr val="tx1"/>
        </a:solidFill>
        <a:latin typeface="+mn-lt"/>
        <a:ea typeface="+mn-ea"/>
        <a:cs typeface="+mn-cs"/>
      </a:defRPr>
    </a:lvl8pPr>
    <a:lvl9pPr marL="3656867" algn="l" defTabSz="91421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arthoma.in/lectionary/"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marthoma.in/lectionary/"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arthoma.in/lectionary/"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marthoma.in/lectionary/"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marthoma.in/lectionary/"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u="none" strike="noStrike" dirty="0">
                <a:solidFill>
                  <a:srgbClr val="ECECEC"/>
                </a:solidFill>
                <a:effectLst/>
                <a:latin typeface="Söhne"/>
              </a:rPr>
              <a:t>The weekly lectionary is available at this link: </a:t>
            </a:r>
            <a:r>
              <a:rPr lang="en-US" b="0" i="0" u="none" strike="noStrike" dirty="0">
                <a:solidFill>
                  <a:srgbClr val="ECECEC"/>
                </a:solidFill>
                <a:effectLst/>
                <a:latin typeface="Söhne"/>
                <a:hlinkClick r:id="rId3"/>
              </a:rPr>
              <a:t>https://marthoma.in/lectionary/</a:t>
            </a:r>
            <a:r>
              <a:rPr lang="en-US" b="0" i="0" u="none" strike="noStrike" dirty="0">
                <a:solidFill>
                  <a:srgbClr val="ECECEC"/>
                </a:solidFill>
                <a:effectLst/>
                <a:latin typeface="Söhne"/>
              </a:rPr>
              <a:t>.</a:t>
            </a:r>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a:t>
            </a:fld>
            <a:endParaRPr lang="en-US" altLang="en-US"/>
          </a:p>
        </p:txBody>
      </p:sp>
    </p:spTree>
    <p:extLst>
      <p:ext uri="{BB962C8B-B14F-4D97-AF65-F5344CB8AC3E}">
        <p14:creationId xmlns:p14="http://schemas.microsoft.com/office/powerpoint/2010/main" val="738159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2</a:t>
            </a:fld>
            <a:endParaRPr lang="en-US" altLang="en-US"/>
          </a:p>
        </p:txBody>
      </p:sp>
    </p:spTree>
    <p:extLst>
      <p:ext uri="{BB962C8B-B14F-4D97-AF65-F5344CB8AC3E}">
        <p14:creationId xmlns:p14="http://schemas.microsoft.com/office/powerpoint/2010/main" val="443864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u="none" strike="noStrike" dirty="0">
                <a:solidFill>
                  <a:srgbClr val="ECECEC"/>
                </a:solidFill>
                <a:effectLst/>
                <a:latin typeface="Söhne"/>
              </a:rPr>
              <a:t>The weekly lectionary is available at this link: </a:t>
            </a:r>
            <a:r>
              <a:rPr lang="en-US" b="0" i="0" u="none" strike="noStrike" dirty="0">
                <a:solidFill>
                  <a:srgbClr val="ECECEC"/>
                </a:solidFill>
                <a:effectLst/>
                <a:latin typeface="Söhne"/>
                <a:hlinkClick r:id="rId3"/>
              </a:rPr>
              <a:t>https://marthoma.in/lectionary/</a:t>
            </a:r>
            <a:r>
              <a:rPr lang="en-US" b="0" i="0" u="none" strike="noStrike" dirty="0">
                <a:solidFill>
                  <a:srgbClr val="ECECEC"/>
                </a:solidFill>
                <a:effectLst/>
                <a:latin typeface="Söhne"/>
              </a:rPr>
              <a:t>.</a:t>
            </a:r>
          </a:p>
          <a:p>
            <a:endParaRPr lang="en-US" dirty="0"/>
          </a:p>
        </p:txBody>
      </p:sp>
      <p:sp>
        <p:nvSpPr>
          <p:cNvPr id="4" name="Slide Number Placeholder 3"/>
          <p:cNvSpPr>
            <a:spLocks noGrp="1"/>
          </p:cNvSpPr>
          <p:nvPr>
            <p:ph type="sldNum" sz="quarter" idx="10"/>
          </p:nvPr>
        </p:nvSpPr>
        <p:spPr/>
        <p:txBody>
          <a:bodyPr/>
          <a:lstStyle/>
          <a:p>
            <a:pPr>
              <a:defRPr/>
            </a:pPr>
            <a:fld id="{3C80CD21-D4EC-4D51-BF62-10AC51848DA8}" type="slidenum">
              <a:rPr lang="en-US" smtClean="0"/>
              <a:pPr>
                <a:defRPr/>
              </a:pPr>
              <a:t>3</a:t>
            </a:fld>
            <a:endParaRPr lang="en-US" dirty="0"/>
          </a:p>
        </p:txBody>
      </p:sp>
    </p:spTree>
    <p:extLst>
      <p:ext uri="{BB962C8B-B14F-4D97-AF65-F5344CB8AC3E}">
        <p14:creationId xmlns:p14="http://schemas.microsoft.com/office/powerpoint/2010/main" val="3353286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u="none" strike="noStrike" dirty="0">
                <a:solidFill>
                  <a:srgbClr val="ECECEC"/>
                </a:solidFill>
                <a:effectLst/>
                <a:latin typeface="Söhne"/>
              </a:rPr>
              <a:t>The weekly lectionary is available at this link: </a:t>
            </a:r>
            <a:r>
              <a:rPr lang="en-US" b="0" i="0" u="none" strike="noStrike" dirty="0">
                <a:solidFill>
                  <a:srgbClr val="ECECEC"/>
                </a:solidFill>
                <a:effectLst/>
                <a:latin typeface="Söhne"/>
                <a:hlinkClick r:id="rId3"/>
              </a:rPr>
              <a:t>https://marthoma.in/lectionary/</a:t>
            </a:r>
            <a:r>
              <a:rPr lang="en-US" b="0" i="0" u="none" strike="noStrike" dirty="0">
                <a:solidFill>
                  <a:srgbClr val="ECECEC"/>
                </a:solidFill>
                <a:effectLst/>
                <a:latin typeface="Söhne"/>
              </a:rPr>
              <a:t>.</a:t>
            </a:r>
          </a:p>
          <a:p>
            <a:endParaRPr lang="en-US" dirty="0"/>
          </a:p>
        </p:txBody>
      </p:sp>
      <p:sp>
        <p:nvSpPr>
          <p:cNvPr id="4" name="Slide Number Placeholder 3"/>
          <p:cNvSpPr>
            <a:spLocks noGrp="1"/>
          </p:cNvSpPr>
          <p:nvPr>
            <p:ph type="sldNum" sz="quarter" idx="10"/>
          </p:nvPr>
        </p:nvSpPr>
        <p:spPr/>
        <p:txBody>
          <a:bodyPr/>
          <a:lstStyle/>
          <a:p>
            <a:pPr>
              <a:defRPr/>
            </a:pPr>
            <a:fld id="{3C80CD21-D4EC-4D51-BF62-10AC51848DA8}" type="slidenum">
              <a:rPr lang="en-US" smtClean="0"/>
              <a:pPr>
                <a:defRPr/>
              </a:pPr>
              <a:t>4</a:t>
            </a:fld>
            <a:endParaRPr lang="en-US" dirty="0"/>
          </a:p>
        </p:txBody>
      </p:sp>
    </p:spTree>
    <p:extLst>
      <p:ext uri="{BB962C8B-B14F-4D97-AF65-F5344CB8AC3E}">
        <p14:creationId xmlns:p14="http://schemas.microsoft.com/office/powerpoint/2010/main" val="3328895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5</a:t>
            </a:fld>
            <a:endParaRPr lang="en-US" altLang="en-US"/>
          </a:p>
        </p:txBody>
      </p:sp>
    </p:spTree>
    <p:extLst>
      <p:ext uri="{BB962C8B-B14F-4D97-AF65-F5344CB8AC3E}">
        <p14:creationId xmlns:p14="http://schemas.microsoft.com/office/powerpoint/2010/main" val="2448955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2C06343A-4052-4CC9-8589-266B0722EDF2}" type="slidenum">
              <a:rPr lang="en-US" altLang="en-US" sz="1200" smtClean="0"/>
              <a:pPr/>
              <a:t>7</a:t>
            </a:fld>
            <a:endParaRPr lang="en-US" altLang="en-US" sz="1200"/>
          </a:p>
        </p:txBody>
      </p:sp>
      <p:sp>
        <p:nvSpPr>
          <p:cNvPr id="23555" name="Rectangle 2"/>
          <p:cNvSpPr>
            <a:spLocks noGrp="1" noRot="1" noChangeAspect="1" noChangeArrowheads="1" noTextEdit="1"/>
          </p:cNvSpPr>
          <p:nvPr>
            <p:ph type="sldImg"/>
          </p:nvPr>
        </p:nvSpPr>
        <p:spPr>
          <a:xfrm>
            <a:off x="406400" y="696913"/>
            <a:ext cx="6184900" cy="3479800"/>
          </a:xfrm>
          <a:ln/>
        </p:spPr>
      </p:sp>
      <p:sp>
        <p:nvSpPr>
          <p:cNvPr id="2355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850417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11</a:t>
            </a:fld>
            <a:endParaRPr lang="en-US" altLang="en-US"/>
          </a:p>
        </p:txBody>
      </p:sp>
    </p:spTree>
    <p:extLst>
      <p:ext uri="{BB962C8B-B14F-4D97-AF65-F5344CB8AC3E}">
        <p14:creationId xmlns:p14="http://schemas.microsoft.com/office/powerpoint/2010/main" val="893564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12</a:t>
            </a:fld>
            <a:endParaRPr lang="en-US" altLang="en-US"/>
          </a:p>
        </p:txBody>
      </p:sp>
    </p:spTree>
    <p:extLst>
      <p:ext uri="{BB962C8B-B14F-4D97-AF65-F5344CB8AC3E}">
        <p14:creationId xmlns:p14="http://schemas.microsoft.com/office/powerpoint/2010/main" val="3897977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14</a:t>
            </a:fld>
            <a:endParaRPr lang="en-US" altLang="en-US"/>
          </a:p>
        </p:txBody>
      </p:sp>
    </p:spTree>
    <p:extLst>
      <p:ext uri="{BB962C8B-B14F-4D97-AF65-F5344CB8AC3E}">
        <p14:creationId xmlns:p14="http://schemas.microsoft.com/office/powerpoint/2010/main" val="3215228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15</a:t>
            </a:fld>
            <a:endParaRPr lang="en-US" altLang="en-US"/>
          </a:p>
        </p:txBody>
      </p:sp>
    </p:spTree>
    <p:extLst>
      <p:ext uri="{BB962C8B-B14F-4D97-AF65-F5344CB8AC3E}">
        <p14:creationId xmlns:p14="http://schemas.microsoft.com/office/powerpoint/2010/main" val="3076864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17</a:t>
            </a:fld>
            <a:endParaRPr lang="en-US" altLang="en-US"/>
          </a:p>
        </p:txBody>
      </p:sp>
    </p:spTree>
    <p:extLst>
      <p:ext uri="{BB962C8B-B14F-4D97-AF65-F5344CB8AC3E}">
        <p14:creationId xmlns:p14="http://schemas.microsoft.com/office/powerpoint/2010/main" val="1429111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20</a:t>
            </a:fld>
            <a:endParaRPr lang="en-US" altLang="en-US"/>
          </a:p>
        </p:txBody>
      </p:sp>
    </p:spTree>
    <p:extLst>
      <p:ext uri="{BB962C8B-B14F-4D97-AF65-F5344CB8AC3E}">
        <p14:creationId xmlns:p14="http://schemas.microsoft.com/office/powerpoint/2010/main" val="332239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u="none" strike="noStrike" dirty="0">
                <a:solidFill>
                  <a:srgbClr val="ECECEC"/>
                </a:solidFill>
                <a:effectLst/>
                <a:latin typeface="Söhne"/>
              </a:rPr>
              <a:t>The weekly lectionary is available at this link: </a:t>
            </a:r>
            <a:r>
              <a:rPr lang="en-US" b="0" i="0" u="none" strike="noStrike" dirty="0">
                <a:solidFill>
                  <a:srgbClr val="ECECEC"/>
                </a:solidFill>
                <a:effectLst/>
                <a:latin typeface="Söhne"/>
                <a:hlinkClick r:id="rId3"/>
              </a:rPr>
              <a:t>https://marthoma.in/lectionary/</a:t>
            </a:r>
            <a:r>
              <a:rPr lang="en-US" b="0" i="0" u="none" strike="noStrike" dirty="0">
                <a:solidFill>
                  <a:srgbClr val="ECECEC"/>
                </a:solidFill>
                <a:effectLst/>
                <a:latin typeface="Söhne"/>
              </a:rPr>
              <a:t>.</a:t>
            </a:r>
          </a:p>
          <a:p>
            <a:endParaRPr lang="en-US" dirty="0"/>
          </a:p>
        </p:txBody>
      </p:sp>
      <p:sp>
        <p:nvSpPr>
          <p:cNvPr id="4" name="Slide Number Placeholder 3"/>
          <p:cNvSpPr>
            <a:spLocks noGrp="1"/>
          </p:cNvSpPr>
          <p:nvPr>
            <p:ph type="sldNum" sz="quarter" idx="10"/>
          </p:nvPr>
        </p:nvSpPr>
        <p:spPr/>
        <p:txBody>
          <a:bodyPr/>
          <a:lstStyle/>
          <a:p>
            <a:pPr>
              <a:defRPr/>
            </a:pPr>
            <a:fld id="{3C80CD21-D4EC-4D51-BF62-10AC51848DA8}" type="slidenum">
              <a:rPr lang="en-US" smtClean="0"/>
              <a:pPr>
                <a:defRPr/>
              </a:pPr>
              <a:t>22</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26</a:t>
            </a:fld>
            <a:endParaRPr lang="en-US" altLang="en-US"/>
          </a:p>
        </p:txBody>
      </p:sp>
    </p:spTree>
    <p:extLst>
      <p:ext uri="{BB962C8B-B14F-4D97-AF65-F5344CB8AC3E}">
        <p14:creationId xmlns:p14="http://schemas.microsoft.com/office/powerpoint/2010/main" val="633492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u="none" strike="noStrike" dirty="0">
                <a:solidFill>
                  <a:srgbClr val="ECECEC"/>
                </a:solidFill>
                <a:effectLst/>
                <a:latin typeface="Söhne"/>
              </a:rPr>
              <a:t>The weekly lectionary is available at this link: </a:t>
            </a:r>
            <a:r>
              <a:rPr lang="en-US" b="0" i="0" u="none" strike="noStrike" dirty="0">
                <a:solidFill>
                  <a:srgbClr val="ECECEC"/>
                </a:solidFill>
                <a:effectLst/>
                <a:latin typeface="Söhne"/>
                <a:hlinkClick r:id="rId3"/>
              </a:rPr>
              <a:t>https://marthoma.in/lectionary/</a:t>
            </a:r>
            <a:r>
              <a:rPr lang="en-US" b="0" i="0" u="none" strike="noStrike" dirty="0">
                <a:solidFill>
                  <a:srgbClr val="ECECEC"/>
                </a:solidFill>
                <a:effectLst/>
                <a:latin typeface="Söhne"/>
              </a:rPr>
              <a:t>.</a:t>
            </a:r>
          </a:p>
          <a:p>
            <a:endParaRPr lang="en-US" dirty="0"/>
          </a:p>
        </p:txBody>
      </p:sp>
      <p:sp>
        <p:nvSpPr>
          <p:cNvPr id="4" name="Slide Number Placeholder 3"/>
          <p:cNvSpPr>
            <a:spLocks noGrp="1"/>
          </p:cNvSpPr>
          <p:nvPr>
            <p:ph type="sldNum" sz="quarter" idx="10"/>
          </p:nvPr>
        </p:nvSpPr>
        <p:spPr/>
        <p:txBody>
          <a:bodyPr/>
          <a:lstStyle/>
          <a:p>
            <a:pPr>
              <a:defRPr/>
            </a:pPr>
            <a:fld id="{3C80CD21-D4EC-4D51-BF62-10AC51848DA8}" type="slidenum">
              <a:rPr lang="en-US" smtClean="0"/>
              <a:pPr>
                <a:defRPr/>
              </a:pPr>
              <a:t>30</a:t>
            </a:fld>
            <a:endParaRPr lang="en-US" dirty="0"/>
          </a:p>
        </p:txBody>
      </p:sp>
    </p:spTree>
    <p:extLst>
      <p:ext uri="{BB962C8B-B14F-4D97-AF65-F5344CB8AC3E}">
        <p14:creationId xmlns:p14="http://schemas.microsoft.com/office/powerpoint/2010/main" val="2875092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2E80928F-AE24-4B96-8B55-0B68E5C169E9}" type="slidenum">
              <a:rPr lang="en-US" altLang="en-US" sz="1200" smtClean="0"/>
              <a:pPr/>
              <a:t>32</a:t>
            </a:fld>
            <a:endParaRPr lang="en-US" altLang="en-US" sz="1200"/>
          </a:p>
        </p:txBody>
      </p:sp>
      <p:sp>
        <p:nvSpPr>
          <p:cNvPr id="44035" name="Rectangle 2"/>
          <p:cNvSpPr>
            <a:spLocks noGrp="1" noRot="1" noChangeAspect="1" noChangeArrowheads="1" noTextEdit="1"/>
          </p:cNvSpPr>
          <p:nvPr>
            <p:ph type="sldImg"/>
          </p:nvPr>
        </p:nvSpPr>
        <p:spPr>
          <a:xfrm>
            <a:off x="406400" y="696913"/>
            <a:ext cx="6184900" cy="3479800"/>
          </a:xfrm>
          <a:ln/>
        </p:spPr>
      </p:sp>
      <p:sp>
        <p:nvSpPr>
          <p:cNvPr id="4403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115435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35</a:t>
            </a:fld>
            <a:endParaRPr lang="en-US" altLang="en-US"/>
          </a:p>
        </p:txBody>
      </p:sp>
    </p:spTree>
    <p:extLst>
      <p:ext uri="{BB962C8B-B14F-4D97-AF65-F5344CB8AC3E}">
        <p14:creationId xmlns:p14="http://schemas.microsoft.com/office/powerpoint/2010/main" val="1910128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36</a:t>
            </a:fld>
            <a:endParaRPr lang="en-US" altLang="en-US"/>
          </a:p>
        </p:txBody>
      </p:sp>
    </p:spTree>
    <p:extLst>
      <p:ext uri="{BB962C8B-B14F-4D97-AF65-F5344CB8AC3E}">
        <p14:creationId xmlns:p14="http://schemas.microsoft.com/office/powerpoint/2010/main" val="3748100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37</a:t>
            </a:fld>
            <a:endParaRPr lang="en-US" altLang="en-US"/>
          </a:p>
        </p:txBody>
      </p:sp>
    </p:spTree>
    <p:extLst>
      <p:ext uri="{BB962C8B-B14F-4D97-AF65-F5344CB8AC3E}">
        <p14:creationId xmlns:p14="http://schemas.microsoft.com/office/powerpoint/2010/main" val="1382399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38</a:t>
            </a:fld>
            <a:endParaRPr lang="en-US" altLang="en-US"/>
          </a:p>
        </p:txBody>
      </p:sp>
    </p:spTree>
    <p:extLst>
      <p:ext uri="{BB962C8B-B14F-4D97-AF65-F5344CB8AC3E}">
        <p14:creationId xmlns:p14="http://schemas.microsoft.com/office/powerpoint/2010/main" val="1485333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39</a:t>
            </a:fld>
            <a:endParaRPr lang="en-US" altLang="en-US"/>
          </a:p>
        </p:txBody>
      </p:sp>
    </p:spTree>
    <p:extLst>
      <p:ext uri="{BB962C8B-B14F-4D97-AF65-F5344CB8AC3E}">
        <p14:creationId xmlns:p14="http://schemas.microsoft.com/office/powerpoint/2010/main" val="38230696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41</a:t>
            </a:fld>
            <a:endParaRPr lang="en-US" altLang="en-US"/>
          </a:p>
        </p:txBody>
      </p:sp>
    </p:spTree>
    <p:extLst>
      <p:ext uri="{BB962C8B-B14F-4D97-AF65-F5344CB8AC3E}">
        <p14:creationId xmlns:p14="http://schemas.microsoft.com/office/powerpoint/2010/main" val="3859253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44</a:t>
            </a:fld>
            <a:endParaRPr lang="en-US" altLang="en-US"/>
          </a:p>
        </p:txBody>
      </p:sp>
    </p:spTree>
    <p:extLst>
      <p:ext uri="{BB962C8B-B14F-4D97-AF65-F5344CB8AC3E}">
        <p14:creationId xmlns:p14="http://schemas.microsoft.com/office/powerpoint/2010/main" val="3123041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50</a:t>
            </a:fld>
            <a:endParaRPr lang="en-US" altLang="en-US"/>
          </a:p>
        </p:txBody>
      </p:sp>
    </p:spTree>
    <p:extLst>
      <p:ext uri="{BB962C8B-B14F-4D97-AF65-F5344CB8AC3E}">
        <p14:creationId xmlns:p14="http://schemas.microsoft.com/office/powerpoint/2010/main" val="22726747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1C520BE2-FF0A-435C-AECB-D342EE621899}" type="slidenum">
              <a:rPr lang="en-US" altLang="en-US" sz="1200" smtClean="0"/>
              <a:pPr/>
              <a:t>51</a:t>
            </a:fld>
            <a:endParaRPr lang="en-US" altLang="en-US" sz="1200"/>
          </a:p>
        </p:txBody>
      </p:sp>
      <p:sp>
        <p:nvSpPr>
          <p:cNvPr id="59395" name="Rectangle 2"/>
          <p:cNvSpPr>
            <a:spLocks noGrp="1" noRot="1" noChangeAspect="1" noChangeArrowheads="1" noTextEdit="1"/>
          </p:cNvSpPr>
          <p:nvPr>
            <p:ph type="sldImg"/>
          </p:nvPr>
        </p:nvSpPr>
        <p:spPr>
          <a:xfrm>
            <a:off x="406400" y="696913"/>
            <a:ext cx="6184900" cy="3479800"/>
          </a:xfrm>
          <a:ln/>
        </p:spPr>
      </p:sp>
      <p:sp>
        <p:nvSpPr>
          <p:cNvPr id="5939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8718255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56</a:t>
            </a:fld>
            <a:endParaRPr lang="en-US" altLang="en-US"/>
          </a:p>
        </p:txBody>
      </p:sp>
    </p:spTree>
    <p:extLst>
      <p:ext uri="{BB962C8B-B14F-4D97-AF65-F5344CB8AC3E}">
        <p14:creationId xmlns:p14="http://schemas.microsoft.com/office/powerpoint/2010/main" val="3222879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68" name="Google Shape;26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68</a:t>
            </a:fld>
            <a:endParaRPr lang="en-US" altLang="en-US"/>
          </a:p>
        </p:txBody>
      </p:sp>
    </p:spTree>
    <p:extLst>
      <p:ext uri="{BB962C8B-B14F-4D97-AF65-F5344CB8AC3E}">
        <p14:creationId xmlns:p14="http://schemas.microsoft.com/office/powerpoint/2010/main" val="32470083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79</a:t>
            </a:fld>
            <a:endParaRPr lang="en-US" altLang="en-US"/>
          </a:p>
        </p:txBody>
      </p:sp>
    </p:spTree>
    <p:extLst>
      <p:ext uri="{BB962C8B-B14F-4D97-AF65-F5344CB8AC3E}">
        <p14:creationId xmlns:p14="http://schemas.microsoft.com/office/powerpoint/2010/main" val="4168029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ECECEC"/>
                </a:solidFill>
                <a:effectLst/>
                <a:highlight>
                  <a:srgbClr val="212121"/>
                </a:highlight>
                <a:latin typeface="Söhne"/>
              </a:rPr>
              <a:t>Configure the color to achieve a red hue as per your Church’s projector.</a:t>
            </a:r>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82</a:t>
            </a:fld>
            <a:endParaRPr lang="en-US" altLang="en-US"/>
          </a:p>
        </p:txBody>
      </p:sp>
    </p:spTree>
    <p:extLst>
      <p:ext uri="{BB962C8B-B14F-4D97-AF65-F5344CB8AC3E}">
        <p14:creationId xmlns:p14="http://schemas.microsoft.com/office/powerpoint/2010/main" val="18005185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83</a:t>
            </a:fld>
            <a:endParaRPr lang="en-US" altLang="en-US"/>
          </a:p>
        </p:txBody>
      </p:sp>
    </p:spTree>
    <p:extLst>
      <p:ext uri="{BB962C8B-B14F-4D97-AF65-F5344CB8AC3E}">
        <p14:creationId xmlns:p14="http://schemas.microsoft.com/office/powerpoint/2010/main" val="30237812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ECECEC"/>
                </a:solidFill>
                <a:effectLst/>
                <a:highlight>
                  <a:srgbClr val="212121"/>
                </a:highlight>
                <a:latin typeface="Söhne"/>
              </a:rPr>
              <a:t>Configure the color to achieve a red hue as per your Church’s projector.</a:t>
            </a:r>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84</a:t>
            </a:fld>
            <a:endParaRPr lang="en-US" altLang="en-US"/>
          </a:p>
        </p:txBody>
      </p:sp>
    </p:spTree>
    <p:extLst>
      <p:ext uri="{BB962C8B-B14F-4D97-AF65-F5344CB8AC3E}">
        <p14:creationId xmlns:p14="http://schemas.microsoft.com/office/powerpoint/2010/main" val="16232836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87</a:t>
            </a:fld>
            <a:endParaRPr lang="en-US" altLang="en-US"/>
          </a:p>
        </p:txBody>
      </p:sp>
    </p:spTree>
    <p:extLst>
      <p:ext uri="{BB962C8B-B14F-4D97-AF65-F5344CB8AC3E}">
        <p14:creationId xmlns:p14="http://schemas.microsoft.com/office/powerpoint/2010/main" val="31985489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69FF6D6-5117-491F-92B2-69DC6F634227}" type="slidenum">
              <a:rPr lang="en-US" altLang="en-US" sz="1200" smtClean="0"/>
              <a:pPr/>
              <a:t>91</a:t>
            </a:fld>
            <a:endParaRPr lang="en-US" altLang="en-US" sz="1200"/>
          </a:p>
        </p:txBody>
      </p:sp>
      <p:sp>
        <p:nvSpPr>
          <p:cNvPr id="86019" name="Rectangle 2"/>
          <p:cNvSpPr>
            <a:spLocks noGrp="1" noRot="1" noChangeAspect="1" noChangeArrowheads="1" noTextEdit="1"/>
          </p:cNvSpPr>
          <p:nvPr>
            <p:ph type="sldImg"/>
          </p:nvPr>
        </p:nvSpPr>
        <p:spPr>
          <a:xfrm>
            <a:off x="406400" y="696913"/>
            <a:ext cx="6184900" cy="3479800"/>
          </a:xfrm>
          <a:ln/>
        </p:spPr>
      </p:sp>
      <p:sp>
        <p:nvSpPr>
          <p:cNvPr id="860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438372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69FF6D6-5117-491F-92B2-69DC6F634227}" type="slidenum">
              <a:rPr lang="en-US" altLang="en-US" sz="1200" smtClean="0"/>
              <a:pPr/>
              <a:t>92</a:t>
            </a:fld>
            <a:endParaRPr lang="en-US" altLang="en-US" sz="1200"/>
          </a:p>
        </p:txBody>
      </p:sp>
      <p:sp>
        <p:nvSpPr>
          <p:cNvPr id="86019" name="Rectangle 2"/>
          <p:cNvSpPr>
            <a:spLocks noGrp="1" noRot="1" noChangeAspect="1" noChangeArrowheads="1" noTextEdit="1"/>
          </p:cNvSpPr>
          <p:nvPr>
            <p:ph type="sldImg"/>
          </p:nvPr>
        </p:nvSpPr>
        <p:spPr>
          <a:xfrm>
            <a:off x="406400" y="696913"/>
            <a:ext cx="6184900" cy="3479800"/>
          </a:xfrm>
          <a:ln/>
        </p:spPr>
      </p:sp>
      <p:sp>
        <p:nvSpPr>
          <p:cNvPr id="860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782083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69FF6D6-5117-491F-92B2-69DC6F634227}" type="slidenum">
              <a:rPr lang="en-US" altLang="en-US" sz="1200" smtClean="0"/>
              <a:pPr/>
              <a:t>93</a:t>
            </a:fld>
            <a:endParaRPr lang="en-US" altLang="en-US" sz="1200"/>
          </a:p>
        </p:txBody>
      </p:sp>
      <p:sp>
        <p:nvSpPr>
          <p:cNvPr id="86019" name="Rectangle 2"/>
          <p:cNvSpPr>
            <a:spLocks noGrp="1" noRot="1" noChangeAspect="1" noChangeArrowheads="1" noTextEdit="1"/>
          </p:cNvSpPr>
          <p:nvPr>
            <p:ph type="sldImg"/>
          </p:nvPr>
        </p:nvSpPr>
        <p:spPr>
          <a:xfrm>
            <a:off x="406400" y="696913"/>
            <a:ext cx="6184900" cy="3479800"/>
          </a:xfrm>
          <a:ln/>
        </p:spPr>
      </p:sp>
      <p:sp>
        <p:nvSpPr>
          <p:cNvPr id="860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081652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69FF6D6-5117-491F-92B2-69DC6F634227}" type="slidenum">
              <a:rPr lang="en-US" altLang="en-US" sz="1200" smtClean="0"/>
              <a:pPr/>
              <a:t>94</a:t>
            </a:fld>
            <a:endParaRPr lang="en-US" altLang="en-US" sz="1200"/>
          </a:p>
        </p:txBody>
      </p:sp>
      <p:sp>
        <p:nvSpPr>
          <p:cNvPr id="86019" name="Rectangle 2"/>
          <p:cNvSpPr>
            <a:spLocks noGrp="1" noRot="1" noChangeAspect="1" noChangeArrowheads="1" noTextEdit="1"/>
          </p:cNvSpPr>
          <p:nvPr>
            <p:ph type="sldImg"/>
          </p:nvPr>
        </p:nvSpPr>
        <p:spPr>
          <a:xfrm>
            <a:off x="406400" y="696913"/>
            <a:ext cx="6184900" cy="3479800"/>
          </a:xfrm>
          <a:ln/>
        </p:spPr>
      </p:sp>
      <p:sp>
        <p:nvSpPr>
          <p:cNvPr id="860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2806118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95</a:t>
            </a:fld>
            <a:endParaRPr lang="en-US" altLang="en-US"/>
          </a:p>
        </p:txBody>
      </p:sp>
    </p:spTree>
    <p:extLst>
      <p:ext uri="{BB962C8B-B14F-4D97-AF65-F5344CB8AC3E}">
        <p14:creationId xmlns:p14="http://schemas.microsoft.com/office/powerpoint/2010/main" val="34349161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97</a:t>
            </a:fld>
            <a:endParaRPr lang="en-US" altLang="en-US"/>
          </a:p>
        </p:txBody>
      </p:sp>
    </p:spTree>
    <p:extLst>
      <p:ext uri="{BB962C8B-B14F-4D97-AF65-F5344CB8AC3E}">
        <p14:creationId xmlns:p14="http://schemas.microsoft.com/office/powerpoint/2010/main" val="34419944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101</a:t>
            </a:fld>
            <a:endParaRPr lang="en-US" altLang="en-US"/>
          </a:p>
        </p:txBody>
      </p:sp>
    </p:spTree>
    <p:extLst>
      <p:ext uri="{BB962C8B-B14F-4D97-AF65-F5344CB8AC3E}">
        <p14:creationId xmlns:p14="http://schemas.microsoft.com/office/powerpoint/2010/main" val="26870308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2E80928F-AE24-4B96-8B55-0B68E5C169E9}" type="slidenum">
              <a:rPr lang="en-US" altLang="en-US" sz="1200" smtClean="0"/>
              <a:pPr/>
              <a:t>104</a:t>
            </a:fld>
            <a:endParaRPr lang="en-US" altLang="en-US" sz="1200"/>
          </a:p>
        </p:txBody>
      </p:sp>
      <p:sp>
        <p:nvSpPr>
          <p:cNvPr id="44035" name="Rectangle 2"/>
          <p:cNvSpPr>
            <a:spLocks noGrp="1" noRot="1" noChangeAspect="1" noChangeArrowheads="1" noTextEdit="1"/>
          </p:cNvSpPr>
          <p:nvPr>
            <p:ph type="sldImg"/>
          </p:nvPr>
        </p:nvSpPr>
        <p:spPr>
          <a:xfrm>
            <a:off x="406400" y="696913"/>
            <a:ext cx="6184900" cy="3479800"/>
          </a:xfrm>
          <a:ln/>
        </p:spPr>
      </p:sp>
      <p:sp>
        <p:nvSpPr>
          <p:cNvPr id="44036"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6266079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E0ECE3C-8760-4002-ABC0-4A4D048EC0CC}" type="slidenum">
              <a:rPr lang="en-US" altLang="en-US" sz="1200" smtClean="0"/>
              <a:pPr/>
              <a:t>106</a:t>
            </a:fld>
            <a:endParaRPr lang="en-US" altLang="en-US" sz="1200"/>
          </a:p>
        </p:txBody>
      </p:sp>
      <p:sp>
        <p:nvSpPr>
          <p:cNvPr id="98307" name="Rectangle 2"/>
          <p:cNvSpPr>
            <a:spLocks noGrp="1" noRot="1" noChangeAspect="1" noChangeArrowheads="1" noTextEdit="1"/>
          </p:cNvSpPr>
          <p:nvPr>
            <p:ph type="sldImg"/>
          </p:nvPr>
        </p:nvSpPr>
        <p:spPr>
          <a:xfrm>
            <a:off x="406400" y="696913"/>
            <a:ext cx="6184900" cy="3479800"/>
          </a:xfrm>
          <a:ln/>
        </p:spPr>
      </p:sp>
      <p:sp>
        <p:nvSpPr>
          <p:cNvPr id="9830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243108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108</a:t>
            </a:fld>
            <a:endParaRPr lang="en-US" altLang="en-US"/>
          </a:p>
        </p:txBody>
      </p:sp>
    </p:spTree>
    <p:extLst>
      <p:ext uri="{BB962C8B-B14F-4D97-AF65-F5344CB8AC3E}">
        <p14:creationId xmlns:p14="http://schemas.microsoft.com/office/powerpoint/2010/main" val="29024255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109</a:t>
            </a:fld>
            <a:endParaRPr lang="en-US" altLang="en-US"/>
          </a:p>
        </p:txBody>
      </p:sp>
    </p:spTree>
    <p:extLst>
      <p:ext uri="{BB962C8B-B14F-4D97-AF65-F5344CB8AC3E}">
        <p14:creationId xmlns:p14="http://schemas.microsoft.com/office/powerpoint/2010/main" val="38711156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69FF6D6-5117-491F-92B2-69DC6F634227}" type="slidenum">
              <a:rPr lang="en-US" altLang="en-US" sz="1200" smtClean="0"/>
              <a:pPr/>
              <a:t>113</a:t>
            </a:fld>
            <a:endParaRPr lang="en-US" altLang="en-US" sz="1200"/>
          </a:p>
        </p:txBody>
      </p:sp>
      <p:sp>
        <p:nvSpPr>
          <p:cNvPr id="86019" name="Rectangle 2"/>
          <p:cNvSpPr>
            <a:spLocks noGrp="1" noRot="1" noChangeAspect="1" noChangeArrowheads="1" noTextEdit="1"/>
          </p:cNvSpPr>
          <p:nvPr>
            <p:ph type="sldImg"/>
          </p:nvPr>
        </p:nvSpPr>
        <p:spPr>
          <a:xfrm>
            <a:off x="406400" y="696913"/>
            <a:ext cx="6184900" cy="3479800"/>
          </a:xfrm>
          <a:ln/>
        </p:spPr>
      </p:sp>
      <p:sp>
        <p:nvSpPr>
          <p:cNvPr id="860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2812735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C61D5B5B-EC2D-4C79-AF7B-FA92C5D3E90A}" type="slidenum">
              <a:rPr lang="en-US" altLang="en-US" sz="1200" smtClean="0"/>
              <a:pPr/>
              <a:t>114</a:t>
            </a:fld>
            <a:endParaRPr lang="en-US" altLang="en-US" sz="1200"/>
          </a:p>
        </p:txBody>
      </p:sp>
      <p:sp>
        <p:nvSpPr>
          <p:cNvPr id="107523" name="Rectangle 2"/>
          <p:cNvSpPr>
            <a:spLocks noGrp="1" noRot="1" noChangeAspect="1" noChangeArrowheads="1" noTextEdit="1"/>
          </p:cNvSpPr>
          <p:nvPr>
            <p:ph type="sldImg"/>
          </p:nvPr>
        </p:nvSpPr>
        <p:spPr>
          <a:xfrm>
            <a:off x="406400" y="696913"/>
            <a:ext cx="6184900" cy="3479800"/>
          </a:xfrm>
          <a:ln/>
        </p:spPr>
      </p:sp>
      <p:sp>
        <p:nvSpPr>
          <p:cNvPr id="107524"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2678199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C61D5B5B-EC2D-4C79-AF7B-FA92C5D3E90A}" type="slidenum">
              <a:rPr lang="en-US" altLang="en-US" sz="1200" smtClean="0"/>
              <a:pPr/>
              <a:t>115</a:t>
            </a:fld>
            <a:endParaRPr lang="en-US" altLang="en-US" sz="1200"/>
          </a:p>
        </p:txBody>
      </p:sp>
      <p:sp>
        <p:nvSpPr>
          <p:cNvPr id="107523" name="Rectangle 2"/>
          <p:cNvSpPr>
            <a:spLocks noGrp="1" noRot="1" noChangeAspect="1" noChangeArrowheads="1" noTextEdit="1"/>
          </p:cNvSpPr>
          <p:nvPr>
            <p:ph type="sldImg"/>
          </p:nvPr>
        </p:nvSpPr>
        <p:spPr>
          <a:xfrm>
            <a:off x="406400" y="696913"/>
            <a:ext cx="6184900" cy="3479800"/>
          </a:xfrm>
          <a:ln/>
        </p:spPr>
      </p:sp>
      <p:sp>
        <p:nvSpPr>
          <p:cNvPr id="10752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3132365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116</a:t>
            </a:fld>
            <a:endParaRPr lang="en-US" altLang="en-US"/>
          </a:p>
        </p:txBody>
      </p:sp>
    </p:spTree>
    <p:extLst>
      <p:ext uri="{BB962C8B-B14F-4D97-AF65-F5344CB8AC3E}">
        <p14:creationId xmlns:p14="http://schemas.microsoft.com/office/powerpoint/2010/main" val="9807710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2333FFE7-3FBE-4033-8DEE-250DB8C39F8B}" type="slidenum">
              <a:rPr lang="en-US" altLang="en-US" sz="1200" smtClean="0"/>
              <a:pPr/>
              <a:t>117</a:t>
            </a:fld>
            <a:endParaRPr lang="en-US" altLang="en-US" sz="1200"/>
          </a:p>
        </p:txBody>
      </p:sp>
      <p:sp>
        <p:nvSpPr>
          <p:cNvPr id="109571" name="Rectangle 2"/>
          <p:cNvSpPr>
            <a:spLocks noGrp="1" noRot="1" noChangeAspect="1" noChangeArrowheads="1" noTextEdit="1"/>
          </p:cNvSpPr>
          <p:nvPr>
            <p:ph type="sldImg"/>
          </p:nvPr>
        </p:nvSpPr>
        <p:spPr>
          <a:xfrm>
            <a:off x="406400" y="696913"/>
            <a:ext cx="6184900" cy="3479800"/>
          </a:xfrm>
          <a:ln/>
        </p:spPr>
      </p:sp>
      <p:sp>
        <p:nvSpPr>
          <p:cNvPr id="1095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1832508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118</a:t>
            </a:fld>
            <a:endParaRPr lang="en-US" altLang="en-US"/>
          </a:p>
        </p:txBody>
      </p:sp>
    </p:spTree>
    <p:extLst>
      <p:ext uri="{BB962C8B-B14F-4D97-AF65-F5344CB8AC3E}">
        <p14:creationId xmlns:p14="http://schemas.microsoft.com/office/powerpoint/2010/main" val="11831822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119</a:t>
            </a:fld>
            <a:endParaRPr lang="en-US" altLang="en-US"/>
          </a:p>
        </p:txBody>
      </p:sp>
    </p:spTree>
    <p:extLst>
      <p:ext uri="{BB962C8B-B14F-4D97-AF65-F5344CB8AC3E}">
        <p14:creationId xmlns:p14="http://schemas.microsoft.com/office/powerpoint/2010/main" val="23095722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120</a:t>
            </a:fld>
            <a:endParaRPr lang="en-US" altLang="en-US"/>
          </a:p>
        </p:txBody>
      </p:sp>
    </p:spTree>
    <p:extLst>
      <p:ext uri="{BB962C8B-B14F-4D97-AF65-F5344CB8AC3E}">
        <p14:creationId xmlns:p14="http://schemas.microsoft.com/office/powerpoint/2010/main" val="31507005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B55D3123-C52C-41B2-A89C-590E41D4950C}" type="slidenum">
              <a:rPr lang="en-US" altLang="en-US" sz="1200" smtClean="0"/>
              <a:pPr/>
              <a:t>121</a:t>
            </a:fld>
            <a:endParaRPr lang="en-US" altLang="en-US" sz="1200"/>
          </a:p>
        </p:txBody>
      </p:sp>
      <p:sp>
        <p:nvSpPr>
          <p:cNvPr id="112643" name="Rectangle 2"/>
          <p:cNvSpPr>
            <a:spLocks noGrp="1" noRot="1" noChangeAspect="1" noChangeArrowheads="1" noTextEdit="1"/>
          </p:cNvSpPr>
          <p:nvPr>
            <p:ph type="sldImg"/>
          </p:nvPr>
        </p:nvSpPr>
        <p:spPr>
          <a:xfrm>
            <a:off x="406400" y="696913"/>
            <a:ext cx="6184900" cy="3479800"/>
          </a:xfrm>
          <a:ln/>
        </p:spPr>
      </p:sp>
      <p:sp>
        <p:nvSpPr>
          <p:cNvPr id="11264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734574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123</a:t>
            </a:fld>
            <a:endParaRPr lang="en-US" altLang="en-US"/>
          </a:p>
        </p:txBody>
      </p:sp>
    </p:spTree>
    <p:extLst>
      <p:ext uri="{BB962C8B-B14F-4D97-AF65-F5344CB8AC3E}">
        <p14:creationId xmlns:p14="http://schemas.microsoft.com/office/powerpoint/2010/main" val="6296243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134</a:t>
            </a:fld>
            <a:endParaRPr lang="en-US" altLang="en-US"/>
          </a:p>
        </p:txBody>
      </p:sp>
    </p:spTree>
    <p:extLst>
      <p:ext uri="{BB962C8B-B14F-4D97-AF65-F5344CB8AC3E}">
        <p14:creationId xmlns:p14="http://schemas.microsoft.com/office/powerpoint/2010/main" val="24228015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0" i="0" u="none" strike="noStrike" dirty="0">
              <a:solidFill>
                <a:srgbClr val="ECECEC"/>
              </a:solidFill>
              <a:effectLst/>
              <a:latin typeface="Söhne"/>
            </a:endParaRPr>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137</a:t>
            </a:fld>
            <a:endParaRPr lang="en-US" altLang="en-US"/>
          </a:p>
        </p:txBody>
      </p:sp>
    </p:spTree>
    <p:extLst>
      <p:ext uri="{BB962C8B-B14F-4D97-AF65-F5344CB8AC3E}">
        <p14:creationId xmlns:p14="http://schemas.microsoft.com/office/powerpoint/2010/main" val="23872340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BBABD99-7796-4937-94ED-09A834064F37}" type="slidenum">
              <a:rPr lang="en-US" altLang="en-US" sz="1200" smtClean="0"/>
              <a:pPr/>
              <a:t>138</a:t>
            </a:fld>
            <a:endParaRPr lang="en-US" altLang="en-US" sz="1200"/>
          </a:p>
        </p:txBody>
      </p:sp>
      <p:sp>
        <p:nvSpPr>
          <p:cNvPr id="131075" name="Rectangle 2"/>
          <p:cNvSpPr>
            <a:spLocks noGrp="1" noRot="1" noChangeAspect="1" noChangeArrowheads="1" noTextEdit="1"/>
          </p:cNvSpPr>
          <p:nvPr>
            <p:ph type="sldImg"/>
          </p:nvPr>
        </p:nvSpPr>
        <p:spPr>
          <a:xfrm>
            <a:off x="406400" y="696913"/>
            <a:ext cx="6184900" cy="3479800"/>
          </a:xfrm>
          <a:ln/>
        </p:spPr>
      </p:sp>
      <p:sp>
        <p:nvSpPr>
          <p:cNvPr id="13107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8194427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BBABD99-7796-4937-94ED-09A834064F37}" type="slidenum">
              <a:rPr lang="en-US" altLang="en-US" sz="1200" smtClean="0"/>
              <a:pPr/>
              <a:t>139</a:t>
            </a:fld>
            <a:endParaRPr lang="en-US" altLang="en-US" sz="1200"/>
          </a:p>
        </p:txBody>
      </p:sp>
      <p:sp>
        <p:nvSpPr>
          <p:cNvPr id="131075" name="Rectangle 2"/>
          <p:cNvSpPr>
            <a:spLocks noGrp="1" noRot="1" noChangeAspect="1" noChangeArrowheads="1" noTextEdit="1"/>
          </p:cNvSpPr>
          <p:nvPr>
            <p:ph type="sldImg"/>
          </p:nvPr>
        </p:nvSpPr>
        <p:spPr>
          <a:xfrm>
            <a:off x="406400" y="696913"/>
            <a:ext cx="6184900" cy="3479800"/>
          </a:xfrm>
          <a:ln/>
        </p:spPr>
      </p:sp>
      <p:sp>
        <p:nvSpPr>
          <p:cNvPr id="13107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7794439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D20C5ACA-B482-4B73-B752-B7797804FFFD}" type="slidenum">
              <a:rPr lang="en-US" altLang="en-US" sz="1200" smtClean="0"/>
              <a:pPr/>
              <a:t>142</a:t>
            </a:fld>
            <a:endParaRPr lang="en-US" altLang="en-US" sz="1200"/>
          </a:p>
        </p:txBody>
      </p:sp>
      <p:sp>
        <p:nvSpPr>
          <p:cNvPr id="133123" name="Rectangle 2"/>
          <p:cNvSpPr>
            <a:spLocks noGrp="1" noRot="1" noChangeAspect="1" noChangeArrowheads="1" noTextEdit="1"/>
          </p:cNvSpPr>
          <p:nvPr>
            <p:ph type="sldImg"/>
          </p:nvPr>
        </p:nvSpPr>
        <p:spPr>
          <a:xfrm>
            <a:off x="406400" y="696913"/>
            <a:ext cx="6184900" cy="3479800"/>
          </a:xfrm>
          <a:ln/>
        </p:spPr>
      </p:sp>
      <p:sp>
        <p:nvSpPr>
          <p:cNvPr id="133124"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6255387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143</a:t>
            </a:fld>
            <a:endParaRPr lang="en-US" altLang="en-US"/>
          </a:p>
        </p:txBody>
      </p:sp>
    </p:spTree>
    <p:extLst>
      <p:ext uri="{BB962C8B-B14F-4D97-AF65-F5344CB8AC3E}">
        <p14:creationId xmlns:p14="http://schemas.microsoft.com/office/powerpoint/2010/main" val="11184692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2E80928F-AE24-4B96-8B55-0B68E5C169E9}" type="slidenum">
              <a:rPr lang="en-US" altLang="en-US" sz="1200" smtClean="0"/>
              <a:pPr/>
              <a:t>144</a:t>
            </a:fld>
            <a:endParaRPr lang="en-US" altLang="en-US" sz="1200"/>
          </a:p>
        </p:txBody>
      </p:sp>
      <p:sp>
        <p:nvSpPr>
          <p:cNvPr id="44035" name="Rectangle 2"/>
          <p:cNvSpPr>
            <a:spLocks noGrp="1" noRot="1" noChangeAspect="1" noChangeArrowheads="1" noTextEdit="1"/>
          </p:cNvSpPr>
          <p:nvPr>
            <p:ph type="sldImg"/>
          </p:nvPr>
        </p:nvSpPr>
        <p:spPr>
          <a:xfrm>
            <a:off x="406400" y="696913"/>
            <a:ext cx="6184900" cy="3479800"/>
          </a:xfrm>
          <a:ln/>
        </p:spPr>
      </p:sp>
      <p:sp>
        <p:nvSpPr>
          <p:cNvPr id="44036"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9600139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145</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273497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146</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9023362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147</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7239044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148</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6225957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149</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8907801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150</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11360967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151</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6901736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152</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2227063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FCE59F5C-2AEB-4697-95D8-55C075279A3A}" type="slidenum">
              <a:rPr lang="en-US" altLang="en-US" sz="1200" smtClean="0"/>
              <a:pPr/>
              <a:t>153</a:t>
            </a:fld>
            <a:endParaRPr lang="en-US" altLang="en-US" sz="1200"/>
          </a:p>
        </p:txBody>
      </p:sp>
      <p:sp>
        <p:nvSpPr>
          <p:cNvPr id="135171" name="Rectangle 2"/>
          <p:cNvSpPr>
            <a:spLocks noGrp="1" noRot="1" noChangeAspect="1" noChangeArrowheads="1" noTextEdit="1"/>
          </p:cNvSpPr>
          <p:nvPr>
            <p:ph type="sldImg"/>
          </p:nvPr>
        </p:nvSpPr>
        <p:spPr>
          <a:xfrm>
            <a:off x="406400" y="696913"/>
            <a:ext cx="6184900" cy="3479800"/>
          </a:xfrm>
          <a:ln/>
        </p:spPr>
      </p:sp>
      <p:sp>
        <p:nvSpPr>
          <p:cNvPr id="1351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7701351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4BDBC370-5211-4913-8B15-2BB0EB64006B}" type="slidenum">
              <a:rPr lang="en-US" altLang="en-US" sz="1200" smtClean="0"/>
              <a:pPr/>
              <a:t>154</a:t>
            </a:fld>
            <a:endParaRPr lang="en-US" altLang="en-US" sz="1200"/>
          </a:p>
        </p:txBody>
      </p:sp>
      <p:sp>
        <p:nvSpPr>
          <p:cNvPr id="137219" name="Rectangle 2"/>
          <p:cNvSpPr>
            <a:spLocks noGrp="1" noRot="1" noChangeAspect="1" noChangeArrowheads="1" noTextEdit="1"/>
          </p:cNvSpPr>
          <p:nvPr>
            <p:ph type="sldImg"/>
          </p:nvPr>
        </p:nvSpPr>
        <p:spPr>
          <a:xfrm>
            <a:off x="406400" y="696913"/>
            <a:ext cx="6184900" cy="3479800"/>
          </a:xfrm>
          <a:ln/>
        </p:spPr>
      </p:sp>
      <p:sp>
        <p:nvSpPr>
          <p:cNvPr id="1372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5758245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4BDBC370-5211-4913-8B15-2BB0EB64006B}" type="slidenum">
              <a:rPr lang="en-US" altLang="en-US" sz="1200" smtClean="0"/>
              <a:pPr/>
              <a:t>155</a:t>
            </a:fld>
            <a:endParaRPr lang="en-US" altLang="en-US" sz="1200"/>
          </a:p>
        </p:txBody>
      </p:sp>
      <p:sp>
        <p:nvSpPr>
          <p:cNvPr id="137219" name="Rectangle 2"/>
          <p:cNvSpPr>
            <a:spLocks noGrp="1" noRot="1" noChangeAspect="1" noChangeArrowheads="1" noTextEdit="1"/>
          </p:cNvSpPr>
          <p:nvPr>
            <p:ph type="sldImg"/>
          </p:nvPr>
        </p:nvSpPr>
        <p:spPr>
          <a:xfrm>
            <a:off x="406400" y="696913"/>
            <a:ext cx="6184900" cy="3479800"/>
          </a:xfrm>
          <a:ln/>
        </p:spPr>
      </p:sp>
      <p:sp>
        <p:nvSpPr>
          <p:cNvPr id="1372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9433823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4BDBC370-5211-4913-8B15-2BB0EB64006B}" type="slidenum">
              <a:rPr lang="en-US" altLang="en-US" sz="1200" smtClean="0"/>
              <a:pPr/>
              <a:t>156</a:t>
            </a:fld>
            <a:endParaRPr lang="en-US" altLang="en-US" sz="1200"/>
          </a:p>
        </p:txBody>
      </p:sp>
      <p:sp>
        <p:nvSpPr>
          <p:cNvPr id="137219" name="Rectangle 2"/>
          <p:cNvSpPr>
            <a:spLocks noGrp="1" noRot="1" noChangeAspect="1" noChangeArrowheads="1" noTextEdit="1"/>
          </p:cNvSpPr>
          <p:nvPr>
            <p:ph type="sldImg"/>
          </p:nvPr>
        </p:nvSpPr>
        <p:spPr>
          <a:xfrm>
            <a:off x="406400" y="696913"/>
            <a:ext cx="6184900" cy="3479800"/>
          </a:xfrm>
          <a:ln/>
        </p:spPr>
      </p:sp>
      <p:sp>
        <p:nvSpPr>
          <p:cNvPr id="1372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54941344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3DAF5C-2C76-445A-A9F1-96C794E4845B}" type="slidenum">
              <a:rPr lang="en-US" altLang="en-US" smtClean="0"/>
              <a:pPr>
                <a:defRPr/>
              </a:pPr>
              <a:t>157</a:t>
            </a:fld>
            <a:endParaRPr lang="en-US" altLang="en-US"/>
          </a:p>
        </p:txBody>
      </p:sp>
    </p:spTree>
    <p:extLst>
      <p:ext uri="{BB962C8B-B14F-4D97-AF65-F5344CB8AC3E}">
        <p14:creationId xmlns:p14="http://schemas.microsoft.com/office/powerpoint/2010/main" val="278556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07" indent="0" algn="ctr">
              <a:buNone/>
              <a:defRPr sz="2000"/>
            </a:lvl2pPr>
            <a:lvl3pPr marL="914218" indent="0" algn="ctr">
              <a:buNone/>
              <a:defRPr sz="1900"/>
            </a:lvl3pPr>
            <a:lvl4pPr marL="1371328" indent="0" algn="ctr">
              <a:buNone/>
              <a:defRPr sz="1600"/>
            </a:lvl4pPr>
            <a:lvl5pPr marL="1828437" indent="0" algn="ctr">
              <a:buNone/>
              <a:defRPr sz="1600"/>
            </a:lvl5pPr>
            <a:lvl6pPr marL="2285550" indent="0" algn="ctr">
              <a:buNone/>
              <a:defRPr sz="1600"/>
            </a:lvl6pPr>
            <a:lvl7pPr marL="2742654" indent="0" algn="ctr">
              <a:buNone/>
              <a:defRPr sz="1600"/>
            </a:lvl7pPr>
            <a:lvl8pPr marL="3199760" indent="0" algn="ctr">
              <a:buNone/>
              <a:defRPr sz="1600"/>
            </a:lvl8pPr>
            <a:lvl9pPr marL="3656867"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6C7FB8E-C1CD-462A-B997-5FD291E84F16}" type="datetimeFigureOut">
              <a:rPr lang="en-US" smtClean="0"/>
              <a:pPr>
                <a:defRPr/>
              </a:pPr>
              <a:t>2/24/2025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8727085-1630-4155-9BCD-C494EEE9F8E4}" type="slidenum">
              <a:rPr lang="en-US" smtClean="0"/>
              <a:pPr>
                <a:defRPr/>
              </a:pPr>
              <a:t>‹#›</a:t>
            </a:fld>
            <a:endParaRPr lang="en-US"/>
          </a:p>
        </p:txBody>
      </p:sp>
    </p:spTree>
    <p:extLst>
      <p:ext uri="{BB962C8B-B14F-4D97-AF65-F5344CB8AC3E}">
        <p14:creationId xmlns:p14="http://schemas.microsoft.com/office/powerpoint/2010/main" val="1420596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4769DE6D-4F09-4FB7-9513-88C37B1CC9E8}" type="datetimeFigureOut">
              <a:rPr lang="en-US" smtClean="0"/>
              <a:pPr>
                <a:defRPr/>
              </a:pPr>
              <a:t>2/24/2025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837DCD1-0DC5-4115-9660-5E0769E678FF}" type="slidenum">
              <a:rPr lang="en-US" smtClean="0"/>
              <a:pPr>
                <a:defRPr/>
              </a:pPr>
              <a:t>‹#›</a:t>
            </a:fld>
            <a:endParaRPr lang="en-US"/>
          </a:p>
        </p:txBody>
      </p:sp>
    </p:spTree>
    <p:extLst>
      <p:ext uri="{BB962C8B-B14F-4D97-AF65-F5344CB8AC3E}">
        <p14:creationId xmlns:p14="http://schemas.microsoft.com/office/powerpoint/2010/main" val="431204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07" indent="0">
              <a:buNone/>
              <a:defRPr sz="2000">
                <a:solidFill>
                  <a:schemeClr val="tx1">
                    <a:tint val="75000"/>
                  </a:schemeClr>
                </a:solidFill>
              </a:defRPr>
            </a:lvl2pPr>
            <a:lvl3pPr marL="914218" indent="0">
              <a:buNone/>
              <a:defRPr sz="1900">
                <a:solidFill>
                  <a:schemeClr val="tx1">
                    <a:tint val="75000"/>
                  </a:schemeClr>
                </a:solidFill>
              </a:defRPr>
            </a:lvl3pPr>
            <a:lvl4pPr marL="1371328" indent="0">
              <a:buNone/>
              <a:defRPr sz="1600">
                <a:solidFill>
                  <a:schemeClr val="tx1">
                    <a:tint val="75000"/>
                  </a:schemeClr>
                </a:solidFill>
              </a:defRPr>
            </a:lvl4pPr>
            <a:lvl5pPr marL="1828437" indent="0">
              <a:buNone/>
              <a:defRPr sz="1600">
                <a:solidFill>
                  <a:schemeClr val="tx1">
                    <a:tint val="75000"/>
                  </a:schemeClr>
                </a:solidFill>
              </a:defRPr>
            </a:lvl5pPr>
            <a:lvl6pPr marL="2285550" indent="0">
              <a:buNone/>
              <a:defRPr sz="1600">
                <a:solidFill>
                  <a:schemeClr val="tx1">
                    <a:tint val="75000"/>
                  </a:schemeClr>
                </a:solidFill>
              </a:defRPr>
            </a:lvl6pPr>
            <a:lvl7pPr marL="2742654" indent="0">
              <a:buNone/>
              <a:defRPr sz="1600">
                <a:solidFill>
                  <a:schemeClr val="tx1">
                    <a:tint val="75000"/>
                  </a:schemeClr>
                </a:solidFill>
              </a:defRPr>
            </a:lvl7pPr>
            <a:lvl8pPr marL="3199760" indent="0">
              <a:buNone/>
              <a:defRPr sz="1600">
                <a:solidFill>
                  <a:schemeClr val="tx1">
                    <a:tint val="75000"/>
                  </a:schemeClr>
                </a:solidFill>
              </a:defRPr>
            </a:lvl8pPr>
            <a:lvl9pPr marL="3656867"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1C2568C-24F1-4EA4-9F9D-E387A4A11D16}" type="datetimeFigureOut">
              <a:rPr lang="en-US" smtClean="0"/>
              <a:pPr>
                <a:defRPr/>
              </a:pPr>
              <a:t>2/24/2025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09AB417-E1CB-4793-A607-5031072CC389}" type="slidenum">
              <a:rPr lang="en-US" smtClean="0"/>
              <a:pPr>
                <a:defRPr/>
              </a:pPr>
              <a:t>‹#›</a:t>
            </a:fld>
            <a:endParaRPr lang="en-US"/>
          </a:p>
        </p:txBody>
      </p:sp>
    </p:spTree>
    <p:extLst>
      <p:ext uri="{BB962C8B-B14F-4D97-AF65-F5344CB8AC3E}">
        <p14:creationId xmlns:p14="http://schemas.microsoft.com/office/powerpoint/2010/main" val="3861314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7E91B1CF-E33E-4D4C-9288-D5EB550D8E05}" type="datetimeFigureOut">
              <a:rPr lang="en-US" smtClean="0"/>
              <a:pPr>
                <a:defRPr/>
              </a:pPr>
              <a:t>2/24/2025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9876636-DE3F-4A73-B768-E5AC0DCD0B3F}" type="slidenum">
              <a:rPr lang="en-US" smtClean="0"/>
              <a:pPr>
                <a:defRPr/>
              </a:pPr>
              <a:t>‹#›</a:t>
            </a:fld>
            <a:endParaRPr lang="en-US"/>
          </a:p>
        </p:txBody>
      </p:sp>
    </p:spTree>
    <p:extLst>
      <p:ext uri="{BB962C8B-B14F-4D97-AF65-F5344CB8AC3E}">
        <p14:creationId xmlns:p14="http://schemas.microsoft.com/office/powerpoint/2010/main" val="2296945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07" indent="0">
              <a:buNone/>
              <a:defRPr sz="2000" b="1"/>
            </a:lvl2pPr>
            <a:lvl3pPr marL="914218" indent="0">
              <a:buNone/>
              <a:defRPr sz="1900" b="1"/>
            </a:lvl3pPr>
            <a:lvl4pPr marL="1371328" indent="0">
              <a:buNone/>
              <a:defRPr sz="1600" b="1"/>
            </a:lvl4pPr>
            <a:lvl5pPr marL="1828437" indent="0">
              <a:buNone/>
              <a:defRPr sz="1600" b="1"/>
            </a:lvl5pPr>
            <a:lvl6pPr marL="2285550" indent="0">
              <a:buNone/>
              <a:defRPr sz="1600" b="1"/>
            </a:lvl6pPr>
            <a:lvl7pPr marL="2742654" indent="0">
              <a:buNone/>
              <a:defRPr sz="1600" b="1"/>
            </a:lvl7pPr>
            <a:lvl8pPr marL="3199760" indent="0">
              <a:buNone/>
              <a:defRPr sz="1600" b="1"/>
            </a:lvl8pPr>
            <a:lvl9pPr marL="3656867"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3" y="1681163"/>
            <a:ext cx="5183188" cy="823912"/>
          </a:xfrm>
        </p:spPr>
        <p:txBody>
          <a:bodyPr anchor="b"/>
          <a:lstStyle>
            <a:lvl1pPr marL="0" indent="0">
              <a:buNone/>
              <a:defRPr sz="2400" b="1"/>
            </a:lvl1pPr>
            <a:lvl2pPr marL="457107" indent="0">
              <a:buNone/>
              <a:defRPr sz="2000" b="1"/>
            </a:lvl2pPr>
            <a:lvl3pPr marL="914218" indent="0">
              <a:buNone/>
              <a:defRPr sz="1900" b="1"/>
            </a:lvl3pPr>
            <a:lvl4pPr marL="1371328" indent="0">
              <a:buNone/>
              <a:defRPr sz="1600" b="1"/>
            </a:lvl4pPr>
            <a:lvl5pPr marL="1828437" indent="0">
              <a:buNone/>
              <a:defRPr sz="1600" b="1"/>
            </a:lvl5pPr>
            <a:lvl6pPr marL="2285550" indent="0">
              <a:buNone/>
              <a:defRPr sz="1600" b="1"/>
            </a:lvl6pPr>
            <a:lvl7pPr marL="2742654" indent="0">
              <a:buNone/>
              <a:defRPr sz="1600" b="1"/>
            </a:lvl7pPr>
            <a:lvl8pPr marL="3199760" indent="0">
              <a:buNone/>
              <a:defRPr sz="1600" b="1"/>
            </a:lvl8pPr>
            <a:lvl9pPr marL="365686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53CD6912-D4E2-41A7-AB25-BA10B8822BDC}" type="datetimeFigureOut">
              <a:rPr lang="en-US" smtClean="0"/>
              <a:pPr>
                <a:defRPr/>
              </a:pPr>
              <a:t>2/24/2025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9C607AF2-B368-4B75-B23F-F064E4AA48C4}" type="slidenum">
              <a:rPr lang="en-US" smtClean="0"/>
              <a:pPr>
                <a:defRPr/>
              </a:pPr>
              <a:t>‹#›</a:t>
            </a:fld>
            <a:endParaRPr lang="en-US"/>
          </a:p>
        </p:txBody>
      </p:sp>
    </p:spTree>
    <p:extLst>
      <p:ext uri="{BB962C8B-B14F-4D97-AF65-F5344CB8AC3E}">
        <p14:creationId xmlns:p14="http://schemas.microsoft.com/office/powerpoint/2010/main" val="631393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E1F1DF53-772A-443F-B90B-35FEB91A0059}" type="datetimeFigureOut">
              <a:rPr lang="en-US" smtClean="0"/>
              <a:pPr>
                <a:defRPr/>
              </a:pPr>
              <a:t>2/24/2025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14BC3413-57D5-4B66-B4BB-9BC918C038E5}" type="slidenum">
              <a:rPr lang="en-US" smtClean="0"/>
              <a:pPr>
                <a:defRPr/>
              </a:pPr>
              <a:t>‹#›</a:t>
            </a:fld>
            <a:endParaRPr lang="en-US"/>
          </a:p>
        </p:txBody>
      </p:sp>
    </p:spTree>
    <p:extLst>
      <p:ext uri="{BB962C8B-B14F-4D97-AF65-F5344CB8AC3E}">
        <p14:creationId xmlns:p14="http://schemas.microsoft.com/office/powerpoint/2010/main" val="517642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0265AE03-E3FA-4A35-9268-4C047D28004D}" type="datetimeFigureOut">
              <a:rPr lang="en-US" smtClean="0"/>
              <a:pPr>
                <a:defRPr/>
              </a:pPr>
              <a:t>2/24/2025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E543CB77-CADC-4821-A2AD-6B33D9CD50CC}" type="slidenum">
              <a:rPr lang="en-US" smtClean="0"/>
              <a:pPr>
                <a:defRPr/>
              </a:pPr>
              <a:t>‹#›</a:t>
            </a:fld>
            <a:endParaRPr lang="en-US"/>
          </a:p>
        </p:txBody>
      </p:sp>
    </p:spTree>
    <p:extLst>
      <p:ext uri="{BB962C8B-B14F-4D97-AF65-F5344CB8AC3E}">
        <p14:creationId xmlns:p14="http://schemas.microsoft.com/office/powerpoint/2010/main" val="4093023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3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3"/>
            <a:ext cx="3932237" cy="3811588"/>
          </a:xfrm>
        </p:spPr>
        <p:txBody>
          <a:bodyPr/>
          <a:lstStyle>
            <a:lvl1pPr marL="0" indent="0">
              <a:buNone/>
              <a:defRPr sz="1600"/>
            </a:lvl1pPr>
            <a:lvl2pPr marL="457107" indent="0">
              <a:buNone/>
              <a:defRPr sz="1500"/>
            </a:lvl2pPr>
            <a:lvl3pPr marL="914218" indent="0">
              <a:buNone/>
              <a:defRPr sz="1200"/>
            </a:lvl3pPr>
            <a:lvl4pPr marL="1371328" indent="0">
              <a:buNone/>
              <a:defRPr sz="1100"/>
            </a:lvl4pPr>
            <a:lvl5pPr marL="1828437" indent="0">
              <a:buNone/>
              <a:defRPr sz="1100"/>
            </a:lvl5pPr>
            <a:lvl6pPr marL="2285550" indent="0">
              <a:buNone/>
              <a:defRPr sz="1100"/>
            </a:lvl6pPr>
            <a:lvl7pPr marL="2742654" indent="0">
              <a:buNone/>
              <a:defRPr sz="1100"/>
            </a:lvl7pPr>
            <a:lvl8pPr marL="3199760" indent="0">
              <a:buNone/>
              <a:defRPr sz="1100"/>
            </a:lvl8pPr>
            <a:lvl9pPr marL="3656867"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3760B84-4153-49F2-966A-F83E5E0869BC}" type="datetimeFigureOut">
              <a:rPr lang="en-US" smtClean="0"/>
              <a:pPr>
                <a:defRPr/>
              </a:pPr>
              <a:t>2/24/2025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BD58B27-B66B-491D-9988-5B83228DC812}" type="slidenum">
              <a:rPr lang="en-US" smtClean="0"/>
              <a:pPr>
                <a:defRPr/>
              </a:pPr>
              <a:t>‹#›</a:t>
            </a:fld>
            <a:endParaRPr lang="en-US"/>
          </a:p>
        </p:txBody>
      </p:sp>
    </p:spTree>
    <p:extLst>
      <p:ext uri="{BB962C8B-B14F-4D97-AF65-F5344CB8AC3E}">
        <p14:creationId xmlns:p14="http://schemas.microsoft.com/office/powerpoint/2010/main" val="3847611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36"/>
            <a:ext cx="6172200" cy="4873625"/>
          </a:xfrm>
        </p:spPr>
        <p:txBody>
          <a:bodyPr anchor="t"/>
          <a:lstStyle>
            <a:lvl1pPr marL="0" indent="0">
              <a:buNone/>
              <a:defRPr sz="3200"/>
            </a:lvl1pPr>
            <a:lvl2pPr marL="457107" indent="0">
              <a:buNone/>
              <a:defRPr sz="2800"/>
            </a:lvl2pPr>
            <a:lvl3pPr marL="914218" indent="0">
              <a:buNone/>
              <a:defRPr sz="2400"/>
            </a:lvl3pPr>
            <a:lvl4pPr marL="1371328" indent="0">
              <a:buNone/>
              <a:defRPr sz="2000"/>
            </a:lvl4pPr>
            <a:lvl5pPr marL="1828437" indent="0">
              <a:buNone/>
              <a:defRPr sz="2000"/>
            </a:lvl5pPr>
            <a:lvl6pPr marL="2285550" indent="0">
              <a:buNone/>
              <a:defRPr sz="2000"/>
            </a:lvl6pPr>
            <a:lvl7pPr marL="2742654" indent="0">
              <a:buNone/>
              <a:defRPr sz="2000"/>
            </a:lvl7pPr>
            <a:lvl8pPr marL="3199760" indent="0">
              <a:buNone/>
              <a:defRPr sz="2000"/>
            </a:lvl8pPr>
            <a:lvl9pPr marL="3656867" indent="0">
              <a:buNone/>
              <a:defRPr sz="2000"/>
            </a:lvl9pPr>
          </a:lstStyle>
          <a:p>
            <a:r>
              <a:rPr lang="en-US"/>
              <a:t>Click icon to add picture</a:t>
            </a:r>
          </a:p>
        </p:txBody>
      </p:sp>
      <p:sp>
        <p:nvSpPr>
          <p:cNvPr id="4" name="Text Placeholder 3"/>
          <p:cNvSpPr>
            <a:spLocks noGrp="1"/>
          </p:cNvSpPr>
          <p:nvPr>
            <p:ph type="body" sz="half" idx="2"/>
          </p:nvPr>
        </p:nvSpPr>
        <p:spPr>
          <a:xfrm>
            <a:off x="839788" y="2057403"/>
            <a:ext cx="3932237" cy="3811588"/>
          </a:xfrm>
        </p:spPr>
        <p:txBody>
          <a:bodyPr/>
          <a:lstStyle>
            <a:lvl1pPr marL="0" indent="0">
              <a:buNone/>
              <a:defRPr sz="1600"/>
            </a:lvl1pPr>
            <a:lvl2pPr marL="457107" indent="0">
              <a:buNone/>
              <a:defRPr sz="1500"/>
            </a:lvl2pPr>
            <a:lvl3pPr marL="914218" indent="0">
              <a:buNone/>
              <a:defRPr sz="1200"/>
            </a:lvl3pPr>
            <a:lvl4pPr marL="1371328" indent="0">
              <a:buNone/>
              <a:defRPr sz="1100"/>
            </a:lvl4pPr>
            <a:lvl5pPr marL="1828437" indent="0">
              <a:buNone/>
              <a:defRPr sz="1100"/>
            </a:lvl5pPr>
            <a:lvl6pPr marL="2285550" indent="0">
              <a:buNone/>
              <a:defRPr sz="1100"/>
            </a:lvl6pPr>
            <a:lvl7pPr marL="2742654" indent="0">
              <a:buNone/>
              <a:defRPr sz="1100"/>
            </a:lvl7pPr>
            <a:lvl8pPr marL="3199760" indent="0">
              <a:buNone/>
              <a:defRPr sz="1100"/>
            </a:lvl8pPr>
            <a:lvl9pPr marL="3656867"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38A9947-8A43-48D1-82D1-AFACC6804700}" type="datetimeFigureOut">
              <a:rPr lang="en-US" smtClean="0"/>
              <a:pPr>
                <a:defRPr/>
              </a:pPr>
              <a:t>2/24/2025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D621C9D-DB15-44D7-B3E7-A1EB74236935}" type="slidenum">
              <a:rPr lang="en-US" smtClean="0"/>
              <a:pPr>
                <a:defRPr/>
              </a:pPr>
              <a:t>‹#›</a:t>
            </a:fld>
            <a:endParaRPr lang="en-US"/>
          </a:p>
        </p:txBody>
      </p:sp>
    </p:spTree>
    <p:extLst>
      <p:ext uri="{BB962C8B-B14F-4D97-AF65-F5344CB8AC3E}">
        <p14:creationId xmlns:p14="http://schemas.microsoft.com/office/powerpoint/2010/main" val="407248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5E101CF1-23CD-4E9D-B103-935D7CFE0D68}" type="datetimeFigureOut">
              <a:rPr lang="en-US" smtClean="0"/>
              <a:pPr>
                <a:defRPr/>
              </a:pPr>
              <a:t>2/24/2025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2DE3F3F-DDC5-4EAE-B6E2-712385430098}" type="slidenum">
              <a:rPr lang="en-US" smtClean="0"/>
              <a:pPr>
                <a:defRPr/>
              </a:pPr>
              <a:t>‹#›</a:t>
            </a:fld>
            <a:endParaRPr lang="en-US"/>
          </a:p>
        </p:txBody>
      </p:sp>
    </p:spTree>
    <p:extLst>
      <p:ext uri="{BB962C8B-B14F-4D97-AF65-F5344CB8AC3E}">
        <p14:creationId xmlns:p14="http://schemas.microsoft.com/office/powerpoint/2010/main" val="3788983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35"/>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3" y="365135"/>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F72F36CE-05D3-4A68-8001-5724A2AEC36F}" type="datetimeFigureOut">
              <a:rPr lang="en-US" smtClean="0"/>
              <a:pPr>
                <a:defRPr/>
              </a:pPr>
              <a:t>2/24/2025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52D0852-AE30-4AC4-AE00-4516818AFF1C}" type="slidenum">
              <a:rPr lang="en-US" smtClean="0"/>
              <a:pPr>
                <a:defRPr/>
              </a:pPr>
              <a:t>‹#›</a:t>
            </a:fld>
            <a:endParaRPr lang="en-US"/>
          </a:p>
        </p:txBody>
      </p:sp>
    </p:spTree>
    <p:extLst>
      <p:ext uri="{BB962C8B-B14F-4D97-AF65-F5344CB8AC3E}">
        <p14:creationId xmlns:p14="http://schemas.microsoft.com/office/powerpoint/2010/main" val="1041466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p:cSld name="1_Two Content">
    <p:spTree>
      <p:nvGrpSpPr>
        <p:cNvPr id="1" name="Shape 58"/>
        <p:cNvGrpSpPr/>
        <p:nvPr/>
      </p:nvGrpSpPr>
      <p:grpSpPr>
        <a:xfrm>
          <a:off x="0" y="0"/>
          <a:ext cx="0" cy="0"/>
          <a:chOff x="0" y="0"/>
          <a:chExt cx="0" cy="0"/>
        </a:xfrm>
      </p:grpSpPr>
      <p:sp>
        <p:nvSpPr>
          <p:cNvPr id="59" name="Google Shape;59;p92"/>
          <p:cNvSpPr txBox="1">
            <a:spLocks noGrp="1"/>
          </p:cNvSpPr>
          <p:nvPr>
            <p:ph type="ftr" idx="11"/>
          </p:nvPr>
        </p:nvSpPr>
        <p:spPr>
          <a:xfrm>
            <a:off x="144000" y="6322399"/>
            <a:ext cx="4114800" cy="36512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2"/>
          <p:cNvSpPr txBox="1">
            <a:spLocks noGrp="1"/>
          </p:cNvSpPr>
          <p:nvPr>
            <p:ph type="title"/>
          </p:nvPr>
        </p:nvSpPr>
        <p:spPr>
          <a:xfrm>
            <a:off x="432000" y="432000"/>
            <a:ext cx="11340000" cy="4320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2"/>
          <p:cNvSpPr txBox="1">
            <a:spLocks noGrp="1"/>
          </p:cNvSpPr>
          <p:nvPr>
            <p:ph type="body" idx="1"/>
          </p:nvPr>
        </p:nvSpPr>
        <p:spPr>
          <a:xfrm>
            <a:off x="6299886" y="1512000"/>
            <a:ext cx="5472114" cy="4664963"/>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rgbClr val="3F3F3F"/>
              </a:buClr>
              <a:buSzPts val="1800"/>
              <a:buChar char="•"/>
              <a:defRPr/>
            </a:lvl1pPr>
            <a:lvl2pPr marL="914400" lvl="1" indent="-342900" algn="l">
              <a:lnSpc>
                <a:spcPct val="90000"/>
              </a:lnSpc>
              <a:spcBef>
                <a:spcPts val="500"/>
              </a:spcBef>
              <a:spcAft>
                <a:spcPts val="0"/>
              </a:spcAft>
              <a:buClr>
                <a:srgbClr val="3F3F3F"/>
              </a:buClr>
              <a:buSzPts val="1800"/>
              <a:buChar char="•"/>
              <a:defRPr/>
            </a:lvl2pPr>
            <a:lvl3pPr marL="1371600" lvl="2" indent="-342900" algn="l">
              <a:lnSpc>
                <a:spcPct val="90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rgbClr val="3F3F3F"/>
              </a:buClr>
              <a:buSzPts val="1800"/>
              <a:buChar char="•"/>
              <a:defRPr/>
            </a:lvl4pPr>
            <a:lvl5pPr marL="2286000" lvl="4" indent="-342900" algn="l">
              <a:lnSpc>
                <a:spcPct val="90000"/>
              </a:lnSpc>
              <a:spcBef>
                <a:spcPts val="500"/>
              </a:spcBef>
              <a:spcAft>
                <a:spcPts val="0"/>
              </a:spcAft>
              <a:buClr>
                <a:srgbClr val="3F3F3F"/>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92"/>
          <p:cNvSpPr txBox="1">
            <a:spLocks noGrp="1"/>
          </p:cNvSpPr>
          <p:nvPr>
            <p:ph type="body" idx="2"/>
          </p:nvPr>
        </p:nvSpPr>
        <p:spPr>
          <a:xfrm>
            <a:off x="431886" y="1512000"/>
            <a:ext cx="5472114" cy="4664963"/>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rgbClr val="3F3F3F"/>
              </a:buClr>
              <a:buSzPts val="1800"/>
              <a:buChar char="•"/>
              <a:defRPr/>
            </a:lvl1pPr>
            <a:lvl2pPr marL="914400" lvl="1" indent="-342900" algn="l">
              <a:lnSpc>
                <a:spcPct val="90000"/>
              </a:lnSpc>
              <a:spcBef>
                <a:spcPts val="500"/>
              </a:spcBef>
              <a:spcAft>
                <a:spcPts val="0"/>
              </a:spcAft>
              <a:buClr>
                <a:srgbClr val="3F3F3F"/>
              </a:buClr>
              <a:buSzPts val="1800"/>
              <a:buChar char="•"/>
              <a:defRPr/>
            </a:lvl2pPr>
            <a:lvl3pPr marL="1371600" lvl="2" indent="-342900" algn="l">
              <a:lnSpc>
                <a:spcPct val="90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rgbClr val="3F3F3F"/>
              </a:buClr>
              <a:buSzPts val="1800"/>
              <a:buChar char="•"/>
              <a:defRPr/>
            </a:lvl4pPr>
            <a:lvl5pPr marL="2286000" lvl="4" indent="-342900" algn="l">
              <a:lnSpc>
                <a:spcPct val="90000"/>
              </a:lnSpc>
              <a:spcBef>
                <a:spcPts val="500"/>
              </a:spcBef>
              <a:spcAft>
                <a:spcPts val="0"/>
              </a:spcAft>
              <a:buClr>
                <a:srgbClr val="3F3F3F"/>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6171207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x" type="picTx">
  <p:cSld name="picTx">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2389729" y="4800613"/>
            <a:ext cx="7315199" cy="566737"/>
          </a:xfrm>
          <a:prstGeom prst="rect">
            <a:avLst/>
          </a:prstGeom>
          <a:noFill/>
          <a:ln>
            <a:noFill/>
          </a:ln>
        </p:spPr>
        <p:txBody>
          <a:bodyPr anchor="b"/>
          <a:lstStyle>
            <a:lvl1pPr algn="l" rtl="0">
              <a:defRPr sz="2000" b="1"/>
            </a:lvl1pPr>
            <a:lvl2pPr>
              <a:defRPr/>
            </a:lvl2pPr>
            <a:lvl3pPr>
              <a:defRPr/>
            </a:lvl3pPr>
            <a:lvl4pPr>
              <a:defRPr/>
            </a:lvl4pPr>
            <a:lvl5pPr>
              <a:defRPr/>
            </a:lvl5pPr>
            <a:lvl6pPr>
              <a:defRPr/>
            </a:lvl6pPr>
            <a:lvl7pPr>
              <a:defRPr/>
            </a:lvl7pPr>
            <a:lvl8pPr>
              <a:defRPr/>
            </a:lvl8pPr>
            <a:lvl9pPr>
              <a:defRPr/>
            </a:lvl9pPr>
          </a:lstStyle>
          <a:p>
            <a:endParaRPr/>
          </a:p>
        </p:txBody>
      </p:sp>
      <p:sp>
        <p:nvSpPr>
          <p:cNvPr id="22" name="Shape 22"/>
          <p:cNvSpPr>
            <a:spLocks noGrp="1"/>
          </p:cNvSpPr>
          <p:nvPr>
            <p:ph type="pic" idx="2"/>
          </p:nvPr>
        </p:nvSpPr>
        <p:spPr>
          <a:xfrm>
            <a:off x="2389729" y="612775"/>
            <a:ext cx="7315199" cy="4114800"/>
          </a:xfrm>
          <a:prstGeom prst="rect">
            <a:avLst/>
          </a:prstGeom>
          <a:noFill/>
          <a:ln>
            <a:noFill/>
          </a:ln>
        </p:spPr>
        <p:txBody>
          <a:bodyPr/>
          <a:lstStyle>
            <a:lvl1pPr marL="0" marR="0" indent="0" algn="l" rtl="0">
              <a:buClr>
                <a:schemeClr val="dk1"/>
              </a:buClr>
              <a:buFont typeface="Times New Roman"/>
              <a:buNone/>
              <a:defRPr sz="3200" b="0" i="0" u="none" strike="noStrike" cap="none" baseline="0">
                <a:solidFill>
                  <a:schemeClr val="dk1"/>
                </a:solidFill>
                <a:latin typeface="Times New Roman"/>
                <a:ea typeface="Times New Roman"/>
                <a:cs typeface="Times New Roman"/>
                <a:sym typeface="Times New Roman"/>
              </a:defRPr>
            </a:lvl1pPr>
            <a:lvl2pPr marL="456823" marR="0" indent="-12417" algn="l" rtl="0">
              <a:buClr>
                <a:schemeClr val="dk1"/>
              </a:buClr>
              <a:buFont typeface="Times New Roman"/>
              <a:buNone/>
              <a:defRPr sz="2800" b="0" i="0" u="none" strike="noStrike" cap="none" baseline="0">
                <a:solidFill>
                  <a:schemeClr val="dk1"/>
                </a:solidFill>
                <a:latin typeface="Times New Roman"/>
                <a:ea typeface="Times New Roman"/>
                <a:cs typeface="Times New Roman"/>
                <a:sym typeface="Times New Roman"/>
              </a:defRPr>
            </a:lvl2pPr>
            <a:lvl3pPr marL="913653" marR="0" indent="-12134" algn="l" rtl="0">
              <a:buClr>
                <a:schemeClr val="dk1"/>
              </a:buClr>
              <a:buFont typeface="Times New Roman"/>
              <a:buNone/>
              <a:defRPr sz="2400" b="0" i="0" u="none" strike="noStrike" cap="none" baseline="0">
                <a:solidFill>
                  <a:schemeClr val="dk1"/>
                </a:solidFill>
                <a:latin typeface="Times New Roman"/>
                <a:ea typeface="Times New Roman"/>
                <a:cs typeface="Times New Roman"/>
                <a:sym typeface="Times New Roman"/>
              </a:defRPr>
            </a:lvl3pPr>
            <a:lvl4pPr marL="1370478" marR="0" indent="-11849"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4pPr>
            <a:lvl5pPr marL="1827304" marR="0" indent="-11566"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5pPr>
            <a:lvl6pPr marL="2284134" marR="0" indent="-11284"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6pPr>
            <a:lvl7pPr marL="2740954" marR="0" indent="-10998"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7pPr>
            <a:lvl8pPr marL="3197776" marR="0" indent="-10716"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8pPr>
            <a:lvl9pPr marL="3654599" marR="0" indent="-10434" algn="l" rtl="0">
              <a:buClr>
                <a:schemeClr val="dk1"/>
              </a:buClr>
              <a:buFont typeface="Times New Roman"/>
              <a:buNone/>
              <a:defRPr sz="2000" b="0" i="0" u="none" strike="noStrike" cap="none" baseline="0">
                <a:solidFill>
                  <a:schemeClr val="dk1"/>
                </a:solidFill>
                <a:latin typeface="Times New Roman"/>
                <a:ea typeface="Times New Roman"/>
                <a:cs typeface="Times New Roman"/>
                <a:sym typeface="Times New Roman"/>
              </a:defRPr>
            </a:lvl9pPr>
          </a:lstStyle>
          <a:p>
            <a:pPr lvl="0"/>
            <a:endParaRPr noProof="0">
              <a:sym typeface="Times New Roman"/>
            </a:endParaRPr>
          </a:p>
        </p:txBody>
      </p:sp>
      <p:sp>
        <p:nvSpPr>
          <p:cNvPr id="23" name="Shape 23"/>
          <p:cNvSpPr txBox="1">
            <a:spLocks noGrp="1"/>
          </p:cNvSpPr>
          <p:nvPr>
            <p:ph type="body" idx="1"/>
          </p:nvPr>
        </p:nvSpPr>
        <p:spPr>
          <a:xfrm>
            <a:off x="2389729" y="5367340"/>
            <a:ext cx="7315199" cy="804861"/>
          </a:xfrm>
          <a:prstGeom prst="rect">
            <a:avLst/>
          </a:prstGeom>
          <a:noFill/>
          <a:ln>
            <a:noFill/>
          </a:ln>
        </p:spPr>
        <p:txBody>
          <a:bodyPr/>
          <a:lstStyle>
            <a:lvl1pPr marL="0" indent="0" rtl="0">
              <a:buFont typeface="Times New Roman"/>
              <a:buNone/>
              <a:defRPr sz="1500"/>
            </a:lvl1pPr>
            <a:lvl2pPr marL="456823" indent="-12417" rtl="0">
              <a:buFont typeface="Times New Roman"/>
              <a:buNone/>
              <a:defRPr sz="1200"/>
            </a:lvl2pPr>
            <a:lvl3pPr marL="913653" indent="-12134" rtl="0">
              <a:buFont typeface="Times New Roman"/>
              <a:buNone/>
              <a:defRPr sz="1100"/>
            </a:lvl3pPr>
            <a:lvl4pPr marL="1370478" indent="-11849" rtl="0">
              <a:buFont typeface="Times New Roman"/>
              <a:buNone/>
              <a:defRPr sz="900"/>
            </a:lvl4pPr>
            <a:lvl5pPr marL="1827304" indent="-11566" rtl="0">
              <a:buFont typeface="Times New Roman"/>
              <a:buNone/>
              <a:defRPr sz="900"/>
            </a:lvl5pPr>
            <a:lvl6pPr marL="2284134" indent="-11284" rtl="0">
              <a:buFont typeface="Times New Roman"/>
              <a:buNone/>
              <a:defRPr sz="900"/>
            </a:lvl6pPr>
            <a:lvl7pPr marL="2740954" indent="-10998" rtl="0">
              <a:buFont typeface="Times New Roman"/>
              <a:buNone/>
              <a:defRPr sz="900"/>
            </a:lvl7pPr>
            <a:lvl8pPr marL="3197776" indent="-10716" rtl="0">
              <a:buFont typeface="Times New Roman"/>
              <a:buNone/>
              <a:defRPr sz="900"/>
            </a:lvl8pPr>
            <a:lvl9pPr marL="3654599" indent="-10434" rtl="0">
              <a:buFont typeface="Times New Roman"/>
              <a:buNone/>
              <a:defRPr sz="900"/>
            </a:lvl9pPr>
          </a:lstStyle>
          <a:p>
            <a:endParaRPr/>
          </a:p>
        </p:txBody>
      </p:sp>
    </p:spTree>
    <p:extLst>
      <p:ext uri="{BB962C8B-B14F-4D97-AF65-F5344CB8AC3E}">
        <p14:creationId xmlns:p14="http://schemas.microsoft.com/office/powerpoint/2010/main" val="23477069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D8726-0D6B-660F-F49A-3D6B09F7A8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28191D-1C0A-911F-CA53-C87AA0CE58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A9737A-4B88-2BF9-D98C-922991BA0A52}"/>
              </a:ext>
            </a:extLst>
          </p:cNvPr>
          <p:cNvSpPr>
            <a:spLocks noGrp="1"/>
          </p:cNvSpPr>
          <p:nvPr>
            <p:ph type="dt" sz="half" idx="10"/>
          </p:nvPr>
        </p:nvSpPr>
        <p:spPr/>
        <p:txBody>
          <a:bodyPr/>
          <a:lstStyle/>
          <a:p>
            <a:fld id="{6F707AA1-AC87-D04C-9BD0-70271FB9D1BC}" type="datetimeFigureOut">
              <a:rPr lang="en-US" smtClean="0"/>
              <a:t>2/24/2025</a:t>
            </a:fld>
            <a:endParaRPr lang="en-US"/>
          </a:p>
        </p:txBody>
      </p:sp>
      <p:sp>
        <p:nvSpPr>
          <p:cNvPr id="5" name="Footer Placeholder 4">
            <a:extLst>
              <a:ext uri="{FF2B5EF4-FFF2-40B4-BE49-F238E27FC236}">
                <a16:creationId xmlns:a16="http://schemas.microsoft.com/office/drawing/2014/main" id="{8F7C9C4E-C58C-771E-30ED-1B43B8E0EC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FFFBA5-75C4-6AB3-4A68-F6DB6D33032F}"/>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3449430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97B6C-D2A6-AE1C-3505-2ACC562156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F1F302-8211-7775-3C46-606D57A117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8CDEA-40EC-3A1F-8705-DBF4407832BF}"/>
              </a:ext>
            </a:extLst>
          </p:cNvPr>
          <p:cNvSpPr>
            <a:spLocks noGrp="1"/>
          </p:cNvSpPr>
          <p:nvPr>
            <p:ph type="dt" sz="half" idx="10"/>
          </p:nvPr>
        </p:nvSpPr>
        <p:spPr/>
        <p:txBody>
          <a:bodyPr/>
          <a:lstStyle/>
          <a:p>
            <a:fld id="{6F707AA1-AC87-D04C-9BD0-70271FB9D1BC}" type="datetimeFigureOut">
              <a:rPr lang="en-US" smtClean="0"/>
              <a:t>2/24/2025</a:t>
            </a:fld>
            <a:endParaRPr lang="en-US"/>
          </a:p>
        </p:txBody>
      </p:sp>
      <p:sp>
        <p:nvSpPr>
          <p:cNvPr id="5" name="Footer Placeholder 4">
            <a:extLst>
              <a:ext uri="{FF2B5EF4-FFF2-40B4-BE49-F238E27FC236}">
                <a16:creationId xmlns:a16="http://schemas.microsoft.com/office/drawing/2014/main" id="{A10BC4AE-C1BA-28B3-2B81-DEDE45655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BA7950-909D-3F08-49D0-910F8077D87C}"/>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995646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51C78-9A30-EBA1-C4A8-9953E07BC4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D7DE56-BDEC-F081-5077-138B8D1406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611366-CFB9-DFA6-B120-E8D317F400DF}"/>
              </a:ext>
            </a:extLst>
          </p:cNvPr>
          <p:cNvSpPr>
            <a:spLocks noGrp="1"/>
          </p:cNvSpPr>
          <p:nvPr>
            <p:ph type="dt" sz="half" idx="10"/>
          </p:nvPr>
        </p:nvSpPr>
        <p:spPr/>
        <p:txBody>
          <a:bodyPr/>
          <a:lstStyle/>
          <a:p>
            <a:fld id="{6F707AA1-AC87-D04C-9BD0-70271FB9D1BC}" type="datetimeFigureOut">
              <a:rPr lang="en-US" smtClean="0"/>
              <a:t>2/24/2025</a:t>
            </a:fld>
            <a:endParaRPr lang="en-US"/>
          </a:p>
        </p:txBody>
      </p:sp>
      <p:sp>
        <p:nvSpPr>
          <p:cNvPr id="5" name="Footer Placeholder 4">
            <a:extLst>
              <a:ext uri="{FF2B5EF4-FFF2-40B4-BE49-F238E27FC236}">
                <a16:creationId xmlns:a16="http://schemas.microsoft.com/office/drawing/2014/main" id="{4A91D84E-F800-884A-1D31-D464AD865F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D9678-C7E5-D761-DD5B-ADAC522C8498}"/>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31519955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60A9F-84F8-4D01-79A8-FB63AEC21B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579F70-A778-A6D5-CA70-E6CE0BB5E6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1F0D8-C4E5-B08E-BD16-BEA3F4F081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B0356C-1710-7689-4602-5DACE8361237}"/>
              </a:ext>
            </a:extLst>
          </p:cNvPr>
          <p:cNvSpPr>
            <a:spLocks noGrp="1"/>
          </p:cNvSpPr>
          <p:nvPr>
            <p:ph type="dt" sz="half" idx="10"/>
          </p:nvPr>
        </p:nvSpPr>
        <p:spPr/>
        <p:txBody>
          <a:bodyPr/>
          <a:lstStyle/>
          <a:p>
            <a:fld id="{6F707AA1-AC87-D04C-9BD0-70271FB9D1BC}" type="datetimeFigureOut">
              <a:rPr lang="en-US" smtClean="0"/>
              <a:t>2/24/2025</a:t>
            </a:fld>
            <a:endParaRPr lang="en-US"/>
          </a:p>
        </p:txBody>
      </p:sp>
      <p:sp>
        <p:nvSpPr>
          <p:cNvPr id="6" name="Footer Placeholder 5">
            <a:extLst>
              <a:ext uri="{FF2B5EF4-FFF2-40B4-BE49-F238E27FC236}">
                <a16:creationId xmlns:a16="http://schemas.microsoft.com/office/drawing/2014/main" id="{761CC5AC-8061-D75E-18A6-13AB19F5A5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8EA940-3CB0-7520-E955-1E5D7EEDBD87}"/>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23810965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8E9F7-DAF0-2781-4096-851C9FF58F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F04C17-2E9B-642D-EB4D-CDD5BB32D0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C11A0E-085F-DD75-3944-5F870508A6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78F866-7446-6AA0-A470-30DB9DB262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5A7C29-8797-1F1F-7BF8-E3061F52C6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0D05C6-EBC2-C696-455A-FD46A7C77A3D}"/>
              </a:ext>
            </a:extLst>
          </p:cNvPr>
          <p:cNvSpPr>
            <a:spLocks noGrp="1"/>
          </p:cNvSpPr>
          <p:nvPr>
            <p:ph type="dt" sz="half" idx="10"/>
          </p:nvPr>
        </p:nvSpPr>
        <p:spPr/>
        <p:txBody>
          <a:bodyPr/>
          <a:lstStyle/>
          <a:p>
            <a:fld id="{6F707AA1-AC87-D04C-9BD0-70271FB9D1BC}" type="datetimeFigureOut">
              <a:rPr lang="en-US" smtClean="0"/>
              <a:t>2/24/2025</a:t>
            </a:fld>
            <a:endParaRPr lang="en-US"/>
          </a:p>
        </p:txBody>
      </p:sp>
      <p:sp>
        <p:nvSpPr>
          <p:cNvPr id="8" name="Footer Placeholder 7">
            <a:extLst>
              <a:ext uri="{FF2B5EF4-FFF2-40B4-BE49-F238E27FC236}">
                <a16:creationId xmlns:a16="http://schemas.microsoft.com/office/drawing/2014/main" id="{4A6A5B51-75E8-205B-8066-A0ACE148D0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202D57-AFED-ABF7-2F7B-B56CCBE87F69}"/>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16055558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AC7AF-D448-00A4-87A4-CA32719B21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2371C3-50C4-49BB-012B-215F1D4145C6}"/>
              </a:ext>
            </a:extLst>
          </p:cNvPr>
          <p:cNvSpPr>
            <a:spLocks noGrp="1"/>
          </p:cNvSpPr>
          <p:nvPr>
            <p:ph type="dt" sz="half" idx="10"/>
          </p:nvPr>
        </p:nvSpPr>
        <p:spPr/>
        <p:txBody>
          <a:bodyPr/>
          <a:lstStyle/>
          <a:p>
            <a:fld id="{6F707AA1-AC87-D04C-9BD0-70271FB9D1BC}" type="datetimeFigureOut">
              <a:rPr lang="en-US" smtClean="0"/>
              <a:t>2/24/2025</a:t>
            </a:fld>
            <a:endParaRPr lang="en-US"/>
          </a:p>
        </p:txBody>
      </p:sp>
      <p:sp>
        <p:nvSpPr>
          <p:cNvPr id="4" name="Footer Placeholder 3">
            <a:extLst>
              <a:ext uri="{FF2B5EF4-FFF2-40B4-BE49-F238E27FC236}">
                <a16:creationId xmlns:a16="http://schemas.microsoft.com/office/drawing/2014/main" id="{D34B4E6D-FA9C-C372-7544-87323FFD97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169C2F-C179-C7BC-4F77-881A54D2C0C1}"/>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4125700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C06FE9-BC30-6361-574C-172D94FBFD5E}"/>
              </a:ext>
            </a:extLst>
          </p:cNvPr>
          <p:cNvSpPr>
            <a:spLocks noGrp="1"/>
          </p:cNvSpPr>
          <p:nvPr>
            <p:ph type="dt" sz="half" idx="10"/>
          </p:nvPr>
        </p:nvSpPr>
        <p:spPr/>
        <p:txBody>
          <a:bodyPr/>
          <a:lstStyle/>
          <a:p>
            <a:fld id="{6F707AA1-AC87-D04C-9BD0-70271FB9D1BC}" type="datetimeFigureOut">
              <a:rPr lang="en-US" smtClean="0"/>
              <a:t>2/24/2025</a:t>
            </a:fld>
            <a:endParaRPr lang="en-US"/>
          </a:p>
        </p:txBody>
      </p:sp>
      <p:sp>
        <p:nvSpPr>
          <p:cNvPr id="3" name="Footer Placeholder 2">
            <a:extLst>
              <a:ext uri="{FF2B5EF4-FFF2-40B4-BE49-F238E27FC236}">
                <a16:creationId xmlns:a16="http://schemas.microsoft.com/office/drawing/2014/main" id="{6E63E826-9DBE-FE78-A24B-93ACAA946B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8A456E-ED87-E054-2873-F2EAE0A5924B}"/>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10057184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D00A-74AD-4322-F1BF-C714E3B26B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BC5182-9131-1010-41CD-A8C1FDF147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2512E3-D236-B791-C87A-60162CAB18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13842F-0A9F-870F-7C37-A125ED751B13}"/>
              </a:ext>
            </a:extLst>
          </p:cNvPr>
          <p:cNvSpPr>
            <a:spLocks noGrp="1"/>
          </p:cNvSpPr>
          <p:nvPr>
            <p:ph type="dt" sz="half" idx="10"/>
          </p:nvPr>
        </p:nvSpPr>
        <p:spPr/>
        <p:txBody>
          <a:bodyPr/>
          <a:lstStyle/>
          <a:p>
            <a:fld id="{6F707AA1-AC87-D04C-9BD0-70271FB9D1BC}" type="datetimeFigureOut">
              <a:rPr lang="en-US" smtClean="0"/>
              <a:t>2/24/2025</a:t>
            </a:fld>
            <a:endParaRPr lang="en-US"/>
          </a:p>
        </p:txBody>
      </p:sp>
      <p:sp>
        <p:nvSpPr>
          <p:cNvPr id="6" name="Footer Placeholder 5">
            <a:extLst>
              <a:ext uri="{FF2B5EF4-FFF2-40B4-BE49-F238E27FC236}">
                <a16:creationId xmlns:a16="http://schemas.microsoft.com/office/drawing/2014/main" id="{884670C3-0CB7-51E3-FC00-C71E5D6D35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1658DE-72B6-8F44-10D6-4608BEA62027}"/>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11444500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61E15-478C-A7E3-9503-ED0E53873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31897C-E803-D526-9F08-3CDC84503A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BB0E49-41BC-57E4-454C-17D4271570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72A49D-CED6-4392-D819-64C004B5CF13}"/>
              </a:ext>
            </a:extLst>
          </p:cNvPr>
          <p:cNvSpPr>
            <a:spLocks noGrp="1"/>
          </p:cNvSpPr>
          <p:nvPr>
            <p:ph type="dt" sz="half" idx="10"/>
          </p:nvPr>
        </p:nvSpPr>
        <p:spPr/>
        <p:txBody>
          <a:bodyPr/>
          <a:lstStyle/>
          <a:p>
            <a:fld id="{6F707AA1-AC87-D04C-9BD0-70271FB9D1BC}" type="datetimeFigureOut">
              <a:rPr lang="en-US" smtClean="0"/>
              <a:t>2/24/2025</a:t>
            </a:fld>
            <a:endParaRPr lang="en-US"/>
          </a:p>
        </p:txBody>
      </p:sp>
      <p:sp>
        <p:nvSpPr>
          <p:cNvPr id="6" name="Footer Placeholder 5">
            <a:extLst>
              <a:ext uri="{FF2B5EF4-FFF2-40B4-BE49-F238E27FC236}">
                <a16:creationId xmlns:a16="http://schemas.microsoft.com/office/drawing/2014/main" id="{DD87CA1B-7C01-A76D-E847-189014665A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380486-F375-A56B-533B-00BCCC6E1173}"/>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3895242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B6E3D-B788-D60A-0F35-1E6FBE941D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840986-45F9-AA7D-53B4-67EE4E9E9D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A3119-98A1-B45C-96DA-D8224FAA587A}"/>
              </a:ext>
            </a:extLst>
          </p:cNvPr>
          <p:cNvSpPr>
            <a:spLocks noGrp="1"/>
          </p:cNvSpPr>
          <p:nvPr>
            <p:ph type="dt" sz="half" idx="10"/>
          </p:nvPr>
        </p:nvSpPr>
        <p:spPr/>
        <p:txBody>
          <a:bodyPr/>
          <a:lstStyle/>
          <a:p>
            <a:fld id="{6F707AA1-AC87-D04C-9BD0-70271FB9D1BC}" type="datetimeFigureOut">
              <a:rPr lang="en-US" smtClean="0"/>
              <a:t>2/24/2025</a:t>
            </a:fld>
            <a:endParaRPr lang="en-US"/>
          </a:p>
        </p:txBody>
      </p:sp>
      <p:sp>
        <p:nvSpPr>
          <p:cNvPr id="5" name="Footer Placeholder 4">
            <a:extLst>
              <a:ext uri="{FF2B5EF4-FFF2-40B4-BE49-F238E27FC236}">
                <a16:creationId xmlns:a16="http://schemas.microsoft.com/office/drawing/2014/main" id="{F2BFC8A6-238C-6F81-A4D4-E722E8844E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FDB19-E188-9983-6E5F-6E0CB9BD9121}"/>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33052663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16AB0B-16AC-9856-02F4-2C3464DAA8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B90935-41AE-4F20-F278-9F47869726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76599C-3A60-291D-062B-59A0FADF9912}"/>
              </a:ext>
            </a:extLst>
          </p:cNvPr>
          <p:cNvSpPr>
            <a:spLocks noGrp="1"/>
          </p:cNvSpPr>
          <p:nvPr>
            <p:ph type="dt" sz="half" idx="10"/>
          </p:nvPr>
        </p:nvSpPr>
        <p:spPr/>
        <p:txBody>
          <a:bodyPr/>
          <a:lstStyle/>
          <a:p>
            <a:fld id="{6F707AA1-AC87-D04C-9BD0-70271FB9D1BC}" type="datetimeFigureOut">
              <a:rPr lang="en-US" smtClean="0"/>
              <a:t>2/24/2025</a:t>
            </a:fld>
            <a:endParaRPr lang="en-US"/>
          </a:p>
        </p:txBody>
      </p:sp>
      <p:sp>
        <p:nvSpPr>
          <p:cNvPr id="5" name="Footer Placeholder 4">
            <a:extLst>
              <a:ext uri="{FF2B5EF4-FFF2-40B4-BE49-F238E27FC236}">
                <a16:creationId xmlns:a16="http://schemas.microsoft.com/office/drawing/2014/main" id="{09411792-7F2C-08C2-4AE4-DC9C09068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84A3AA-85B3-18EC-4CBC-42588BC9CC10}"/>
              </a:ext>
            </a:extLst>
          </p:cNvPr>
          <p:cNvSpPr>
            <a:spLocks noGrp="1"/>
          </p:cNvSpPr>
          <p:nvPr>
            <p:ph type="sldNum" sz="quarter" idx="12"/>
          </p:nvPr>
        </p:nvSpPr>
        <p:spPr/>
        <p:txBody>
          <a:bodyPr/>
          <a:lstStyle/>
          <a:p>
            <a:fld id="{7D2D82D5-F561-AB4F-A39A-189A5FB93185}" type="slidenum">
              <a:rPr lang="en-US" smtClean="0"/>
              <a:t>‹#›</a:t>
            </a:fld>
            <a:endParaRPr lang="en-US"/>
          </a:p>
        </p:txBody>
      </p:sp>
    </p:spTree>
    <p:extLst>
      <p:ext uri="{BB962C8B-B14F-4D97-AF65-F5344CB8AC3E}">
        <p14:creationId xmlns:p14="http://schemas.microsoft.com/office/powerpoint/2010/main" val="1623841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58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24" tIns="45718" rIns="91424" bIns="45718"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24" tIns="45718" rIns="91424" bIns="457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24" tIns="45718" rIns="91424" bIns="45718" rtlCol="0" anchor="ctr"/>
          <a:lstStyle>
            <a:lvl1pPr algn="l">
              <a:defRPr sz="1200">
                <a:solidFill>
                  <a:schemeClr val="tx1">
                    <a:tint val="75000"/>
                  </a:schemeClr>
                </a:solidFill>
              </a:defRPr>
            </a:lvl1pPr>
          </a:lstStyle>
          <a:p>
            <a:pPr>
              <a:defRPr/>
            </a:pPr>
            <a:fld id="{259D0559-8552-4B20-9F36-44C1365FBC9D}" type="datetimeFigureOut">
              <a:rPr lang="en-US" smtClean="0"/>
              <a:pPr>
                <a:defRPr/>
              </a:pPr>
              <a:t>2/24/2025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24" tIns="45718" rIns="91424" bIns="45718"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24" tIns="45718" rIns="91424" bIns="45718" rtlCol="0" anchor="ctr"/>
          <a:lstStyle>
            <a:lvl1pPr algn="r">
              <a:defRPr sz="1200">
                <a:solidFill>
                  <a:schemeClr val="tx1">
                    <a:tint val="75000"/>
                  </a:schemeClr>
                </a:solidFill>
              </a:defRPr>
            </a:lvl1pPr>
          </a:lstStyle>
          <a:p>
            <a:pPr>
              <a:defRPr/>
            </a:pPr>
            <a:fld id="{CF221833-3B52-43E3-9A23-6FEE15BBE6C4}" type="slidenum">
              <a:rPr lang="en-US" smtClean="0"/>
              <a:pPr>
                <a:defRPr/>
              </a:pPr>
              <a:t>‹#›</a:t>
            </a:fld>
            <a:endParaRPr lang="en-US"/>
          </a:p>
        </p:txBody>
      </p:sp>
    </p:spTree>
    <p:extLst>
      <p:ext uri="{BB962C8B-B14F-4D97-AF65-F5344CB8AC3E}">
        <p14:creationId xmlns:p14="http://schemas.microsoft.com/office/powerpoint/2010/main" val="17577251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96" r:id="rId12"/>
    <p:sldLayoutId id="2147483697" r:id="rId13"/>
  </p:sldLayoutIdLst>
  <p:txStyles>
    <p:titleStyle>
      <a:lvl1pPr algn="l" defTabSz="91421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57" indent="-228557" algn="l" defTabSz="91421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670" indent="-228557" algn="l" defTabSz="91421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74" indent="-228557" algn="l" defTabSz="91421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80"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6987"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098"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208"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8317"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430" indent="-228557" algn="l" defTabSz="914218"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14218" rtl="0" eaLnBrk="1" latinLnBrk="0" hangingPunct="1">
        <a:defRPr sz="1900" kern="1200">
          <a:solidFill>
            <a:schemeClr val="tx1"/>
          </a:solidFill>
          <a:latin typeface="+mn-lt"/>
          <a:ea typeface="+mn-ea"/>
          <a:cs typeface="+mn-cs"/>
        </a:defRPr>
      </a:lvl1pPr>
      <a:lvl2pPr marL="457107" algn="l" defTabSz="914218" rtl="0" eaLnBrk="1" latinLnBrk="0" hangingPunct="1">
        <a:defRPr sz="1900" kern="1200">
          <a:solidFill>
            <a:schemeClr val="tx1"/>
          </a:solidFill>
          <a:latin typeface="+mn-lt"/>
          <a:ea typeface="+mn-ea"/>
          <a:cs typeface="+mn-cs"/>
        </a:defRPr>
      </a:lvl2pPr>
      <a:lvl3pPr marL="914218" algn="l" defTabSz="914218" rtl="0" eaLnBrk="1" latinLnBrk="0" hangingPunct="1">
        <a:defRPr sz="1900" kern="1200">
          <a:solidFill>
            <a:schemeClr val="tx1"/>
          </a:solidFill>
          <a:latin typeface="+mn-lt"/>
          <a:ea typeface="+mn-ea"/>
          <a:cs typeface="+mn-cs"/>
        </a:defRPr>
      </a:lvl3pPr>
      <a:lvl4pPr marL="1371328" algn="l" defTabSz="914218" rtl="0" eaLnBrk="1" latinLnBrk="0" hangingPunct="1">
        <a:defRPr sz="1900" kern="1200">
          <a:solidFill>
            <a:schemeClr val="tx1"/>
          </a:solidFill>
          <a:latin typeface="+mn-lt"/>
          <a:ea typeface="+mn-ea"/>
          <a:cs typeface="+mn-cs"/>
        </a:defRPr>
      </a:lvl4pPr>
      <a:lvl5pPr marL="1828437" algn="l" defTabSz="914218" rtl="0" eaLnBrk="1" latinLnBrk="0" hangingPunct="1">
        <a:defRPr sz="1900" kern="1200">
          <a:solidFill>
            <a:schemeClr val="tx1"/>
          </a:solidFill>
          <a:latin typeface="+mn-lt"/>
          <a:ea typeface="+mn-ea"/>
          <a:cs typeface="+mn-cs"/>
        </a:defRPr>
      </a:lvl5pPr>
      <a:lvl6pPr marL="2285550" algn="l" defTabSz="914218" rtl="0" eaLnBrk="1" latinLnBrk="0" hangingPunct="1">
        <a:defRPr sz="1900" kern="1200">
          <a:solidFill>
            <a:schemeClr val="tx1"/>
          </a:solidFill>
          <a:latin typeface="+mn-lt"/>
          <a:ea typeface="+mn-ea"/>
          <a:cs typeface="+mn-cs"/>
        </a:defRPr>
      </a:lvl6pPr>
      <a:lvl7pPr marL="2742654" algn="l" defTabSz="914218" rtl="0" eaLnBrk="1" latinLnBrk="0" hangingPunct="1">
        <a:defRPr sz="1900" kern="1200">
          <a:solidFill>
            <a:schemeClr val="tx1"/>
          </a:solidFill>
          <a:latin typeface="+mn-lt"/>
          <a:ea typeface="+mn-ea"/>
          <a:cs typeface="+mn-cs"/>
        </a:defRPr>
      </a:lvl7pPr>
      <a:lvl8pPr marL="3199760" algn="l" defTabSz="914218" rtl="0" eaLnBrk="1" latinLnBrk="0" hangingPunct="1">
        <a:defRPr sz="1900" kern="1200">
          <a:solidFill>
            <a:schemeClr val="tx1"/>
          </a:solidFill>
          <a:latin typeface="+mn-lt"/>
          <a:ea typeface="+mn-ea"/>
          <a:cs typeface="+mn-cs"/>
        </a:defRPr>
      </a:lvl8pPr>
      <a:lvl9pPr marL="3656867" algn="l" defTabSz="914218"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B12985-E292-163D-6BB6-F6E65C3768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97124F-13E7-4ACF-0DB9-A7CF11BCD8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D1781D-18BD-8FC8-A9B6-692A79A4BD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707AA1-AC87-D04C-9BD0-70271FB9D1BC}" type="datetimeFigureOut">
              <a:rPr lang="en-US" smtClean="0"/>
              <a:t>2/24/2025</a:t>
            </a:fld>
            <a:endParaRPr lang="en-US"/>
          </a:p>
        </p:txBody>
      </p:sp>
      <p:sp>
        <p:nvSpPr>
          <p:cNvPr id="5" name="Footer Placeholder 4">
            <a:extLst>
              <a:ext uri="{FF2B5EF4-FFF2-40B4-BE49-F238E27FC236}">
                <a16:creationId xmlns:a16="http://schemas.microsoft.com/office/drawing/2014/main" id="{1330C2DA-C3BF-C510-D1A0-F822C0E4AC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36D1C9-6072-EFBA-C47E-D0FF8B37E2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2D82D5-F561-AB4F-A39A-189A5FB93185}" type="slidenum">
              <a:rPr lang="en-US" smtClean="0"/>
              <a:t>‹#›</a:t>
            </a:fld>
            <a:endParaRPr lang="en-US"/>
          </a:p>
        </p:txBody>
      </p:sp>
    </p:spTree>
    <p:extLst>
      <p:ext uri="{BB962C8B-B14F-4D97-AF65-F5344CB8AC3E}">
        <p14:creationId xmlns:p14="http://schemas.microsoft.com/office/powerpoint/2010/main" val="397696667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slide" Target="slide6.xml"/><Relationship Id="rId7" Type="http://schemas.openxmlformats.org/officeDocument/2006/relationships/slide" Target="slide10.xml"/><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slide" Target="slide7.xml"/></Relationships>
</file>

<file path=ppt/slides/_rels/slide6.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0.xm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0.xml"/><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slide" Target="slide38.xml"/><Relationship Id="rId3" Type="http://schemas.openxmlformats.org/officeDocument/2006/relationships/slide" Target="slide33.xml"/><Relationship Id="rId7" Type="http://schemas.openxmlformats.org/officeDocument/2006/relationships/slide" Target="slide37.xml"/><Relationship Id="rId12" Type="http://schemas.openxmlformats.org/officeDocument/2006/relationships/slide" Target="slide39.xml"/><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slide" Target="slide36.xml"/><Relationship Id="rId11" Type="http://schemas.openxmlformats.org/officeDocument/2006/relationships/slide" Target="slide42.xml"/><Relationship Id="rId5" Type="http://schemas.openxmlformats.org/officeDocument/2006/relationships/slide" Target="slide35.xml"/><Relationship Id="rId10" Type="http://schemas.openxmlformats.org/officeDocument/2006/relationships/slide" Target="slide41.xml"/><Relationship Id="rId4" Type="http://schemas.openxmlformats.org/officeDocument/2006/relationships/slide" Target="slide34.xml"/><Relationship Id="rId9" Type="http://schemas.openxmlformats.org/officeDocument/2006/relationships/slide" Target="slide40.xml"/></Relationships>
</file>

<file path=ppt/slides/_rels/slide33.xml.rels><?xml version="1.0" encoding="UTF-8" standalone="yes"?>
<Relationships xmlns="http://schemas.openxmlformats.org/package/2006/relationships"><Relationship Id="rId2" Type="http://schemas.openxmlformats.org/officeDocument/2006/relationships/slide" Target="slide4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slide" Target="slide4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slide" Target="slide4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 Target="slide43.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slide" Target="slide96.xml"/><Relationship Id="rId7" Type="http://schemas.openxmlformats.org/officeDocument/2006/relationships/slide" Target="slide100.xml"/><Relationship Id="rId2" Type="http://schemas.openxmlformats.org/officeDocument/2006/relationships/notesSlide" Target="../notesSlides/notesSlide38.xml"/><Relationship Id="rId1" Type="http://schemas.openxmlformats.org/officeDocument/2006/relationships/slideLayout" Target="../slideLayouts/slideLayout15.xml"/><Relationship Id="rId6" Type="http://schemas.openxmlformats.org/officeDocument/2006/relationships/slide" Target="slide99.xml"/><Relationship Id="rId5" Type="http://schemas.openxmlformats.org/officeDocument/2006/relationships/slide" Target="slide98.xml"/><Relationship Id="rId4" Type="http://schemas.openxmlformats.org/officeDocument/2006/relationships/slide" Target="slide97.xml"/></Relationships>
</file>

<file path=ppt/slides/_rels/slide96.xml.rels><?xml version="1.0" encoding="UTF-8" standalone="yes"?>
<Relationships xmlns="http://schemas.openxmlformats.org/package/2006/relationships"><Relationship Id="rId2" Type="http://schemas.openxmlformats.org/officeDocument/2006/relationships/slide" Target="slide100.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slide" Target="slide100.xml"/><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slide" Target="slide100.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slide" Target="slide100.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slide" Target="slide105.xml"/><Relationship Id="rId7" Type="http://schemas.openxmlformats.org/officeDocument/2006/relationships/slide" Target="slide109.xml"/><Relationship Id="rId2" Type="http://schemas.openxmlformats.org/officeDocument/2006/relationships/notesSlide" Target="../notesSlides/notesSlide41.xml"/><Relationship Id="rId1" Type="http://schemas.openxmlformats.org/officeDocument/2006/relationships/slideLayout" Target="../slideLayouts/slideLayout14.xml"/><Relationship Id="rId6" Type="http://schemas.openxmlformats.org/officeDocument/2006/relationships/slide" Target="slide108.xml"/><Relationship Id="rId5" Type="http://schemas.openxmlformats.org/officeDocument/2006/relationships/slide" Target="slide107.xml"/><Relationship Id="rId4" Type="http://schemas.openxmlformats.org/officeDocument/2006/relationships/slide" Target="slide10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8" Type="http://schemas.openxmlformats.org/officeDocument/2006/relationships/slide" Target="slide150.xml"/><Relationship Id="rId3" Type="http://schemas.openxmlformats.org/officeDocument/2006/relationships/slide" Target="slide145.xml"/><Relationship Id="rId7" Type="http://schemas.openxmlformats.org/officeDocument/2006/relationships/slide" Target="slide149.xml"/><Relationship Id="rId2" Type="http://schemas.openxmlformats.org/officeDocument/2006/relationships/notesSlide" Target="../notesSlides/notesSlide61.xml"/><Relationship Id="rId1" Type="http://schemas.openxmlformats.org/officeDocument/2006/relationships/slideLayout" Target="../slideLayouts/slideLayout14.xml"/><Relationship Id="rId6" Type="http://schemas.openxmlformats.org/officeDocument/2006/relationships/slide" Target="slide148.xml"/><Relationship Id="rId5" Type="http://schemas.openxmlformats.org/officeDocument/2006/relationships/slide" Target="slide147.xml"/><Relationship Id="rId10" Type="http://schemas.openxmlformats.org/officeDocument/2006/relationships/slide" Target="slide152.xml"/><Relationship Id="rId4" Type="http://schemas.openxmlformats.org/officeDocument/2006/relationships/slide" Target="slide146.xml"/><Relationship Id="rId9" Type="http://schemas.openxmlformats.org/officeDocument/2006/relationships/slide" Target="slide151.xml"/></Relationships>
</file>

<file path=ppt/slides/_rels/slide145.xml.rels><?xml version="1.0" encoding="UTF-8" standalone="yes"?>
<Relationships xmlns="http://schemas.openxmlformats.org/package/2006/relationships"><Relationship Id="rId3" Type="http://schemas.openxmlformats.org/officeDocument/2006/relationships/slide" Target="slide153.xml"/><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3" Type="http://schemas.openxmlformats.org/officeDocument/2006/relationships/slide" Target="slide153.xml"/><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slide" Target="slide153.xml"/><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slide" Target="slide153.xml"/><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slide" Target="slide153.xml"/><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3" Type="http://schemas.openxmlformats.org/officeDocument/2006/relationships/slide" Target="slide153.xml"/><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3" Type="http://schemas.openxmlformats.org/officeDocument/2006/relationships/slide" Target="slide153.xml"/><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slide" Target="slide153.xml"/><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4.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8" name="Picture 24" descr="See the source image">
            <a:extLst>
              <a:ext uri="{FF2B5EF4-FFF2-40B4-BE49-F238E27FC236}">
                <a16:creationId xmlns:a16="http://schemas.microsoft.com/office/drawing/2014/main" id="{F29C84D1-BA95-41DE-89AE-AEC3B440FD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1" name="Shape 51">
            <a:extLst>
              <a:ext uri="{FF2B5EF4-FFF2-40B4-BE49-F238E27FC236}">
                <a16:creationId xmlns:a16="http://schemas.microsoft.com/office/drawing/2014/main" id="{78AC65FD-DACB-44EA-ACFA-DCEAAD173526}"/>
              </a:ext>
            </a:extLst>
          </p:cNvPr>
          <p:cNvSpPr txBox="1">
            <a:spLocks noGrp="1"/>
          </p:cNvSpPr>
          <p:nvPr>
            <p:ph type="title" idx="4294967295"/>
          </p:nvPr>
        </p:nvSpPr>
        <p:spPr>
          <a:xfrm>
            <a:off x="3124200" y="2673350"/>
            <a:ext cx="9067800" cy="1511300"/>
          </a:xfrm>
        </p:spPr>
        <p:txBody>
          <a:bodyPr vert="horz" wrap="square" lIns="91358" tIns="45674" rIns="91358" bIns="45674" numCol="1" anchor="ctr" anchorCtr="0" compatLnSpc="1">
            <a:prstTxWarp prst="textNoShape">
              <a:avLst/>
            </a:prstTxWarp>
            <a:noAutofit/>
          </a:bodyPr>
          <a:lstStyle/>
          <a:p>
            <a:pPr algn="ctr">
              <a:spcBef>
                <a:spcPts val="0"/>
              </a:spcBef>
              <a:buClr>
                <a:schemeClr val="dk2"/>
              </a:buClr>
              <a:buSzPct val="25000"/>
              <a:defRPr/>
            </a:pPr>
            <a:r>
              <a:rPr lang="en-US" dirty="0">
                <a:solidFill>
                  <a:srgbClr val="FFC000"/>
                </a:solidFill>
                <a:effectLst>
                  <a:outerShdw blurRad="38100" dist="38100" dir="2700000" algn="tl">
                    <a:srgbClr val="000000">
                      <a:alpha val="43137"/>
                    </a:srgbClr>
                  </a:outerShdw>
                </a:effectLst>
                <a:latin typeface="Britannic Bold" panose="020B0903060703020204" pitchFamily="34" charset="0"/>
                <a:cs typeface="Calibri" panose="020F0502020204030204" pitchFamily="34" charset="0"/>
                <a:sym typeface="Arial"/>
              </a:rPr>
              <a:t>Mar Thoma Church Atlanta</a:t>
            </a:r>
            <a:br>
              <a:rPr lang="en-US" sz="6000" dirty="0">
                <a:solidFill>
                  <a:srgbClr val="002060"/>
                </a:solidFill>
                <a:effectLst>
                  <a:outerShdw blurRad="38100" dist="38100" dir="2700000" algn="tl">
                    <a:srgbClr val="000000">
                      <a:alpha val="43137"/>
                    </a:srgbClr>
                  </a:outerShdw>
                </a:effectLst>
                <a:latin typeface="Berlin Sans FB Demi" panose="020E0802020502020306" pitchFamily="34" charset="0"/>
                <a:sym typeface="Arial"/>
              </a:rPr>
            </a:br>
            <a:r>
              <a:rPr lang="en-US" sz="5500" spc="300" dirty="0">
                <a:solidFill>
                  <a:srgbClr val="FFFFFF"/>
                </a:solidFill>
                <a:effectLst>
                  <a:glow rad="63500">
                    <a:schemeClr val="accent5">
                      <a:satMod val="175000"/>
                      <a:alpha val="40000"/>
                    </a:schemeClr>
                  </a:glow>
                  <a:outerShdw blurRad="38100" dist="38100" dir="2700000" algn="tl">
                    <a:srgbClr val="000000">
                      <a:alpha val="43137"/>
                    </a:srgbClr>
                  </a:outerShdw>
                </a:effectLst>
                <a:latin typeface="Britannic Bold" panose="020B0903060703020204" pitchFamily="34" charset="0"/>
                <a:sym typeface="Arial"/>
              </a:rPr>
              <a:t>Holy Communion Service</a:t>
            </a:r>
            <a:endParaRPr lang="en-US" sz="6700" spc="300" dirty="0">
              <a:solidFill>
                <a:srgbClr val="FFFFFF"/>
              </a:solidFill>
              <a:effectLst>
                <a:glow rad="63500">
                  <a:schemeClr val="accent5">
                    <a:satMod val="175000"/>
                    <a:alpha val="40000"/>
                  </a:schemeClr>
                </a:glow>
                <a:outerShdw blurRad="38100" dist="38100" dir="2700000" algn="tl">
                  <a:srgbClr val="000000">
                    <a:alpha val="43137"/>
                  </a:srgbClr>
                </a:outerShdw>
              </a:effectLst>
              <a:latin typeface="Britannic Bold" panose="020B0903060703020204" pitchFamily="34" charset="0"/>
              <a:sym typeface="Arial"/>
            </a:endParaRPr>
          </a:p>
        </p:txBody>
      </p:sp>
      <p:sp>
        <p:nvSpPr>
          <p:cNvPr id="80901" name="TextBox 11">
            <a:extLst>
              <a:ext uri="{FF2B5EF4-FFF2-40B4-BE49-F238E27FC236}">
                <a16:creationId xmlns:a16="http://schemas.microsoft.com/office/drawing/2014/main" id="{5BE54BFB-1011-442F-8C59-D505DB96905C}"/>
              </a:ext>
            </a:extLst>
          </p:cNvPr>
          <p:cNvSpPr txBox="1">
            <a:spLocks noChangeArrowheads="1"/>
          </p:cNvSpPr>
          <p:nvPr/>
        </p:nvSpPr>
        <p:spPr bwMode="auto">
          <a:xfrm>
            <a:off x="693821" y="5159017"/>
            <a:ext cx="502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8" rIns="91424" bIns="45718">
            <a:prstTxWarp prst="textArchDown">
              <a:avLst/>
            </a:prstTxWarp>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just" defTabSz="914218"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altLang="en-US" sz="3600" b="1" u="none" strike="noStrike" kern="1200" cap="none" spc="0" normalizeH="0" baseline="0" noProof="0" dirty="0">
              <a:ln>
                <a:noFill/>
              </a:ln>
              <a:solidFill>
                <a:srgbClr val="FFFFCC"/>
              </a:solidFill>
              <a:effectLst>
                <a:outerShdw blurRad="38100" dist="38100" dir="2700000" algn="tl">
                  <a:srgbClr val="000000">
                    <a:alpha val="43137"/>
                  </a:srgbClr>
                </a:outerShdw>
              </a:effectLst>
              <a:uLnTx/>
              <a:uFillTx/>
              <a:latin typeface="Monotype Corsiva" panose="03010101010201010101" pitchFamily="66" charset="0"/>
              <a:ea typeface="+mn-ea"/>
              <a:cs typeface="Arial" panose="020B0604020202020204" pitchFamily="34" charset="0"/>
              <a:sym typeface="Arial" panose="020B0604020202020204" pitchFamily="34" charset="0"/>
            </a:endParaRPr>
          </a:p>
        </p:txBody>
      </p:sp>
      <p:sp>
        <p:nvSpPr>
          <p:cNvPr id="2" name="TextBox 1">
            <a:extLst>
              <a:ext uri="{FF2B5EF4-FFF2-40B4-BE49-F238E27FC236}">
                <a16:creationId xmlns:a16="http://schemas.microsoft.com/office/drawing/2014/main" id="{03C896EB-E9DE-C55E-30E6-E3114DB7139B}"/>
              </a:ext>
            </a:extLst>
          </p:cNvPr>
          <p:cNvSpPr txBox="1"/>
          <p:nvPr/>
        </p:nvSpPr>
        <p:spPr>
          <a:xfrm>
            <a:off x="0" y="5473005"/>
            <a:ext cx="12468224" cy="892552"/>
          </a:xfrm>
          <a:prstGeom prst="rect">
            <a:avLst/>
          </a:prstGeom>
          <a:noFill/>
        </p:spPr>
        <p:txBody>
          <a:bodyPr wrap="square" rtlCol="0">
            <a:spAutoFit/>
          </a:bodyPr>
          <a:lstStyle/>
          <a:p>
            <a:r>
              <a:rPr lang="en-US" sz="1800" dirty="0">
                <a:solidFill>
                  <a:srgbClr val="FFFFCC"/>
                </a:solidFill>
              </a:rPr>
              <a:t>[Lectionary in Malayalam]</a:t>
            </a:r>
          </a:p>
          <a:p>
            <a:endParaRPr lang="en-US" sz="1800" b="0" i="0" dirty="0">
              <a:solidFill>
                <a:srgbClr val="FFFFCC"/>
              </a:solidFill>
              <a:effectLst/>
              <a:latin typeface="Montserrat" panose="00000500000000000000" pitchFamily="2" charset="0"/>
            </a:endParaRPr>
          </a:p>
          <a:p>
            <a:r>
              <a:rPr lang="en-US" sz="1600" b="0" i="0" dirty="0">
                <a:solidFill>
                  <a:schemeClr val="bg1"/>
                </a:solidFill>
                <a:effectLst/>
                <a:latin typeface="Montserrat" panose="00000500000000000000" pitchFamily="2" charset="0"/>
              </a:rPr>
              <a:t>[Lectionary in English]</a:t>
            </a:r>
            <a:endParaRPr lang="en-US" sz="2000" dirty="0">
              <a:solidFill>
                <a:schemeClr val="bg1"/>
              </a:solidFill>
            </a:endParaRPr>
          </a:p>
        </p:txBody>
      </p:sp>
      <p:sp>
        <p:nvSpPr>
          <p:cNvPr id="3" name="TextBox 2">
            <a:extLst>
              <a:ext uri="{FF2B5EF4-FFF2-40B4-BE49-F238E27FC236}">
                <a16:creationId xmlns:a16="http://schemas.microsoft.com/office/drawing/2014/main" id="{2032051A-8ACB-5FD8-4527-A705057BDDB7}"/>
              </a:ext>
            </a:extLst>
          </p:cNvPr>
          <p:cNvSpPr txBox="1"/>
          <p:nvPr/>
        </p:nvSpPr>
        <p:spPr>
          <a:xfrm>
            <a:off x="7358430" y="4198142"/>
            <a:ext cx="4595446" cy="584775"/>
          </a:xfrm>
          <a:prstGeom prst="rect">
            <a:avLst/>
          </a:prstGeom>
          <a:noFill/>
        </p:spPr>
        <p:txBody>
          <a:bodyPr wrap="square" rtlCol="0">
            <a:spAutoFit/>
          </a:bodyPr>
          <a:lstStyle/>
          <a:p>
            <a:r>
              <a:rPr kumimoji="0" lang="en-US" altLang="en-US" sz="3200" b="1" u="none" strike="noStrike" kern="1200" cap="none" spc="0" normalizeH="0" baseline="0" noProof="0" dirty="0">
                <a:ln>
                  <a:noFill/>
                </a:ln>
                <a:solidFill>
                  <a:srgbClr val="FFFFCC"/>
                </a:solidFill>
                <a:effectLst>
                  <a:outerShdw blurRad="38100" dist="38100" dir="2700000" algn="tl">
                    <a:srgbClr val="000000">
                      <a:alpha val="43137"/>
                    </a:srgbClr>
                  </a:outerShdw>
                </a:effectLst>
                <a:uLnTx/>
                <a:uFillTx/>
                <a:latin typeface="Monotype Corsiva" panose="03010101010201010101" pitchFamily="66" charset="0"/>
                <a:ea typeface="+mn-ea"/>
                <a:cs typeface="Arial" panose="020B0604020202020204" pitchFamily="34" charset="0"/>
                <a:sym typeface="Century Gothic" panose="020B0502020202020204" pitchFamily="34" charset="0"/>
              </a:rPr>
              <a:t>[Insert Date Here]</a:t>
            </a:r>
            <a:endParaRPr kumimoji="0" lang="en-US" altLang="en-US" sz="3200" b="1" u="none" strike="noStrike" kern="1200" cap="none" spc="0" normalizeH="0" baseline="0" noProof="0" dirty="0">
              <a:ln>
                <a:noFill/>
              </a:ln>
              <a:solidFill>
                <a:srgbClr val="FFFFCC"/>
              </a:solidFill>
              <a:effectLst>
                <a:outerShdw blurRad="38100" dist="38100" dir="2700000" algn="tl">
                  <a:srgbClr val="000000">
                    <a:alpha val="43137"/>
                  </a:srgbClr>
                </a:outerShdw>
              </a:effectLst>
              <a:uLnTx/>
              <a:uFillTx/>
              <a:latin typeface="Monotype Corsiva" panose="03010101010201010101" pitchFamily="66" charset="0"/>
              <a:ea typeface="+mn-ea"/>
              <a:cs typeface="Arial" panose="020B0604020202020204" pitchFamily="34" charset="0"/>
              <a:sym typeface="Arial" panose="020B0604020202020204" pitchFamily="34" charset="0"/>
            </a:endParaRPr>
          </a:p>
        </p:txBody>
      </p:sp>
      <p:pic>
        <p:nvPicPr>
          <p:cNvPr id="7" name="Picture 6">
            <a:extLst>
              <a:ext uri="{FF2B5EF4-FFF2-40B4-BE49-F238E27FC236}">
                <a16:creationId xmlns:a16="http://schemas.microsoft.com/office/drawing/2014/main" id="{8467021F-DF26-A36E-02D1-5427655C54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40214" y="2967"/>
            <a:ext cx="2635875" cy="2635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7BE0124-727D-1014-7A14-A5A3A3EAD7E2}"/>
              </a:ext>
            </a:extLst>
          </p:cNvPr>
          <p:cNvSpPr txBox="1"/>
          <p:nvPr/>
        </p:nvSpPr>
        <p:spPr>
          <a:xfrm>
            <a:off x="-12237" y="897743"/>
            <a:ext cx="6126723" cy="3323987"/>
          </a:xfrm>
          <a:prstGeom prst="rect">
            <a:avLst/>
          </a:prstGeom>
          <a:noFill/>
        </p:spPr>
        <p:txBody>
          <a:bodyPr wrap="square">
            <a:spAutoFit/>
          </a:bodyPr>
          <a:lstStyle/>
          <a:p>
            <a:pPr algn="ctr" rtl="0">
              <a:spcBef>
                <a:spcPts val="1200"/>
              </a:spcBef>
              <a:spcAft>
                <a:spcPts val="0"/>
              </a:spcAft>
            </a:pPr>
            <a:r>
              <a:rPr lang="ml-IN" sz="2100" b="1" u="none" strike="noStrike" dirty="0">
                <a:effectLst/>
                <a:latin typeface="Malayalam MN" pitchFamily="2" charset="0"/>
                <a:cs typeface="Malayalam MN" pitchFamily="2" charset="0"/>
              </a:rPr>
              <a:t>ദൈവമേ, നിന്‍റെ ഭവനത്തിലേക്കു ഞാന്‍ പ്രവേശിച്ചു. സ്വര്‍ഗ്ഗീയ രാജാവേ, നിന്‍റെ സിംഹാസനത്തിന്‍റെ മുന്‍പാകെ ഞാന്‍ വന്ദിക്കുന്നു. നിനക്കു വിരോധമായി ഞാന്‍ ചെയ്തുപോയ സകല പാപങ്ങളും എന്നോടു ക്ഷമിക്കണമേ.</a:t>
            </a:r>
            <a:r>
              <a:rPr lang="en-US" sz="2100" b="1" dirty="0">
                <a:latin typeface="Malayalam MN" pitchFamily="2" charset="0"/>
                <a:cs typeface="Malayalam MN" pitchFamily="2" charset="0"/>
              </a:rPr>
              <a:t> </a:t>
            </a:r>
            <a:r>
              <a:rPr lang="ml-IN" sz="2100" b="1" u="none" strike="noStrike" dirty="0">
                <a:effectLst/>
                <a:latin typeface="Malayalam MN" pitchFamily="2" charset="0"/>
                <a:cs typeface="Malayalam MN" pitchFamily="2" charset="0"/>
              </a:rPr>
              <a:t>ദൈവമേ നീ ഏറ്റവും കരുണയുള്ളവന്‍ ആകയാല്‍ മുടിയനായ പുത്രനെ കൈകൊണ്ടത് പോലെ എന്നെ കൈകൊണ്ട് എന്നോടു കരുണ ചെയ്യേണമേ</a:t>
            </a:r>
            <a:r>
              <a:rPr lang="en-US" sz="2100" b="1" u="none" strike="noStrike" dirty="0">
                <a:effectLst/>
                <a:latin typeface="Malayalam MN" pitchFamily="2" charset="0"/>
                <a:cs typeface="Malayalam MN" pitchFamily="2" charset="0"/>
              </a:rPr>
              <a:t>. </a:t>
            </a:r>
            <a:r>
              <a:rPr lang="ml-IN" sz="2100" b="1" u="none" strike="noStrike" dirty="0">
                <a:effectLst/>
                <a:latin typeface="Malayalam MN" pitchFamily="2" charset="0"/>
                <a:cs typeface="Malayalam MN" pitchFamily="2" charset="0"/>
              </a:rPr>
              <a:t>ആമേന്‍</a:t>
            </a:r>
            <a:r>
              <a:rPr lang="en-US" sz="2100" b="1" u="none" strike="noStrike" dirty="0">
                <a:effectLst/>
                <a:latin typeface="Malayalam MN" pitchFamily="2" charset="0"/>
                <a:cs typeface="Malayalam MN" pitchFamily="2" charset="0"/>
              </a:rPr>
              <a:t>.</a:t>
            </a:r>
            <a:r>
              <a:rPr lang="ml-IN" sz="2100" b="1" u="none" strike="noStrike" dirty="0">
                <a:effectLst/>
                <a:latin typeface="Malayalam MN" pitchFamily="2" charset="0"/>
                <a:cs typeface="Malayalam MN" pitchFamily="2" charset="0"/>
              </a:rPr>
              <a:t> </a:t>
            </a:r>
          </a:p>
        </p:txBody>
      </p:sp>
      <p:sp>
        <p:nvSpPr>
          <p:cNvPr id="16" name="TextBox 15">
            <a:extLst>
              <a:ext uri="{FF2B5EF4-FFF2-40B4-BE49-F238E27FC236}">
                <a16:creationId xmlns:a16="http://schemas.microsoft.com/office/drawing/2014/main" id="{24DD70E5-7BD4-581B-09D6-831774B39ECF}"/>
              </a:ext>
            </a:extLst>
          </p:cNvPr>
          <p:cNvSpPr txBox="1"/>
          <p:nvPr/>
        </p:nvSpPr>
        <p:spPr>
          <a:xfrm>
            <a:off x="6114486" y="838721"/>
            <a:ext cx="6049475" cy="3542701"/>
          </a:xfrm>
          <a:prstGeom prst="rect">
            <a:avLst/>
          </a:prstGeom>
          <a:noFill/>
        </p:spPr>
        <p:txBody>
          <a:bodyPr wrap="square">
            <a:spAutoFit/>
          </a:bodyPr>
          <a:lstStyle/>
          <a:p>
            <a:pPr algn="ctr" rtl="0">
              <a:lnSpc>
                <a:spcPts val="2740"/>
              </a:lnSpc>
              <a:spcBef>
                <a:spcPts val="1200"/>
              </a:spcBef>
              <a:spcAft>
                <a:spcPts val="0"/>
              </a:spcAft>
            </a:pPr>
            <a:r>
              <a:rPr lang="en-US" sz="2200" b="1" u="none" strike="noStrike" dirty="0" err="1">
                <a:effectLst/>
                <a:latin typeface="+mn-lt"/>
                <a:ea typeface="Geneva" panose="020B0503030404040204" pitchFamily="34" charset="0"/>
                <a:cs typeface="Times New Roman" panose="02020603050405020304" pitchFamily="18" charset="0"/>
              </a:rPr>
              <a:t>Daivame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ninte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bhavanathilekku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njaan</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praveshichu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Swargeeya</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rajavae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ninte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simhasanathinte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munpake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njaan</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dirty="0">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vandikkunnu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Ninakku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virodhamayi</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njaan</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cheythupoya</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sakala</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papangalum</a:t>
            </a:r>
            <a:r>
              <a:rPr lang="en-US" sz="2200" b="1" dirty="0">
                <a:latin typeface="+mn-lt"/>
                <a:ea typeface="Geneva" panose="020B0503030404040204" pitchFamily="34" charset="0"/>
                <a:cs typeface="Times New Roman" panose="02020603050405020304" pitchFamily="18" charset="0"/>
              </a:rPr>
              <a:t> </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ennodu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kshemikkaneme</a:t>
            </a:r>
            <a:r>
              <a:rPr lang="en-US" sz="2200" b="1" u="none" strike="noStrike" dirty="0">
                <a:effectLst/>
                <a:latin typeface="+mn-lt"/>
                <a:ea typeface="Geneva" panose="020B0503030404040204" pitchFamily="34" charset="0"/>
                <a:cs typeface="Times New Roman" panose="02020603050405020304" pitchFamily="18" charset="0"/>
              </a:rPr>
              <a:t>.</a:t>
            </a:r>
            <a:r>
              <a:rPr lang="en-US" sz="2200" b="1" dirty="0">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Daivame</a:t>
            </a:r>
            <a:r>
              <a:rPr lang="en-US" sz="2200" b="1" u="none" strike="noStrike" dirty="0">
                <a:effectLst/>
                <a:latin typeface="+mn-lt"/>
                <a:ea typeface="Geneva" panose="020B0503030404040204" pitchFamily="34" charset="0"/>
                <a:cs typeface="Times New Roman" panose="02020603050405020304" pitchFamily="18" charset="0"/>
              </a:rPr>
              <a:t>                       nee </a:t>
            </a:r>
            <a:r>
              <a:rPr lang="en-US" sz="2200" b="1" u="none" strike="noStrike" dirty="0" err="1">
                <a:effectLst/>
                <a:latin typeface="+mn-lt"/>
                <a:ea typeface="Geneva" panose="020B0503030404040204" pitchFamily="34" charset="0"/>
                <a:cs typeface="Times New Roman" panose="02020603050405020304" pitchFamily="18" charset="0"/>
              </a:rPr>
              <a:t>eettavum</a:t>
            </a:r>
            <a:r>
              <a:rPr lang="en-US" sz="2200" b="1" u="none" strike="noStrike" dirty="0">
                <a:effectLst/>
                <a:latin typeface="+mn-lt"/>
                <a:ea typeface="Geneva" panose="020B0503030404040204" pitchFamily="34" charset="0"/>
                <a:cs typeface="Times New Roman" panose="02020603050405020304" pitchFamily="18" charset="0"/>
              </a:rPr>
              <a:t> karuna </a:t>
            </a:r>
            <a:r>
              <a:rPr lang="en-US" sz="2200" b="1" u="none" strike="noStrike" dirty="0" err="1">
                <a:effectLst/>
                <a:latin typeface="+mn-lt"/>
                <a:ea typeface="Geneva" panose="020B0503030404040204" pitchFamily="34" charset="0"/>
                <a:cs typeface="Times New Roman" panose="02020603050405020304" pitchFamily="18" charset="0"/>
              </a:rPr>
              <a:t>ullavan</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aakayaal</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mudiyanaaya</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putranae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kaikondathu</a:t>
            </a:r>
            <a:r>
              <a:rPr lang="en-US" sz="2200" b="1" u="none" strike="noStrike" dirty="0">
                <a:effectLst/>
                <a:latin typeface="+mn-lt"/>
                <a:ea typeface="Geneva" panose="020B0503030404040204" pitchFamily="34" charset="0"/>
                <a:cs typeface="Times New Roman" panose="02020603050405020304" pitchFamily="18" charset="0"/>
              </a:rPr>
              <a:t>                    pole </a:t>
            </a:r>
            <a:r>
              <a:rPr lang="en-US" sz="2200" b="1" u="none" strike="noStrike" dirty="0" err="1">
                <a:effectLst/>
                <a:latin typeface="+mn-lt"/>
                <a:ea typeface="Geneva" panose="020B0503030404040204" pitchFamily="34" charset="0"/>
                <a:cs typeface="Times New Roman" panose="02020603050405020304" pitchFamily="18" charset="0"/>
              </a:rPr>
              <a:t>enne</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kaikondu</a:t>
            </a:r>
            <a:r>
              <a:rPr lang="en-US" sz="2200" b="1" u="none" strike="noStrike" dirty="0">
                <a:effectLst/>
                <a:latin typeface="+mn-lt"/>
                <a:ea typeface="Geneva" panose="020B0503030404040204" pitchFamily="34" charset="0"/>
                <a:cs typeface="Times New Roman" panose="02020603050405020304" pitchFamily="18" charset="0"/>
              </a:rPr>
              <a:t> </a:t>
            </a:r>
            <a:r>
              <a:rPr lang="en-US" sz="2200" b="1" u="none" strike="noStrike" dirty="0" err="1">
                <a:effectLst/>
                <a:latin typeface="+mn-lt"/>
                <a:ea typeface="Geneva" panose="020B0503030404040204" pitchFamily="34" charset="0"/>
                <a:cs typeface="Times New Roman" panose="02020603050405020304" pitchFamily="18" charset="0"/>
              </a:rPr>
              <a:t>ennodu</a:t>
            </a:r>
            <a:r>
              <a:rPr lang="en-US" sz="2200" b="1" u="none" strike="noStrike" dirty="0">
                <a:effectLst/>
                <a:latin typeface="+mn-lt"/>
                <a:ea typeface="Geneva" panose="020B0503030404040204" pitchFamily="34" charset="0"/>
                <a:cs typeface="Times New Roman" panose="02020603050405020304" pitchFamily="18" charset="0"/>
              </a:rPr>
              <a:t>                             karuna </a:t>
            </a:r>
            <a:r>
              <a:rPr lang="en-US" sz="2200" b="1" u="none" strike="noStrike" dirty="0" err="1">
                <a:effectLst/>
                <a:latin typeface="+mn-lt"/>
                <a:ea typeface="Geneva" panose="020B0503030404040204" pitchFamily="34" charset="0"/>
                <a:cs typeface="Times New Roman" panose="02020603050405020304" pitchFamily="18" charset="0"/>
              </a:rPr>
              <a:t>cheyyaname</a:t>
            </a:r>
            <a:r>
              <a:rPr lang="en-US" sz="2200" b="1" u="none" strike="noStrike" dirty="0">
                <a:effectLst/>
                <a:latin typeface="+mn-lt"/>
                <a:ea typeface="Geneva" panose="020B0503030404040204" pitchFamily="34" charset="0"/>
                <a:cs typeface="Times New Roman" panose="02020603050405020304" pitchFamily="18" charset="0"/>
              </a:rPr>
              <a:t>. Amen.</a:t>
            </a:r>
          </a:p>
        </p:txBody>
      </p:sp>
      <p:sp>
        <p:nvSpPr>
          <p:cNvPr id="18" name="TextBox 17">
            <a:extLst>
              <a:ext uri="{FF2B5EF4-FFF2-40B4-BE49-F238E27FC236}">
                <a16:creationId xmlns:a16="http://schemas.microsoft.com/office/drawing/2014/main" id="{CC78676C-E176-0249-F4CA-2476726E96E3}"/>
              </a:ext>
            </a:extLst>
          </p:cNvPr>
          <p:cNvSpPr txBox="1"/>
          <p:nvPr/>
        </p:nvSpPr>
        <p:spPr>
          <a:xfrm>
            <a:off x="6099609" y="82263"/>
            <a:ext cx="6066642" cy="815480"/>
          </a:xfrm>
          <a:prstGeom prst="rect">
            <a:avLst/>
          </a:prstGeom>
          <a:noFill/>
        </p:spPr>
        <p:txBody>
          <a:bodyPr wrap="square">
            <a:spAutoFit/>
          </a:bodyPr>
          <a:lstStyle/>
          <a:p>
            <a:pPr algn="ctr" rtl="0">
              <a:lnSpc>
                <a:spcPts val="2760"/>
              </a:lnSpc>
              <a:spcBef>
                <a:spcPts val="1200"/>
              </a:spcBef>
              <a:spcAft>
                <a:spcPts val="0"/>
              </a:spcAft>
            </a:pPr>
            <a:r>
              <a:rPr lang="en-US" sz="2800" b="1" u="sng" strike="noStrike" dirty="0" err="1">
                <a:solidFill>
                  <a:schemeClr val="accent6">
                    <a:lumMod val="50000"/>
                  </a:schemeClr>
                </a:solidFill>
                <a:effectLst/>
                <a:latin typeface="+mn-lt"/>
              </a:rPr>
              <a:t>Palliyilekku</a:t>
            </a:r>
            <a:r>
              <a:rPr lang="en-US" sz="2800" b="1" u="sng" strike="noStrike" dirty="0">
                <a:solidFill>
                  <a:schemeClr val="accent6">
                    <a:lumMod val="50000"/>
                  </a:schemeClr>
                </a:solidFill>
                <a:effectLst/>
                <a:latin typeface="+mn-lt"/>
              </a:rPr>
              <a:t> </a:t>
            </a:r>
            <a:r>
              <a:rPr lang="en-US" sz="2800" b="1" u="sng" dirty="0" err="1">
                <a:solidFill>
                  <a:schemeClr val="accent6">
                    <a:lumMod val="50000"/>
                  </a:schemeClr>
                </a:solidFill>
                <a:latin typeface="+mn-lt"/>
              </a:rPr>
              <a:t>P</a:t>
            </a:r>
            <a:r>
              <a:rPr lang="en-US" sz="2800" b="1" u="sng" strike="noStrike" dirty="0" err="1">
                <a:solidFill>
                  <a:schemeClr val="accent6">
                    <a:lumMod val="50000"/>
                  </a:schemeClr>
                </a:solidFill>
                <a:effectLst/>
                <a:latin typeface="+mn-lt"/>
              </a:rPr>
              <a:t>raveshikkumpol</a:t>
            </a:r>
            <a:r>
              <a:rPr lang="en-US" sz="2800" b="1" u="sng" strike="noStrike" dirty="0">
                <a:solidFill>
                  <a:schemeClr val="accent6">
                    <a:lumMod val="50000"/>
                  </a:schemeClr>
                </a:solidFill>
                <a:effectLst/>
                <a:latin typeface="+mn-lt"/>
              </a:rPr>
              <a:t> </a:t>
            </a:r>
            <a:r>
              <a:rPr lang="en-US" sz="2800" b="1" u="sng" dirty="0" err="1">
                <a:solidFill>
                  <a:schemeClr val="accent6">
                    <a:lumMod val="50000"/>
                  </a:schemeClr>
                </a:solidFill>
                <a:latin typeface="+mn-lt"/>
              </a:rPr>
              <a:t>C</a:t>
            </a:r>
            <a:r>
              <a:rPr lang="en-US" sz="2800" b="1" u="sng" strike="noStrike" dirty="0" err="1">
                <a:solidFill>
                  <a:schemeClr val="accent6">
                    <a:lumMod val="50000"/>
                  </a:schemeClr>
                </a:solidFill>
                <a:effectLst/>
                <a:latin typeface="+mn-lt"/>
              </a:rPr>
              <a:t>hollendunna</a:t>
            </a:r>
            <a:r>
              <a:rPr lang="en-US" sz="2800" b="1" u="sng" strike="noStrike" dirty="0">
                <a:solidFill>
                  <a:schemeClr val="accent6">
                    <a:lumMod val="50000"/>
                  </a:schemeClr>
                </a:solidFill>
                <a:effectLst/>
                <a:latin typeface="+mn-lt"/>
              </a:rPr>
              <a:t> </a:t>
            </a:r>
            <a:r>
              <a:rPr lang="en-US" sz="2800" b="1" u="sng" kern="0" dirty="0" err="1">
                <a:solidFill>
                  <a:schemeClr val="accent6">
                    <a:lumMod val="50000"/>
                  </a:schemeClr>
                </a:solidFill>
                <a:latin typeface="Calibri" pitchFamily="34" charset="0"/>
                <a:ea typeface="Ebrima" pitchFamily="2" charset="0"/>
                <a:cs typeface="Calibri" pitchFamily="34" charset="0"/>
              </a:rPr>
              <a:t>Praarthana</a:t>
            </a:r>
            <a:endParaRPr lang="en-US" sz="2800" b="1" u="sng" strike="noStrike" dirty="0">
              <a:solidFill>
                <a:schemeClr val="accent6">
                  <a:lumMod val="50000"/>
                </a:schemeClr>
              </a:solidFill>
              <a:effectLst/>
              <a:latin typeface="+mn-lt"/>
            </a:endParaRPr>
          </a:p>
        </p:txBody>
      </p:sp>
      <p:sp>
        <p:nvSpPr>
          <p:cNvPr id="20" name="TextBox 19">
            <a:extLst>
              <a:ext uri="{FF2B5EF4-FFF2-40B4-BE49-F238E27FC236}">
                <a16:creationId xmlns:a16="http://schemas.microsoft.com/office/drawing/2014/main" id="{9A112A80-1019-3ED7-706B-50E0AB0771BA}"/>
              </a:ext>
            </a:extLst>
          </p:cNvPr>
          <p:cNvSpPr txBox="1"/>
          <p:nvPr/>
        </p:nvSpPr>
        <p:spPr>
          <a:xfrm>
            <a:off x="708358" y="4887210"/>
            <a:ext cx="10838046" cy="1815882"/>
          </a:xfrm>
          <a:prstGeom prst="rect">
            <a:avLst/>
          </a:prstGeom>
          <a:noFill/>
        </p:spPr>
        <p:txBody>
          <a:bodyPr wrap="square">
            <a:spAutoFit/>
          </a:bodyPr>
          <a:lstStyle/>
          <a:p>
            <a:pPr algn="ctr" rtl="0">
              <a:spcBef>
                <a:spcPts val="1200"/>
              </a:spcBef>
              <a:spcAft>
                <a:spcPts val="0"/>
              </a:spcAft>
            </a:pPr>
            <a:r>
              <a:rPr lang="en-US" sz="2800" b="1" i="1" u="none" strike="noStrike" dirty="0">
                <a:effectLst/>
                <a:latin typeface="+mn-lt"/>
                <a:ea typeface="Geneva" panose="020B0503030404040204" pitchFamily="34" charset="0"/>
                <a:cs typeface="Kartika" panose="02020503030404060203" pitchFamily="18" charset="0"/>
              </a:rPr>
              <a:t>O God, </a:t>
            </a:r>
            <a:r>
              <a:rPr lang="en-US" sz="2800" b="1" i="1" dirty="0">
                <a:latin typeface="+mn-lt"/>
                <a:ea typeface="Geneva" panose="020B0503030404040204" pitchFamily="34" charset="0"/>
                <a:cs typeface="Kartika" panose="02020503030404060203" pitchFamily="18" charset="0"/>
              </a:rPr>
              <a:t>I enter Your Holy place. </a:t>
            </a:r>
            <a:r>
              <a:rPr lang="en-US" sz="2800" b="1" i="1" u="none" strike="noStrike" dirty="0">
                <a:effectLst/>
                <a:latin typeface="+mn-lt"/>
                <a:ea typeface="Geneva" panose="020B0503030404040204" pitchFamily="34" charset="0"/>
                <a:cs typeface="Kartika" panose="02020503030404060203" pitchFamily="18" charset="0"/>
              </a:rPr>
              <a:t>Before the throne of the Heavenly King, I bow with reverence in my heart. Absolve me of my missteps and sins against You. Accept me in Your vast mercy, O God, and wrap me in compassion as the prodigal son was embraced. Amen. </a:t>
            </a:r>
            <a:endParaRPr lang="ml-IN" sz="2800" b="1" i="1" u="none" strike="noStrike" dirty="0">
              <a:effectLst/>
              <a:latin typeface="+mn-lt"/>
              <a:ea typeface="Geneva" panose="020B0503030404040204" pitchFamily="34" charset="0"/>
              <a:cs typeface="Kartika" panose="02020503030404060203" pitchFamily="18" charset="0"/>
            </a:endParaRPr>
          </a:p>
        </p:txBody>
      </p:sp>
      <p:sp>
        <p:nvSpPr>
          <p:cNvPr id="22" name="TextBox 21">
            <a:extLst>
              <a:ext uri="{FF2B5EF4-FFF2-40B4-BE49-F238E27FC236}">
                <a16:creationId xmlns:a16="http://schemas.microsoft.com/office/drawing/2014/main" id="{7192D1C7-5012-B560-FC9A-ECB0C78F8303}"/>
              </a:ext>
            </a:extLst>
          </p:cNvPr>
          <p:cNvSpPr txBox="1"/>
          <p:nvPr/>
        </p:nvSpPr>
        <p:spPr>
          <a:xfrm>
            <a:off x="-16242" y="102159"/>
            <a:ext cx="6111560" cy="810478"/>
          </a:xfrm>
          <a:prstGeom prst="rect">
            <a:avLst/>
          </a:prstGeom>
          <a:noFill/>
        </p:spPr>
        <p:txBody>
          <a:bodyPr wrap="square">
            <a:spAutoFit/>
          </a:bodyPr>
          <a:lstStyle/>
          <a:p>
            <a:pPr algn="ctr" rtl="0">
              <a:lnSpc>
                <a:spcPts val="2760"/>
              </a:lnSpc>
              <a:spcBef>
                <a:spcPts val="1200"/>
              </a:spcBef>
              <a:spcAft>
                <a:spcPts val="0"/>
              </a:spcAft>
            </a:pPr>
            <a:r>
              <a:rPr lang="ml-IN" b="1" u="sng" strike="noStrike" dirty="0">
                <a:solidFill>
                  <a:schemeClr val="accent6">
                    <a:lumMod val="50000"/>
                  </a:schemeClr>
                </a:solidFill>
                <a:effectLst/>
                <a:latin typeface="Malayalam MN" pitchFamily="2" charset="0"/>
                <a:cs typeface="Malayalam MN" pitchFamily="2" charset="0"/>
              </a:rPr>
              <a:t>പള്ളിയിലേക്ക് പ്രവേശിക്കുമ്പോള്‍ ചൊല്ലേണ്ടുന്ന പ്രാര്‍ത്ഥന </a:t>
            </a:r>
          </a:p>
        </p:txBody>
      </p:sp>
      <p:sp>
        <p:nvSpPr>
          <p:cNvPr id="6" name="TextBox 5">
            <a:extLst>
              <a:ext uri="{FF2B5EF4-FFF2-40B4-BE49-F238E27FC236}">
                <a16:creationId xmlns:a16="http://schemas.microsoft.com/office/drawing/2014/main" id="{04F658C0-392C-2622-E271-3A9A014CB052}"/>
              </a:ext>
            </a:extLst>
          </p:cNvPr>
          <p:cNvSpPr txBox="1"/>
          <p:nvPr/>
        </p:nvSpPr>
        <p:spPr>
          <a:xfrm>
            <a:off x="-9948" y="4378256"/>
            <a:ext cx="12201948"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Prayer Upon Entering The Sanctuary </a:t>
            </a:r>
          </a:p>
        </p:txBody>
      </p:sp>
      <p:cxnSp>
        <p:nvCxnSpPr>
          <p:cNvPr id="8" name="Straight Connector 7">
            <a:extLst>
              <a:ext uri="{FF2B5EF4-FFF2-40B4-BE49-F238E27FC236}">
                <a16:creationId xmlns:a16="http://schemas.microsoft.com/office/drawing/2014/main" id="{D2C1967B-41F6-8DAB-5B26-44CD8EC08964}"/>
              </a:ext>
            </a:extLst>
          </p:cNvPr>
          <p:cNvCxnSpPr>
            <a:cxnSpLocks/>
            <a:endCxn id="6" idx="0"/>
          </p:cNvCxnSpPr>
          <p:nvPr/>
        </p:nvCxnSpPr>
        <p:spPr>
          <a:xfrm flipH="1">
            <a:off x="6091026" y="0"/>
            <a:ext cx="1366" cy="437825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881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Text Box 3"/>
          <p:cNvSpPr txBox="1">
            <a:spLocks noChangeArrowheads="1"/>
          </p:cNvSpPr>
          <p:nvPr/>
        </p:nvSpPr>
        <p:spPr bwMode="auto">
          <a:xfrm>
            <a:off x="2382243" y="4066977"/>
            <a:ext cx="3399234" cy="594250"/>
          </a:xfrm>
          <a:prstGeom prst="rect">
            <a:avLst/>
          </a:prstGeom>
          <a:noFill/>
          <a:ln w="9525">
            <a:noFill/>
            <a:miter lim="800000"/>
            <a:headEnd/>
            <a:tailEnd/>
          </a:ln>
          <a:effectLst/>
        </p:spPr>
        <p:txBody>
          <a:bodyPr lIns="83552" tIns="41807" rIns="83552" bIns="41807">
            <a:spAutoFit/>
          </a:bodyPr>
          <a:lstStyle/>
          <a:p>
            <a:pPr algn="ctr" defTabSz="835913">
              <a:spcBef>
                <a:spcPct val="50000"/>
              </a:spcBef>
              <a:defRPr/>
            </a:pPr>
            <a:endParaRPr lang="en-US" sz="3313" dirty="0">
              <a:effectLst>
                <a:outerShdw blurRad="38100" dist="38100" dir="2700000" algn="tl">
                  <a:srgbClr val="C0C0C0"/>
                </a:outerShdw>
              </a:effectLst>
              <a:latin typeface="Arial" charset="0"/>
            </a:endParaRPr>
          </a:p>
        </p:txBody>
      </p:sp>
      <p:sp>
        <p:nvSpPr>
          <p:cNvPr id="9" name="Shape 323">
            <a:extLst>
              <a:ext uri="{FF2B5EF4-FFF2-40B4-BE49-F238E27FC236}">
                <a16:creationId xmlns:a16="http://schemas.microsoft.com/office/drawing/2014/main" id="{A10862DC-B66C-4A80-9E95-A1FD3F2E068A}"/>
              </a:ext>
            </a:extLst>
          </p:cNvPr>
          <p:cNvSpPr txBox="1">
            <a:spLocks noChangeArrowheads="1"/>
          </p:cNvSpPr>
          <p:nvPr/>
        </p:nvSpPr>
        <p:spPr bwMode="auto">
          <a:xfrm>
            <a:off x="0" y="5637652"/>
            <a:ext cx="12192000" cy="894682"/>
          </a:xfrm>
          <a:prstGeom prst="rect">
            <a:avLst/>
          </a:prstGeom>
          <a:noFill/>
          <a:ln>
            <a:noFill/>
          </a:ln>
        </p:spPr>
        <p:txBody>
          <a:bodyPr lIns="91358" tIns="45674" rIns="91358" bIns="45674"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defTabSz="914218" eaLnBrk="1" hangingPunct="1">
              <a:buClr>
                <a:srgbClr val="FFFFFF"/>
              </a:buClr>
              <a:buSzPts val="1000"/>
              <a:defRPr/>
            </a:pPr>
            <a:r>
              <a:rPr lang="en-AU" sz="4800" spc="300" dirty="0">
                <a:solidFill>
                  <a:schemeClr val="tx1"/>
                </a:solidFill>
                <a:latin typeface="Bernard MT Condensed" panose="02050806060905020404" pitchFamily="18" charset="0"/>
                <a:ea typeface="Times New Roman" panose="02020603050405020304" pitchFamily="18" charset="0"/>
                <a:cs typeface="Calibri" panose="020F0502020204030204" pitchFamily="34" charset="0"/>
              </a:rPr>
              <a:t>[Insert Bible Reading]</a:t>
            </a:r>
          </a:p>
        </p:txBody>
      </p:sp>
      <p:pic>
        <p:nvPicPr>
          <p:cNvPr id="3" name="Picture 2" descr="A close-up of a scroll of paper&#10;&#10;Description automatically generated">
            <a:extLst>
              <a:ext uri="{FF2B5EF4-FFF2-40B4-BE49-F238E27FC236}">
                <a16:creationId xmlns:a16="http://schemas.microsoft.com/office/drawing/2014/main" id="{8C59D42F-2312-C606-A583-957252F2FB5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771" b="90092" l="4369" r="96796">
                        <a14:foregroundMark x1="9612" y1="60000" x2="7961" y2="76514"/>
                        <a14:foregroundMark x1="7961" y1="76514" x2="15243" y2="84220"/>
                        <a14:foregroundMark x1="27670" y1="9174" x2="20971" y2="4771"/>
                        <a14:foregroundMark x1="88155" y1="44587" x2="93592" y2="72661"/>
                        <a14:foregroundMark x1="93592" y1="72661" x2="88252" y2="83119"/>
                        <a14:foregroundMark x1="88252" y1="83119" x2="80874" y2="90275"/>
                        <a14:foregroundMark x1="80874" y1="90275" x2="65922" y2="82018"/>
                        <a14:foregroundMark x1="65922" y1="82018" x2="65534" y2="79633"/>
                        <a14:foregroundMark x1="88155" y1="84587" x2="95340" y2="79450"/>
                        <a14:foregroundMark x1="95340" y1="79450" x2="95243" y2="64954"/>
                        <a14:foregroundMark x1="95243" y1="64954" x2="92330" y2="51560"/>
                        <a14:foregroundMark x1="92330" y1="51560" x2="92330" y2="50459"/>
                        <a14:foregroundMark x1="93786" y1="64587" x2="96796" y2="77982"/>
                        <a14:foregroundMark x1="96796" y1="77982" x2="94563" y2="83119"/>
                        <a14:foregroundMark x1="4369" y1="69174" x2="6019" y2="82752"/>
                        <a14:foregroundMark x1="95728" y1="74862" x2="96796" y2="74862"/>
                      </a14:backgroundRemoval>
                    </a14:imgEffect>
                  </a14:imgLayer>
                </a14:imgProps>
              </a:ext>
              <a:ext uri="{28A0092B-C50C-407E-A947-70E740481C1C}">
                <a14:useLocalDpi xmlns:a14="http://schemas.microsoft.com/office/drawing/2010/main" val="0"/>
              </a:ext>
            </a:extLst>
          </a:blip>
          <a:stretch>
            <a:fillRect/>
          </a:stretch>
        </p:blipFill>
        <p:spPr>
          <a:xfrm>
            <a:off x="2746285" y="1754498"/>
            <a:ext cx="6699427" cy="3544842"/>
          </a:xfrm>
          <a:prstGeom prst="rect">
            <a:avLst/>
          </a:prstGeom>
        </p:spPr>
      </p:pic>
      <p:sp>
        <p:nvSpPr>
          <p:cNvPr id="4" name="Shape 51">
            <a:extLst>
              <a:ext uri="{FF2B5EF4-FFF2-40B4-BE49-F238E27FC236}">
                <a16:creationId xmlns:a16="http://schemas.microsoft.com/office/drawing/2014/main" id="{A2AA70F3-D08D-4A3D-B56E-88857EFD4971}"/>
              </a:ext>
            </a:extLst>
          </p:cNvPr>
          <p:cNvSpPr txBox="1">
            <a:spLocks/>
          </p:cNvSpPr>
          <p:nvPr/>
        </p:nvSpPr>
        <p:spPr>
          <a:xfrm>
            <a:off x="0" y="293770"/>
            <a:ext cx="12192000"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54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rPr>
              <a:t>First Lesson</a:t>
            </a:r>
          </a:p>
        </p:txBody>
      </p:sp>
    </p:spTree>
    <p:extLst>
      <p:ext uri="{BB962C8B-B14F-4D97-AF65-F5344CB8AC3E}">
        <p14:creationId xmlns:p14="http://schemas.microsoft.com/office/powerpoint/2010/main" val="3821965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Text Box 3"/>
          <p:cNvSpPr txBox="1">
            <a:spLocks noChangeArrowheads="1"/>
          </p:cNvSpPr>
          <p:nvPr/>
        </p:nvSpPr>
        <p:spPr bwMode="auto">
          <a:xfrm>
            <a:off x="2382243" y="4066977"/>
            <a:ext cx="3399234" cy="594250"/>
          </a:xfrm>
          <a:prstGeom prst="rect">
            <a:avLst/>
          </a:prstGeom>
          <a:noFill/>
          <a:ln w="9525">
            <a:noFill/>
            <a:miter lim="800000"/>
            <a:headEnd/>
            <a:tailEnd/>
          </a:ln>
          <a:effectLst/>
        </p:spPr>
        <p:txBody>
          <a:bodyPr lIns="83552" tIns="41807" rIns="83552" bIns="41807">
            <a:spAutoFit/>
          </a:bodyPr>
          <a:lstStyle/>
          <a:p>
            <a:pPr algn="ctr" defTabSz="835913">
              <a:spcBef>
                <a:spcPct val="50000"/>
              </a:spcBef>
              <a:defRPr/>
            </a:pPr>
            <a:endParaRPr lang="en-US" sz="3313" dirty="0">
              <a:effectLst>
                <a:outerShdw blurRad="38100" dist="38100" dir="2700000" algn="tl">
                  <a:srgbClr val="C0C0C0"/>
                </a:outerShdw>
              </a:effectLst>
              <a:latin typeface="Arial" charset="0"/>
            </a:endParaRPr>
          </a:p>
        </p:txBody>
      </p:sp>
      <p:sp>
        <p:nvSpPr>
          <p:cNvPr id="9" name="Shape 323">
            <a:extLst>
              <a:ext uri="{FF2B5EF4-FFF2-40B4-BE49-F238E27FC236}">
                <a16:creationId xmlns:a16="http://schemas.microsoft.com/office/drawing/2014/main" id="{A10862DC-B66C-4A80-9E95-A1FD3F2E068A}"/>
              </a:ext>
            </a:extLst>
          </p:cNvPr>
          <p:cNvSpPr txBox="1">
            <a:spLocks noChangeArrowheads="1"/>
          </p:cNvSpPr>
          <p:nvPr/>
        </p:nvSpPr>
        <p:spPr bwMode="auto">
          <a:xfrm>
            <a:off x="0" y="5637652"/>
            <a:ext cx="12192000" cy="894682"/>
          </a:xfrm>
          <a:prstGeom prst="rect">
            <a:avLst/>
          </a:prstGeom>
          <a:noFill/>
          <a:ln>
            <a:noFill/>
          </a:ln>
        </p:spPr>
        <p:txBody>
          <a:bodyPr lIns="91358" tIns="45674" rIns="91358" bIns="45674"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defTabSz="914218" eaLnBrk="1" hangingPunct="1">
              <a:buClr>
                <a:srgbClr val="FFFFFF"/>
              </a:buClr>
              <a:buSzPts val="1000"/>
              <a:defRPr/>
            </a:pPr>
            <a:r>
              <a:rPr lang="en-AU" sz="4800" spc="300" dirty="0">
                <a:solidFill>
                  <a:schemeClr val="tx1"/>
                </a:solidFill>
                <a:latin typeface="Bernard MT Condensed" panose="02050806060905020404" pitchFamily="18" charset="0"/>
                <a:ea typeface="Times New Roman" panose="02020603050405020304" pitchFamily="18" charset="0"/>
                <a:cs typeface="Calibri" panose="020F0502020204030204" pitchFamily="34" charset="0"/>
              </a:rPr>
              <a:t>[Insert Bible Reading]</a:t>
            </a:r>
          </a:p>
        </p:txBody>
      </p:sp>
      <p:pic>
        <p:nvPicPr>
          <p:cNvPr id="3" name="Picture 2" descr="A close-up of a scroll of paper&#10;&#10;Description automatically generated">
            <a:extLst>
              <a:ext uri="{FF2B5EF4-FFF2-40B4-BE49-F238E27FC236}">
                <a16:creationId xmlns:a16="http://schemas.microsoft.com/office/drawing/2014/main" id="{8C59D42F-2312-C606-A583-957252F2FB5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771" b="90092" l="4369" r="96796">
                        <a14:foregroundMark x1="9612" y1="60000" x2="7961" y2="76514"/>
                        <a14:foregroundMark x1="7961" y1="76514" x2="15243" y2="84220"/>
                        <a14:foregroundMark x1="27670" y1="9174" x2="20971" y2="4771"/>
                        <a14:foregroundMark x1="88155" y1="44587" x2="93592" y2="72661"/>
                        <a14:foregroundMark x1="93592" y1="72661" x2="88252" y2="83119"/>
                        <a14:foregroundMark x1="88252" y1="83119" x2="80874" y2="90275"/>
                        <a14:foregroundMark x1="80874" y1="90275" x2="65922" y2="82018"/>
                        <a14:foregroundMark x1="65922" y1="82018" x2="65534" y2="79633"/>
                        <a14:foregroundMark x1="88155" y1="84587" x2="95340" y2="79450"/>
                        <a14:foregroundMark x1="95340" y1="79450" x2="95243" y2="64954"/>
                        <a14:foregroundMark x1="95243" y1="64954" x2="92330" y2="51560"/>
                        <a14:foregroundMark x1="92330" y1="51560" x2="92330" y2="50459"/>
                        <a14:foregroundMark x1="93786" y1="64587" x2="96796" y2="77982"/>
                        <a14:foregroundMark x1="96796" y1="77982" x2="94563" y2="83119"/>
                        <a14:foregroundMark x1="4369" y1="69174" x2="6019" y2="82752"/>
                        <a14:foregroundMark x1="95728" y1="74862" x2="96796" y2="74862"/>
                      </a14:backgroundRemoval>
                    </a14:imgEffect>
                  </a14:imgLayer>
                </a14:imgProps>
              </a:ext>
              <a:ext uri="{28A0092B-C50C-407E-A947-70E740481C1C}">
                <a14:useLocalDpi xmlns:a14="http://schemas.microsoft.com/office/drawing/2010/main" val="0"/>
              </a:ext>
            </a:extLst>
          </a:blip>
          <a:stretch>
            <a:fillRect/>
          </a:stretch>
        </p:blipFill>
        <p:spPr>
          <a:xfrm>
            <a:off x="2746285" y="1754498"/>
            <a:ext cx="6699427" cy="3544842"/>
          </a:xfrm>
          <a:prstGeom prst="rect">
            <a:avLst/>
          </a:prstGeom>
        </p:spPr>
      </p:pic>
      <p:sp>
        <p:nvSpPr>
          <p:cNvPr id="4" name="Shape 51">
            <a:extLst>
              <a:ext uri="{FF2B5EF4-FFF2-40B4-BE49-F238E27FC236}">
                <a16:creationId xmlns:a16="http://schemas.microsoft.com/office/drawing/2014/main" id="{A2AA70F3-D08D-4A3D-B56E-88857EFD4971}"/>
              </a:ext>
            </a:extLst>
          </p:cNvPr>
          <p:cNvSpPr txBox="1">
            <a:spLocks/>
          </p:cNvSpPr>
          <p:nvPr/>
        </p:nvSpPr>
        <p:spPr>
          <a:xfrm>
            <a:off x="0" y="293770"/>
            <a:ext cx="12192000"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54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rPr>
              <a:t>Second Lesson</a:t>
            </a:r>
          </a:p>
        </p:txBody>
      </p:sp>
    </p:spTree>
    <p:extLst>
      <p:ext uri="{BB962C8B-B14F-4D97-AF65-F5344CB8AC3E}">
        <p14:creationId xmlns:p14="http://schemas.microsoft.com/office/powerpoint/2010/main" val="1556947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a:hlinkClick r:id="rId3" action="ppaction://hlinksldjump"/>
          </p:cNvPr>
          <p:cNvSpPr>
            <a:spLocks noChangeArrowheads="1"/>
          </p:cNvSpPr>
          <p:nvPr/>
        </p:nvSpPr>
        <p:spPr bwMode="auto">
          <a:xfrm>
            <a:off x="2207559" y="782972"/>
            <a:ext cx="8039100" cy="685800"/>
          </a:xfrm>
          <a:prstGeom prst="rightArrow">
            <a:avLst>
              <a:gd name="adj1" fmla="val 50000"/>
              <a:gd name="adj2" fmla="val 83333"/>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400" b="1" i="1" dirty="0" err="1">
                <a:solidFill>
                  <a:schemeClr val="accent6">
                    <a:lumMod val="50000"/>
                  </a:schemeClr>
                </a:solidFill>
                <a:latin typeface="MalayalamAbe" pitchFamily="18" charset="0"/>
              </a:rPr>
              <a:t>L|SglR</a:t>
            </a:r>
            <a:r>
              <a:rPr lang="en-US" altLang="en-US" sz="2400" b="1" i="1" dirty="0">
                <a:solidFill>
                  <a:schemeClr val="accent6">
                    <a:lumMod val="50000"/>
                  </a:schemeClr>
                </a:solidFill>
                <a:latin typeface="MalayalamAbe" pitchFamily="18" charset="0"/>
              </a:rPr>
              <a:t> </a:t>
            </a:r>
            <a:r>
              <a:rPr lang="en-US" altLang="en-US" sz="2400" b="1" i="1" dirty="0" err="1">
                <a:solidFill>
                  <a:schemeClr val="accent6">
                    <a:lumMod val="50000"/>
                  </a:schemeClr>
                </a:solidFill>
                <a:latin typeface="MalayalamAbe" pitchFamily="18" charset="0"/>
              </a:rPr>
              <a:t>Lnv</a:t>
            </a:r>
            <a:r>
              <a:rPr lang="en-US" altLang="en-US" sz="2400" b="1" i="1" dirty="0">
                <a:solidFill>
                  <a:schemeClr val="accent6">
                    <a:lumMod val="50000"/>
                  </a:schemeClr>
                </a:solidFill>
                <a:latin typeface="MalayalamAbe" pitchFamily="18" charset="0"/>
              </a:rPr>
              <a:t>&amp;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Aharon</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anacha</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en-US" altLang="en-US" sz="2400" b="1" i="1" dirty="0">
              <a:solidFill>
                <a:schemeClr val="accent6">
                  <a:lumMod val="50000"/>
                </a:schemeClr>
              </a:solidFill>
              <a:latin typeface="MalayalamAbe" pitchFamily="18" charset="0"/>
            </a:endParaRPr>
          </a:p>
        </p:txBody>
      </p:sp>
      <p:sp>
        <p:nvSpPr>
          <p:cNvPr id="20483" name="AutoShape 3">
            <a:hlinkClick r:id="rId4" action="ppaction://hlinksldjump"/>
          </p:cNvPr>
          <p:cNvSpPr>
            <a:spLocks noChangeArrowheads="1"/>
          </p:cNvSpPr>
          <p:nvPr/>
        </p:nvSpPr>
        <p:spPr bwMode="auto">
          <a:xfrm>
            <a:off x="2207559" y="1708257"/>
            <a:ext cx="8039100" cy="685800"/>
          </a:xfrm>
          <a:prstGeom prst="rightArrow">
            <a:avLst>
              <a:gd name="adj1" fmla="val 50000"/>
              <a:gd name="adj2" fmla="val 83336"/>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err="1">
                <a:solidFill>
                  <a:schemeClr val="accent6">
                    <a:lumMod val="50000"/>
                  </a:schemeClr>
                </a:solidFill>
                <a:latin typeface="MalayalamAbe" pitchFamily="18" charset="0"/>
              </a:rPr>
              <a:t>eliral</a:t>
            </a:r>
            <a:r>
              <a:rPr lang="en-US" altLang="en-US" sz="2400" b="1" i="1" dirty="0">
                <a:solidFill>
                  <a:schemeClr val="accent6">
                    <a:lumMod val="50000"/>
                  </a:schemeClr>
                </a:solidFill>
                <a:latin typeface="MalayalamAbe" pitchFamily="18" charset="0"/>
              </a:rPr>
              <a:t>; </a:t>
            </a:r>
            <a:r>
              <a:rPr lang="en-US" altLang="en-US" sz="2400" b="1" i="1" dirty="0" err="1">
                <a:solidFill>
                  <a:schemeClr val="accent6">
                    <a:lumMod val="50000"/>
                  </a:schemeClr>
                </a:solidFill>
                <a:latin typeface="MalayalamAbe" pitchFamily="18" charset="0"/>
              </a:rPr>
              <a:t>fjgkrla</a:t>
            </a:r>
            <a:r>
              <a:rPr lang="en-US" altLang="en-US" sz="2400" b="1" i="1" dirty="0">
                <a:solidFill>
                  <a:schemeClr val="accent6">
                    <a:lumMod val="50000"/>
                  </a:schemeClr>
                </a:solidFill>
                <a:latin typeface="MalayalamAbe" pitchFamily="18" charset="0"/>
              </a:rPr>
              <a:t> </a:t>
            </a:r>
            <a:r>
              <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rPr>
              <a:t>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Paavanamaam</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hirunaama</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endParaRPr>
          </a:p>
        </p:txBody>
      </p:sp>
      <p:sp>
        <p:nvSpPr>
          <p:cNvPr id="20484" name="AutoShape 4">
            <a:hlinkClick r:id="rId5" action="ppaction://hlinksldjump"/>
          </p:cNvPr>
          <p:cNvSpPr>
            <a:spLocks noChangeArrowheads="1"/>
          </p:cNvSpPr>
          <p:nvPr/>
        </p:nvSpPr>
        <p:spPr bwMode="auto">
          <a:xfrm>
            <a:off x="2213002" y="2633542"/>
            <a:ext cx="8039100" cy="685800"/>
          </a:xfrm>
          <a:prstGeom prst="rightArrow">
            <a:avLst>
              <a:gd name="adj1" fmla="val 50000"/>
              <a:gd name="adj2" fmla="val 83341"/>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err="1">
                <a:solidFill>
                  <a:schemeClr val="accent6">
                    <a:lumMod val="50000"/>
                  </a:schemeClr>
                </a:solidFill>
                <a:latin typeface="MalayalamAbe" pitchFamily="18" charset="0"/>
              </a:rPr>
              <a:t>Shldsals</a:t>
            </a:r>
            <a:r>
              <a:rPr lang="en-US" altLang="en-US" sz="2400" b="1" i="1" dirty="0">
                <a:solidFill>
                  <a:schemeClr val="accent6">
                    <a:lumMod val="50000"/>
                  </a:schemeClr>
                </a:solidFill>
                <a:latin typeface="MalayalamAbe" pitchFamily="18" charset="0"/>
              </a:rPr>
              <a:t>)</a:t>
            </a:r>
            <a:r>
              <a:rPr lang="en-US" altLang="en-US" sz="2400" b="1" i="1" dirty="0" err="1">
                <a:solidFill>
                  <a:schemeClr val="accent6">
                    <a:lumMod val="50000"/>
                  </a:schemeClr>
                </a:solidFill>
                <a:latin typeface="MalayalamAbe" pitchFamily="18" charset="0"/>
              </a:rPr>
              <a:t>ujH</a:t>
            </a:r>
            <a:r>
              <a:rPr lang="en-US" altLang="en-US" sz="24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Lokamokkeyil</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endParaRPr>
          </a:p>
        </p:txBody>
      </p:sp>
      <p:sp>
        <p:nvSpPr>
          <p:cNvPr id="20485" name="AutoShape 5">
            <a:hlinkClick r:id="rId6" action="ppaction://hlinksldjump"/>
          </p:cNvPr>
          <p:cNvSpPr>
            <a:spLocks noChangeArrowheads="1"/>
          </p:cNvSpPr>
          <p:nvPr/>
        </p:nvSpPr>
        <p:spPr bwMode="auto">
          <a:xfrm>
            <a:off x="2229330" y="3558827"/>
            <a:ext cx="8039100" cy="685800"/>
          </a:xfrm>
          <a:prstGeom prst="rightArrow">
            <a:avLst>
              <a:gd name="adj1" fmla="val 50000"/>
              <a:gd name="adj2" fmla="val 83333"/>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400" b="1" i="1" dirty="0" err="1">
                <a:solidFill>
                  <a:schemeClr val="accent6">
                    <a:lumMod val="50000"/>
                  </a:schemeClr>
                </a:solidFill>
                <a:latin typeface="MalayalamAbe" pitchFamily="18" charset="0"/>
              </a:rPr>
              <a:t>K#feJA</a:t>
            </a:r>
            <a:r>
              <a:rPr lang="en-US" altLang="en-US" sz="2400" b="1" i="1" dirty="0">
                <a:solidFill>
                  <a:schemeClr val="accent6">
                    <a:lumMod val="50000"/>
                  </a:schemeClr>
                </a:solidFill>
                <a:latin typeface="MalayalamAbe" pitchFamily="18" charset="0"/>
              </a:rPr>
              <a:t>\</a:t>
            </a:r>
            <a:r>
              <a:rPr lang="en-US" altLang="en-US" sz="2400" b="1" i="1" dirty="0" err="1">
                <a:solidFill>
                  <a:schemeClr val="accent6">
                    <a:lumMod val="50000"/>
                  </a:schemeClr>
                </a:solidFill>
                <a:latin typeface="MalayalamAbe" pitchFamily="18" charset="0"/>
              </a:rPr>
              <a:t>jH</a:t>
            </a:r>
            <a:r>
              <a:rPr lang="en-US" altLang="en-US" sz="24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Unnatha</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peedathil</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en-US" altLang="en-US" sz="2400" b="1" i="1" dirty="0">
              <a:solidFill>
                <a:schemeClr val="accent6">
                  <a:lumMod val="50000"/>
                </a:schemeClr>
              </a:solidFill>
              <a:latin typeface="MalayalamAbe" pitchFamily="18" charset="0"/>
            </a:endParaRPr>
          </a:p>
        </p:txBody>
      </p:sp>
      <p:sp>
        <p:nvSpPr>
          <p:cNvPr id="20486" name="AutoShape 6">
            <a:hlinkClick r:id="rId7" action="ppaction://hlinksldjump"/>
          </p:cNvPr>
          <p:cNvSpPr>
            <a:spLocks noChangeArrowheads="1"/>
          </p:cNvSpPr>
          <p:nvPr/>
        </p:nvSpPr>
        <p:spPr bwMode="auto">
          <a:xfrm>
            <a:off x="2207559" y="4484112"/>
            <a:ext cx="8039100" cy="685800"/>
          </a:xfrm>
          <a:prstGeom prst="rightArrow">
            <a:avLst>
              <a:gd name="adj1" fmla="val 50000"/>
              <a:gd name="adj2" fmla="val 83333"/>
            </a:avLst>
          </a:prstGeom>
          <a:noFill/>
          <a:ln w="9525" algn="ctr">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err="1">
                <a:solidFill>
                  <a:schemeClr val="accent6">
                    <a:lumMod val="50000"/>
                  </a:schemeClr>
                </a:solidFill>
                <a:latin typeface="MalayalamAbe" pitchFamily="18" charset="0"/>
              </a:rPr>
              <a:t>egalG</a:t>
            </a:r>
            <a:r>
              <a:rPr lang="en-US" altLang="en-US" sz="2400" b="1" i="1" dirty="0" err="1">
                <a:solidFill>
                  <a:schemeClr val="accent6">
                    <a:lumMod val="50000"/>
                  </a:schemeClr>
                </a:solidFill>
                <a:latin typeface="Kerala" pitchFamily="2" charset="0"/>
              </a:rPr>
              <a:t>j</a:t>
            </a:r>
            <a:r>
              <a:rPr lang="en-US" altLang="en-US" sz="2400" b="1" i="1" dirty="0" err="1">
                <a:solidFill>
                  <a:schemeClr val="accent6">
                    <a:lumMod val="50000"/>
                  </a:schemeClr>
                </a:solidFill>
                <a:latin typeface="MalayalamAbe" pitchFamily="18" charset="0"/>
              </a:rPr>
              <a:t>jul</a:t>
            </a:r>
            <a:r>
              <a:rPr lang="en-US" altLang="en-US" sz="24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Paramaarthiyaam</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pt-BR"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ndParaRPr>
          </a:p>
        </p:txBody>
      </p:sp>
      <p:sp>
        <p:nvSpPr>
          <p:cNvPr id="20487" name="AutoShape 7">
            <a:hlinkClick r:id="rId8" action="ppaction://hlinksldjump"/>
          </p:cNvPr>
          <p:cNvSpPr>
            <a:spLocks noChangeArrowheads="1"/>
          </p:cNvSpPr>
          <p:nvPr/>
        </p:nvSpPr>
        <p:spPr bwMode="auto">
          <a:xfrm>
            <a:off x="2207559" y="5409397"/>
            <a:ext cx="8039100" cy="685800"/>
          </a:xfrm>
          <a:prstGeom prst="rightArrow">
            <a:avLst>
              <a:gd name="adj1" fmla="val 50000"/>
              <a:gd name="adj2" fmla="val 83341"/>
            </a:avLst>
          </a:prstGeom>
          <a:noFill/>
          <a:ln w="9525" algn="ctr">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err="1">
                <a:solidFill>
                  <a:schemeClr val="accent6">
                    <a:lumMod val="50000"/>
                  </a:schemeClr>
                </a:solidFill>
                <a:latin typeface="MalayalamAbe" pitchFamily="18" charset="0"/>
              </a:rPr>
              <a:t>sixjikrjy</a:t>
            </a:r>
            <a:r>
              <a:rPr lang="en-US" altLang="en-US" sz="2400" b="1" i="1" dirty="0" err="1">
                <a:solidFill>
                  <a:schemeClr val="accent6">
                    <a:lumMod val="50000"/>
                  </a:schemeClr>
                </a:solidFill>
                <a:latin typeface="Kerala" pitchFamily="2" charset="0"/>
              </a:rPr>
              <a:t>E</a:t>
            </a:r>
            <a:r>
              <a:rPr lang="en-US" altLang="en-US" sz="2400" b="1" i="1" dirty="0">
                <a:solidFill>
                  <a:schemeClr val="accent6">
                    <a:lumMod val="50000"/>
                  </a:schemeClr>
                </a:solidFill>
                <a:latin typeface="Kerala" pitchFamily="2" charset="0"/>
              </a:rPr>
              <a:t> 			  </a:t>
            </a:r>
            <a:r>
              <a:rPr lang="pt-BR" sz="2000" b="1" kern="0" dirty="0">
                <a:ln w="1905"/>
                <a:solidFill>
                  <a:schemeClr val="accent6">
                    <a:lumMod val="50000"/>
                  </a:schemeClr>
                </a:solidFill>
                <a:effectLst>
                  <a:innerShdw blurRad="69850" dist="43180" dir="5400000">
                    <a:srgbClr val="000000">
                      <a:alpha val="65000"/>
                    </a:srgbClr>
                  </a:innerShdw>
                </a:effectLst>
                <a:latin typeface="Calibri" pitchFamily="34"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Velhivu</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niranja</a:t>
            </a:r>
            <a:r>
              <a:rPr lang="en-US" sz="2000" b="1" kern="0" dirty="0">
                <a:ln w="1905"/>
                <a:solidFill>
                  <a:schemeClr val="accent6">
                    <a:lumMod val="50000"/>
                  </a:schemeClr>
                </a:solidFill>
                <a:effectLst>
                  <a:innerShdw blurRad="69850" dist="43180" dir="5400000">
                    <a:srgbClr val="000000">
                      <a:alpha val="65000"/>
                    </a:srgbClr>
                  </a:innerShdw>
                </a:effectLst>
                <a:latin typeface="Calibri" pitchFamily="34" charset="0"/>
                <a:ea typeface="Ebrima" pitchFamily="2" charset="0"/>
                <a:cs typeface="Calibri" pitchFamily="34" charset="0"/>
              </a:rPr>
              <a:t>)</a:t>
            </a:r>
            <a:endPar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BCCEDED-DB17-4E8E-9E36-F67B1E888468}"/>
              </a:ext>
            </a:extLst>
          </p:cNvPr>
          <p:cNvSpPr txBox="1">
            <a:spLocks noChangeArrowheads="1"/>
          </p:cNvSpPr>
          <p:nvPr/>
        </p:nvSpPr>
        <p:spPr bwMode="auto">
          <a:xfrm>
            <a:off x="6091025" y="591758"/>
            <a:ext cx="6066435" cy="2720414"/>
          </a:xfrm>
          <a:prstGeom prst="rect">
            <a:avLst/>
          </a:prstGeom>
          <a:noFill/>
          <a:ln w="9525">
            <a:noFill/>
            <a:miter lim="800000"/>
            <a:headEnd/>
            <a:tailEnd/>
          </a:ln>
          <a:effectLst/>
        </p:spPr>
        <p:txBody>
          <a:bodyPr wrap="square" lIns="133682" tIns="66892" rIns="133682" bIns="66892" anchor="ctr">
            <a:spAutoFit/>
          </a:bodyPr>
          <a:lstStyle/>
          <a:p>
            <a:pPr algn="ctr">
              <a:spcBef>
                <a:spcPts val="0"/>
              </a:spcBef>
            </a:pPr>
            <a:r>
              <a:rPr lang="en-US" sz="2800" b="1" kern="0" dirty="0" err="1">
                <a:latin typeface="Calibri" pitchFamily="34" charset="0"/>
                <a:ea typeface="Ebrima" pitchFamily="2" charset="0"/>
                <a:cs typeface="Calibri" pitchFamily="34" charset="0"/>
              </a:rPr>
              <a:t>Aharon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anacha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dhoopam</a:t>
            </a:r>
            <a:r>
              <a:rPr lang="en-US" sz="2800" b="1" kern="0" dirty="0">
                <a:latin typeface="Calibri" pitchFamily="34" charset="0"/>
                <a:ea typeface="Ebrima" pitchFamily="2" charset="0"/>
                <a:cs typeface="Calibri" pitchFamily="34" charset="0"/>
              </a:rPr>
              <a:t> pol </a:t>
            </a:r>
            <a:r>
              <a:rPr lang="en-US" sz="2800" b="1" kern="0" dirty="0" err="1">
                <a:latin typeface="Calibri" pitchFamily="34" charset="0"/>
                <a:ea typeface="Ebrima" pitchFamily="2" charset="0"/>
                <a:cs typeface="Calibri" pitchFamily="34" charset="0"/>
              </a:rPr>
              <a:t>praarthana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sweekarikka</a:t>
            </a:r>
            <a:r>
              <a:rPr lang="en-US" sz="2800" b="1" kern="0" dirty="0">
                <a:latin typeface="Calibri" pitchFamily="34" charset="0"/>
                <a:ea typeface="Ebrima" pitchFamily="2" charset="0"/>
                <a:cs typeface="Calibri" pitchFamily="34" charset="0"/>
              </a:rPr>
              <a:t> - </a:t>
            </a:r>
          </a:p>
          <a:p>
            <a:pPr algn="ctr">
              <a:spcBef>
                <a:spcPts val="0"/>
              </a:spcBef>
            </a:pPr>
            <a:r>
              <a:rPr lang="en-US" sz="2800" b="1" kern="0" dirty="0" err="1">
                <a:latin typeface="Calibri" pitchFamily="34" charset="0"/>
                <a:ea typeface="Ebrima" pitchFamily="2" charset="0"/>
                <a:cs typeface="Calibri" pitchFamily="34" charset="0"/>
              </a:rPr>
              <a:t>Ninuvar</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yaachana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athu</a:t>
            </a:r>
            <a:r>
              <a:rPr lang="en-US" sz="2800" b="1" kern="0" dirty="0">
                <a:latin typeface="Calibri" pitchFamily="34" charset="0"/>
                <a:ea typeface="Ebrima" pitchFamily="2" charset="0"/>
                <a:cs typeface="Calibri" pitchFamily="34" charset="0"/>
              </a:rPr>
              <a:t> pole </a:t>
            </a:r>
            <a:r>
              <a:rPr lang="en-US" sz="2800" b="1" kern="0" dirty="0" err="1">
                <a:latin typeface="Calibri" pitchFamily="34" charset="0"/>
                <a:ea typeface="Ebrima" pitchFamily="2" charset="0"/>
                <a:cs typeface="Calibri" pitchFamily="34" charset="0"/>
              </a:rPr>
              <a:t>shushroosha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kaikolka</a:t>
            </a:r>
            <a:r>
              <a:rPr lang="en-US" sz="2800" b="1" kern="0" dirty="0">
                <a:latin typeface="Calibri" pitchFamily="34" charset="0"/>
                <a:ea typeface="Ebrima" pitchFamily="2" charset="0"/>
                <a:cs typeface="Calibri" pitchFamily="34" charset="0"/>
              </a:rPr>
              <a:t> - </a:t>
            </a:r>
          </a:p>
          <a:p>
            <a:pPr algn="ctr">
              <a:spcBef>
                <a:spcPts val="0"/>
              </a:spcBef>
            </a:pPr>
            <a:r>
              <a:rPr lang="en-US" sz="2800" b="1" kern="0" dirty="0" err="1">
                <a:latin typeface="Calibri" pitchFamily="34" charset="0"/>
                <a:ea typeface="Ebrima" pitchFamily="2" charset="0"/>
                <a:cs typeface="Calibri" pitchFamily="34" charset="0"/>
              </a:rPr>
              <a:t>Kadalil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yonaaykkarulhiya</a:t>
            </a:r>
            <a:r>
              <a:rPr lang="en-US" sz="2800" b="1" kern="0" dirty="0">
                <a:latin typeface="Calibri" pitchFamily="34" charset="0"/>
                <a:ea typeface="Ebrima" pitchFamily="2" charset="0"/>
                <a:cs typeface="Calibri" pitchFamily="34" charset="0"/>
              </a:rPr>
              <a:t> pol </a:t>
            </a:r>
            <a:r>
              <a:rPr lang="en-US" sz="2800" b="1" kern="0" dirty="0" err="1">
                <a:latin typeface="Calibri" pitchFamily="34" charset="0"/>
                <a:ea typeface="Ebrima" pitchFamily="2" charset="0"/>
                <a:cs typeface="Calibri" pitchFamily="34" charset="0"/>
              </a:rPr>
              <a:t>Adiyaarkkutharam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arulheeduka</a:t>
            </a:r>
            <a:endParaRPr lang="en-US" sz="2800" b="1" kern="0" dirty="0">
              <a:latin typeface="Calibri" pitchFamily="34" charset="0"/>
              <a:ea typeface="Ebrima" pitchFamily="2" charset="0"/>
              <a:cs typeface="Calibri" pitchFamily="34" charset="0"/>
            </a:endParaRPr>
          </a:p>
        </p:txBody>
      </p:sp>
      <p:sp>
        <p:nvSpPr>
          <p:cNvPr id="21506" name="Rectangle 2"/>
          <p:cNvSpPr>
            <a:spLocks noGrp="1" noChangeArrowheads="1"/>
          </p:cNvSpPr>
          <p:nvPr>
            <p:ph type="ctrTitle"/>
          </p:nvPr>
        </p:nvSpPr>
        <p:spPr>
          <a:xfrm>
            <a:off x="379840" y="330970"/>
            <a:ext cx="5387902" cy="3232401"/>
          </a:xfrm>
        </p:spPr>
        <p:txBody>
          <a:bodyPr anchor="ctr">
            <a:noAutofit/>
          </a:bodyPr>
          <a:lstStyle/>
          <a:p>
            <a:pPr eaLnBrk="1" hangingPunct="1"/>
            <a:r>
              <a:rPr lang="en-US" altLang="en-US" sz="3400" b="1" dirty="0" err="1">
                <a:latin typeface="MalayalamAbe" pitchFamily="18" charset="0"/>
              </a:rPr>
              <a:t>L|SglR</a:t>
            </a:r>
            <a:r>
              <a:rPr lang="en-US" altLang="en-US" sz="3400" b="1" dirty="0">
                <a:latin typeface="MalayalamAbe" pitchFamily="18" charset="0"/>
              </a:rPr>
              <a:t> </a:t>
            </a:r>
            <a:r>
              <a:rPr lang="en-US" altLang="en-US" sz="3400" b="1" dirty="0" err="1">
                <a:latin typeface="MalayalamAbe" pitchFamily="18" charset="0"/>
              </a:rPr>
              <a:t>Lnv</a:t>
            </a:r>
            <a:r>
              <a:rPr lang="en-US" altLang="en-US" sz="3400" b="1" dirty="0">
                <a:latin typeface="MalayalamAbe" pitchFamily="18" charset="0"/>
              </a:rPr>
              <a:t>&amp; </a:t>
            </a:r>
            <a:r>
              <a:rPr lang="en-US" altLang="en-US" sz="3400" b="1" dirty="0" err="1">
                <a:latin typeface="MalayalamAbe" pitchFamily="18" charset="0"/>
              </a:rPr>
              <a:t>Poe;SelH</a:t>
            </a:r>
            <a:r>
              <a:rPr lang="en-US" altLang="en-US" sz="3400" b="1" dirty="0">
                <a:latin typeface="MalayalamAbe" pitchFamily="18" charset="0"/>
              </a:rPr>
              <a:t> </a:t>
            </a:r>
            <a:r>
              <a:rPr lang="en-US" altLang="en-US" sz="3400" b="1" dirty="0" err="1">
                <a:latin typeface="MalayalamAbe" pitchFamily="18" charset="0"/>
              </a:rPr>
              <a:t>YelG</a:t>
            </a:r>
            <a:r>
              <a:rPr lang="en-US" altLang="en-US" sz="3400" b="1" dirty="0" err="1">
                <a:latin typeface="Kerala" pitchFamily="2" charset="0"/>
              </a:rPr>
              <a:t>j</a:t>
            </a:r>
            <a:r>
              <a:rPr lang="en-US" altLang="en-US" sz="3400" b="1" dirty="0" err="1">
                <a:latin typeface="MalayalamAbe" pitchFamily="18" charset="0"/>
              </a:rPr>
              <a:t>r</a:t>
            </a:r>
            <a:r>
              <a:rPr lang="en-US" altLang="en-US" sz="3400" b="1" dirty="0">
                <a:latin typeface="MalayalamAbe" pitchFamily="18" charset="0"/>
              </a:rPr>
              <a:t> </a:t>
            </a:r>
            <a:r>
              <a:rPr lang="en-US" altLang="en-US" sz="3400" b="1" dirty="0" err="1">
                <a:latin typeface="MalayalamAbe" pitchFamily="18" charset="0"/>
              </a:rPr>
              <a:t>cIJdgj</a:t>
            </a:r>
            <a:r>
              <a:rPr lang="en-US" altLang="en-US" sz="3400" b="1" dirty="0">
                <a:latin typeface="MalayalamAbe" pitchFamily="18" charset="0"/>
              </a:rPr>
              <a:t>)</a:t>
            </a:r>
            <a:r>
              <a:rPr lang="en-US" altLang="en-US" sz="3400" b="1" dirty="0" err="1">
                <a:latin typeface="MalayalamAbe" pitchFamily="18" charset="0"/>
              </a:rPr>
              <a:t>rjrkiG</a:t>
            </a:r>
            <a:r>
              <a:rPr lang="en-US" altLang="en-US" sz="3400" b="1" dirty="0">
                <a:latin typeface="MalayalamAbe" pitchFamily="18" charset="0"/>
              </a:rPr>
              <a:t> </a:t>
            </a:r>
            <a:r>
              <a:rPr lang="en-US" altLang="en-US" sz="3400" b="1" dirty="0" err="1">
                <a:latin typeface="MalayalamAbe" pitchFamily="18" charset="0"/>
              </a:rPr>
              <a:t>ulvrufk</a:t>
            </a:r>
            <a:r>
              <a:rPr lang="en-US" altLang="en-US" sz="3400" b="1" dirty="0">
                <a:latin typeface="MalayalamAbe" pitchFamily="18" charset="0"/>
              </a:rPr>
              <a:t> </a:t>
            </a:r>
            <a:r>
              <a:rPr lang="en-US" altLang="en-US" sz="3400" b="1" dirty="0" err="1">
                <a:latin typeface="MalayalamAbe" pitchFamily="18" charset="0"/>
              </a:rPr>
              <a:t>Selsh</a:t>
            </a:r>
            <a:r>
              <a:rPr lang="en-US" altLang="en-US" sz="3400" b="1" dirty="0">
                <a:latin typeface="MalayalamAbe" pitchFamily="18" charset="0"/>
              </a:rPr>
              <a:t> </a:t>
            </a:r>
            <a:r>
              <a:rPr lang="en-US" altLang="en-US" sz="3400" b="1" dirty="0" err="1">
                <a:latin typeface="MalayalamAbe" pitchFamily="18" charset="0"/>
              </a:rPr>
              <a:t>CkYCo</a:t>
            </a:r>
            <a:r>
              <a:rPr lang="en-US" altLang="en-US" sz="3400" b="1" dirty="0">
                <a:latin typeface="MalayalamAbe" pitchFamily="18" charset="0"/>
              </a:rPr>
              <a:t>&lt; </a:t>
            </a:r>
            <a:r>
              <a:rPr lang="en-US" altLang="en-US" sz="3400" b="1" dirty="0" err="1">
                <a:latin typeface="MalayalamAbe" pitchFamily="18" charset="0"/>
              </a:rPr>
              <a:t>ssds</a:t>
            </a:r>
            <a:r>
              <a:rPr lang="en-US" altLang="en-US" sz="3400" b="1" dirty="0">
                <a:latin typeface="MalayalamAbe" pitchFamily="18" charset="0"/>
              </a:rPr>
              <a:t>)</a:t>
            </a:r>
            <a:r>
              <a:rPr lang="en-US" altLang="en-US" sz="3400" b="1" dirty="0" err="1">
                <a:latin typeface="MalayalamAbe" pitchFamily="18" charset="0"/>
              </a:rPr>
              <a:t>lXd</a:t>
            </a:r>
            <a:r>
              <a:rPr lang="en-US" altLang="en-US" sz="3400" b="1" dirty="0">
                <a:latin typeface="MalayalamAbe" pitchFamily="18" charset="0"/>
              </a:rPr>
              <a:t> </a:t>
            </a:r>
            <a:r>
              <a:rPr lang="en-US" altLang="en-US" sz="3400" b="1" dirty="0" err="1">
                <a:latin typeface="MalayalamAbe" pitchFamily="18" charset="0"/>
              </a:rPr>
              <a:t>dmhjH</a:t>
            </a:r>
            <a:r>
              <a:rPr lang="en-US" altLang="en-US" sz="3400" b="1" dirty="0">
                <a:latin typeface="MalayalamAbe" pitchFamily="18" charset="0"/>
              </a:rPr>
              <a:t> </a:t>
            </a:r>
            <a:r>
              <a:rPr lang="en-US" altLang="en-US" sz="3400" b="1" dirty="0" err="1">
                <a:latin typeface="MalayalamAbe" pitchFamily="18" charset="0"/>
              </a:rPr>
              <a:t>Sulrlu</a:t>
            </a:r>
            <a:r>
              <a:rPr lang="en-US" altLang="en-US" sz="3400" b="1" dirty="0">
                <a:latin typeface="MalayalamAbe" pitchFamily="18" charset="0"/>
              </a:rPr>
              <a:t>[)</a:t>
            </a:r>
            <a:r>
              <a:rPr lang="en-US" altLang="en-US" sz="3400" b="1" dirty="0" err="1">
                <a:latin typeface="MalayalamAbe" pitchFamily="18" charset="0"/>
              </a:rPr>
              <a:t>gkxju</a:t>
            </a:r>
            <a:r>
              <a:rPr lang="en-US" altLang="en-US" sz="3400" b="1" dirty="0">
                <a:latin typeface="MalayalamAbe" pitchFamily="18" charset="0"/>
              </a:rPr>
              <a:t> </a:t>
            </a:r>
            <a:r>
              <a:rPr lang="en-US" altLang="en-US" sz="3400" b="1" dirty="0" err="1">
                <a:latin typeface="MalayalamAbe" pitchFamily="18" charset="0"/>
              </a:rPr>
              <a:t>SelH</a:t>
            </a:r>
            <a:r>
              <a:rPr lang="en-US" altLang="en-US" sz="3400" b="1" dirty="0">
                <a:latin typeface="MalayalamAbe" pitchFamily="18" charset="0"/>
              </a:rPr>
              <a:t> </a:t>
            </a:r>
            <a:r>
              <a:rPr lang="en-US" altLang="en-US" sz="3400" b="1" dirty="0" err="1">
                <a:latin typeface="MalayalamAbe" pitchFamily="18" charset="0"/>
              </a:rPr>
              <a:t>LmjulG</a:t>
            </a:r>
            <a:r>
              <a:rPr lang="en-US" altLang="en-US" sz="3400" b="1" dirty="0">
                <a:latin typeface="MalayalamAbe" pitchFamily="18" charset="0"/>
              </a:rPr>
              <a:t>)k\</a:t>
            </a:r>
            <a:r>
              <a:rPr lang="en-US" altLang="en-US" sz="3400" b="1" dirty="0" err="1">
                <a:latin typeface="MalayalamAbe" pitchFamily="18" charset="0"/>
              </a:rPr>
              <a:t>gagkxJmkd</a:t>
            </a:r>
            <a:endParaRPr lang="en-US" altLang="en-US" sz="3400" b="1" dirty="0">
              <a:latin typeface="MalayalamAbe" pitchFamily="18" charset="0"/>
            </a:endParaRPr>
          </a:p>
        </p:txBody>
      </p:sp>
      <p:sp>
        <p:nvSpPr>
          <p:cNvPr id="6" name="Right Arrow 7">
            <a:hlinkClick r:id="rId2" action="ppaction://hlinksldjump"/>
            <a:extLst>
              <a:ext uri="{FF2B5EF4-FFF2-40B4-BE49-F238E27FC236}">
                <a16:creationId xmlns:a16="http://schemas.microsoft.com/office/drawing/2014/main" id="{7527231A-1B60-4BEA-8B09-508F3FC5FB70}"/>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
        <p:nvSpPr>
          <p:cNvPr id="3" name="TextBox 2">
            <a:extLst>
              <a:ext uri="{FF2B5EF4-FFF2-40B4-BE49-F238E27FC236}">
                <a16:creationId xmlns:a16="http://schemas.microsoft.com/office/drawing/2014/main" id="{89C2BF7B-E90D-BAD0-2BE0-2A7FF4689D40}"/>
              </a:ext>
            </a:extLst>
          </p:cNvPr>
          <p:cNvSpPr txBox="1"/>
          <p:nvPr/>
        </p:nvSpPr>
        <p:spPr>
          <a:xfrm>
            <a:off x="815479" y="4459790"/>
            <a:ext cx="10822339" cy="1477328"/>
          </a:xfrm>
          <a:prstGeom prst="rect">
            <a:avLst/>
          </a:prstGeom>
          <a:noFill/>
        </p:spPr>
        <p:txBody>
          <a:bodyPr wrap="square">
            <a:spAutoFit/>
          </a:bodyPr>
          <a:lstStyle/>
          <a:p>
            <a:pPr algn="ctr"/>
            <a:r>
              <a:rPr lang="en-US" sz="3000" b="1" i="1" u="none" strike="noStrike" dirty="0">
                <a:effectLst/>
                <a:latin typeface="+mn-lt"/>
                <a:cs typeface="Times New Roman" panose="02020603050405020304" pitchFamily="18" charset="0"/>
              </a:rPr>
              <a:t>Let our prayers be accepted like the incense offered by Aaron, </a:t>
            </a:r>
          </a:p>
          <a:p>
            <a:pPr algn="ctr"/>
            <a:r>
              <a:rPr lang="en-US" sz="3000" b="1" i="1" u="none" strike="noStrike" dirty="0">
                <a:effectLst/>
                <a:latin typeface="+mn-lt"/>
                <a:cs typeface="Times New Roman" panose="02020603050405020304" pitchFamily="18" charset="0"/>
              </a:rPr>
              <a:t>Accept our service as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effectLst/>
                <a:latin typeface="+mn-lt"/>
                <a:cs typeface="Times New Roman" panose="02020603050405020304" pitchFamily="18" charset="0"/>
              </a:rPr>
              <a:t>ou answered the pleas of Ninevites,</a:t>
            </a:r>
          </a:p>
          <a:p>
            <a:pPr algn="ctr"/>
            <a:r>
              <a:rPr lang="en-US" sz="3000" b="1" i="1" u="none" strike="noStrike" dirty="0">
                <a:effectLst/>
                <a:latin typeface="+mn-lt"/>
                <a:cs typeface="Times New Roman" panose="02020603050405020304" pitchFamily="18" charset="0"/>
              </a:rPr>
              <a:t>Bestow deliverance upon Your servants, as Jonah found in the sea</a:t>
            </a:r>
            <a:endParaRPr lang="en-US" sz="3000" b="1" i="1" dirty="0">
              <a:latin typeface="+mn-lt"/>
              <a:cs typeface="Times New Roman" panose="02020603050405020304" pitchFamily="18" charset="0"/>
            </a:endParaRPr>
          </a:p>
        </p:txBody>
      </p:sp>
      <p:sp>
        <p:nvSpPr>
          <p:cNvPr id="2" name="TextBox 1">
            <a:extLst>
              <a:ext uri="{FF2B5EF4-FFF2-40B4-BE49-F238E27FC236}">
                <a16:creationId xmlns:a16="http://schemas.microsoft.com/office/drawing/2014/main" id="{EC6A71BB-9C24-A519-A440-BE700803AE19}"/>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DBC06DDF-39A4-AD05-5394-B3896F8D83FE}"/>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0" y="205740"/>
            <a:ext cx="6059117" cy="3429000"/>
          </a:xfrm>
        </p:spPr>
        <p:txBody>
          <a:bodyPr anchor="ctr">
            <a:noAutofit/>
          </a:bodyPr>
          <a:lstStyle/>
          <a:p>
            <a:pPr eaLnBrk="1" hangingPunct="1"/>
            <a:r>
              <a:rPr lang="en-US" altLang="en-US" sz="3200" b="1" dirty="0" err="1">
                <a:latin typeface="MalayalamAbe" pitchFamily="18" charset="0"/>
              </a:rPr>
              <a:t>eliral</a:t>
            </a:r>
            <a:r>
              <a:rPr lang="en-US" altLang="en-US" sz="3200" b="1" dirty="0">
                <a:latin typeface="MalayalamAbe" pitchFamily="18" charset="0"/>
              </a:rPr>
              <a:t>; </a:t>
            </a:r>
            <a:r>
              <a:rPr lang="en-US" altLang="en-US" sz="3200" b="1" dirty="0" err="1">
                <a:latin typeface="MalayalamAbe" pitchFamily="18" charset="0"/>
              </a:rPr>
              <a:t>fjgkrl</a:t>
            </a:r>
            <a:r>
              <a:rPr lang="en-US" altLang="en-US" sz="3200" b="1" dirty="0">
                <a:latin typeface="MalayalamAbe" pitchFamily="18" charset="0"/>
              </a:rPr>
              <a:t>-a\</a:t>
            </a:r>
            <a:r>
              <a:rPr lang="en-US" altLang="en-US" sz="3200" b="1" dirty="0" err="1">
                <a:latin typeface="MalayalamAbe" pitchFamily="18" charset="0"/>
              </a:rPr>
              <a:t>j#nu</a:t>
            </a:r>
            <a:r>
              <a:rPr lang="en-US" altLang="en-US" sz="3200" b="1" dirty="0">
                <a:latin typeface="MalayalamAbe" pitchFamily="18" charset="0"/>
              </a:rPr>
              <a:t>[)k# </a:t>
            </a:r>
            <a:r>
              <a:rPr lang="en-US" altLang="en-US" sz="3200" b="1" dirty="0" err="1">
                <a:latin typeface="MalayalamAbe" pitchFamily="18" charset="0"/>
              </a:rPr>
              <a:t>YelG</a:t>
            </a:r>
            <a:r>
              <a:rPr lang="en-US" altLang="en-US" sz="3200" b="1" dirty="0" err="1">
                <a:latin typeface="Kerala" pitchFamily="2" charset="0"/>
              </a:rPr>
              <a:t>j</a:t>
            </a:r>
            <a:r>
              <a:rPr lang="en-US" altLang="en-US" sz="3200" b="1" dirty="0" err="1">
                <a:latin typeface="MalayalamAbe" pitchFamily="18" charset="0"/>
              </a:rPr>
              <a:t>rdX</a:t>
            </a:r>
            <a:r>
              <a:rPr lang="en-US" altLang="en-US" sz="3200" b="1" dirty="0">
                <a:latin typeface="MalayalamAbe" pitchFamily="18" charset="0"/>
              </a:rPr>
              <a:t> </a:t>
            </a:r>
            <a:r>
              <a:rPr lang="en-US" altLang="en-US" sz="3200" b="1" dirty="0" err="1">
                <a:latin typeface="MalayalamAbe" pitchFamily="18" charset="0"/>
              </a:rPr>
              <a:t>dgkndxj#l-rkdohU</a:t>
            </a:r>
            <a:r>
              <a:rPr lang="en-US" altLang="en-US" sz="3200" b="1" dirty="0">
                <a:latin typeface="MalayalamAbe" pitchFamily="18" charset="0"/>
              </a:rPr>
              <a:t>\</a:t>
            </a:r>
            <a:r>
              <a:rPr lang="en-US" altLang="en-US" sz="3200" b="1" dirty="0" err="1">
                <a:latin typeface="MalayalamAbe" pitchFamily="18" charset="0"/>
              </a:rPr>
              <a:t>j#luj</a:t>
            </a:r>
            <a:r>
              <a:rPr lang="en-US" altLang="en-US" sz="3200" b="1" dirty="0">
                <a:latin typeface="MalayalamAbe" pitchFamily="18" charset="0"/>
              </a:rPr>
              <a:t>&gt;</a:t>
            </a:r>
            <a:r>
              <a:rPr lang="en-US" altLang="en-US" sz="3200" b="1" dirty="0" err="1">
                <a:latin typeface="MalayalamAbe" pitchFamily="18" charset="0"/>
              </a:rPr>
              <a:t>ij</a:t>
            </a:r>
            <a:r>
              <a:rPr lang="en-US" altLang="en-US" sz="3200" b="1" dirty="0">
                <a:latin typeface="MalayalamAbe" pitchFamily="18" charset="0"/>
              </a:rPr>
              <a:t>)</a:t>
            </a:r>
            <a:r>
              <a:rPr lang="en-US" altLang="en-US" sz="3200" b="1" dirty="0" err="1">
                <a:latin typeface="MalayalamAbe" pitchFamily="18" charset="0"/>
              </a:rPr>
              <a:t>nSa</a:t>
            </a:r>
            <a:br>
              <a:rPr lang="en-US" altLang="en-US" sz="3200" b="1" dirty="0">
                <a:latin typeface="MalayalamAbe" pitchFamily="18" charset="0"/>
              </a:rPr>
            </a:br>
            <a:r>
              <a:rPr lang="en-US" altLang="en-US" sz="3200" b="1" dirty="0" err="1">
                <a:latin typeface="MalayalamAbe" pitchFamily="18" charset="0"/>
              </a:rPr>
              <a:t>dgknlrjPjul</a:t>
            </a:r>
            <a:r>
              <a:rPr lang="en-US" altLang="en-US" sz="3200" b="1" dirty="0">
                <a:latin typeface="MalayalamAbe" pitchFamily="18" charset="0"/>
              </a:rPr>
              <a:t>; </a:t>
            </a:r>
            <a:r>
              <a:rPr lang="en-US" altLang="en-US" sz="3200" b="1" dirty="0" err="1">
                <a:latin typeface="MalayalamAbe" pitchFamily="18" charset="0"/>
              </a:rPr>
              <a:t>Spil</a:t>
            </a:r>
            <a:r>
              <a:rPr lang="en-US" altLang="en-US" sz="3200" b="1" dirty="0">
                <a:latin typeface="MalayalamAbe" pitchFamily="18" charset="0"/>
              </a:rPr>
              <a:t> </a:t>
            </a:r>
            <a:r>
              <a:rPr lang="en-US" altLang="en-US" sz="3200" b="1" dirty="0" err="1">
                <a:latin typeface="MalayalamAbe" pitchFamily="18" charset="0"/>
              </a:rPr>
              <a:t>rJ</a:t>
            </a:r>
            <a:r>
              <a:rPr lang="en-US" altLang="en-US" sz="3200" b="1" dirty="0">
                <a:latin typeface="MalayalamAbe" pitchFamily="18" charset="0"/>
              </a:rPr>
              <a:t> </a:t>
            </a:r>
            <a:r>
              <a:rPr lang="en-US" altLang="en-US" sz="3200" b="1" dirty="0" err="1">
                <a:latin typeface="MalayalamAbe" pitchFamily="18" charset="0"/>
              </a:rPr>
              <a:t>aSrlzkn</a:t>
            </a:r>
            <a:r>
              <a:rPr lang="en-US" altLang="en-US" sz="3200" b="1" dirty="0">
                <a:latin typeface="MalayalamAbe" pitchFamily="18" charset="0"/>
              </a:rPr>
              <a:t>\</a:t>
            </a:r>
            <a:r>
              <a:rPr lang="en-US" altLang="en-US" sz="3200" b="1" dirty="0" err="1">
                <a:latin typeface="MalayalamAbe" pitchFamily="18" charset="0"/>
              </a:rPr>
              <a:t>lH</a:t>
            </a:r>
            <a:r>
              <a:rPr lang="en-US" altLang="en-US" sz="3200" b="1" dirty="0">
                <a:latin typeface="MalayalamAbe" pitchFamily="18" charset="0"/>
              </a:rPr>
              <a:t> </a:t>
            </a:r>
            <a:r>
              <a:rPr lang="en-US" altLang="en-US" sz="3200" b="1" dirty="0" err="1">
                <a:latin typeface="MalayalamAbe" pitchFamily="18" charset="0"/>
              </a:rPr>
              <a:t>pu</a:t>
            </a:r>
            <a:r>
              <a:rPr lang="en-US" altLang="en-US" sz="3200" b="1" dirty="0">
                <a:latin typeface="MalayalamAbe" pitchFamily="18" charset="0"/>
              </a:rPr>
              <a:t> </a:t>
            </a:r>
            <a:r>
              <a:rPr lang="en-US" altLang="en-US" sz="3200" b="1" dirty="0" err="1">
                <a:latin typeface="MalayalamAbe" pitchFamily="18" charset="0"/>
              </a:rPr>
              <a:t>svu&amp;nSa</a:t>
            </a:r>
            <a:endParaRPr lang="en-US" altLang="en-US" sz="3200" b="1" dirty="0">
              <a:latin typeface="MalayalamAbe" pitchFamily="18" charset="0"/>
            </a:endParaRPr>
          </a:p>
        </p:txBody>
      </p:sp>
      <p:sp>
        <p:nvSpPr>
          <p:cNvPr id="5" name="Text Box 2">
            <a:extLst>
              <a:ext uri="{FF2B5EF4-FFF2-40B4-BE49-F238E27FC236}">
                <a16:creationId xmlns:a16="http://schemas.microsoft.com/office/drawing/2014/main" id="{AEBE9E99-2C87-4229-9AF2-007AB3675525}"/>
              </a:ext>
            </a:extLst>
          </p:cNvPr>
          <p:cNvSpPr txBox="1">
            <a:spLocks noChangeArrowheads="1"/>
          </p:cNvSpPr>
          <p:nvPr/>
        </p:nvSpPr>
        <p:spPr bwMode="auto">
          <a:xfrm>
            <a:off x="6125556" y="629228"/>
            <a:ext cx="6091025" cy="2720414"/>
          </a:xfrm>
          <a:prstGeom prst="rect">
            <a:avLst/>
          </a:prstGeom>
          <a:noFill/>
          <a:ln w="9525">
            <a:noFill/>
            <a:miter lim="800000"/>
            <a:headEnd/>
            <a:tailEnd/>
          </a:ln>
          <a:effectLst/>
        </p:spPr>
        <p:txBody>
          <a:bodyPr wrap="square" lIns="133682" tIns="66892" rIns="133682" bIns="66892">
            <a:spAutoFit/>
          </a:bodyPr>
          <a:lstStyle/>
          <a:p>
            <a:pPr algn="ctr">
              <a:spcBef>
                <a:spcPts val="0"/>
              </a:spcBef>
            </a:pPr>
            <a:r>
              <a:rPr lang="en-US" sz="2800" b="1" kern="0" dirty="0" err="1">
                <a:latin typeface="+mn-lt"/>
                <a:ea typeface="Ebrima" pitchFamily="2" charset="0"/>
                <a:cs typeface="Calibri" pitchFamily="34" charset="0"/>
              </a:rPr>
              <a:t>Paavanamaam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Thirunaamathinn-anhakkunna</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praarthanakal</a:t>
            </a:r>
            <a:r>
              <a:rPr lang="en-US" sz="2800" b="1" kern="0" dirty="0">
                <a:latin typeface="+mn-lt"/>
                <a:ea typeface="Ebrima" pitchFamily="2" charset="0"/>
                <a:cs typeface="Calibri" pitchFamily="34" charset="0"/>
              </a:rPr>
              <a:t> -</a:t>
            </a:r>
            <a:br>
              <a:rPr lang="en-US" sz="2800" b="1" kern="0" dirty="0">
                <a:latin typeface="+mn-lt"/>
                <a:ea typeface="Ebrima" pitchFamily="2" charset="0"/>
                <a:cs typeface="Calibri" pitchFamily="34" charset="0"/>
              </a:rPr>
            </a:br>
            <a:r>
              <a:rPr lang="en-US" sz="2800" b="1" kern="0" dirty="0" err="1">
                <a:latin typeface="+mn-lt"/>
                <a:ea typeface="Ebrima" pitchFamily="2" charset="0"/>
                <a:cs typeface="Calibri" pitchFamily="34" charset="0"/>
              </a:rPr>
              <a:t>Karunakalhin</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anukoolyathinaayi</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bhavikkenhame</a:t>
            </a:r>
            <a:r>
              <a:rPr lang="en-US" sz="2800" b="1" kern="0" dirty="0">
                <a:latin typeface="+mn-lt"/>
                <a:ea typeface="Ebrima" pitchFamily="2" charset="0"/>
                <a:cs typeface="Calibri" pitchFamily="34" charset="0"/>
              </a:rPr>
              <a:t> - </a:t>
            </a:r>
            <a:r>
              <a:rPr lang="en-US" sz="2800" b="1" kern="0" dirty="0" err="1">
                <a:latin typeface="+mn-lt"/>
                <a:ea typeface="Ebrima" pitchFamily="2" charset="0"/>
                <a:cs typeface="Calibri" pitchFamily="34" charset="0"/>
              </a:rPr>
              <a:t>Karunhaanidhiyaam</a:t>
            </a:r>
            <a:r>
              <a:rPr lang="en-US" sz="2800" b="1" kern="0" dirty="0">
                <a:latin typeface="+mn-lt"/>
                <a:ea typeface="Ebrima" pitchFamily="2" charset="0"/>
                <a:cs typeface="Calibri" pitchFamily="34" charset="0"/>
              </a:rPr>
              <a:t> deva nee </a:t>
            </a:r>
            <a:r>
              <a:rPr lang="en-US" sz="2800" b="1" kern="0" dirty="0" err="1">
                <a:latin typeface="+mn-lt"/>
                <a:ea typeface="Ebrima" pitchFamily="2" charset="0"/>
                <a:cs typeface="Calibri" pitchFamily="34" charset="0"/>
              </a:rPr>
              <a:t>manogunhathaal</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daya</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cheyyenhame</a:t>
            </a:r>
            <a:endParaRPr lang="en-US" sz="2800" b="1" kern="0" dirty="0">
              <a:latin typeface="+mn-lt"/>
              <a:ea typeface="Ebrima" pitchFamily="2" charset="0"/>
              <a:cs typeface="Calibri" pitchFamily="34" charset="0"/>
            </a:endParaRPr>
          </a:p>
        </p:txBody>
      </p:sp>
      <p:sp>
        <p:nvSpPr>
          <p:cNvPr id="3" name="TextBox 2">
            <a:extLst>
              <a:ext uri="{FF2B5EF4-FFF2-40B4-BE49-F238E27FC236}">
                <a16:creationId xmlns:a16="http://schemas.microsoft.com/office/drawing/2014/main" id="{F00FD6AE-8A25-042B-883F-E362D7317528}"/>
              </a:ext>
            </a:extLst>
          </p:cNvPr>
          <p:cNvSpPr txBox="1"/>
          <p:nvPr/>
        </p:nvSpPr>
        <p:spPr>
          <a:xfrm>
            <a:off x="0" y="4505957"/>
            <a:ext cx="12192000" cy="1477328"/>
          </a:xfrm>
          <a:prstGeom prst="rect">
            <a:avLst/>
          </a:prstGeom>
          <a:noFill/>
        </p:spPr>
        <p:txBody>
          <a:bodyPr wrap="square">
            <a:spAutoFit/>
          </a:bodyPr>
          <a:lstStyle/>
          <a:p>
            <a:pPr algn="ctr"/>
            <a:r>
              <a:rPr lang="en-US" sz="3000" b="1" i="1" u="none" strike="noStrike" dirty="0">
                <a:effectLst/>
                <a:latin typeface="+mn-lt"/>
                <a:cs typeface="Times New Roman" panose="02020603050405020304" pitchFamily="18" charset="0"/>
              </a:rPr>
              <a:t>Holy prayers in the name of sanctity,</a:t>
            </a:r>
          </a:p>
          <a:p>
            <a:pPr algn="ctr"/>
            <a:r>
              <a:rPr lang="en-US" sz="3000" b="1" i="1" u="none" strike="noStrike" dirty="0">
                <a:effectLst/>
                <a:latin typeface="+mn-lt"/>
                <a:cs typeface="Times New Roman" panose="02020603050405020304" pitchFamily="18" charset="0"/>
              </a:rPr>
              <a:t>We yearn for the favor of Your grace,</a:t>
            </a:r>
          </a:p>
          <a:p>
            <a:pPr algn="ctr"/>
            <a:r>
              <a:rPr lang="en-US" sz="3000" b="1" i="1" u="none" strike="noStrike" dirty="0">
                <a:effectLst/>
                <a:latin typeface="+mn-lt"/>
                <a:cs typeface="Times New Roman" panose="02020603050405020304" pitchFamily="18" charset="0"/>
              </a:rPr>
              <a:t>O God, by Your nature, show compassion</a:t>
            </a:r>
            <a:endParaRPr lang="en-US" sz="3000" b="1" i="1" dirty="0">
              <a:latin typeface="+mn-lt"/>
              <a:cs typeface="Times New Roman" panose="02020603050405020304" pitchFamily="18" charset="0"/>
            </a:endParaRPr>
          </a:p>
        </p:txBody>
      </p:sp>
      <p:sp>
        <p:nvSpPr>
          <p:cNvPr id="7" name="TextBox 6">
            <a:extLst>
              <a:ext uri="{FF2B5EF4-FFF2-40B4-BE49-F238E27FC236}">
                <a16:creationId xmlns:a16="http://schemas.microsoft.com/office/drawing/2014/main" id="{36EE7A04-33A1-DD7E-F53E-080B0C5F6D6E}"/>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10" name="Straight Connector 9">
            <a:extLst>
              <a:ext uri="{FF2B5EF4-FFF2-40B4-BE49-F238E27FC236}">
                <a16:creationId xmlns:a16="http://schemas.microsoft.com/office/drawing/2014/main" id="{6898C41E-BBCB-7C7F-F5C5-2BDF873C3DBE}"/>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Right Arrow 7">
            <a:hlinkClick r:id="rId3" action="ppaction://hlinksldjump"/>
            <a:extLst>
              <a:ext uri="{FF2B5EF4-FFF2-40B4-BE49-F238E27FC236}">
                <a16:creationId xmlns:a16="http://schemas.microsoft.com/office/drawing/2014/main" id="{CE05F2D0-7C19-21C7-082E-5F0A0C54E1A9}"/>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a:xfrm>
            <a:off x="24581" y="205740"/>
            <a:ext cx="5920195" cy="3429000"/>
          </a:xfrm>
        </p:spPr>
        <p:txBody>
          <a:bodyPr anchor="ctr">
            <a:noAutofit/>
          </a:bodyPr>
          <a:lstStyle/>
          <a:p>
            <a:pPr eaLnBrk="1" hangingPunct="1"/>
            <a:r>
              <a:rPr lang="en-US" altLang="en-US" sz="3600" b="1" dirty="0" err="1">
                <a:latin typeface="MalayalamAbe" pitchFamily="18" charset="0"/>
              </a:rPr>
              <a:t>Shldsals</a:t>
            </a:r>
            <a:r>
              <a:rPr lang="en-US" altLang="en-US" sz="3600" b="1" dirty="0">
                <a:latin typeface="MalayalamAbe" pitchFamily="18" charset="0"/>
              </a:rPr>
              <a:t>)</a:t>
            </a:r>
            <a:r>
              <a:rPr lang="en-US" altLang="en-US" sz="3600" b="1" dirty="0" err="1">
                <a:latin typeface="MalayalamAbe" pitchFamily="18" charset="0"/>
              </a:rPr>
              <a:t>ujH</a:t>
            </a:r>
            <a:r>
              <a:rPr lang="en-US" altLang="en-US" sz="3600" b="1" dirty="0">
                <a:latin typeface="MalayalamAbe" pitchFamily="18" charset="0"/>
              </a:rPr>
              <a:t> </a:t>
            </a:r>
            <a:r>
              <a:rPr lang="en-US" altLang="en-US" sz="3600" b="1" dirty="0" err="1">
                <a:latin typeface="MalayalamAbe" pitchFamily="18" charset="0"/>
              </a:rPr>
              <a:t>rHigsaYf</a:t>
            </a:r>
            <a:r>
              <a:rPr lang="en-US" altLang="en-US" sz="3600" b="1" dirty="0">
                <a:latin typeface="MalayalamAbe" pitchFamily="18" charset="0"/>
              </a:rPr>
              <a:t> </a:t>
            </a:r>
            <a:r>
              <a:rPr lang="en-US" altLang="en-US" sz="3600" b="1" dirty="0" err="1">
                <a:latin typeface="MalayalamAbe" pitchFamily="18" charset="0"/>
              </a:rPr>
              <a:t>fodjujgj</a:t>
            </a:r>
            <a:r>
              <a:rPr lang="en-US" altLang="en-US" sz="3600" b="1" dirty="0">
                <a:latin typeface="MalayalamAbe" pitchFamily="18" charset="0"/>
              </a:rPr>
              <a:t>)</a:t>
            </a:r>
            <a:r>
              <a:rPr lang="en-US" altLang="en-US" sz="3600" b="1" dirty="0" err="1">
                <a:latin typeface="MalayalamAbe" pitchFamily="18" charset="0"/>
              </a:rPr>
              <a:t>k#k</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TOSClSpil</a:t>
            </a:r>
            <a:r>
              <a:rPr lang="en-US" altLang="en-US" sz="3600" b="1" dirty="0">
                <a:latin typeface="MalayalamAbe" pitchFamily="18" charset="0"/>
              </a:rPr>
              <a:t> d{</a:t>
            </a:r>
            <a:r>
              <a:rPr lang="en-US" altLang="en-US" sz="3600" b="1" dirty="0" err="1">
                <a:latin typeface="MalayalamAbe" pitchFamily="18" charset="0"/>
              </a:rPr>
              <a:t>edgkn-dX</a:t>
            </a:r>
            <a:r>
              <a:rPr lang="en-US" altLang="en-US" sz="3600" b="1" dirty="0">
                <a:latin typeface="MalayalamAbe" pitchFamily="18" charset="0"/>
              </a:rPr>
              <a:t>)</a:t>
            </a:r>
            <a:r>
              <a:rPr lang="en-US" altLang="en-US" sz="3600" b="1" dirty="0" err="1">
                <a:latin typeface="MalayalamAbe" pitchFamily="18" charset="0"/>
              </a:rPr>
              <a:t>rkprik;c</a:t>
            </a:r>
            <a:r>
              <a:rPr lang="en-US" altLang="en-US" sz="3600" b="1" dirty="0">
                <a:latin typeface="MalayalamAbe" pitchFamily="18" charset="0"/>
              </a:rPr>
              <a:t>[</a:t>
            </a:r>
            <a:r>
              <a:rPr lang="en-US" altLang="en-US" sz="3600" b="1" dirty="0" err="1">
                <a:latin typeface="MalayalamAbe" pitchFamily="18" charset="0"/>
              </a:rPr>
              <a:t>fkfj</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rjs</a:t>
            </a:r>
            <a:r>
              <a:rPr lang="en-US" altLang="en-US" sz="3600" b="1" dirty="0">
                <a:latin typeface="MalayalamAbe" pitchFamily="18" charset="0"/>
              </a:rPr>
              <a:t># </a:t>
            </a:r>
            <a:r>
              <a:rPr lang="en-US" altLang="en-US" sz="3600" b="1" dirty="0" err="1">
                <a:latin typeface="MalayalamAbe" pitchFamily="18" charset="0"/>
              </a:rPr>
              <a:t>ijxjv</a:t>
            </a:r>
            <a:r>
              <a:rPr lang="en-US" altLang="en-US" sz="3600" b="1" dirty="0">
                <a:latin typeface="MalayalamAbe" pitchFamily="18" charset="0"/>
              </a:rPr>
              <a:t>&amp; </a:t>
            </a:r>
            <a:r>
              <a:rPr lang="en-US" altLang="en-US" sz="3600" b="1" dirty="0" err="1">
                <a:latin typeface="MalayalamAbe" pitchFamily="18" charset="0"/>
              </a:rPr>
              <a:t>rjrkilusg-Sdlesalqjv&amp;k</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a:t>
            </a:r>
            <a:r>
              <a:rPr lang="en-US" altLang="en-US" sz="3600" b="1" dirty="0" err="1">
                <a:latin typeface="MalayalamAbe" pitchFamily="18" charset="0"/>
              </a:rPr>
              <a:t>iJ!Sh^l</a:t>
            </a:r>
            <a:endParaRPr lang="en-US" altLang="en-US" sz="3600" b="1" dirty="0">
              <a:latin typeface="MalayalamAbe" pitchFamily="18" charset="0"/>
            </a:endParaRPr>
          </a:p>
        </p:txBody>
      </p:sp>
      <p:sp>
        <p:nvSpPr>
          <p:cNvPr id="5" name="Text Box 2">
            <a:extLst>
              <a:ext uri="{FF2B5EF4-FFF2-40B4-BE49-F238E27FC236}">
                <a16:creationId xmlns:a16="http://schemas.microsoft.com/office/drawing/2014/main" id="{3C60A571-D7D4-47BF-A08C-FDCE5A4C7B7A}"/>
              </a:ext>
            </a:extLst>
          </p:cNvPr>
          <p:cNvSpPr txBox="1">
            <a:spLocks noChangeArrowheads="1"/>
          </p:cNvSpPr>
          <p:nvPr/>
        </p:nvSpPr>
        <p:spPr bwMode="auto">
          <a:xfrm>
            <a:off x="6627411" y="560033"/>
            <a:ext cx="5045468" cy="2720414"/>
          </a:xfrm>
          <a:prstGeom prst="rect">
            <a:avLst/>
          </a:prstGeom>
          <a:noFill/>
          <a:ln w="9525">
            <a:noFill/>
            <a:miter lim="800000"/>
            <a:headEnd/>
            <a:tailEnd/>
          </a:ln>
          <a:effectLst/>
        </p:spPr>
        <p:txBody>
          <a:bodyPr wrap="square" lIns="133682" tIns="66892" rIns="133682" bIns="66892">
            <a:spAutoFit/>
          </a:bodyPr>
          <a:lstStyle/>
          <a:p>
            <a:pPr algn="ctr">
              <a:spcBef>
                <a:spcPts val="0"/>
              </a:spcBef>
            </a:pPr>
            <a:r>
              <a:rPr lang="en-US" sz="2800" b="1" kern="0" dirty="0" err="1">
                <a:latin typeface="Calibri" pitchFamily="34" charset="0"/>
                <a:ea typeface="Ebrima" pitchFamily="2" charset="0"/>
                <a:cs typeface="Calibri" pitchFamily="34" charset="0"/>
              </a:rPr>
              <a:t>Lokamokkeyil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nalvaram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ethra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thookiyirikkunnu</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Eesho</a:t>
            </a:r>
            <a:r>
              <a:rPr lang="en-US" sz="2800" b="1" kern="0" dirty="0">
                <a:latin typeface="Calibri" pitchFamily="34" charset="0"/>
                <a:ea typeface="Ebrima" pitchFamily="2" charset="0"/>
                <a:cs typeface="Calibri" pitchFamily="34" charset="0"/>
              </a:rPr>
              <a:t> deva </a:t>
            </a:r>
            <a:r>
              <a:rPr lang="en-US" sz="2800" b="1" kern="0" dirty="0" err="1">
                <a:latin typeface="Calibri" pitchFamily="34" charset="0"/>
                <a:ea typeface="Ebrima" pitchFamily="2" charset="0"/>
                <a:cs typeface="Calibri" pitchFamily="34" charset="0"/>
              </a:rPr>
              <a:t>krupa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karunhakalkanudinavum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Ninne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vilhicha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ninuvaayare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Kopam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ozhichu</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veendallo</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BA566BF9-D335-19F9-A6B3-5C67E682BE47}"/>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E17D22F1-9C72-CEA5-256D-5CF1AF0C38BF}"/>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9E5A2AF-7613-94C6-AB2F-1EA5822786E5}"/>
              </a:ext>
            </a:extLst>
          </p:cNvPr>
          <p:cNvSpPr txBox="1"/>
          <p:nvPr/>
        </p:nvSpPr>
        <p:spPr>
          <a:xfrm>
            <a:off x="12290" y="4470842"/>
            <a:ext cx="12192000" cy="1477328"/>
          </a:xfrm>
          <a:prstGeom prst="rect">
            <a:avLst/>
          </a:prstGeom>
          <a:noFill/>
        </p:spPr>
        <p:txBody>
          <a:bodyPr wrap="square">
            <a:spAutoFit/>
          </a:bodyPr>
          <a:lstStyle/>
          <a:p>
            <a:pPr algn="ctr" rtl="0">
              <a:spcBef>
                <a:spcPts val="0"/>
              </a:spcBef>
              <a:spcAft>
                <a:spcPts val="0"/>
              </a:spcAft>
            </a:pPr>
            <a:r>
              <a:rPr lang="en-US" sz="3000" b="1" i="1" u="none" strike="noStrike" dirty="0">
                <a:solidFill>
                  <a:srgbClr val="0D0D0D"/>
                </a:solidFill>
                <a:effectLst/>
                <a:latin typeface="+mn-lt"/>
              </a:rPr>
              <a:t>Across every land, Your blessings cascade,</a:t>
            </a:r>
            <a:endParaRPr lang="en-US" sz="3000" b="1" i="1" u="none" strike="noStrike" dirty="0">
              <a:solidFill>
                <a:srgbClr val="000000"/>
              </a:solidFill>
              <a:effectLst/>
              <a:latin typeface="+mn-lt"/>
            </a:endParaRPr>
          </a:p>
          <a:p>
            <a:pPr algn="ctr" rtl="0">
              <a:spcBef>
                <a:spcPts val="0"/>
              </a:spcBef>
              <a:spcAft>
                <a:spcPts val="0"/>
              </a:spcAft>
            </a:pPr>
            <a:r>
              <a:rPr lang="en-US" sz="3000" b="1" i="1" u="none" strike="noStrike" dirty="0">
                <a:solidFill>
                  <a:srgbClr val="0D0D0D"/>
                </a:solidFill>
                <a:effectLst/>
                <a:latin typeface="+mn-lt"/>
              </a:rPr>
              <a:t>Praise be to thee, O Lord Jesus, for thy grace and compassion each day,</a:t>
            </a:r>
            <a:endParaRPr lang="en-US" sz="3000" b="1" i="1" u="none" strike="noStrike" dirty="0">
              <a:solidFill>
                <a:srgbClr val="000000"/>
              </a:solidFill>
              <a:effectLst/>
              <a:latin typeface="+mn-lt"/>
            </a:endParaRPr>
          </a:p>
          <a:p>
            <a:pPr algn="ctr" rtl="0">
              <a:spcBef>
                <a:spcPts val="0"/>
              </a:spcBef>
              <a:spcAft>
                <a:spcPts val="0"/>
              </a:spcAft>
            </a:pPr>
            <a:r>
              <a:rPr lang="en-US" sz="3000" b="1" i="1" u="none" strike="noStrike" dirty="0">
                <a:solidFill>
                  <a:srgbClr val="0D0D0D"/>
                </a:solidFill>
                <a:effectLst/>
                <a:latin typeface="+mn-lt"/>
              </a:rPr>
              <a:t>You have saved the Ninevites, who called upon You</a:t>
            </a:r>
            <a:endParaRPr lang="en-US" sz="3000" b="1" i="1" u="none" strike="noStrike" dirty="0">
              <a:solidFill>
                <a:srgbClr val="000000"/>
              </a:solidFill>
              <a:effectLst/>
              <a:latin typeface="+mn-lt"/>
            </a:endParaRPr>
          </a:p>
        </p:txBody>
      </p:sp>
      <p:sp>
        <p:nvSpPr>
          <p:cNvPr id="4" name="Right Arrow 7">
            <a:hlinkClick r:id="rId2" action="ppaction://hlinksldjump"/>
            <a:extLst>
              <a:ext uri="{FF2B5EF4-FFF2-40B4-BE49-F238E27FC236}">
                <a16:creationId xmlns:a16="http://schemas.microsoft.com/office/drawing/2014/main" id="{B1BAC536-4131-3852-3516-A0622732CCC9}"/>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ctrTitle"/>
          </p:nvPr>
        </p:nvSpPr>
        <p:spPr>
          <a:xfrm>
            <a:off x="133430" y="205740"/>
            <a:ext cx="5624945" cy="3429000"/>
          </a:xfrm>
        </p:spPr>
        <p:txBody>
          <a:bodyPr anchor="ctr">
            <a:noAutofit/>
          </a:bodyPr>
          <a:lstStyle/>
          <a:p>
            <a:pPr eaLnBrk="1" hangingPunct="1"/>
            <a:r>
              <a:rPr lang="en-US" altLang="en-US" sz="3600" b="1" dirty="0" err="1">
                <a:latin typeface="MalayalamAbe" pitchFamily="18" charset="0"/>
              </a:rPr>
              <a:t>K#feJA</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c[</a:t>
            </a:r>
            <a:r>
              <a:rPr lang="en-US" altLang="en-US" sz="3600" b="1" dirty="0" err="1">
                <a:latin typeface="MalayalamAbe" pitchFamily="18" charset="0"/>
              </a:rPr>
              <a:t>fkfjulhkugk</a:t>
            </a:r>
            <a:r>
              <a:rPr lang="en-US" altLang="en-US" sz="3600" b="1" dirty="0">
                <a:latin typeface="MalayalamAbe" pitchFamily="18" charset="0"/>
              </a:rPr>
              <a:t>-#</a:t>
            </a:r>
            <a:r>
              <a:rPr lang="en-US" altLang="en-US" sz="3600" b="1" dirty="0" err="1">
                <a:latin typeface="MalayalamAbe" pitchFamily="18" charset="0"/>
              </a:rPr>
              <a:t>k#fSr-ilq</a:t>
            </a:r>
            <a:r>
              <a:rPr lang="en-US" altLang="en-US" sz="3600" b="1" dirty="0">
                <a:latin typeface="MalayalamAbe" pitchFamily="18" charset="0"/>
              </a:rPr>
              <a:t>[\s/</a:t>
            </a:r>
            <a:r>
              <a:rPr lang="en-US" altLang="en-US" sz="3600" b="1" dirty="0" err="1">
                <a:latin typeface="MalayalamAbe" pitchFamily="18" charset="0"/>
              </a:rPr>
              <a:t>MiX</a:t>
            </a:r>
            <a:r>
              <a:rPr lang="en-US" altLang="en-US" sz="3600" b="1" dirty="0">
                <a:latin typeface="MalayalamAbe" pitchFamily="18" charset="0"/>
              </a:rPr>
              <a:t> </a:t>
            </a:r>
            <a:r>
              <a:rPr lang="en-US" altLang="en-US" sz="3600" b="1" dirty="0" err="1">
                <a:latin typeface="MalayalamAbe" pitchFamily="18" charset="0"/>
              </a:rPr>
              <a:t>fR</a:t>
            </a:r>
            <a:r>
              <a:rPr lang="en-US" altLang="en-US" sz="3600" b="1" dirty="0">
                <a:latin typeface="MalayalamAbe" pitchFamily="18" charset="0"/>
              </a:rPr>
              <a:t> </a:t>
            </a:r>
            <a:r>
              <a:rPr lang="en-US" altLang="en-US" sz="3600" b="1" dirty="0" err="1">
                <a:latin typeface="MalayalamAbe" pitchFamily="18" charset="0"/>
              </a:rPr>
              <a:t>amjujH</a:t>
            </a:r>
            <a:r>
              <a:rPr lang="en-US" altLang="en-US" sz="3600" b="1" dirty="0">
                <a:latin typeface="MalayalamAbe" pitchFamily="18" charset="0"/>
              </a:rPr>
              <a:t> |</a:t>
            </a:r>
            <a:r>
              <a:rPr lang="en-US" altLang="en-US" sz="3600" b="1" dirty="0" err="1">
                <a:latin typeface="MalayalamAbe" pitchFamily="18" charset="0"/>
              </a:rPr>
              <a:t>jfalu</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a:t>
            </a:r>
            <a:r>
              <a:rPr lang="en-US" altLang="en-US" sz="3600" b="1" dirty="0" err="1">
                <a:latin typeface="MalayalamAbe" pitchFamily="18" charset="0"/>
              </a:rPr>
              <a:t>icjv&amp;Sh^l</a:t>
            </a:r>
            <a:r>
              <a:rPr lang="en-US" altLang="en-US" sz="3600" b="1" dirty="0">
                <a:latin typeface="MalayalamAbe" pitchFamily="18" charset="0"/>
              </a:rPr>
              <a:t> </a:t>
            </a:r>
            <a:r>
              <a:rPr lang="en-US" altLang="en-US" sz="3600" b="1" dirty="0" err="1">
                <a:latin typeface="MalayalamAbe" pitchFamily="18" charset="0"/>
              </a:rPr>
              <a:t>rlrl</a:t>
            </a:r>
            <a:r>
              <a:rPr lang="en-US" altLang="en-US" sz="3600" b="1" dirty="0">
                <a:latin typeface="MalayalamAbe" pitchFamily="18" charset="0"/>
              </a:rPr>
              <a:t>&gt;</a:t>
            </a:r>
            <a:r>
              <a:rPr lang="en-US" altLang="en-US" sz="3600" b="1" dirty="0" err="1">
                <a:latin typeface="MalayalamAbe" pitchFamily="18" charset="0"/>
              </a:rPr>
              <a:t>lz</a:t>
            </a:r>
            <a:r>
              <a:rPr lang="en-US" altLang="en-US" sz="3600" b="1" dirty="0">
                <a:latin typeface="MalayalamAbe" pitchFamily="18" charset="0"/>
              </a:rPr>
              <a:t>*</a:t>
            </a:r>
            <a:r>
              <a:rPr lang="en-US" altLang="en-US" sz="3600" b="1" dirty="0" err="1">
                <a:latin typeface="MalayalamAbe" pitchFamily="18" charset="0"/>
              </a:rPr>
              <a:t>xjH</a:t>
            </a:r>
            <a:r>
              <a:rPr lang="en-US" altLang="en-US" sz="3600" b="1" dirty="0">
                <a:latin typeface="MalayalamAbe" pitchFamily="18" charset="0"/>
              </a:rPr>
              <a:t>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cIc</a:t>
            </a:r>
            <a:r>
              <a:rPr lang="en-US" altLang="en-US" sz="3600" b="1" dirty="0">
                <a:latin typeface="MalayalamAbe" pitchFamily="18" charset="0"/>
              </a:rPr>
              <a:t>[</a:t>
            </a:r>
            <a:r>
              <a:rPr lang="en-US" altLang="en-US" sz="3600" b="1" dirty="0" err="1">
                <a:latin typeface="MalayalamAbe" pitchFamily="18" charset="0"/>
              </a:rPr>
              <a:t>fjuk</a:t>
            </a:r>
            <a:r>
              <a:rPr lang="en-US" altLang="en-US" sz="3600" b="1" dirty="0">
                <a:latin typeface="MalayalamAbe" pitchFamily="18" charset="0"/>
              </a:rPr>
              <a:t>; </a:t>
            </a:r>
            <a:r>
              <a:rPr lang="en-US" altLang="en-US" sz="3600" b="1" dirty="0" err="1">
                <a:latin typeface="MalayalamAbe" pitchFamily="18" charset="0"/>
              </a:rPr>
              <a:t>rjg</a:t>
            </a:r>
            <a:r>
              <a:rPr lang="en-US" altLang="en-US" sz="3600" b="1" dirty="0">
                <a:latin typeface="MalayalamAbe" pitchFamily="18" charset="0"/>
              </a:rPr>
              <a:t>/k; </a:t>
            </a:r>
            <a:r>
              <a:rPr lang="en-US" altLang="en-US" sz="3600" b="1" dirty="0" err="1">
                <a:latin typeface="MalayalamAbe" pitchFamily="18" charset="0"/>
              </a:rPr>
              <a:t>icj</a:t>
            </a:r>
            <a:r>
              <a:rPr lang="en-US" altLang="en-US" sz="3600" b="1" dirty="0">
                <a:latin typeface="MalayalamAbe" pitchFamily="18" charset="0"/>
              </a:rPr>
              <a:t>/j)</a:t>
            </a:r>
          </a:p>
        </p:txBody>
      </p:sp>
      <p:sp>
        <p:nvSpPr>
          <p:cNvPr id="5" name="Text Box 2">
            <a:extLst>
              <a:ext uri="{FF2B5EF4-FFF2-40B4-BE49-F238E27FC236}">
                <a16:creationId xmlns:a16="http://schemas.microsoft.com/office/drawing/2014/main" id="{3F7CB846-1571-498E-A3C0-07FA29E9815B}"/>
              </a:ext>
            </a:extLst>
          </p:cNvPr>
          <p:cNvSpPr txBox="1">
            <a:spLocks noChangeArrowheads="1"/>
          </p:cNvSpPr>
          <p:nvPr/>
        </p:nvSpPr>
        <p:spPr bwMode="auto">
          <a:xfrm>
            <a:off x="6249200" y="560033"/>
            <a:ext cx="5809370" cy="2720414"/>
          </a:xfrm>
          <a:prstGeom prst="rect">
            <a:avLst/>
          </a:prstGeom>
          <a:noFill/>
          <a:ln w="9525">
            <a:noFill/>
            <a:miter lim="800000"/>
            <a:headEnd/>
            <a:tailEnd/>
          </a:ln>
          <a:effectLst/>
        </p:spPr>
        <p:txBody>
          <a:bodyPr wrap="square" lIns="133682" tIns="66892" rIns="133682" bIns="66892">
            <a:spAutoFit/>
          </a:bodyPr>
          <a:lstStyle/>
          <a:p>
            <a:pPr algn="ctr">
              <a:spcBef>
                <a:spcPts val="0"/>
              </a:spcBef>
            </a:pPr>
            <a:r>
              <a:rPr lang="en-US" sz="2800" b="1" kern="0" dirty="0" err="1">
                <a:latin typeface="Calibri" pitchFamily="34" charset="0"/>
                <a:ea typeface="Ebrima" pitchFamily="2" charset="0"/>
                <a:cs typeface="Calibri" pitchFamily="34" charset="0"/>
              </a:rPr>
              <a:t>Unnatha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peedhathil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stuthiyaal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uyarunnu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nathane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Vaazhthapettaval</a:t>
            </a:r>
            <a:r>
              <a:rPr lang="en-US" sz="2800" b="1" kern="0" dirty="0">
                <a:latin typeface="Calibri" pitchFamily="34" charset="0"/>
                <a:ea typeface="Ebrima" pitchFamily="2" charset="0"/>
                <a:cs typeface="Calibri" pitchFamily="34" charset="0"/>
              </a:rPr>
              <a:t> than </a:t>
            </a:r>
            <a:r>
              <a:rPr lang="en-US" sz="2800" b="1" kern="0" dirty="0" err="1">
                <a:latin typeface="Calibri" pitchFamily="34" charset="0"/>
                <a:ea typeface="Ebrima" pitchFamily="2" charset="0"/>
                <a:cs typeface="Calibri" pitchFamily="34" charset="0"/>
              </a:rPr>
              <a:t>madiyil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hithamaay</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vasichallo</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Naana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bhaagangalhil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Swasthiyum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nirappum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vasippikka</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068E6DEC-3A83-8521-4CEE-9F6EF4208569}"/>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21B133EF-A6AD-6F3B-DAE3-92159FA3E86A}"/>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9DB1735-A0C6-07B9-0C01-ACABEB302FA1}"/>
              </a:ext>
            </a:extLst>
          </p:cNvPr>
          <p:cNvSpPr txBox="1"/>
          <p:nvPr/>
        </p:nvSpPr>
        <p:spPr>
          <a:xfrm>
            <a:off x="664902" y="4522373"/>
            <a:ext cx="11168595" cy="1477328"/>
          </a:xfrm>
          <a:prstGeom prst="rect">
            <a:avLst/>
          </a:prstGeom>
          <a:noFill/>
        </p:spPr>
        <p:txBody>
          <a:bodyPr wrap="square">
            <a:spAutoFit/>
          </a:bodyPr>
          <a:lstStyle/>
          <a:p>
            <a:pPr algn="ctr" rtl="0">
              <a:spcBef>
                <a:spcPts val="0"/>
              </a:spcBef>
              <a:spcAft>
                <a:spcPts val="0"/>
              </a:spcAft>
            </a:pPr>
            <a:r>
              <a:rPr lang="en-US" sz="3000" b="1" i="1" u="none" strike="noStrike" dirty="0">
                <a:solidFill>
                  <a:srgbClr val="000000"/>
                </a:solidFill>
                <a:effectLst/>
                <a:latin typeface="+mn-lt"/>
              </a:rPr>
              <a:t>O The Exalted One praised on high thrones in the realm above,</a:t>
            </a:r>
            <a:endParaRPr lang="en-US" sz="3000" b="0" i="1" u="none" strike="noStrike" dirty="0">
              <a:solidFill>
                <a:srgbClr val="000000"/>
              </a:solidFill>
              <a:effectLst/>
              <a:latin typeface="+mn-lt"/>
            </a:endParaRPr>
          </a:p>
          <a:p>
            <a:pPr algn="ctr" rtl="0">
              <a:spcBef>
                <a:spcPts val="0"/>
              </a:spcBef>
              <a:spcAft>
                <a:spcPts val="0"/>
              </a:spcAft>
            </a:pPr>
            <a:r>
              <a:rPr lang="en-US" sz="3000" b="1" i="1" u="none" strike="noStrike" dirty="0">
                <a:solidFill>
                  <a:srgbClr val="000000"/>
                </a:solidFill>
                <a:effectLst/>
                <a:latin typeface="+mn-lt"/>
              </a:rPr>
              <a:t>You lay in the bosom of the blessed,</a:t>
            </a:r>
            <a:endParaRPr lang="en-US" sz="3000" b="0" i="1" u="none" strike="noStrike" dirty="0">
              <a:solidFill>
                <a:srgbClr val="000000"/>
              </a:solidFill>
              <a:effectLst/>
              <a:latin typeface="+mn-lt"/>
            </a:endParaRPr>
          </a:p>
          <a:p>
            <a:pPr algn="ctr" rtl="0">
              <a:spcBef>
                <a:spcPts val="0"/>
              </a:spcBef>
              <a:spcAft>
                <a:spcPts val="0"/>
              </a:spcAft>
            </a:pPr>
            <a:r>
              <a:rPr lang="en-US" sz="3000" b="1" i="1" u="none" strike="noStrike" dirty="0">
                <a:solidFill>
                  <a:srgbClr val="000000"/>
                </a:solidFill>
                <a:effectLst/>
                <a:latin typeface="+mn-lt"/>
              </a:rPr>
              <a:t>May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00000"/>
                </a:solidFill>
                <a:effectLst/>
                <a:latin typeface="+mn-lt"/>
              </a:rPr>
              <a:t>our peace and forgiveness envelop every corner</a:t>
            </a:r>
            <a:endParaRPr lang="en-US" sz="3000" b="0" i="1" u="none" strike="noStrike" dirty="0">
              <a:solidFill>
                <a:srgbClr val="000000"/>
              </a:solidFill>
              <a:effectLst/>
              <a:latin typeface="+mn-lt"/>
            </a:endParaRPr>
          </a:p>
        </p:txBody>
      </p:sp>
      <p:sp>
        <p:nvSpPr>
          <p:cNvPr id="4" name="Right Arrow 7">
            <a:hlinkClick r:id="rId2" action="ppaction://hlinksldjump"/>
            <a:extLst>
              <a:ext uri="{FF2B5EF4-FFF2-40B4-BE49-F238E27FC236}">
                <a16:creationId xmlns:a16="http://schemas.microsoft.com/office/drawing/2014/main" id="{B299EF88-9595-D369-A44F-396560D6DA87}"/>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ctrTitle"/>
          </p:nvPr>
        </p:nvSpPr>
        <p:spPr>
          <a:xfrm>
            <a:off x="-132583" y="275263"/>
            <a:ext cx="6293261" cy="3429000"/>
          </a:xfrm>
        </p:spPr>
        <p:txBody>
          <a:bodyPr anchor="ctr">
            <a:noAutofit/>
          </a:bodyPr>
          <a:lstStyle/>
          <a:p>
            <a:pPr eaLnBrk="1" hangingPunct="1">
              <a:lnSpc>
                <a:spcPts val="3700"/>
              </a:lnSpc>
            </a:pPr>
            <a:r>
              <a:rPr lang="en-US" altLang="en-US" sz="4000" b="1" dirty="0" err="1">
                <a:latin typeface="MalayalamAbe" pitchFamily="18" charset="0"/>
              </a:rPr>
              <a:t>egalG</a:t>
            </a:r>
            <a:r>
              <a:rPr lang="en-US" altLang="en-US" sz="4000" b="1" dirty="0" err="1">
                <a:latin typeface="Kerala" pitchFamily="2" charset="0"/>
              </a:rPr>
              <a:t>j</a:t>
            </a:r>
            <a:r>
              <a:rPr lang="en-US" altLang="en-US" sz="4000" b="1" dirty="0" err="1">
                <a:latin typeface="MalayalamAbe" pitchFamily="18" charset="0"/>
              </a:rPr>
              <a:t>jul</a:t>
            </a:r>
            <a:r>
              <a:rPr lang="en-US" altLang="en-US" sz="4000" b="1" dirty="0">
                <a:latin typeface="MalayalamAbe" pitchFamily="18" charset="0"/>
              </a:rPr>
              <a:t>; |</a:t>
            </a:r>
            <a:r>
              <a:rPr lang="en-US" altLang="en-US" sz="4000" b="1" dirty="0" err="1">
                <a:latin typeface="MalayalamAbe" pitchFamily="18" charset="0"/>
              </a:rPr>
              <a:t>lS~hj#lmk</a:t>
            </a:r>
            <a:r>
              <a:rPr lang="en-US" altLang="en-US" sz="4000" b="1" dirty="0">
                <a:latin typeface="MalayalamAbe" pitchFamily="18" charset="0"/>
              </a:rPr>
              <a:t>; </a:t>
            </a:r>
            <a:r>
              <a:rPr lang="en-US" altLang="en-US" sz="4000" b="1" dirty="0" err="1">
                <a:latin typeface="MalayalamAbe" pitchFamily="18" charset="0"/>
              </a:rPr>
              <a:t>rl|jR</a:t>
            </a:r>
            <a:r>
              <a:rPr lang="en-US" altLang="en-US" sz="4000" b="1" dirty="0">
                <a:latin typeface="MalayalamAbe" pitchFamily="18" charset="0"/>
              </a:rPr>
              <a:t> </a:t>
            </a:r>
            <a:r>
              <a:rPr lang="en-US" altLang="en-US" sz="4000" b="1" dirty="0" err="1">
                <a:latin typeface="MalayalamAbe" pitchFamily="18" charset="0"/>
              </a:rPr>
              <a:t>dlq</a:t>
            </a:r>
            <a:r>
              <a:rPr lang="en-US" altLang="en-US" sz="4000" b="1" dirty="0">
                <a:latin typeface="MalayalamAbe" pitchFamily="18" charset="0"/>
              </a:rPr>
              <a:t>[</a:t>
            </a:r>
            <a:r>
              <a:rPr lang="en-US" altLang="en-US" sz="4000" b="1" dirty="0" err="1">
                <a:latin typeface="MalayalamAbe" pitchFamily="18" charset="0"/>
              </a:rPr>
              <a:t>vuk</a:t>
            </a:r>
            <a:r>
              <a:rPr lang="en-US" altLang="en-US" sz="4000" b="1" dirty="0">
                <a:latin typeface="MalayalamAbe" pitchFamily="18" charset="0"/>
              </a:rPr>
              <a:t>; - LY~|l; </a:t>
            </a:r>
            <a:r>
              <a:rPr lang="en-US" altLang="en-US" sz="4000" b="1" dirty="0" err="1">
                <a:latin typeface="MalayalamAbe" pitchFamily="18" charset="0"/>
              </a:rPr>
              <a:t>fR~hjuk</a:t>
            </a:r>
            <a:r>
              <a:rPr lang="en-US" altLang="en-US" sz="4000" b="1" dirty="0">
                <a:latin typeface="MalayalamAbe" pitchFamily="18" charset="0"/>
              </a:rPr>
              <a:t>; </a:t>
            </a:r>
            <a:r>
              <a:rPr lang="en-US" altLang="en-US" sz="4000" b="1" dirty="0" err="1">
                <a:latin typeface="MalayalamAbe" pitchFamily="18" charset="0"/>
              </a:rPr>
              <a:t>ssds</a:t>
            </a:r>
            <a:r>
              <a:rPr lang="en-US" altLang="en-US" sz="4000" b="1" dirty="0">
                <a:latin typeface="MalayalamAbe" pitchFamily="18" charset="0"/>
              </a:rPr>
              <a:t>)l! </a:t>
            </a:r>
            <a:r>
              <a:rPr lang="en-US" altLang="en-US" sz="4000" b="1" dirty="0" err="1">
                <a:latin typeface="MalayalamAbe" pitchFamily="18" charset="0"/>
              </a:rPr>
              <a:t>sspiSa</a:t>
            </a:r>
            <a:r>
              <a:rPr lang="en-US" altLang="en-US" sz="4000" b="1" dirty="0">
                <a:latin typeface="MalayalamAbe" pitchFamily="18" charset="0"/>
              </a:rPr>
              <a:t>- </a:t>
            </a:r>
            <a:r>
              <a:rPr lang="en-US" altLang="en-US" sz="4000" b="1" dirty="0" err="1">
                <a:latin typeface="MalayalamAbe" pitchFamily="18" charset="0"/>
              </a:rPr>
              <a:t>aHYelG</a:t>
            </a:r>
            <a:r>
              <a:rPr lang="en-US" altLang="en-US" sz="4000" b="1" dirty="0" err="1">
                <a:latin typeface="Kerala" pitchFamily="2" charset="0"/>
              </a:rPr>
              <a:t>j</a:t>
            </a:r>
            <a:r>
              <a:rPr lang="en-US" altLang="en-US" sz="4000" b="1" dirty="0" err="1">
                <a:latin typeface="MalayalamAbe" pitchFamily="18" charset="0"/>
              </a:rPr>
              <a:t>r</a:t>
            </a:r>
            <a:r>
              <a:rPr lang="en-US" altLang="en-US" sz="4000" b="1" dirty="0">
                <a:latin typeface="MalayalamAbe" pitchFamily="18" charset="0"/>
              </a:rPr>
              <a:t> </a:t>
            </a:r>
            <a:r>
              <a:rPr lang="en-US" altLang="en-US" sz="4000" b="1" dirty="0" err="1">
                <a:latin typeface="MalayalamAbe" pitchFamily="18" charset="0"/>
              </a:rPr>
              <a:t>rJ</a:t>
            </a:r>
            <a:r>
              <a:rPr lang="en-US" altLang="en-US" sz="4000" b="1" dirty="0">
                <a:latin typeface="MalayalamAbe" pitchFamily="18" charset="0"/>
              </a:rPr>
              <a:t> </a:t>
            </a:r>
            <a:r>
              <a:rPr lang="en-US" altLang="en-US" sz="4000" b="1" dirty="0" err="1">
                <a:latin typeface="MalayalamAbe" pitchFamily="18" charset="0"/>
              </a:rPr>
              <a:t>ssds</a:t>
            </a:r>
            <a:r>
              <a:rPr lang="en-US" altLang="en-US" sz="4000" b="1" dirty="0">
                <a:latin typeface="MalayalamAbe" pitchFamily="18" charset="0"/>
              </a:rPr>
              <a:t>)</a:t>
            </a:r>
            <a:r>
              <a:rPr lang="en-US" altLang="en-US" sz="4000" b="1" dirty="0" err="1">
                <a:latin typeface="MalayalamAbe" pitchFamily="18" charset="0"/>
              </a:rPr>
              <a:t>l!k</a:t>
            </a:r>
            <a:r>
              <a:rPr lang="en-US" altLang="en-US" sz="4000" b="1" dirty="0">
                <a:latin typeface="MalayalamAbe" pitchFamily="18" charset="0"/>
              </a:rPr>
              <a:t>- aa </a:t>
            </a:r>
            <a:r>
              <a:rPr lang="en-US" altLang="en-US" sz="4000" b="1" dirty="0" err="1">
                <a:latin typeface="MalayalamAbe" pitchFamily="18" charset="0"/>
              </a:rPr>
              <a:t>ulvr</a:t>
            </a:r>
            <a:r>
              <a:rPr lang="en-US" altLang="en-US" sz="4000" b="1" dirty="0">
                <a:latin typeface="MalayalamAbe" pitchFamily="18" charset="0"/>
              </a:rPr>
              <a:t> rh[</a:t>
            </a:r>
            <a:r>
              <a:rPr lang="en-US" altLang="en-US" sz="4000" b="1" dirty="0" err="1">
                <a:latin typeface="MalayalamAbe" pitchFamily="18" charset="0"/>
              </a:rPr>
              <a:t>dJmnSa</a:t>
            </a:r>
            <a:endParaRPr lang="en-US" altLang="en-US" sz="4000" b="1" dirty="0">
              <a:latin typeface="MalayalamAbe" pitchFamily="18" charset="0"/>
            </a:endParaRPr>
          </a:p>
        </p:txBody>
      </p:sp>
      <p:sp>
        <p:nvSpPr>
          <p:cNvPr id="5" name="Text Box 2">
            <a:extLst>
              <a:ext uri="{FF2B5EF4-FFF2-40B4-BE49-F238E27FC236}">
                <a16:creationId xmlns:a16="http://schemas.microsoft.com/office/drawing/2014/main" id="{5EC05AE6-4A24-4524-A825-14EA9A68AECF}"/>
              </a:ext>
            </a:extLst>
          </p:cNvPr>
          <p:cNvSpPr txBox="1">
            <a:spLocks noChangeArrowheads="1"/>
          </p:cNvSpPr>
          <p:nvPr/>
        </p:nvSpPr>
        <p:spPr bwMode="auto">
          <a:xfrm>
            <a:off x="6213066" y="495656"/>
            <a:ext cx="5898736" cy="2849167"/>
          </a:xfrm>
          <a:prstGeom prst="rect">
            <a:avLst/>
          </a:prstGeom>
          <a:noFill/>
          <a:ln w="9525">
            <a:noFill/>
            <a:miter lim="800000"/>
            <a:headEnd/>
            <a:tailEnd/>
          </a:ln>
          <a:effectLst/>
        </p:spPr>
        <p:txBody>
          <a:bodyPr wrap="square" lIns="133682" tIns="66892" rIns="133682" bIns="66892">
            <a:spAutoFit/>
          </a:bodyPr>
          <a:lstStyle/>
          <a:p>
            <a:pPr algn="ctr">
              <a:lnSpc>
                <a:spcPts val="4299"/>
              </a:lnSpc>
              <a:spcBef>
                <a:spcPts val="0"/>
              </a:spcBef>
            </a:pPr>
            <a:r>
              <a:rPr lang="en-US" sz="2800" b="1" kern="0" dirty="0" err="1">
                <a:latin typeface="Calibri" pitchFamily="34" charset="0"/>
                <a:ea typeface="Ebrima" pitchFamily="2" charset="0"/>
                <a:cs typeface="Calibri" pitchFamily="34" charset="0"/>
              </a:rPr>
              <a:t>Paramaarthiyaam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haabelinnaadum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nohin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kaazhchayum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Abrahaam</a:t>
            </a:r>
            <a:r>
              <a:rPr lang="en-US" sz="2800" b="1" kern="0" dirty="0">
                <a:latin typeface="Calibri" pitchFamily="34" charset="0"/>
                <a:ea typeface="Ebrima" pitchFamily="2" charset="0"/>
                <a:cs typeface="Calibri" pitchFamily="34" charset="0"/>
              </a:rPr>
              <a:t> than </a:t>
            </a:r>
            <a:r>
              <a:rPr lang="en-US" sz="2800" b="1" kern="0" dirty="0" err="1">
                <a:latin typeface="Calibri" pitchFamily="34" charset="0"/>
                <a:ea typeface="Ebrima" pitchFamily="2" charset="0"/>
                <a:cs typeface="Calibri" pitchFamily="34" charset="0"/>
              </a:rPr>
              <a:t>beliyum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kaikonda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Daivame</a:t>
            </a:r>
            <a:r>
              <a:rPr lang="en-US" sz="2800" b="1" kern="0" dirty="0">
                <a:latin typeface="Calibri" pitchFamily="34" charset="0"/>
                <a:ea typeface="Ebrima" pitchFamily="2" charset="0"/>
                <a:cs typeface="Calibri" pitchFamily="34" charset="0"/>
              </a:rPr>
              <a:t> - Mal </a:t>
            </a:r>
            <a:r>
              <a:rPr lang="en-US" sz="2800" b="1" kern="0" dirty="0" err="1">
                <a:latin typeface="Calibri" pitchFamily="34" charset="0"/>
                <a:ea typeface="Ebrima" pitchFamily="2" charset="0"/>
                <a:cs typeface="Calibri" pitchFamily="34" charset="0"/>
              </a:rPr>
              <a:t>praarthana</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kaikkondu</a:t>
            </a:r>
            <a:r>
              <a:rPr lang="en-US" sz="2800" b="1" kern="0" dirty="0">
                <a:latin typeface="Calibri" pitchFamily="34" charset="0"/>
                <a:ea typeface="Ebrima" pitchFamily="2" charset="0"/>
                <a:cs typeface="Calibri" pitchFamily="34" charset="0"/>
              </a:rPr>
              <a:t>- Mama </a:t>
            </a:r>
            <a:r>
              <a:rPr lang="en-US" sz="2800" b="1" kern="0" dirty="0" err="1">
                <a:latin typeface="Calibri" pitchFamily="34" charset="0"/>
                <a:ea typeface="Ebrima" pitchFamily="2" charset="0"/>
                <a:cs typeface="Calibri" pitchFamily="34" charset="0"/>
              </a:rPr>
              <a:t>yaachana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nalkeedenhame</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C9B38348-7CFD-3DD2-2D4E-945DC075765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BA954B87-2D56-DF19-450E-759F7053E9C8}"/>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B871A63-E38F-5A7D-C9F0-5A1F0A77BC77}"/>
              </a:ext>
            </a:extLst>
          </p:cNvPr>
          <p:cNvSpPr txBox="1"/>
          <p:nvPr/>
        </p:nvSpPr>
        <p:spPr>
          <a:xfrm>
            <a:off x="1350920" y="4505629"/>
            <a:ext cx="9724292" cy="1477328"/>
          </a:xfrm>
          <a:prstGeom prst="rect">
            <a:avLst/>
          </a:prstGeom>
          <a:noFill/>
        </p:spPr>
        <p:txBody>
          <a:bodyPr wrap="square">
            <a:spAutoFit/>
          </a:bodyPr>
          <a:lstStyle/>
          <a:p>
            <a:pPr algn="ctr" rtl="0">
              <a:spcBef>
                <a:spcPts val="0"/>
              </a:spcBef>
              <a:spcAft>
                <a:spcPts val="0"/>
              </a:spcAft>
            </a:pPr>
            <a:r>
              <a:rPr lang="en-US" sz="3000" b="1" i="1" u="none" strike="noStrike" dirty="0">
                <a:solidFill>
                  <a:srgbClr val="000000"/>
                </a:solidFill>
                <a:effectLst/>
                <a:latin typeface="+mn-lt"/>
              </a:rPr>
              <a:t>O God, who embraced Abel's lamb, Noah's sacred offering, and Abraham's sacrifice,</a:t>
            </a:r>
          </a:p>
          <a:p>
            <a:pPr algn="ctr" rtl="0">
              <a:spcBef>
                <a:spcPts val="0"/>
              </a:spcBef>
              <a:spcAft>
                <a:spcPts val="0"/>
              </a:spcAft>
            </a:pPr>
            <a:r>
              <a:rPr lang="en-US" sz="3000" b="1" i="1" u="none" strike="noStrike" dirty="0">
                <a:solidFill>
                  <a:srgbClr val="000000"/>
                </a:solidFill>
                <a:effectLst/>
                <a:latin typeface="+mn-lt"/>
              </a:rPr>
              <a:t>Accept my prayers and answer my cries</a:t>
            </a:r>
          </a:p>
        </p:txBody>
      </p:sp>
      <p:sp>
        <p:nvSpPr>
          <p:cNvPr id="4" name="Right Arrow 7">
            <a:hlinkClick r:id="rId2" action="ppaction://hlinksldjump"/>
            <a:extLst>
              <a:ext uri="{FF2B5EF4-FFF2-40B4-BE49-F238E27FC236}">
                <a16:creationId xmlns:a16="http://schemas.microsoft.com/office/drawing/2014/main" id="{2165EF64-1CF3-4C85-5F91-CDAE835E2FD6}"/>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ctrTitle"/>
          </p:nvPr>
        </p:nvSpPr>
        <p:spPr>
          <a:xfrm>
            <a:off x="-51957" y="99417"/>
            <a:ext cx="6096000" cy="3429000"/>
          </a:xfrm>
        </p:spPr>
        <p:txBody>
          <a:bodyPr anchor="ctr">
            <a:noAutofit/>
          </a:bodyPr>
          <a:lstStyle/>
          <a:p>
            <a:pPr rtl="0">
              <a:spcBef>
                <a:spcPts val="1200"/>
              </a:spcBef>
              <a:spcAft>
                <a:spcPts val="0"/>
              </a:spcAft>
            </a:pPr>
            <a:r>
              <a:rPr lang="en-US" altLang="en-US" sz="3600" b="1" dirty="0" err="1">
                <a:latin typeface="MalayalamAbe" pitchFamily="18" charset="0"/>
              </a:rPr>
              <a:t>sixjikrjy</a:t>
            </a:r>
            <a:r>
              <a:rPr lang="en-US" altLang="en-US" sz="3600" b="1" dirty="0" err="1">
                <a:latin typeface="Kerala" pitchFamily="2" charset="0"/>
              </a:rPr>
              <a:t>E</a:t>
            </a:r>
            <a:r>
              <a:rPr lang="en-US" altLang="en-US" sz="3600" b="1" dirty="0">
                <a:latin typeface="MalayalamAbe" pitchFamily="18" charset="0"/>
              </a:rPr>
              <a:t> </a:t>
            </a:r>
            <a:r>
              <a:rPr lang="en-US" altLang="en-US" sz="3600" b="1" dirty="0" err="1">
                <a:latin typeface="MalayalamAbe" pitchFamily="18" charset="0"/>
              </a:rPr>
              <a:t>g</a:t>
            </a:r>
            <a:r>
              <a:rPr lang="en-US" altLang="en-US" sz="3600" b="1" dirty="0" err="1">
                <a:latin typeface="Kerala" pitchFamily="2" charset="0"/>
              </a:rPr>
              <a:t>f</a:t>
            </a:r>
            <a:r>
              <a:rPr lang="en-US" altLang="en-US" sz="3600" b="1" dirty="0" err="1">
                <a:latin typeface="MalayalamAbe" pitchFamily="18" charset="0"/>
              </a:rPr>
              <a:t>dSr-rjRsixjv</a:t>
            </a:r>
            <a:r>
              <a:rPr lang="en-US" altLang="en-US" sz="3600" b="1" dirty="0">
                <a:latin typeface="MalayalamAbe" pitchFamily="18" charset="0"/>
              </a:rPr>
              <a:t>&amp;; </a:t>
            </a:r>
            <a:r>
              <a:rPr lang="en-US" altLang="en-US" sz="3600" b="1" dirty="0" err="1">
                <a:latin typeface="MalayalamAbe" pitchFamily="18" charset="0"/>
              </a:rPr>
              <a:t>sdl</a:t>
            </a:r>
            <a:r>
              <a:rPr lang="en-US" altLang="en-US" sz="3600" b="1" dirty="0">
                <a:latin typeface="MalayalamAbe" pitchFamily="18" charset="0"/>
              </a:rPr>
              <a:t>![ </a:t>
            </a:r>
            <a:r>
              <a:rPr lang="en-US" altLang="en-US" sz="3600" b="1" dirty="0" err="1">
                <a:latin typeface="MalayalamAbe" pitchFamily="18" charset="0"/>
              </a:rPr>
              <a:t>TgkXilcjdxl</a:t>
            </a:r>
            <a:r>
              <a:rPr lang="en-US" altLang="en-US" sz="3600" b="1" dirty="0">
                <a:latin typeface="MalayalamAbe" pitchFamily="18" charset="0"/>
              </a:rPr>
              <a:t>; B*</a:t>
            </a:r>
            <a:r>
              <a:rPr lang="en-US" altLang="en-US" sz="3600" b="1" dirty="0" err="1">
                <a:latin typeface="MalayalamAbe" pitchFamily="18" charset="0"/>
              </a:rPr>
              <a:t>xj#k</a:t>
            </a:r>
            <a:r>
              <a:rPr lang="en-US" altLang="en-US" sz="3600" b="1" dirty="0">
                <a:latin typeface="MalayalamAbe" pitchFamily="18" charset="0"/>
              </a:rPr>
              <a:t> </a:t>
            </a:r>
            <a:r>
              <a:rPr lang="en-US" altLang="en-US" sz="3600" b="1" dirty="0" err="1">
                <a:latin typeface="MalayalamAbe" pitchFamily="18" charset="0"/>
              </a:rPr>
              <a:t>sixjv</a:t>
            </a:r>
            <a:r>
              <a:rPr lang="en-US" altLang="en-US" sz="3600" b="1" dirty="0">
                <a:latin typeface="MalayalamAbe" pitchFamily="18" charset="0"/>
              </a:rPr>
              <a:t>&amp;; </a:t>
            </a:r>
            <a:r>
              <a:rPr lang="en-US" altLang="en-US" sz="3600" b="1" dirty="0" err="1">
                <a:latin typeface="MalayalamAbe" pitchFamily="18" charset="0"/>
              </a:rPr>
              <a:t>dlnk#k</a:t>
            </a:r>
            <a:r>
              <a:rPr lang="en-US" altLang="en-US" sz="3600" b="1" dirty="0">
                <a:latin typeface="MalayalamAbe" pitchFamily="18" charset="0"/>
              </a:rPr>
              <a:t> </a:t>
            </a:r>
            <a:r>
              <a:rPr lang="en-US" altLang="en-US" sz="3600" b="1" dirty="0" err="1">
                <a:latin typeface="MalayalamAbe" pitchFamily="18" charset="0"/>
              </a:rPr>
              <a:t>cIG</a:t>
            </a:r>
            <a:r>
              <a:rPr lang="en-US" altLang="en-US" sz="3600" b="1" dirty="0" err="1">
                <a:latin typeface="Kerala" pitchFamily="2" charset="0"/>
              </a:rPr>
              <a:t>P</a:t>
            </a:r>
            <a:r>
              <a:rPr lang="en-US" altLang="en-US" sz="3600" b="1" dirty="0" err="1">
                <a:latin typeface="MalayalamAbe" pitchFamily="18" charset="0"/>
              </a:rPr>
              <a:t>c</a:t>
            </a:r>
            <a:r>
              <a:rPr lang="en-US" altLang="en-US" sz="3600" b="1" dirty="0">
                <a:latin typeface="MalayalamAbe" pitchFamily="18" charset="0"/>
              </a:rPr>
              <a:t>[</a:t>
            </a:r>
            <a:r>
              <a:rPr lang="en-US" altLang="en-US" sz="3600" b="1" dirty="0" err="1">
                <a:latin typeface="MalayalamAbe" pitchFamily="18" charset="0"/>
              </a:rPr>
              <a:t>FejflijR</a:t>
            </a:r>
            <a:r>
              <a:rPr lang="en-US" altLang="en-US" sz="3600" b="1" dirty="0">
                <a:latin typeface="MalayalamAbe" pitchFamily="18" charset="0"/>
              </a:rPr>
              <a:t> </a:t>
            </a:r>
            <a:r>
              <a:rPr lang="en-US" altLang="en-US" sz="3600" b="1" dirty="0" err="1">
                <a:latin typeface="MalayalamAbe" pitchFamily="18" charset="0"/>
              </a:rPr>
              <a:t>dfjSg</a:t>
            </a:r>
            <a:r>
              <a:rPr lang="en-US" altLang="en-US" sz="3600" b="1" dirty="0">
                <a:latin typeface="MalayalamAbe" pitchFamily="18" charset="0"/>
              </a:rPr>
              <a:t> </a:t>
            </a:r>
            <a:r>
              <a:rPr lang="en-US" altLang="en-US" sz="3600" b="1" dirty="0" err="1">
                <a:latin typeface="MalayalamAbe" pitchFamily="18" charset="0"/>
              </a:rPr>
              <a:t>SCl</a:t>
            </a:r>
            <a:r>
              <a:rPr lang="en-US" altLang="en-US" sz="3600" b="1" dirty="0">
                <a:latin typeface="MalayalamAbe" pitchFamily="18" charset="0"/>
              </a:rPr>
              <a:t>&gt;j/j) B*</a:t>
            </a:r>
            <a:r>
              <a:rPr lang="en-US" altLang="en-US" sz="3600" b="1" dirty="0" err="1">
                <a:latin typeface="MalayalamAbe" pitchFamily="18" charset="0"/>
              </a:rPr>
              <a:t>sx-T#k</a:t>
            </a:r>
            <a:r>
              <a:rPr lang="en-US" altLang="en-US" sz="3600" b="1" dirty="0">
                <a:latin typeface="MalayalamAbe" pitchFamily="18" charset="0"/>
              </a:rPr>
              <a:t>[</a:t>
            </a:r>
          </a:p>
        </p:txBody>
      </p:sp>
      <p:sp>
        <p:nvSpPr>
          <p:cNvPr id="5" name="Text Box 2">
            <a:extLst>
              <a:ext uri="{FF2B5EF4-FFF2-40B4-BE49-F238E27FC236}">
                <a16:creationId xmlns:a16="http://schemas.microsoft.com/office/drawing/2014/main" id="{1B275863-B2C7-45A6-B638-6AA992BA0877}"/>
              </a:ext>
            </a:extLst>
          </p:cNvPr>
          <p:cNvSpPr txBox="1">
            <a:spLocks noChangeArrowheads="1"/>
          </p:cNvSpPr>
          <p:nvPr/>
        </p:nvSpPr>
        <p:spPr bwMode="auto">
          <a:xfrm>
            <a:off x="5979796" y="190472"/>
            <a:ext cx="6212204" cy="3153737"/>
          </a:xfrm>
          <a:prstGeom prst="rect">
            <a:avLst/>
          </a:prstGeom>
          <a:noFill/>
          <a:ln w="9525">
            <a:noFill/>
            <a:miter lim="800000"/>
            <a:headEnd/>
            <a:tailEnd/>
          </a:ln>
          <a:effectLst/>
        </p:spPr>
        <p:txBody>
          <a:bodyPr wrap="square" lIns="133682" tIns="66892" rIns="133682" bIns="66892">
            <a:spAutoFit/>
          </a:bodyPr>
          <a:lstStyle/>
          <a:p>
            <a:pPr algn="ctr">
              <a:lnSpc>
                <a:spcPts val="4799"/>
              </a:lnSpc>
              <a:spcBef>
                <a:spcPts val="0"/>
              </a:spcBef>
            </a:pPr>
            <a:r>
              <a:rPr lang="en-US" sz="2800" b="1" kern="0" dirty="0" err="1">
                <a:latin typeface="Calibri" pitchFamily="34" charset="0"/>
                <a:ea typeface="Ebrima" pitchFamily="2" charset="0"/>
                <a:cs typeface="Calibri" pitchFamily="34" charset="0"/>
              </a:rPr>
              <a:t>Velhivu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niranja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rekshakane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velhicham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kondu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Irul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vaasikalhaam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velicham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kaanhunnu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Swargastha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kathire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shobhippikka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innu</a:t>
            </a:r>
            <a:endParaRPr lang="en-US" sz="2800"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0555E047-18B7-D97E-D940-683311348DB6}"/>
              </a:ext>
            </a:extLst>
          </p:cNvPr>
          <p:cNvSpPr txBox="1"/>
          <p:nvPr/>
        </p:nvSpPr>
        <p:spPr>
          <a:xfrm>
            <a:off x="279009" y="4552550"/>
            <a:ext cx="11633981" cy="1477328"/>
          </a:xfrm>
          <a:prstGeom prst="rect">
            <a:avLst/>
          </a:prstGeom>
          <a:noFill/>
        </p:spPr>
        <p:txBody>
          <a:bodyPr wrap="square">
            <a:spAutoFit/>
          </a:bodyPr>
          <a:lstStyle/>
          <a:p>
            <a:pPr algn="ctr"/>
            <a:r>
              <a:rPr lang="en-US" sz="3000" b="1" i="1" u="none" strike="noStrike" dirty="0">
                <a:effectLst/>
                <a:latin typeface="+mn-lt"/>
              </a:rPr>
              <a:t>In Your Light, we see the light, Jesus, full of light.</a:t>
            </a:r>
            <a:r>
              <a:rPr lang="en-US" sz="3000" b="1" i="1" dirty="0">
                <a:latin typeface="+mn-lt"/>
              </a:rPr>
              <a:t> </a:t>
            </a:r>
            <a:r>
              <a:rPr lang="en-US" sz="3000" b="1" i="1" u="none" strike="noStrike" dirty="0">
                <a:effectLst/>
                <a:latin typeface="+mn-lt"/>
              </a:rPr>
              <a:t>It's Your Light that shines upon our world, light our minds.</a:t>
            </a:r>
            <a:r>
              <a:rPr lang="en-US" sz="3000" b="1" i="1" dirty="0">
                <a:latin typeface="+mn-lt"/>
              </a:rPr>
              <a:t> </a:t>
            </a:r>
            <a:r>
              <a:rPr lang="en-US" sz="3000" b="1" i="1" u="none" strike="noStrike" dirty="0">
                <a:effectLst/>
                <a:latin typeface="+mn-lt"/>
              </a:rPr>
              <a:t>May Your Light reveal the sin in our hearts.</a:t>
            </a:r>
            <a:r>
              <a:rPr lang="en-US" sz="3000" b="1" i="1" dirty="0">
                <a:latin typeface="+mn-lt"/>
              </a:rPr>
              <a:t> </a:t>
            </a:r>
            <a:r>
              <a:rPr lang="en-US" sz="3000" b="1" i="1" u="none" strike="noStrike" dirty="0">
                <a:effectLst/>
                <a:latin typeface="+mn-lt"/>
              </a:rPr>
              <a:t>As we humbly pray, in spirit and truth.</a:t>
            </a:r>
            <a:endParaRPr lang="en-US" sz="3000" b="1" i="1" dirty="0">
              <a:latin typeface="+mn-lt"/>
            </a:endParaRPr>
          </a:p>
        </p:txBody>
      </p:sp>
      <p:sp>
        <p:nvSpPr>
          <p:cNvPr id="2" name="TextBox 1">
            <a:extLst>
              <a:ext uri="{FF2B5EF4-FFF2-40B4-BE49-F238E27FC236}">
                <a16:creationId xmlns:a16="http://schemas.microsoft.com/office/drawing/2014/main" id="{A29FC2B1-2231-7453-A673-73E16C895E83}"/>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6E24D94-9E4B-55AE-04DA-7295A4A42A9C}"/>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4" name="Right Arrow 7">
            <a:hlinkClick r:id="rId3" action="ppaction://hlinksldjump"/>
            <a:extLst>
              <a:ext uri="{FF2B5EF4-FFF2-40B4-BE49-F238E27FC236}">
                <a16:creationId xmlns:a16="http://schemas.microsoft.com/office/drawing/2014/main" id="{F823FCF0-A5E8-557C-227B-C4B50738F643}"/>
              </a:ext>
            </a:extLst>
          </p:cNvPr>
          <p:cNvSpPr>
            <a:spLocks noChangeAspect="1"/>
          </p:cNvSpPr>
          <p:nvPr/>
        </p:nvSpPr>
        <p:spPr bwMode="auto">
          <a:xfrm>
            <a:off x="6091025" y="6030353"/>
            <a:ext cx="6100975" cy="683135"/>
          </a:xfrm>
          <a:prstGeom prst="rightArrow">
            <a:avLst/>
          </a:prstGeom>
          <a:noFill/>
          <a:ln>
            <a:solidFill>
              <a:schemeClr val="accent6">
                <a:lumMod val="50000"/>
              </a:schemeClr>
            </a:solidFill>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28" tIns="45715" rIns="91428" bIns="45715" numCol="1" rtlCol="0" anchor="ctr" anchorCtr="0" compatLnSpc="1">
            <a:prstTxWarp prst="textNoShape">
              <a:avLst/>
            </a:prstTxWarp>
          </a:bodyPr>
          <a:lstStyle/>
          <a:p>
            <a:r>
              <a:rPr lang="en-US" altLang="en-US" sz="2400" i="1" dirty="0" err="1">
                <a:solidFill>
                  <a:schemeClr val="tx1"/>
                </a:solidFill>
                <a:latin typeface="MalayalamAbe" pitchFamily="18" charset="0"/>
              </a:rPr>
              <a:t>SCl</a:t>
            </a:r>
            <a:r>
              <a:rPr lang="en-US" altLang="en-US" sz="2400" i="1" dirty="0">
                <a:solidFill>
                  <a:schemeClr val="tx1"/>
                </a:solidFill>
                <a:latin typeface="MalayalamAbe" pitchFamily="18" charset="0"/>
              </a:rPr>
              <a:t>&gt; </a:t>
            </a:r>
            <a:r>
              <a:rPr lang="en-US" altLang="en-US" sz="2400" i="1" dirty="0" err="1">
                <a:solidFill>
                  <a:schemeClr val="tx1"/>
                </a:solidFill>
                <a:latin typeface="MalayalamAbe" pitchFamily="18" charset="0"/>
              </a:rPr>
              <a:t>rjyS</a:t>
            </a:r>
            <a:r>
              <a:rPr lang="en-US" altLang="en-US" sz="2400" i="1" dirty="0" err="1">
                <a:solidFill>
                  <a:schemeClr val="tx1"/>
                </a:solidFill>
                <a:latin typeface="Kerala" pitchFamily="2" charset="0"/>
              </a:rPr>
              <a:t>E</a:t>
            </a:r>
            <a:r>
              <a:rPr lang="en-US" altLang="en-US" sz="2400" i="1" dirty="0" err="1">
                <a:solidFill>
                  <a:schemeClr val="tx1"/>
                </a:solidFill>
                <a:latin typeface="MalayalamAbe" pitchFamily="18" charset="0"/>
              </a:rPr>
              <a:t>l</a:t>
            </a:r>
            <a:r>
              <a:rPr lang="en-US" altLang="en-US" i="1" dirty="0">
                <a:solidFill>
                  <a:schemeClr val="tx1"/>
                </a:solidFill>
                <a:latin typeface="MalayalamAbe" pitchFamily="18" charset="0"/>
              </a:rPr>
              <a:t>  	</a:t>
            </a:r>
            <a:r>
              <a:rPr lang="pt-BR" sz="2000" kern="0" dirty="0">
                <a:ln w="1905"/>
                <a:solidFill>
                  <a:schemeClr val="tx1"/>
                </a:solidFill>
                <a:effectLst>
                  <a:innerShdw blurRad="69850" dist="43180" dir="5400000">
                    <a:srgbClr val="000000">
                      <a:alpha val="65000"/>
                    </a:srgbClr>
                  </a:innerShdw>
                </a:effectLst>
                <a:cs typeface="Shruti" panose="020B0502040204020203" pitchFamily="34" charset="0"/>
              </a:rPr>
              <a:t>(</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Shobha </a:t>
            </a:r>
            <a:r>
              <a:rPr lang="en-US" sz="2000" kern="0" dirty="0" err="1">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niranj-oraalayathil</a:t>
            </a:r>
            <a:r>
              <a:rPr lang="en-US" sz="20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rPr>
              <a:t>)</a:t>
            </a:r>
            <a:endParaRPr lang="en-US" sz="2400" kern="0" dirty="0">
              <a:ln w="1905"/>
              <a:solidFill>
                <a:schemeClr val="tx1"/>
              </a:solidFill>
              <a:effectLst>
                <a:innerShdw blurRad="69850" dist="43180" dir="5400000">
                  <a:srgbClr val="000000">
                    <a:alpha val="65000"/>
                  </a:srgbClr>
                </a:innerShdw>
              </a:effectLst>
              <a:ea typeface="Ebrima" pitchFamily="2" charset="0"/>
              <a:cs typeface="Shruti" panose="020B0502040204020203" pitchFamily="34" charset="0"/>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ctrTitle"/>
          </p:nvPr>
        </p:nvSpPr>
        <p:spPr>
          <a:xfrm>
            <a:off x="123834" y="228609"/>
            <a:ext cx="5853033" cy="3416544"/>
          </a:xfrm>
        </p:spPr>
        <p:txBody>
          <a:bodyPr anchor="ctr">
            <a:noAutofit/>
          </a:bodyPr>
          <a:lstStyle/>
          <a:p>
            <a:pPr eaLnBrk="1" hangingPunct="1"/>
            <a:r>
              <a:rPr lang="en-US" altLang="en-US" sz="3600" b="1" dirty="0" err="1">
                <a:latin typeface="MalayalamAbe" pitchFamily="18" charset="0"/>
              </a:rPr>
              <a:t>SCl</a:t>
            </a:r>
            <a:r>
              <a:rPr lang="en-US" altLang="en-US" sz="3600" b="1" dirty="0">
                <a:latin typeface="MalayalamAbe" pitchFamily="18" charset="0"/>
              </a:rPr>
              <a:t>&gt; </a:t>
            </a:r>
            <a:r>
              <a:rPr lang="en-US" altLang="en-US" sz="3600" b="1" dirty="0" err="1">
                <a:latin typeface="MalayalamAbe" pitchFamily="18" charset="0"/>
              </a:rPr>
              <a:t>rjyS</a:t>
            </a:r>
            <a:r>
              <a:rPr lang="en-US" altLang="en-US" sz="3600" b="1" dirty="0" err="1">
                <a:latin typeface="Kerala" pitchFamily="2" charset="0"/>
              </a:rPr>
              <a:t>E</a:t>
            </a:r>
            <a:r>
              <a:rPr lang="en-US" altLang="en-US" sz="3600" b="1" dirty="0" err="1">
                <a:latin typeface="MalayalamAbe" pitchFamily="18" charset="0"/>
              </a:rPr>
              <a:t>l</a:t>
            </a:r>
            <a:r>
              <a:rPr lang="en-US" altLang="en-US" sz="3600" b="1" dirty="0">
                <a:latin typeface="MalayalamAbe" pitchFamily="18" charset="0"/>
              </a:rPr>
              <a:t> </a:t>
            </a:r>
            <a:r>
              <a:rPr lang="en-US" altLang="en-US" sz="3600" b="1" dirty="0" err="1">
                <a:latin typeface="MalayalamAbe" pitchFamily="18" charset="0"/>
              </a:rPr>
              <a:t>glhu</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a:t>
            </a:r>
            <a:r>
              <a:rPr lang="en-US" altLang="en-US" sz="3600" b="1" dirty="0" err="1">
                <a:latin typeface="MalayalamAbe" pitchFamily="18" charset="0"/>
              </a:rPr>
              <a:t>icj</a:t>
            </a:r>
            <a:r>
              <a:rPr lang="en-US" altLang="en-US" sz="3600" b="1" dirty="0">
                <a:latin typeface="MalayalamAbe" pitchFamily="18" charset="0"/>
              </a:rPr>
              <a:t>)k# </a:t>
            </a:r>
            <a:r>
              <a:rPr lang="en-US" altLang="en-US" sz="3600" b="1" dirty="0" err="1">
                <a:latin typeface="MalayalamAbe" pitchFamily="18" charset="0"/>
              </a:rPr>
              <a:t>egjCk</a:t>
            </a:r>
            <a:r>
              <a:rPr lang="en-US" altLang="en-US" sz="3600" b="1" dirty="0" err="1">
                <a:latin typeface="Kerala" pitchFamily="2" charset="0"/>
              </a:rPr>
              <a:t>i</a:t>
            </a:r>
            <a:r>
              <a:rPr lang="en-US" altLang="en-US" sz="3600" b="1" dirty="0" err="1">
                <a:latin typeface="MalayalamAbe" pitchFamily="18" charset="0"/>
              </a:rPr>
              <a:t>l</a:t>
            </a:r>
            <a:r>
              <a:rPr lang="en-US" altLang="en-US" sz="3600" b="1" dirty="0">
                <a:latin typeface="MalayalamAbe" pitchFamily="18" charset="0"/>
              </a:rPr>
              <a:t> </a:t>
            </a:r>
            <a:br>
              <a:rPr lang="en-US" altLang="en-US" sz="3600" b="1" dirty="0">
                <a:latin typeface="MalayalamAbe" pitchFamily="18" charset="0"/>
              </a:rPr>
            </a:br>
            <a:r>
              <a:rPr lang="en-US" altLang="en-US" sz="3600" b="1" dirty="0" err="1">
                <a:latin typeface="MalayalamAbe" pitchFamily="18" charset="0"/>
              </a:rPr>
              <a:t>rjR</a:t>
            </a:r>
            <a:r>
              <a:rPr lang="en-US" altLang="en-US" sz="3600" b="1" dirty="0">
                <a:latin typeface="MalayalamAbe" pitchFamily="18" charset="0"/>
              </a:rPr>
              <a:t> </a:t>
            </a:r>
            <a:r>
              <a:rPr lang="en-US" altLang="en-US" sz="3600" b="1" dirty="0" err="1">
                <a:latin typeface="MalayalamAbe" pitchFamily="18" charset="0"/>
              </a:rPr>
              <a:t>plcgl</a:t>
            </a:r>
            <a:r>
              <a:rPr lang="en-US" altLang="en-US" sz="3600" b="1" dirty="0">
                <a:latin typeface="MalayalamAbe" pitchFamily="18" charset="0"/>
              </a:rPr>
              <a:t>; 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pkG-vj</a:t>
            </a:r>
            <a:r>
              <a:rPr lang="en-US" altLang="en-US" sz="3600" b="1" dirty="0">
                <a:latin typeface="MalayalamAbe" pitchFamily="18" charset="0"/>
              </a:rPr>
              <a:t>% </a:t>
            </a:r>
            <a:r>
              <a:rPr lang="en-US" altLang="en-US" sz="3600" b="1" dirty="0" err="1">
                <a:latin typeface="MalayalamAbe" pitchFamily="18" charset="0"/>
              </a:rPr>
              <a:t>pkGS+l</a:t>
            </a:r>
            <a:r>
              <a:rPr lang="en-US" altLang="en-US" sz="3600" b="1" dirty="0">
                <a:latin typeface="MalayalamAbe" pitchFamily="18" charset="0"/>
              </a:rPr>
              <a:t>|; </a:t>
            </a:r>
            <a:br>
              <a:rPr lang="en-US" altLang="en-US" sz="3600" b="1" dirty="0">
                <a:latin typeface="MalayalamAbe" pitchFamily="18" charset="0"/>
              </a:rPr>
            </a:br>
            <a:r>
              <a:rPr lang="en-US" altLang="en-US" sz="3600" b="1" dirty="0">
                <a:latin typeface="MalayalamAbe" pitchFamily="18" charset="0"/>
              </a:rPr>
              <a:t>Car; </a:t>
            </a:r>
            <a:r>
              <a:rPr lang="en-US" altLang="en-US" sz="3600" b="1" dirty="0" err="1">
                <a:latin typeface="MalayalamAbe" pitchFamily="18" charset="0"/>
              </a:rPr>
              <a:t>svu</a:t>
            </a:r>
            <a:r>
              <a:rPr lang="en-US" altLang="en-US" sz="3600" b="1" dirty="0">
                <a:latin typeface="MalayalamAbe" pitchFamily="18" charset="0"/>
              </a:rPr>
              <a:t>[</a:t>
            </a:r>
            <a:r>
              <a:rPr lang="en-US" altLang="en-US" sz="3600" b="1" dirty="0" err="1">
                <a:latin typeface="MalayalamAbe" pitchFamily="18" charset="0"/>
              </a:rPr>
              <a:t>ifj#j#Su&amp;l</a:t>
            </a:r>
            <a:r>
              <a:rPr lang="en-US" altLang="en-US" sz="3600" b="1" dirty="0">
                <a:latin typeface="MalayalamAbe" pitchFamily="18" charset="0"/>
              </a:rPr>
              <a:t> </a:t>
            </a:r>
            <a:r>
              <a:rPr lang="en-US" altLang="en-US" sz="3600" b="1" dirty="0" err="1">
                <a:latin typeface="MalayalamAbe" pitchFamily="18" charset="0"/>
              </a:rPr>
              <a:t>ijxj</a:t>
            </a:r>
            <a:r>
              <a:rPr lang="en-US" altLang="en-US" sz="3600" b="1" dirty="0">
                <a:latin typeface="MalayalamAbe" pitchFamily="18" charset="0"/>
              </a:rPr>
              <a:t>)</a:t>
            </a:r>
            <a:r>
              <a:rPr lang="en-US" altLang="en-US" sz="3600" b="1" dirty="0" err="1">
                <a:latin typeface="MalayalamAbe" pitchFamily="18" charset="0"/>
              </a:rPr>
              <a:t>k#k</a:t>
            </a:r>
            <a:r>
              <a:rPr lang="en-US" altLang="en-US" sz="3600" b="1" dirty="0">
                <a:latin typeface="MalayalamAbe" pitchFamily="18" charset="0"/>
              </a:rPr>
              <a:t> </a:t>
            </a:r>
            <a:r>
              <a:rPr lang="en-US" altLang="en-US" sz="3600" b="1" dirty="0" err="1">
                <a:latin typeface="MalayalamAbe" pitchFamily="18" charset="0"/>
              </a:rPr>
              <a:t>rjR</a:t>
            </a:r>
            <a:r>
              <a:rPr lang="en-US" altLang="en-US" sz="3600" b="1" dirty="0">
                <a:latin typeface="MalayalamAbe" pitchFamily="18" charset="0"/>
              </a:rPr>
              <a:t> </a:t>
            </a:r>
            <a:r>
              <a:rPr lang="en-US" altLang="en-US" sz="3600" b="1" dirty="0" err="1">
                <a:latin typeface="MalayalamAbe" pitchFamily="18" charset="0"/>
              </a:rPr>
              <a:t>rlas</a:t>
            </a:r>
            <a:r>
              <a:rPr lang="en-US" altLang="en-US" sz="3600" b="1" dirty="0">
                <a:latin typeface="MalayalamAbe" pitchFamily="18" charset="0"/>
              </a:rPr>
              <a:t>\</a:t>
            </a:r>
          </a:p>
        </p:txBody>
      </p:sp>
      <p:sp>
        <p:nvSpPr>
          <p:cNvPr id="3" name="Text Box 2">
            <a:extLst>
              <a:ext uri="{FF2B5EF4-FFF2-40B4-BE49-F238E27FC236}">
                <a16:creationId xmlns:a16="http://schemas.microsoft.com/office/drawing/2014/main" id="{7D23454B-4BB8-43E3-A712-31EA25EFE074}"/>
              </a:ext>
            </a:extLst>
          </p:cNvPr>
          <p:cNvSpPr txBox="1">
            <a:spLocks noChangeArrowheads="1"/>
          </p:cNvSpPr>
          <p:nvPr/>
        </p:nvSpPr>
        <p:spPr bwMode="auto">
          <a:xfrm>
            <a:off x="6104495" y="392009"/>
            <a:ext cx="6096000" cy="3089745"/>
          </a:xfrm>
          <a:prstGeom prst="rect">
            <a:avLst/>
          </a:prstGeom>
          <a:noFill/>
          <a:ln w="9525">
            <a:noFill/>
            <a:miter lim="800000"/>
            <a:headEnd/>
            <a:tailEnd/>
          </a:ln>
          <a:effectLst/>
        </p:spPr>
        <p:txBody>
          <a:bodyPr wrap="square" lIns="133682" tIns="66892" rIns="133682" bIns="66892">
            <a:spAutoFit/>
          </a:bodyPr>
          <a:lstStyle/>
          <a:p>
            <a:pPr algn="ctr">
              <a:spcBef>
                <a:spcPts val="0"/>
              </a:spcBef>
            </a:pPr>
            <a:r>
              <a:rPr lang="en-US" sz="3200" b="1" kern="0" dirty="0">
                <a:latin typeface="Calibri" pitchFamily="34" charset="0"/>
                <a:ea typeface="Ebrima" pitchFamily="2" charset="0"/>
                <a:cs typeface="Calibri" pitchFamily="34" charset="0"/>
              </a:rPr>
              <a:t>Shobha </a:t>
            </a:r>
            <a:r>
              <a:rPr lang="en-US" sz="3200" b="1" kern="0" dirty="0" err="1">
                <a:latin typeface="Calibri" pitchFamily="34" charset="0"/>
                <a:ea typeface="Ebrima" pitchFamily="2" charset="0"/>
                <a:cs typeface="Calibri" pitchFamily="34" charset="0"/>
              </a:rPr>
              <a:t>niranjo</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raalayathil</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vasikkunna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parishudha</a:t>
            </a:r>
            <a:endParaRPr lang="en-US" sz="3200" b="1" kern="0" dirty="0">
              <a:latin typeface="Calibri" pitchFamily="34" charset="0"/>
              <a:ea typeface="Ebrima" pitchFamily="2" charset="0"/>
              <a:cs typeface="Calibri" pitchFamily="34" charset="0"/>
            </a:endParaRPr>
          </a:p>
          <a:p>
            <a:pPr algn="ctr">
              <a:spcBef>
                <a:spcPts val="0"/>
              </a:spcBef>
            </a:pPr>
            <a:r>
              <a:rPr lang="en-US" sz="3200" b="1" kern="0" dirty="0">
                <a:latin typeface="Calibri" pitchFamily="34" charset="0"/>
                <a:ea typeface="Ebrima" pitchFamily="2" charset="0"/>
                <a:cs typeface="Calibri" pitchFamily="34" charset="0"/>
              </a:rPr>
              <a:t>Nin </a:t>
            </a:r>
            <a:r>
              <a:rPr lang="en-US" sz="3200" b="1" kern="0" dirty="0" err="1">
                <a:latin typeface="Calibri" pitchFamily="34" charset="0"/>
                <a:ea typeface="Ebrima" pitchFamily="2" charset="0"/>
                <a:cs typeface="Calibri" pitchFamily="34" charset="0"/>
              </a:rPr>
              <a:t>daasaraam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njangalude</a:t>
            </a:r>
            <a:r>
              <a:rPr lang="en-US" sz="3200" b="1" kern="0" dirty="0">
                <a:latin typeface="Calibri" pitchFamily="34" charset="0"/>
                <a:ea typeface="Ebrima" pitchFamily="2" charset="0"/>
                <a:cs typeface="Calibri" pitchFamily="34" charset="0"/>
              </a:rPr>
              <a:t> dush-</a:t>
            </a:r>
            <a:r>
              <a:rPr lang="en-US" sz="3200" b="1" kern="0" dirty="0" err="1">
                <a:latin typeface="Calibri" pitchFamily="34" charset="0"/>
                <a:ea typeface="Ebrima" pitchFamily="2" charset="0"/>
                <a:cs typeface="Calibri" pitchFamily="34" charset="0"/>
              </a:rPr>
              <a:t>chintha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durmoham</a:t>
            </a:r>
            <a:endParaRPr lang="en-US" sz="3200" b="1" kern="0" dirty="0">
              <a:latin typeface="Calibri" pitchFamily="34" charset="0"/>
              <a:ea typeface="Ebrima" pitchFamily="2" charset="0"/>
              <a:cs typeface="Calibri" pitchFamily="34" charset="0"/>
            </a:endParaRPr>
          </a:p>
          <a:p>
            <a:pPr algn="ctr">
              <a:spcBef>
                <a:spcPts val="0"/>
              </a:spcBef>
            </a:pPr>
            <a:r>
              <a:rPr lang="en-US" sz="3200" b="1" kern="0" dirty="0" err="1">
                <a:latin typeface="Calibri" pitchFamily="34" charset="0"/>
                <a:ea typeface="Ebrima" pitchFamily="2" charset="0"/>
                <a:cs typeface="Calibri" pitchFamily="34" charset="0"/>
              </a:rPr>
              <a:t>Shamanam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cheyvathininnayyo</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vilhikkunnu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nin</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naamathe</a:t>
            </a:r>
            <a:r>
              <a:rPr lang="en-US" sz="3200" b="1" kern="0" dirty="0">
                <a:latin typeface="Calibri" pitchFamily="34" charset="0"/>
                <a:ea typeface="Ebrima" pitchFamily="2" charset="0"/>
                <a:cs typeface="Calibri" pitchFamily="34" charset="0"/>
              </a:rPr>
              <a:t> </a:t>
            </a:r>
          </a:p>
        </p:txBody>
      </p:sp>
      <p:sp>
        <p:nvSpPr>
          <p:cNvPr id="4" name="TextBox 3">
            <a:extLst>
              <a:ext uri="{FF2B5EF4-FFF2-40B4-BE49-F238E27FC236}">
                <a16:creationId xmlns:a16="http://schemas.microsoft.com/office/drawing/2014/main" id="{3AE83209-E45E-2C64-A261-5CBE86C9CA62}"/>
              </a:ext>
            </a:extLst>
          </p:cNvPr>
          <p:cNvSpPr txBox="1"/>
          <p:nvPr/>
        </p:nvSpPr>
        <p:spPr>
          <a:xfrm>
            <a:off x="1828477" y="4526999"/>
            <a:ext cx="8950892" cy="1938992"/>
          </a:xfrm>
          <a:prstGeom prst="rect">
            <a:avLst/>
          </a:prstGeom>
          <a:noFill/>
        </p:spPr>
        <p:txBody>
          <a:bodyPr wrap="square">
            <a:spAutoFit/>
          </a:bodyPr>
          <a:lstStyle/>
          <a:p>
            <a:pPr algn="ctr" rtl="0">
              <a:spcBef>
                <a:spcPts val="1200"/>
              </a:spcBef>
              <a:spcAft>
                <a:spcPts val="0"/>
              </a:spcAft>
            </a:pPr>
            <a:r>
              <a:rPr lang="en-US" sz="3000" b="1" i="1" u="none" strike="noStrike" dirty="0">
                <a:effectLst/>
                <a:latin typeface="+mn-lt"/>
              </a:rPr>
              <a:t>Pure and holy One who dwells on high, in mansions of light.</a:t>
            </a:r>
            <a:r>
              <a:rPr lang="en-US" sz="3000" b="1" i="1" dirty="0">
                <a:latin typeface="+mn-lt"/>
              </a:rPr>
              <a:t> </a:t>
            </a:r>
            <a:r>
              <a:rPr lang="en-US" sz="3000" b="1" i="1" u="none" strike="noStrike" dirty="0">
                <a:effectLst/>
                <a:latin typeface="+mn-lt"/>
              </a:rPr>
              <a:t>Cleanse our hearts and souls; we lift them up unto You.</a:t>
            </a:r>
            <a:r>
              <a:rPr lang="en-US" sz="3000" b="1" i="1" dirty="0">
                <a:latin typeface="+mn-lt"/>
              </a:rPr>
              <a:t> </a:t>
            </a:r>
            <a:r>
              <a:rPr lang="en-US" sz="3000" b="1" i="1" u="none" strike="noStrike" dirty="0">
                <a:effectLst/>
                <a:latin typeface="+mn-lt"/>
              </a:rPr>
              <a:t>Grant us purity of thought and mind,</a:t>
            </a:r>
            <a:r>
              <a:rPr lang="en-US" sz="3000" b="1" i="1" dirty="0">
                <a:latin typeface="+mn-lt"/>
              </a:rPr>
              <a:t> t</a:t>
            </a:r>
            <a:r>
              <a:rPr lang="en-US" sz="3000" b="1" i="1" u="none" strike="noStrike" dirty="0">
                <a:effectLst/>
                <a:latin typeface="+mn-lt"/>
              </a:rPr>
              <a:t>hat our prayers may rise up to You.</a:t>
            </a:r>
            <a:endParaRPr lang="en-US" sz="3000" b="1" i="1" dirty="0">
              <a:latin typeface="+mn-lt"/>
            </a:endParaRPr>
          </a:p>
        </p:txBody>
      </p:sp>
      <p:sp>
        <p:nvSpPr>
          <p:cNvPr id="2" name="TextBox 1">
            <a:extLst>
              <a:ext uri="{FF2B5EF4-FFF2-40B4-BE49-F238E27FC236}">
                <a16:creationId xmlns:a16="http://schemas.microsoft.com/office/drawing/2014/main" id="{6A78877F-9B52-16EB-23EE-8D70FD518872}"/>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8736C031-752B-9739-E991-1E3157D1DF1C}"/>
              </a:ext>
            </a:extLst>
          </p:cNvPr>
          <p:cNvCxnSpPr>
            <a:cxnSpLocks/>
          </p:cNvCxnSpPr>
          <p:nvPr/>
        </p:nvCxnSpPr>
        <p:spPr>
          <a:xfrm>
            <a:off x="6108290" y="0"/>
            <a:ext cx="0" cy="384048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ctrTitle"/>
          </p:nvPr>
        </p:nvSpPr>
        <p:spPr>
          <a:xfrm>
            <a:off x="117738" y="394354"/>
            <a:ext cx="5890314" cy="4572000"/>
          </a:xfrm>
        </p:spPr>
        <p:txBody>
          <a:bodyPr anchor="ctr">
            <a:noAutofit/>
          </a:bodyPr>
          <a:lstStyle/>
          <a:p>
            <a:pPr eaLnBrk="1" hangingPunct="1"/>
            <a:r>
              <a:rPr lang="en-US" altLang="en-US" sz="3400" b="1" dirty="0">
                <a:solidFill>
                  <a:schemeClr val="accent6">
                    <a:lumMod val="50000"/>
                  </a:schemeClr>
                </a:solidFill>
                <a:latin typeface="MalayalamAbe" pitchFamily="18" charset="0"/>
              </a:rPr>
              <a:t>e</a:t>
            </a:r>
            <a:r>
              <a:rPr lang="en-US" altLang="en-US" sz="3400" b="1" dirty="0">
                <a:solidFill>
                  <a:schemeClr val="accent6">
                    <a:lumMod val="50000"/>
                  </a:schemeClr>
                </a:solidFill>
              </a:rPr>
              <a:t>. </a:t>
            </a:r>
            <a:r>
              <a:rPr lang="en-US" altLang="en-US" sz="3400" b="1" dirty="0" err="1">
                <a:latin typeface="MalayalamAbe" pitchFamily="18" charset="0"/>
              </a:rPr>
              <a:t>ayjulajH</a:t>
            </a:r>
            <a:r>
              <a:rPr lang="en-US" altLang="en-US" sz="3400" b="1" dirty="0">
                <a:latin typeface="MalayalamAbe" pitchFamily="18" charset="0"/>
              </a:rPr>
              <a:t> </a:t>
            </a:r>
            <a:r>
              <a:rPr lang="en-US" altLang="en-US" sz="3400" b="1" dirty="0" err="1">
                <a:latin typeface="MalayalamAbe" pitchFamily="18" charset="0"/>
              </a:rPr>
              <a:t>rj</a:t>
            </a:r>
            <a:r>
              <a:rPr lang="en-US" altLang="en-US" sz="3400" b="1" dirty="0">
                <a:latin typeface="MalayalamAbe" pitchFamily="18" charset="0"/>
              </a:rPr>
              <a:t>#[ w}; </a:t>
            </a:r>
            <a:r>
              <a:rPr lang="en-US" altLang="en-US" sz="3400" b="1" dirty="0" err="1">
                <a:latin typeface="MalayalamAbe" pitchFamily="18" charset="0"/>
              </a:rPr>
              <a:t>Pgj</a:t>
            </a:r>
            <a:r>
              <a:rPr lang="en-US" altLang="en-US" sz="3400" b="1" dirty="0">
                <a:latin typeface="MalayalamAbe" pitchFamily="18" charset="0"/>
              </a:rPr>
              <a:t>)</a:t>
            </a:r>
            <a:r>
              <a:rPr lang="en-US" altLang="en-US" sz="3400" b="1" dirty="0" err="1">
                <a:latin typeface="MalayalamAbe" pitchFamily="18" charset="0"/>
              </a:rPr>
              <a:t>uk</a:t>
            </a:r>
            <a:r>
              <a:rPr lang="en-US" altLang="en-US" sz="3400" b="1" dirty="0">
                <a:latin typeface="MalayalamAbe" pitchFamily="18" charset="0"/>
              </a:rPr>
              <a:t>; Sul|#</a:t>
            </a:r>
            <a:r>
              <a:rPr lang="en-US" altLang="en-US" sz="3400" b="1" dirty="0" err="1">
                <a:latin typeface="MalayalamAbe" pitchFamily="18" charset="0"/>
              </a:rPr>
              <a:t>lSrlm</a:t>
            </a:r>
            <a:r>
              <a:rPr lang="en-US" altLang="en-US" sz="3400" b="1" dirty="0">
                <a:latin typeface="MalayalamAbe" pitchFamily="18" charset="0"/>
              </a:rPr>
              <a:t>[ </a:t>
            </a:r>
            <a:r>
              <a:rPr lang="en-US" altLang="en-US" sz="3400" b="1" dirty="0" err="1">
                <a:latin typeface="MalayalamAbe" pitchFamily="18" charset="0"/>
              </a:rPr>
              <a:t>alSalpJcl</a:t>
            </a:r>
            <a:r>
              <a:rPr lang="en-US" altLang="en-US" sz="3400" b="1" dirty="0">
                <a:latin typeface="MalayalamAbe" pitchFamily="18" charset="0"/>
              </a:rPr>
              <a:t> </a:t>
            </a:r>
            <a:r>
              <a:rPr lang="en-US" altLang="en-US" sz="3400" b="1" dirty="0" err="1">
                <a:latin typeface="MalayalamAbe" pitchFamily="18" charset="0"/>
              </a:rPr>
              <a:t>ssds</a:t>
            </a:r>
            <a:r>
              <a:rPr lang="en-US" altLang="en-US" sz="3400" b="1" dirty="0">
                <a:latin typeface="MalayalamAbe" pitchFamily="18" charset="0"/>
              </a:rPr>
              <a:t>)</a:t>
            </a:r>
            <a:r>
              <a:rPr lang="en-US" altLang="en-US" sz="3400" b="1" dirty="0" err="1">
                <a:latin typeface="MalayalamAbe" pitchFamily="18" charset="0"/>
              </a:rPr>
              <a:t>lXduk</a:t>
            </a:r>
            <a:r>
              <a:rPr lang="en-US" altLang="en-US" sz="3400" b="1" dirty="0">
                <a:latin typeface="MalayalamAbe" pitchFamily="18" charset="0"/>
              </a:rPr>
              <a:t>; </a:t>
            </a:r>
            <a:r>
              <a:rPr lang="en-US" altLang="en-US" sz="3400" b="1" dirty="0" err="1">
                <a:latin typeface="MalayalamAbe" pitchFamily="18" charset="0"/>
              </a:rPr>
              <a:t>svu</a:t>
            </a:r>
            <a:r>
              <a:rPr lang="en-US" altLang="en-US" sz="3400" b="1" dirty="0">
                <a:latin typeface="MalayalamAbe" pitchFamily="18" charset="0"/>
              </a:rPr>
              <a:t>[f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lSiCk</a:t>
            </a:r>
            <a:r>
              <a:rPr lang="en-US" altLang="en-US" sz="3400" b="1" dirty="0">
                <a:latin typeface="MalayalamAbe" pitchFamily="18" charset="0"/>
              </a:rPr>
              <a:t> a[</a:t>
            </a:r>
            <a:r>
              <a:rPr lang="en-US" altLang="en-US" sz="3400" b="1" dirty="0" err="1">
                <a:latin typeface="MalayalamAbe" pitchFamily="18" charset="0"/>
              </a:rPr>
              <a:t>Cj|lSu</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SaH</a:t>
            </a:r>
            <a:r>
              <a:rPr lang="en-US" altLang="en-US" sz="3400" b="1" dirty="0">
                <a:latin typeface="MalayalamAbe" pitchFamily="18" charset="0"/>
              </a:rPr>
              <a:t> </a:t>
            </a:r>
            <a:r>
              <a:rPr lang="en-US" altLang="en-US" sz="3400" b="1" dirty="0" err="1">
                <a:latin typeface="MalayalamAbe" pitchFamily="18" charset="0"/>
              </a:rPr>
              <a:t>LrkYz</a:t>
            </a:r>
            <a:r>
              <a:rPr lang="en-US" altLang="en-US" sz="3400" b="1" dirty="0">
                <a:latin typeface="MalayalamAbe" pitchFamily="18" charset="0"/>
              </a:rPr>
              <a:t>|; </a:t>
            </a:r>
            <a:r>
              <a:rPr lang="en-US" altLang="en-US" sz="3400" b="1" dirty="0" err="1">
                <a:latin typeface="MalayalamAbe" pitchFamily="18" charset="0"/>
              </a:rPr>
              <a:t>svlgjunSa</a:t>
            </a:r>
            <a:r>
              <a:rPr lang="en-US" altLang="en-US" sz="3400" b="1" dirty="0">
                <a:latin typeface="MalayalamAbe" pitchFamily="18" charset="0"/>
              </a:rPr>
              <a:t>.</a:t>
            </a:r>
          </a:p>
        </p:txBody>
      </p:sp>
      <p:sp>
        <p:nvSpPr>
          <p:cNvPr id="4" name="Text Box 2">
            <a:extLst>
              <a:ext uri="{FF2B5EF4-FFF2-40B4-BE49-F238E27FC236}">
                <a16:creationId xmlns:a16="http://schemas.microsoft.com/office/drawing/2014/main" id="{8B6E6A4F-66E4-4FC8-9E88-199E0C4D95A8}"/>
              </a:ext>
            </a:extLst>
          </p:cNvPr>
          <p:cNvSpPr txBox="1">
            <a:spLocks noChangeArrowheads="1"/>
          </p:cNvSpPr>
          <p:nvPr/>
        </p:nvSpPr>
        <p:spPr bwMode="auto">
          <a:xfrm>
            <a:off x="6165714" y="1284303"/>
            <a:ext cx="5807528" cy="2697898"/>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P: </a:t>
            </a:r>
            <a:r>
              <a:rPr lang="en-US" sz="2800" b="1" kern="0" dirty="0" err="1">
                <a:latin typeface="Calibri" pitchFamily="34" charset="0"/>
                <a:ea typeface="Ebrima" pitchFamily="2" charset="0"/>
                <a:cs typeface="Calibri" pitchFamily="34" charset="0"/>
              </a:rPr>
              <a:t>Marriyaamil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jedam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dharikkayum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Yohannanodu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mamodeesa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kaikkolhukayum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Karthaav-eshu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mashihaaye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mel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choriyenhame</a:t>
            </a:r>
            <a:r>
              <a:rPr lang="en-US" sz="28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EDA1ED9B-B1A0-4049-A822-C4CC4E94240E}"/>
              </a:ext>
            </a:extLst>
          </p:cNvPr>
          <p:cNvSpPr txBox="1"/>
          <p:nvPr/>
        </p:nvSpPr>
        <p:spPr>
          <a:xfrm>
            <a:off x="143434" y="262104"/>
            <a:ext cx="5706956" cy="897040"/>
          </a:xfrm>
          <a:prstGeom prst="rect">
            <a:avLst/>
          </a:prstGeom>
          <a:noFill/>
        </p:spPr>
        <p:txBody>
          <a:bodyPr wrap="square" rtlCol="0">
            <a:spAutoFit/>
          </a:bodyPr>
          <a:lstStyle/>
          <a:p>
            <a:pPr algn="ctr">
              <a:lnSpc>
                <a:spcPts val="2900"/>
              </a:lnSpc>
            </a:pPr>
            <a:r>
              <a:rPr lang="en-US" altLang="en-US" sz="4000" b="1" u="sng" dirty="0">
                <a:solidFill>
                  <a:schemeClr val="accent6">
                    <a:lumMod val="50000"/>
                  </a:schemeClr>
                </a:solidFill>
                <a:latin typeface="MalayalamAbe" pitchFamily="18" charset="0"/>
              </a:rPr>
              <a:t> </a:t>
            </a:r>
            <a:r>
              <a:rPr lang="en-US" altLang="en-US" sz="4000" b="1" u="sng" kern="0" dirty="0" err="1">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ijCki</a:t>
            </a:r>
            <a:r>
              <a:rPr lang="en-US" altLang="en-US" sz="4000" b="1" u="sng" kern="0" dirty="0">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 </a:t>
            </a:r>
            <a:r>
              <a:rPr lang="en-US" altLang="en-US" sz="4000" b="1" u="sng" kern="0" dirty="0" err="1">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dkG~lruksm</a:t>
            </a:r>
            <a:r>
              <a:rPr lang="en-US" altLang="en-US" sz="4000" b="1" u="sng" kern="0" dirty="0">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 </a:t>
            </a:r>
            <a:r>
              <a:rPr lang="en-US" altLang="en-US" sz="4000" b="1" u="sng" kern="0" dirty="0" err="1">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egcU</a:t>
            </a:r>
            <a:r>
              <a:rPr lang="en-US" altLang="en-US" sz="4000" b="1" u="sng" kern="0" dirty="0">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 </a:t>
            </a:r>
            <a:r>
              <a:rPr lang="en-US" altLang="en-US" sz="4000" b="1" u="sng" kern="0" dirty="0" err="1">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CkYCo</a:t>
            </a:r>
            <a:r>
              <a:rPr lang="en-US" altLang="en-US" sz="4000" b="1" u="sng" kern="0" dirty="0">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rPr>
              <a:t>&lt;</a:t>
            </a:r>
            <a:endParaRPr lang="en-US" sz="4000" b="1" u="sng" kern="0" dirty="0">
              <a:ln w="11430"/>
              <a:solidFill>
                <a:schemeClr val="accent6">
                  <a:lumMod val="50000"/>
                </a:schemeClr>
              </a:solidFill>
              <a:effectLst>
                <a:outerShdw blurRad="50800" dist="39000" dir="5460000" algn="tl">
                  <a:srgbClr val="000000">
                    <a:alpha val="38000"/>
                  </a:srgbClr>
                </a:outerShdw>
              </a:effectLst>
              <a:latin typeface="MalayalamAbe" panose="020B0604020202020204"/>
              <a:cs typeface="Calibri" pitchFamily="34" charset="0"/>
            </a:endParaRPr>
          </a:p>
        </p:txBody>
      </p:sp>
      <p:sp>
        <p:nvSpPr>
          <p:cNvPr id="10" name="TextBox 9">
            <a:extLst>
              <a:ext uri="{FF2B5EF4-FFF2-40B4-BE49-F238E27FC236}">
                <a16:creationId xmlns:a16="http://schemas.microsoft.com/office/drawing/2014/main" id="{035E72B6-2083-532D-A969-19CA770D23DD}"/>
              </a:ext>
            </a:extLst>
          </p:cNvPr>
          <p:cNvSpPr txBox="1"/>
          <p:nvPr/>
        </p:nvSpPr>
        <p:spPr>
          <a:xfrm>
            <a:off x="1505226" y="5207924"/>
            <a:ext cx="9320976" cy="1015663"/>
          </a:xfrm>
          <a:prstGeom prst="rect">
            <a:avLst/>
          </a:prstGeom>
          <a:noFill/>
        </p:spPr>
        <p:txBody>
          <a:bodyPr wrap="square">
            <a:spAutoFit/>
          </a:bodyPr>
          <a:lstStyle/>
          <a:p>
            <a:pPr algn="ctr"/>
            <a:r>
              <a:rPr lang="en-US" sz="3000" b="1" i="1" dirty="0">
                <a:solidFill>
                  <a:schemeClr val="accent6">
                    <a:lumMod val="50000"/>
                  </a:schemeClr>
                </a:solidFill>
                <a:latin typeface="+mn-lt"/>
              </a:rPr>
              <a:t>P: </a:t>
            </a:r>
            <a:r>
              <a:rPr lang="en-US" sz="3000" b="1" i="1" dirty="0">
                <a:latin typeface="+mn-lt"/>
              </a:rPr>
              <a:t>O Lord Jesus Christ, born of Mary, baptized by John, have mercy on us.</a:t>
            </a:r>
          </a:p>
        </p:txBody>
      </p:sp>
      <p:sp>
        <p:nvSpPr>
          <p:cNvPr id="6" name="TextBox 5">
            <a:extLst>
              <a:ext uri="{FF2B5EF4-FFF2-40B4-BE49-F238E27FC236}">
                <a16:creationId xmlns:a16="http://schemas.microsoft.com/office/drawing/2014/main" id="{E0ECA68F-E1C9-F0CD-75C4-7B1D95F3E8F6}"/>
              </a:ext>
            </a:extLst>
          </p:cNvPr>
          <p:cNvSpPr txBox="1"/>
          <p:nvPr/>
        </p:nvSpPr>
        <p:spPr>
          <a:xfrm>
            <a:off x="5950962" y="81926"/>
            <a:ext cx="6097604" cy="1077218"/>
          </a:xfrm>
          <a:prstGeom prst="rect">
            <a:avLst/>
          </a:prstGeom>
          <a:noFill/>
        </p:spPr>
        <p:txBody>
          <a:bodyPr wrap="square">
            <a:spAutoFit/>
          </a:bodyPr>
          <a:lstStyle/>
          <a:p>
            <a:pPr algn="ctr"/>
            <a:r>
              <a:rPr lang="en-US" sz="3200" b="1" u="sng" dirty="0" err="1">
                <a:solidFill>
                  <a:schemeClr val="accent6">
                    <a:lumMod val="50000"/>
                  </a:schemeClr>
                </a:solidFill>
                <a:latin typeface="Calibri" panose="020F0502020204030204" pitchFamily="34" charset="0"/>
                <a:cs typeface="Calibri" panose="020F0502020204030204" pitchFamily="34" charset="0"/>
              </a:rPr>
              <a:t>Vishu</a:t>
            </a:r>
            <a:r>
              <a:rPr lang="en-US" sz="3200" b="1" u="sng" dirty="0" err="1">
                <a:solidFill>
                  <a:schemeClr val="accent6">
                    <a:lumMod val="50000"/>
                  </a:schemeClr>
                </a:solidFill>
                <a:effectLst/>
                <a:latin typeface="Calibri" panose="020F0502020204030204" pitchFamily="34" charset="0"/>
                <a:cs typeface="Calibri" panose="020F0502020204030204" pitchFamily="34" charset="0"/>
              </a:rPr>
              <a:t>dha</a:t>
            </a:r>
            <a:r>
              <a:rPr lang="en-US" sz="3200" b="1" u="sng" dirty="0">
                <a:solidFill>
                  <a:schemeClr val="accent6">
                    <a:lumMod val="50000"/>
                  </a:schemeClr>
                </a:solidFill>
                <a:effectLst/>
                <a:latin typeface="Calibri" panose="020F0502020204030204" pitchFamily="34" charset="0"/>
                <a:cs typeface="Calibri" panose="020F0502020204030204" pitchFamily="34" charset="0"/>
              </a:rPr>
              <a:t> </a:t>
            </a:r>
            <a:r>
              <a:rPr lang="en-US" sz="3200" b="1" u="sng" dirty="0" err="1">
                <a:solidFill>
                  <a:schemeClr val="accent6">
                    <a:lumMod val="50000"/>
                  </a:schemeClr>
                </a:solidFill>
                <a:effectLst/>
                <a:latin typeface="Calibri" panose="020F0502020204030204" pitchFamily="34" charset="0"/>
                <a:cs typeface="Calibri" panose="020F0502020204030204" pitchFamily="34" charset="0"/>
              </a:rPr>
              <a:t>Kurbaanayude</a:t>
            </a:r>
            <a:endParaRPr lang="en-US" sz="3200" b="1" u="sng" dirty="0">
              <a:solidFill>
                <a:schemeClr val="accent6">
                  <a:lumMod val="50000"/>
                </a:schemeClr>
              </a:solidFill>
              <a:effectLst/>
              <a:latin typeface="Calibri" panose="020F0502020204030204" pitchFamily="34" charset="0"/>
              <a:cs typeface="Calibri" panose="020F0502020204030204" pitchFamily="34" charset="0"/>
            </a:endParaRPr>
          </a:p>
          <a:p>
            <a:pPr algn="ctr"/>
            <a:r>
              <a:rPr lang="en-US" sz="3200" b="1" u="sng" dirty="0" err="1">
                <a:solidFill>
                  <a:schemeClr val="accent6">
                    <a:lumMod val="50000"/>
                  </a:schemeClr>
                </a:solidFill>
                <a:latin typeface="Calibri" panose="020F0502020204030204" pitchFamily="34" charset="0"/>
                <a:cs typeface="Calibri" panose="020F0502020204030204" pitchFamily="34" charset="0"/>
              </a:rPr>
              <a:t>Parasya</a:t>
            </a:r>
            <a:r>
              <a:rPr lang="en-US" sz="3200" b="1" u="sng" dirty="0">
                <a:solidFill>
                  <a:schemeClr val="accent6">
                    <a:lumMod val="50000"/>
                  </a:schemeClr>
                </a:solidFill>
                <a:latin typeface="Calibri" panose="020F0502020204030204" pitchFamily="34" charset="0"/>
                <a:cs typeface="Calibri" panose="020F0502020204030204" pitchFamily="34" charset="0"/>
              </a:rPr>
              <a:t> </a:t>
            </a:r>
            <a:r>
              <a:rPr lang="en-US" sz="3200" b="1" u="sng" dirty="0" err="1">
                <a:solidFill>
                  <a:schemeClr val="accent6">
                    <a:lumMod val="50000"/>
                  </a:schemeClr>
                </a:solidFill>
                <a:latin typeface="Calibri" panose="020F0502020204030204" pitchFamily="34" charset="0"/>
                <a:cs typeface="Calibri" panose="020F0502020204030204" pitchFamily="34" charset="0"/>
              </a:rPr>
              <a:t>Shuhroosha</a:t>
            </a:r>
            <a:endParaRPr lang="en-US" sz="3200" b="1" u="sng" dirty="0">
              <a:solidFill>
                <a:schemeClr val="accent6">
                  <a:lumMod val="50000"/>
                </a:schemeClr>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8B02DC0A-898C-6455-C3AB-99F173DC8B91}"/>
              </a:ext>
            </a:extLst>
          </p:cNvPr>
          <p:cNvSpPr txBox="1"/>
          <p:nvPr/>
        </p:nvSpPr>
        <p:spPr>
          <a:xfrm>
            <a:off x="0" y="444313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The Holy Qurbana</a:t>
            </a:r>
          </a:p>
        </p:txBody>
      </p:sp>
      <p:cxnSp>
        <p:nvCxnSpPr>
          <p:cNvPr id="7" name="Straight Connector 6">
            <a:extLst>
              <a:ext uri="{FF2B5EF4-FFF2-40B4-BE49-F238E27FC236}">
                <a16:creationId xmlns:a16="http://schemas.microsoft.com/office/drawing/2014/main" id="{647C067F-7442-7398-6B60-6A1C25B4B22D}"/>
              </a:ext>
            </a:extLst>
          </p:cNvPr>
          <p:cNvCxnSpPr>
            <a:cxnSpLocks/>
          </p:cNvCxnSpPr>
          <p:nvPr/>
        </p:nvCxnSpPr>
        <p:spPr>
          <a:xfrm flipH="1">
            <a:off x="6096000" y="0"/>
            <a:ext cx="17166" cy="444313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ctrTitle"/>
          </p:nvPr>
        </p:nvSpPr>
        <p:spPr>
          <a:xfrm>
            <a:off x="82488" y="28135"/>
            <a:ext cx="5896282" cy="4470096"/>
          </a:xfrm>
          <a:noFill/>
        </p:spPr>
        <p:txBody>
          <a:bodyPr anchor="ctr">
            <a:noAutofit/>
          </a:bodyPr>
          <a:lstStyle/>
          <a:p>
            <a:pPr eaLnBrk="1" hangingPunct="1">
              <a:lnSpc>
                <a:spcPct val="80000"/>
              </a:lnSpc>
            </a:pPr>
            <a:r>
              <a:rPr lang="en-US" altLang="en-US" sz="3400" b="1" dirty="0">
                <a:solidFill>
                  <a:schemeClr val="accent6">
                    <a:lumMod val="50000"/>
                  </a:schemeClr>
                </a:solidFill>
                <a:latin typeface="MalayalamAbe" pitchFamily="18" charset="0"/>
              </a:rPr>
              <a:t>w. </a:t>
            </a:r>
            <a:r>
              <a:rPr lang="en-US" altLang="en-US" sz="3400" b="1" dirty="0" err="1">
                <a:latin typeface="MalayalamAbe" pitchFamily="18" charset="0"/>
              </a:rPr>
              <a:t>cIG</a:t>
            </a:r>
            <a:r>
              <a:rPr lang="en-US" altLang="en-US" sz="3400" b="1" dirty="0" err="1">
                <a:latin typeface="Kerala" pitchFamily="2" charset="0"/>
              </a:rPr>
              <a:t>P</a:t>
            </a:r>
            <a:r>
              <a:rPr lang="en-US" altLang="en-US" sz="3400" b="1" dirty="0" err="1">
                <a:latin typeface="MalayalamAbe" pitchFamily="18" charset="0"/>
              </a:rPr>
              <a:t>c</a:t>
            </a:r>
            <a:r>
              <a:rPr lang="en-US" altLang="en-US" sz="3400" b="1" dirty="0">
                <a:latin typeface="MalayalamAbe" pitchFamily="18" charset="0"/>
              </a:rPr>
              <a:t>[</a:t>
            </a:r>
            <a:r>
              <a:rPr lang="en-US" altLang="en-US" sz="3400" b="1" dirty="0" err="1">
                <a:latin typeface="MalayalamAbe" pitchFamily="18" charset="0"/>
              </a:rPr>
              <a:t>Frlu</a:t>
            </a:r>
            <a:r>
              <a:rPr lang="en-US" altLang="en-US" sz="3400" b="1" dirty="0">
                <a:latin typeface="MalayalamAbe" pitchFamily="18" charset="0"/>
              </a:rPr>
              <a:t> </a:t>
            </a:r>
            <a:r>
              <a:rPr lang="en-US" altLang="en-US" sz="3400" b="1" dirty="0" err="1">
                <a:latin typeface="MalayalamAbe" pitchFamily="18" charset="0"/>
              </a:rPr>
              <a:t>ejflijsRy</a:t>
            </a:r>
            <a:r>
              <a:rPr lang="en-US" altLang="en-US" sz="3400" b="1" dirty="0">
                <a:latin typeface="MalayalamAbe" pitchFamily="18" charset="0"/>
              </a:rPr>
              <a:t> ]</a:t>
            </a:r>
            <a:r>
              <a:rPr lang="en-US" altLang="en-US" sz="3400" b="1" dirty="0" err="1">
                <a:latin typeface="MalayalamAbe" pitchFamily="18" charset="0"/>
              </a:rPr>
              <a:t>dekYfrk</a:t>
            </a:r>
            <a:r>
              <a:rPr lang="en-US" altLang="en-US" sz="3400" b="1" dirty="0">
                <a:latin typeface="MalayalamAbe" pitchFamily="18" charset="0"/>
              </a:rPr>
              <a:t>; </a:t>
            </a:r>
            <a:r>
              <a:rPr lang="en-US" altLang="en-US" sz="3400" b="1" dirty="0" err="1">
                <a:latin typeface="MalayalamAbe" pitchFamily="18" charset="0"/>
              </a:rPr>
              <a:t>ivrik</a:t>
            </a:r>
            <a:r>
              <a:rPr lang="en-US" altLang="en-US" sz="3400" b="1" dirty="0">
                <a:latin typeface="MalayalamAbe" pitchFamily="18" charset="0"/>
              </a:rPr>
              <a:t>; :</a:t>
            </a:r>
            <a:r>
              <a:rPr lang="en-US" altLang="en-US" sz="3400" b="1" dirty="0" err="1">
                <a:latin typeface="MalayalamAbe" pitchFamily="18" charset="0"/>
              </a:rPr>
              <a:t>uj</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glwlilu</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a:t>
            </a:r>
            <a:r>
              <a:rPr lang="en-US" altLang="en-US" sz="3400" b="1" dirty="0" err="1">
                <a:latin typeface="MalayalamAbe" pitchFamily="18" charset="0"/>
              </a:rPr>
              <a:t>rjs</a:t>
            </a:r>
            <a:r>
              <a:rPr lang="en-US" altLang="en-US" sz="3400" b="1" dirty="0">
                <a:latin typeface="MalayalamAbe" pitchFamily="18" charset="0"/>
              </a:rPr>
              <a:t># B*X </a:t>
            </a:r>
            <a:r>
              <a:rPr lang="en-US" altLang="en-US" sz="3400" b="1" dirty="0" err="1">
                <a:latin typeface="MalayalamAbe" pitchFamily="18" charset="0"/>
              </a:rPr>
              <a:t>ekdq</a:t>
            </a:r>
            <a:r>
              <a:rPr lang="en-US" altLang="en-US" sz="3400" b="1" dirty="0">
                <a:latin typeface="MalayalamAbe" pitchFamily="18" charset="0"/>
              </a:rPr>
              <a:t>[\k;. </a:t>
            </a:r>
            <a:r>
              <a:rPr lang="en-US" altLang="en-US" sz="3400" b="1" dirty="0" err="1">
                <a:latin typeface="MalayalamAbe" pitchFamily="18" charset="0"/>
              </a:rPr>
              <a:t>cI</a:t>
            </a:r>
            <a:r>
              <a:rPr lang="en-US" altLang="en-US" sz="3400" b="1" dirty="0">
                <a:latin typeface="MalayalamAbe" pitchFamily="18" charset="0"/>
              </a:rPr>
              <a:t>&gt;li </a:t>
            </a:r>
            <a:r>
              <a:rPr lang="en-US" altLang="en-US" sz="3400" b="1" dirty="0" err="1">
                <a:latin typeface="MalayalamAbe" pitchFamily="18" charset="0"/>
              </a:rPr>
              <a:t>Yedlg</a:t>
            </a:r>
            <a:r>
              <a:rPr lang="en-US" altLang="en-US" sz="3400" b="1" dirty="0">
                <a:latin typeface="MalayalamAbe" pitchFamily="18" charset="0"/>
              </a:rPr>
              <a:t>; </a:t>
            </a:r>
            <a:r>
              <a:rPr lang="en-US" altLang="en-US" sz="3400" b="1" dirty="0" err="1">
                <a:latin typeface="MalayalamAbe" pitchFamily="18" charset="0"/>
              </a:rPr>
              <a:t>agnajh^l</a:t>
            </a:r>
            <a:r>
              <a:rPr lang="en-US" altLang="en-US" sz="3400" b="1" dirty="0">
                <a:latin typeface="MalayalamAbe" pitchFamily="18" charset="0"/>
              </a:rPr>
              <a:t>\irk; </a:t>
            </a:r>
            <a:r>
              <a:rPr lang="en-US" altLang="en-US" sz="3400" b="1" dirty="0" err="1">
                <a:latin typeface="MalayalamAbe" pitchFamily="18" charset="0"/>
              </a:rPr>
              <a:t>fsRy</a:t>
            </a:r>
            <a:r>
              <a:rPr lang="en-US" altLang="en-US" sz="3400" b="1" dirty="0">
                <a:latin typeface="MalayalamAbe" pitchFamily="18" charset="0"/>
              </a:rPr>
              <a:t> d{</a:t>
            </a:r>
            <a:r>
              <a:rPr lang="en-US" altLang="en-US" sz="3400" b="1" dirty="0" err="1">
                <a:latin typeface="MalayalamAbe" pitchFamily="18" charset="0"/>
              </a:rPr>
              <a:t>eulH</a:t>
            </a:r>
            <a:r>
              <a:rPr lang="en-US" altLang="en-US" sz="3400" b="1" dirty="0">
                <a:latin typeface="MalayalamAbe" pitchFamily="18" charset="0"/>
              </a:rPr>
              <a:t> </a:t>
            </a:r>
            <a:r>
              <a:rPr lang="en-US" altLang="en-US" sz="3400" b="1" dirty="0" err="1">
                <a:latin typeface="MalayalamAbe" pitchFamily="18" charset="0"/>
              </a:rPr>
              <a:t>cdh</a:t>
            </a:r>
            <a:r>
              <a:rPr lang="en-US" altLang="en-US" sz="3400" b="1" dirty="0">
                <a:latin typeface="MalayalamAbe" pitchFamily="18" charset="0"/>
              </a:rPr>
              <a:t> ark&lt;</a:t>
            </a:r>
            <a:r>
              <a:rPr lang="en-US" altLang="en-US" sz="3400" b="1" dirty="0" err="1">
                <a:latin typeface="MalayalamAbe" pitchFamily="18" charset="0"/>
              </a:rPr>
              <a:t>Ugksmuk</a:t>
            </a:r>
            <a:r>
              <a:rPr lang="en-US" altLang="en-US" sz="3400" b="1" dirty="0">
                <a:latin typeface="MalayalamAbe" pitchFamily="18" charset="0"/>
              </a:rPr>
              <a:t>; </a:t>
            </a:r>
            <a:r>
              <a:rPr lang="en-US" altLang="en-US" sz="3400" b="1" dirty="0" err="1">
                <a:latin typeface="MalayalamAbe" pitchFamily="18" charset="0"/>
              </a:rPr>
              <a:t>wJirk</a:t>
            </a:r>
            <a:r>
              <a:rPr lang="en-US" altLang="en-US" sz="3400" b="1" dirty="0">
                <a:latin typeface="MalayalamAbe" pitchFamily="18" charset="0"/>
              </a:rPr>
              <a:t>; </a:t>
            </a:r>
            <a:r>
              <a:rPr lang="en-US" altLang="en-US" sz="3400" b="1" dirty="0" err="1">
                <a:latin typeface="MalayalamAbe" pitchFamily="18" charset="0"/>
              </a:rPr>
              <a:t>g</a:t>
            </a:r>
            <a:r>
              <a:rPr lang="en-US" altLang="en-US" sz="3400" b="1" dirty="0" err="1">
                <a:latin typeface="Kerala" pitchFamily="2" charset="0"/>
              </a:rPr>
              <a:t>f</a:t>
            </a:r>
            <a:r>
              <a:rPr lang="en-US" altLang="en-US" sz="3400" b="1" dirty="0" err="1">
                <a:latin typeface="MalayalamAbe" pitchFamily="18" charset="0"/>
              </a:rPr>
              <a:t>u</a:t>
            </a:r>
            <a:r>
              <a:rPr lang="en-US" altLang="en-US" sz="3400" b="1" dirty="0">
                <a:latin typeface="MalayalamAbe" pitchFamily="18" charset="0"/>
              </a:rPr>
              <a:t>[)k; </a:t>
            </a:r>
            <a:r>
              <a:rPr lang="en-US" altLang="en-US" sz="3400" b="1" dirty="0" err="1">
                <a:latin typeface="MalayalamAbe" pitchFamily="18" charset="0"/>
              </a:rPr>
              <a:t>Si!j</a:t>
            </a:r>
            <a:r>
              <a:rPr lang="en-US" altLang="en-US" sz="3400" b="1" dirty="0">
                <a:latin typeface="MalayalamAbe" pitchFamily="18" charset="0"/>
              </a:rPr>
              <a:t> </a:t>
            </a:r>
            <a:r>
              <a:rPr lang="en-US" altLang="en-US" sz="3400" b="1" dirty="0" err="1">
                <a:latin typeface="MalayalamAbe" pitchFamily="18" charset="0"/>
              </a:rPr>
              <a:t>ijCk</a:t>
            </a:r>
            <a:r>
              <a:rPr lang="en-US" altLang="en-US" sz="3400" b="1" dirty="0" err="1">
                <a:latin typeface="Kerala" pitchFamily="2" charset="0"/>
              </a:rPr>
              <a:t>i</a:t>
            </a:r>
            <a:r>
              <a:rPr lang="en-US" altLang="en-US" sz="3400" b="1" dirty="0">
                <a:latin typeface="MalayalamAbe" pitchFamily="18" charset="0"/>
              </a:rPr>
              <a:t> </a:t>
            </a:r>
            <a:r>
              <a:rPr lang="en-US" altLang="en-US" sz="3400" b="1" dirty="0" err="1">
                <a:latin typeface="MalayalamAbe" pitchFamily="18" charset="0"/>
              </a:rPr>
              <a:t>drUdayjulajH</a:t>
            </a:r>
            <a:r>
              <a:rPr lang="en-US" altLang="en-US" sz="3400" b="1" dirty="0">
                <a:latin typeface="MalayalamAbe" pitchFamily="18" charset="0"/>
              </a:rPr>
              <a:t> </a:t>
            </a:r>
            <a:r>
              <a:rPr lang="en-US" altLang="en-US" sz="3400" b="1" dirty="0" err="1">
                <a:latin typeface="MalayalamAbe" pitchFamily="18" charset="0"/>
              </a:rPr>
              <a:t>rj#k</a:t>
            </a:r>
            <a:r>
              <a:rPr lang="en-US" altLang="en-US" sz="3400" b="1" dirty="0">
                <a:latin typeface="MalayalamAbe" pitchFamily="18" charset="0"/>
              </a:rPr>
              <a:t>; w}; </a:t>
            </a:r>
            <a:r>
              <a:rPr lang="en-US" altLang="en-US" sz="3400" b="1" dirty="0" err="1">
                <a:latin typeface="MalayalamAbe" pitchFamily="18" charset="0"/>
              </a:rPr>
              <a:t>Pgjv</a:t>
            </a:r>
            <a:r>
              <a:rPr lang="en-US" altLang="en-US" sz="3400" b="1" dirty="0">
                <a:latin typeface="MalayalamAbe" pitchFamily="18" charset="0"/>
              </a:rPr>
              <a:t>&amp;[.</a:t>
            </a:r>
          </a:p>
        </p:txBody>
      </p:sp>
      <p:sp>
        <p:nvSpPr>
          <p:cNvPr id="4" name="Text Box 2">
            <a:extLst>
              <a:ext uri="{FF2B5EF4-FFF2-40B4-BE49-F238E27FC236}">
                <a16:creationId xmlns:a16="http://schemas.microsoft.com/office/drawing/2014/main" id="{FCB03076-B532-412B-835D-42BFBE73B00C}"/>
              </a:ext>
            </a:extLst>
          </p:cNvPr>
          <p:cNvSpPr txBox="1">
            <a:spLocks noChangeArrowheads="1"/>
          </p:cNvSpPr>
          <p:nvPr/>
        </p:nvSpPr>
        <p:spPr bwMode="auto">
          <a:xfrm>
            <a:off x="6096000" y="205460"/>
            <a:ext cx="6096000" cy="4127905"/>
          </a:xfrm>
          <a:prstGeom prst="rect">
            <a:avLst/>
          </a:prstGeom>
          <a:noFill/>
          <a:ln w="9525">
            <a:noFill/>
            <a:miter lim="800000"/>
            <a:headEnd/>
            <a:tailEnd/>
          </a:ln>
          <a:effectLst/>
        </p:spPr>
        <p:txBody>
          <a:bodyPr wrap="square" lIns="111402" tIns="55743" rIns="111402" bIns="55743">
            <a:spAutoFit/>
          </a:bodyPr>
          <a:lstStyle/>
          <a:p>
            <a:pPr algn="ctr">
              <a:lnSpc>
                <a:spcPts val="3499"/>
              </a:lnSpc>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C: </a:t>
            </a:r>
            <a:r>
              <a:rPr lang="en-US" sz="2600" b="1" kern="0" dirty="0" err="1">
                <a:latin typeface="Calibri" pitchFamily="34" charset="0"/>
                <a:ea typeface="Ebrima" pitchFamily="2" charset="0"/>
                <a:cs typeface="Calibri" pitchFamily="34" charset="0"/>
              </a:rPr>
              <a:t>Swargasthanaaya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pithaavinte</a:t>
            </a:r>
            <a:r>
              <a:rPr lang="en-US" sz="2600" b="1" kern="0" dirty="0">
                <a:latin typeface="Calibri" pitchFamily="34" charset="0"/>
                <a:ea typeface="Ebrima" pitchFamily="2" charset="0"/>
                <a:cs typeface="Calibri" pitchFamily="34" charset="0"/>
              </a:rPr>
              <a:t> eka </a:t>
            </a:r>
            <a:r>
              <a:rPr lang="en-US" sz="2600" b="1" kern="0" dirty="0" err="1">
                <a:latin typeface="Calibri" pitchFamily="34" charset="0"/>
                <a:ea typeface="Ebrima" pitchFamily="2" charset="0"/>
                <a:cs typeface="Calibri" pitchFamily="34" charset="0"/>
              </a:rPr>
              <a:t>Puthranum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vachanuvumaayi</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njangalude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raajavaaya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Karthaave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njangal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pukazhthum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Swobhaava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prakaaram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maranham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illaathavanum-thante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krupayaal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sakala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manushyarudeyum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jeevanum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rekshakkum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vendi</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Vishudha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Kannyaka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Marriyaamil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jedam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dharichu</a:t>
            </a:r>
            <a:r>
              <a:rPr lang="en-US" sz="26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0828630A-A864-47A3-34A7-73A52A9822B0}"/>
              </a:ext>
            </a:extLst>
          </p:cNvPr>
          <p:cNvSpPr txBox="1"/>
          <p:nvPr/>
        </p:nvSpPr>
        <p:spPr>
          <a:xfrm>
            <a:off x="396478" y="5130047"/>
            <a:ext cx="11399044" cy="1477328"/>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We magnify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latin typeface="+mn-lt"/>
              </a:rPr>
              <a:t>ou, O Lord our King, only begotten Son, Word of the Father, Lord Jesus Christ, Immortal in Your nature, who was born of the Virgin Mary, for the life and salvation of all humankind.</a:t>
            </a:r>
          </a:p>
        </p:txBody>
      </p:sp>
      <p:sp>
        <p:nvSpPr>
          <p:cNvPr id="2" name="TextBox 1">
            <a:extLst>
              <a:ext uri="{FF2B5EF4-FFF2-40B4-BE49-F238E27FC236}">
                <a16:creationId xmlns:a16="http://schemas.microsoft.com/office/drawing/2014/main" id="{2B3DD058-4A17-BA7A-2A94-F1DB225C3CB6}"/>
              </a:ext>
            </a:extLst>
          </p:cNvPr>
          <p:cNvSpPr txBox="1"/>
          <p:nvPr/>
        </p:nvSpPr>
        <p:spPr>
          <a:xfrm>
            <a:off x="0" y="447009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21DD522F-099E-FB07-B780-0F44FB33085A}"/>
              </a:ext>
            </a:extLst>
          </p:cNvPr>
          <p:cNvCxnSpPr>
            <a:cxnSpLocks/>
            <a:endCxn id="2" idx="0"/>
          </p:cNvCxnSpPr>
          <p:nvPr/>
        </p:nvCxnSpPr>
        <p:spPr>
          <a:xfrm>
            <a:off x="6096000" y="0"/>
            <a:ext cx="0" cy="447009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ctrTitle"/>
          </p:nvPr>
        </p:nvSpPr>
        <p:spPr>
          <a:xfrm>
            <a:off x="228600" y="-60738"/>
            <a:ext cx="5638800" cy="4132093"/>
          </a:xfrm>
        </p:spPr>
        <p:txBody>
          <a:bodyPr anchor="ctr">
            <a:noAutofit/>
          </a:bodyPr>
          <a:lstStyle/>
          <a:p>
            <a:pPr eaLnBrk="1" hangingPunct="1"/>
            <a:r>
              <a:rPr lang="en-US" altLang="en-US" sz="3600" b="1" dirty="0">
                <a:solidFill>
                  <a:schemeClr val="accent6">
                    <a:lumMod val="50000"/>
                  </a:schemeClr>
                </a:solidFill>
                <a:latin typeface="MalayalamAbe" pitchFamily="18" charset="0"/>
              </a:rPr>
              <a:t>w. </a:t>
            </a:r>
            <a:r>
              <a:rPr lang="en-US" altLang="en-US" sz="3600" b="1" dirty="0">
                <a:latin typeface="MalayalamAbe" pitchFamily="18" charset="0"/>
              </a:rPr>
              <a:t>S&gt;p; </a:t>
            </a:r>
            <a:r>
              <a:rPr lang="en-US" altLang="en-US" sz="3600" b="1" dirty="0" err="1">
                <a:latin typeface="MalayalamAbe" pitchFamily="18" charset="0"/>
              </a:rPr>
              <a:t>domlsf</a:t>
            </a:r>
            <a:r>
              <a:rPr lang="en-US" altLang="en-US" sz="3600" b="1" dirty="0">
                <a:latin typeface="MalayalamAbe" pitchFamily="18" charset="0"/>
              </a:rPr>
              <a:t> ark&lt;</a:t>
            </a:r>
            <a:r>
              <a:rPr lang="en-US" altLang="en-US" sz="3600" b="1" dirty="0" err="1">
                <a:latin typeface="MalayalamAbe" pitchFamily="18" charset="0"/>
              </a:rPr>
              <a:t>UekYfrluj</a:t>
            </a:r>
            <a:r>
              <a:rPr lang="en-US" altLang="en-US" sz="3600" b="1" dirty="0">
                <a:latin typeface="MalayalamAbe" pitchFamily="18" charset="0"/>
              </a:rPr>
              <a:t> - B*X)k </a:t>
            </a:r>
            <a:r>
              <a:rPr lang="en-US" altLang="en-US" sz="3600" b="1" dirty="0" err="1">
                <a:latin typeface="MalayalamAbe" pitchFamily="18" charset="0"/>
              </a:rPr>
              <a:t>Si!j</a:t>
            </a:r>
            <a:r>
              <a:rPr lang="en-US" altLang="en-US" sz="3600" b="1" dirty="0">
                <a:latin typeface="MalayalamAbe" pitchFamily="18" charset="0"/>
              </a:rPr>
              <a:t> </a:t>
            </a:r>
            <a:r>
              <a:rPr lang="en-US" altLang="en-US" sz="3600" b="1" dirty="0" err="1">
                <a:latin typeface="MalayalamAbe" pitchFamily="18" charset="0"/>
              </a:rPr>
              <a:t>YdoCj</a:t>
            </a:r>
            <a:r>
              <a:rPr lang="en-US" altLang="en-US" sz="3600" b="1" dirty="0">
                <a:latin typeface="MalayalamAbe" pitchFamily="18" charset="0"/>
              </a:rPr>
              <a:t>)s/M[ - </a:t>
            </a:r>
            <a:r>
              <a:rPr lang="en-US" altLang="en-US" sz="3600" b="1" dirty="0" err="1">
                <a:latin typeface="MalayalamAbe" pitchFamily="18" charset="0"/>
              </a:rPr>
              <a:t>fsRy</a:t>
            </a:r>
            <a:r>
              <a:rPr lang="en-US" altLang="en-US" sz="3600" b="1" dirty="0">
                <a:latin typeface="MalayalamAbe" pitchFamily="18" charset="0"/>
              </a:rPr>
              <a:t> </a:t>
            </a:r>
            <a:r>
              <a:rPr lang="en-US" altLang="en-US" sz="3600" b="1" dirty="0" err="1">
                <a:latin typeface="MalayalamAbe" pitchFamily="18" charset="0"/>
              </a:rPr>
              <a:t>agn</a:t>
            </a:r>
            <a:r>
              <a:rPr lang="en-US" altLang="en-US" sz="3600" b="1" dirty="0">
                <a:latin typeface="MalayalamAbe" pitchFamily="18" charset="0"/>
              </a:rPr>
              <a:t>\</a:t>
            </a:r>
            <a:r>
              <a:rPr lang="en-US" altLang="en-US" sz="3600" b="1" dirty="0" err="1">
                <a:latin typeface="MalayalamAbe" pitchFamily="18" charset="0"/>
              </a:rPr>
              <a:t>lH</a:t>
            </a:r>
            <a:r>
              <a:rPr lang="en-US" altLang="en-US" sz="3600" b="1" dirty="0">
                <a:latin typeface="MalayalamAbe" pitchFamily="18" charset="0"/>
              </a:rPr>
              <a:t> 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agns</a:t>
            </a:r>
            <a:r>
              <a:rPr lang="en-US" altLang="en-US" sz="3600" b="1" dirty="0">
                <a:latin typeface="MalayalamAbe" pitchFamily="18" charset="0"/>
              </a:rPr>
              <a:t>\ </a:t>
            </a:r>
            <a:r>
              <a:rPr lang="en-US" altLang="en-US" sz="3600" b="1" dirty="0" err="1">
                <a:latin typeface="MalayalamAbe" pitchFamily="18" charset="0"/>
              </a:rPr>
              <a:t>vijMjs</a:t>
            </a:r>
            <a:r>
              <a:rPr lang="en-US" altLang="en-US" sz="3600" b="1" dirty="0">
                <a:latin typeface="MalayalamAbe" pitchFamily="18" charset="0"/>
              </a:rPr>
              <a:t>)</a:t>
            </a:r>
            <a:r>
              <a:rPr lang="en-US" altLang="en-US" sz="3600" b="1" dirty="0" err="1">
                <a:latin typeface="MalayalamAbe" pitchFamily="18" charset="0"/>
              </a:rPr>
              <a:t>l#irk</a:t>
            </a:r>
            <a:r>
              <a:rPr lang="en-US" altLang="en-US" sz="3600" b="1" dirty="0">
                <a:latin typeface="MalayalamAbe" pitchFamily="18" charset="0"/>
              </a:rPr>
              <a:t>; - </a:t>
            </a:r>
            <a:r>
              <a:rPr lang="en-US" altLang="en-US" sz="3600" b="1" dirty="0" err="1">
                <a:latin typeface="MalayalamAbe" pitchFamily="18" charset="0"/>
              </a:rPr>
              <a:t>ijCk</a:t>
            </a:r>
            <a:r>
              <a:rPr lang="en-US" altLang="en-US" sz="3600" b="1" dirty="0" err="1">
                <a:latin typeface="Kerala" pitchFamily="2" charset="0"/>
              </a:rPr>
              <a:t>i</a:t>
            </a:r>
            <a:r>
              <a:rPr lang="en-US" altLang="en-US" sz="3600" b="1" dirty="0">
                <a:latin typeface="MalayalamAbe" pitchFamily="18" charset="0"/>
              </a:rPr>
              <a:t> </a:t>
            </a:r>
            <a:r>
              <a:rPr lang="en-US" altLang="en-US" sz="3600" b="1" dirty="0" err="1">
                <a:latin typeface="MalayalamAbe" pitchFamily="18" charset="0"/>
              </a:rPr>
              <a:t>YfjfI</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a:t>
            </a:r>
            <a:r>
              <a:rPr lang="en-US" altLang="en-US" sz="3600" b="1" dirty="0" err="1">
                <a:latin typeface="MalayalamAbe" pitchFamily="18" charset="0"/>
              </a:rPr>
              <a:t>Qgkirk</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C0BA9031-729E-49C8-BCAD-0825F5FDAEE1}"/>
              </a:ext>
            </a:extLst>
          </p:cNvPr>
          <p:cNvSpPr txBox="1">
            <a:spLocks noChangeArrowheads="1"/>
          </p:cNvSpPr>
          <p:nvPr/>
        </p:nvSpPr>
        <p:spPr bwMode="auto">
          <a:xfrm>
            <a:off x="6217923" y="462262"/>
            <a:ext cx="5974077" cy="3156870"/>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Bhedam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koodaathe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manushya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Puthran-aayi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vendi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krooshikkapettu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maranhathaal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maranhathe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chavitti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Vishudha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Thrithwathil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oruvanum</a:t>
            </a:r>
            <a:r>
              <a:rPr lang="en-US" sz="28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18348682-3685-5CFE-76BB-692C39667C61}"/>
              </a:ext>
            </a:extLst>
          </p:cNvPr>
          <p:cNvSpPr txBox="1"/>
          <p:nvPr/>
        </p:nvSpPr>
        <p:spPr>
          <a:xfrm>
            <a:off x="838200" y="4918410"/>
            <a:ext cx="10515599" cy="1477328"/>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Without change of nature, You became the Son of Man and were crucified for us, thus trampling death under foot, and destroying it forever. You are One in the Holy Trinity, </a:t>
            </a:r>
          </a:p>
        </p:txBody>
      </p:sp>
      <p:sp>
        <p:nvSpPr>
          <p:cNvPr id="2" name="TextBox 1">
            <a:extLst>
              <a:ext uri="{FF2B5EF4-FFF2-40B4-BE49-F238E27FC236}">
                <a16:creationId xmlns:a16="http://schemas.microsoft.com/office/drawing/2014/main" id="{B8274E87-39E5-0520-D052-5438C66ECA19}"/>
              </a:ext>
            </a:extLst>
          </p:cNvPr>
          <p:cNvSpPr txBox="1"/>
          <p:nvPr/>
        </p:nvSpPr>
        <p:spPr>
          <a:xfrm>
            <a:off x="0" y="4132093"/>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DB725F86-2CE0-E9EE-1304-B1BD2AFF8805}"/>
              </a:ext>
            </a:extLst>
          </p:cNvPr>
          <p:cNvCxnSpPr>
            <a:cxnSpLocks/>
            <a:endCxn id="2" idx="0"/>
          </p:cNvCxnSpPr>
          <p:nvPr/>
        </p:nvCxnSpPr>
        <p:spPr>
          <a:xfrm>
            <a:off x="6096000" y="0"/>
            <a:ext cx="0" cy="413209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7840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ctrTitle"/>
          </p:nvPr>
        </p:nvSpPr>
        <p:spPr>
          <a:xfrm>
            <a:off x="-157382" y="-363003"/>
            <a:ext cx="5934075" cy="5105400"/>
          </a:xfrm>
        </p:spPr>
        <p:txBody>
          <a:bodyPr anchor="ctr">
            <a:noAutofit/>
          </a:bodyPr>
          <a:lstStyle/>
          <a:p>
            <a:pPr eaLnBrk="1" hangingPunct="1"/>
            <a:r>
              <a:rPr lang="en-US" altLang="en-US" sz="3600" b="1" dirty="0">
                <a:solidFill>
                  <a:schemeClr val="accent6">
                    <a:lumMod val="50000"/>
                  </a:schemeClr>
                </a:solidFill>
                <a:latin typeface="MalayalamAbe" pitchFamily="18" charset="0"/>
              </a:rPr>
              <a:t>w. </a:t>
            </a:r>
            <a:r>
              <a:rPr lang="en-US" altLang="en-US" sz="3600" b="1" dirty="0" err="1">
                <a:latin typeface="MalayalamAbe" pitchFamily="18" charset="0"/>
              </a:rPr>
              <a:t>fsRy</a:t>
            </a:r>
            <a:r>
              <a:rPr lang="en-US" altLang="en-US" sz="3600" b="1" dirty="0">
                <a:latin typeface="MalayalamAbe" pitchFamily="18" charset="0"/>
              </a:rPr>
              <a:t> </a:t>
            </a:r>
            <a:r>
              <a:rPr lang="en-US" altLang="en-US" sz="3600" b="1" dirty="0" err="1">
                <a:latin typeface="MalayalamAbe" pitchFamily="18" charset="0"/>
              </a:rPr>
              <a:t>ejflijSrlmk</a:t>
            </a:r>
            <a:r>
              <a:rPr lang="en-US" altLang="en-US" sz="3600" b="1" dirty="0">
                <a:latin typeface="MalayalamAbe" pitchFamily="18" charset="0"/>
              </a:rPr>
              <a:t>; </a:t>
            </a:r>
            <a:r>
              <a:rPr lang="en-US" altLang="en-US" sz="3600" b="1" dirty="0" err="1">
                <a:latin typeface="MalayalamAbe" pitchFamily="18" charset="0"/>
              </a:rPr>
              <a:t>wJirk</a:t>
            </a:r>
            <a:r>
              <a:rPr lang="en-US" altLang="en-US" sz="3600" b="1" dirty="0">
                <a:latin typeface="MalayalamAbe" pitchFamily="18" charset="0"/>
              </a:rPr>
              <a:t>= </a:t>
            </a:r>
            <a:r>
              <a:rPr lang="en-US" altLang="en-US" sz="3600" b="1" dirty="0" err="1">
                <a:latin typeface="MalayalamAbe" pitchFamily="18" charset="0"/>
              </a:rPr>
              <a:t>fsRy</a:t>
            </a:r>
            <a:r>
              <a:rPr lang="en-US" altLang="en-US" sz="3600" b="1" dirty="0">
                <a:latin typeface="MalayalamAbe" pitchFamily="18" charset="0"/>
              </a:rPr>
              <a:t> </a:t>
            </a:r>
            <a:r>
              <a:rPr lang="en-US" altLang="en-US" sz="3600" b="1" dirty="0" err="1">
                <a:latin typeface="MalayalamAbe" pitchFamily="18" charset="0"/>
              </a:rPr>
              <a:t>ijCk</a:t>
            </a:r>
            <a:r>
              <a:rPr lang="en-US" altLang="en-US" sz="3600" b="1" dirty="0" err="1">
                <a:latin typeface="Kerala" pitchFamily="2" charset="0"/>
              </a:rPr>
              <a:t>i</a:t>
            </a:r>
            <a:r>
              <a:rPr lang="en-US" altLang="en-US" sz="3600" b="1" dirty="0">
                <a:latin typeface="MalayalamAbe" pitchFamily="18" charset="0"/>
              </a:rPr>
              <a:t> </a:t>
            </a:r>
            <a:r>
              <a:rPr lang="en-US" altLang="en-US" sz="3600" b="1" dirty="0" err="1">
                <a:latin typeface="MalayalamAbe" pitchFamily="18" charset="0"/>
              </a:rPr>
              <a:t>yo|lSulmk;dosm</a:t>
            </a:r>
            <a:r>
              <a:rPr lang="en-US" altLang="en-US" sz="3600" b="1" dirty="0">
                <a:latin typeface="MalayalamAbe" pitchFamily="18" charset="0"/>
              </a:rPr>
              <a:t>- </a:t>
            </a:r>
            <a:r>
              <a:rPr lang="en-US" altLang="en-US" sz="3600" b="1" dirty="0" err="1">
                <a:latin typeface="MalayalamAbe" pitchFamily="18" charset="0"/>
              </a:rPr>
              <a:t>fkhUaluj</a:t>
            </a:r>
            <a:r>
              <a:rPr lang="en-US" altLang="en-US" sz="3600" b="1" dirty="0">
                <a:latin typeface="MalayalamAbe" pitchFamily="18" charset="0"/>
              </a:rPr>
              <a:t> </a:t>
            </a:r>
            <a:r>
              <a:rPr lang="en-US" altLang="en-US" sz="3600" b="1" dirty="0" err="1">
                <a:latin typeface="MalayalamAbe" pitchFamily="18" charset="0"/>
              </a:rPr>
              <a:t>i$j</a:t>
            </a:r>
            <a:r>
              <a:rPr lang="en-US" altLang="en-US" sz="3600" b="1" dirty="0">
                <a:latin typeface="MalayalamAbe" pitchFamily="18" charset="0"/>
              </a:rPr>
              <a:t>)s/M[ c[</a:t>
            </a:r>
            <a:r>
              <a:rPr lang="en-US" altLang="en-US" sz="3600" b="1" dirty="0" err="1">
                <a:latin typeface="MalayalamAbe" pitchFamily="18" charset="0"/>
              </a:rPr>
              <a:t>fkfj</a:t>
            </a:r>
            <a:r>
              <a:rPr lang="en-US" altLang="en-US" sz="3600" b="1" dirty="0">
                <a:latin typeface="MalayalamAbe" pitchFamily="18" charset="0"/>
              </a:rPr>
              <a:t>)s/-</a:t>
            </a:r>
            <a:r>
              <a:rPr lang="en-US" altLang="en-US" sz="3600" b="1" dirty="0" err="1">
                <a:latin typeface="MalayalamAbe" pitchFamily="18" charset="0"/>
              </a:rPr>
              <a:t>mk#irkalu</a:t>
            </a:r>
            <a:r>
              <a:rPr lang="en-US" altLang="en-US" sz="3600" b="1" dirty="0">
                <a:latin typeface="MalayalamAbe" pitchFamily="18" charset="0"/>
              </a:rPr>
              <a:t> B*</a:t>
            </a:r>
            <a:r>
              <a:rPr lang="en-US" altLang="en-US" sz="3600" b="1" dirty="0" err="1">
                <a:latin typeface="MalayalamAbe" pitchFamily="18" charset="0"/>
              </a:rPr>
              <a:t>xksm</a:t>
            </a:r>
            <a:r>
              <a:rPr lang="en-US" altLang="en-US" sz="3600" b="1" dirty="0">
                <a:latin typeface="MalayalamAbe" pitchFamily="18" charset="0"/>
              </a:rPr>
              <a:t> a[</a:t>
            </a:r>
            <a:r>
              <a:rPr lang="en-US" altLang="en-US" sz="3600" b="1" dirty="0" err="1">
                <a:latin typeface="MalayalamAbe" pitchFamily="18" charset="0"/>
              </a:rPr>
              <a:t>Cj|lf</a:t>
            </a:r>
            <a:r>
              <a:rPr lang="en-US" altLang="en-US" sz="3600" b="1" dirty="0" err="1">
                <a:latin typeface="Kerala" pitchFamily="2" charset="0"/>
              </a:rPr>
              <a:t>O</a:t>
            </a:r>
            <a:r>
              <a:rPr lang="en-US" altLang="en-US" sz="3600" b="1" dirty="0" err="1">
                <a:latin typeface="MalayalamAbe" pitchFamily="18" charset="0"/>
              </a:rPr>
              <a:t>kglSr</a:t>
            </a:r>
            <a:r>
              <a:rPr lang="en-US" altLang="en-US" sz="3600" b="1" dirty="0">
                <a:latin typeface="MalayalamAbe" pitchFamily="18" charset="0"/>
              </a:rPr>
              <a:t> - 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th^ligksmSahk</a:t>
            </a:r>
            <a:r>
              <a:rPr lang="en-US" altLang="en-US" sz="3600" b="1" dirty="0">
                <a:latin typeface="MalayalamAbe" pitchFamily="18" charset="0"/>
              </a:rPr>
              <a:t>; </a:t>
            </a:r>
            <a:r>
              <a:rPr lang="en-US" altLang="en-US" sz="3600" b="1" dirty="0" err="1">
                <a:latin typeface="MalayalamAbe" pitchFamily="18" charset="0"/>
              </a:rPr>
              <a:t>dgkn</a:t>
            </a:r>
            <a:r>
              <a:rPr lang="en-US" altLang="en-US" sz="3600" b="1" dirty="0">
                <a:latin typeface="MalayalamAbe" pitchFamily="18" charset="0"/>
              </a:rPr>
              <a:t> </a:t>
            </a:r>
            <a:r>
              <a:rPr lang="en-US" altLang="en-US" sz="3600" b="1" dirty="0" err="1">
                <a:latin typeface="MalayalamAbe" pitchFamily="18" charset="0"/>
              </a:rPr>
              <a:t>svu&amp;nSa</a:t>
            </a:r>
            <a:r>
              <a:rPr lang="en-US" altLang="en-US" sz="3600" b="1" dirty="0">
                <a:latin typeface="MalayalamAbe" pitchFamily="18" charset="0"/>
              </a:rPr>
              <a:t>. :</a:t>
            </a:r>
            <a:r>
              <a:rPr lang="en-US" altLang="en-US" sz="3600" b="1" dirty="0" err="1">
                <a:latin typeface="MalayalamAbe" pitchFamily="18" charset="0"/>
              </a:rPr>
              <a:t>SaR</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C0BA9031-729E-49C8-BCAD-0825F5FDAEE1}"/>
              </a:ext>
            </a:extLst>
          </p:cNvPr>
          <p:cNvSpPr txBox="1">
            <a:spLocks noChangeArrowheads="1"/>
          </p:cNvSpPr>
          <p:nvPr/>
        </p:nvSpPr>
        <p:spPr bwMode="auto">
          <a:xfrm>
            <a:off x="6231991" y="98301"/>
            <a:ext cx="5702248" cy="4182792"/>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pithaavinodum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Vishudha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Roohaayodum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koode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Thullyam-aayi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vannnikkapettu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sthuthikka-pedunn-avanum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mishiha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thampuraane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ellaavarude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melum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cheyyenhame</a:t>
            </a:r>
            <a:r>
              <a:rPr lang="en-US" sz="2800" b="1" kern="0" dirty="0">
                <a:latin typeface="Calibri" pitchFamily="34" charset="0"/>
                <a:ea typeface="Ebrima" pitchFamily="2" charset="0"/>
                <a:cs typeface="Calibri" pitchFamily="34" charset="0"/>
              </a:rPr>
              <a:t>. Amen.</a:t>
            </a:r>
          </a:p>
        </p:txBody>
      </p:sp>
      <p:sp>
        <p:nvSpPr>
          <p:cNvPr id="3" name="TextBox 2">
            <a:extLst>
              <a:ext uri="{FF2B5EF4-FFF2-40B4-BE49-F238E27FC236}">
                <a16:creationId xmlns:a16="http://schemas.microsoft.com/office/drawing/2014/main" id="{F3B3BC06-DBB8-3562-9AF3-6B9586E86305}"/>
              </a:ext>
            </a:extLst>
          </p:cNvPr>
          <p:cNvSpPr txBox="1"/>
          <p:nvPr/>
        </p:nvSpPr>
        <p:spPr>
          <a:xfrm>
            <a:off x="1528538" y="5105400"/>
            <a:ext cx="8974903" cy="1477328"/>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And are worshipped and glorified, equally with Your Father and Your living and Holy Spirit. Have mercy upon us. Amen.</a:t>
            </a:r>
          </a:p>
        </p:txBody>
      </p:sp>
      <p:sp>
        <p:nvSpPr>
          <p:cNvPr id="2" name="TextBox 1">
            <a:extLst>
              <a:ext uri="{FF2B5EF4-FFF2-40B4-BE49-F238E27FC236}">
                <a16:creationId xmlns:a16="http://schemas.microsoft.com/office/drawing/2014/main" id="{8A0B0C62-4037-DD01-4128-C3330BEB7598}"/>
              </a:ext>
            </a:extLst>
          </p:cNvPr>
          <p:cNvSpPr txBox="1"/>
          <p:nvPr/>
        </p:nvSpPr>
        <p:spPr>
          <a:xfrm>
            <a:off x="0" y="447562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C671EBB5-4942-069E-F086-EE9E433E4D12}"/>
              </a:ext>
            </a:extLst>
          </p:cNvPr>
          <p:cNvCxnSpPr>
            <a:cxnSpLocks/>
            <a:endCxn id="2" idx="0"/>
          </p:cNvCxnSpPr>
          <p:nvPr/>
        </p:nvCxnSpPr>
        <p:spPr>
          <a:xfrm>
            <a:off x="6096000" y="0"/>
            <a:ext cx="0" cy="447562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362351"/>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ctrTitle"/>
          </p:nvPr>
        </p:nvSpPr>
        <p:spPr>
          <a:xfrm>
            <a:off x="182495" y="764120"/>
            <a:ext cx="5769734" cy="3581400"/>
          </a:xfrm>
        </p:spPr>
        <p:txBody>
          <a:bodyPr anchor="ctr">
            <a:noAutofit/>
          </a:bodyPr>
          <a:lstStyle/>
          <a:p>
            <a:pPr algn="l" eaLnBrk="1" hangingPunct="1"/>
            <a:r>
              <a:rPr lang="en-US" altLang="en-US" sz="3100" b="1" dirty="0">
                <a:solidFill>
                  <a:schemeClr val="accent6">
                    <a:lumMod val="50000"/>
                  </a:schemeClr>
                </a:solidFill>
                <a:latin typeface="MalayalamAbe" pitchFamily="18" charset="0"/>
              </a:rPr>
              <a:t>e. </a:t>
            </a:r>
            <a:r>
              <a:rPr lang="en-US" altLang="en-US" sz="3100" b="1" dirty="0" err="1">
                <a:latin typeface="MalayalamAbe" pitchFamily="18" charset="0"/>
              </a:rPr>
              <a:t>sspiSa</a:t>
            </a:r>
            <a:r>
              <a:rPr lang="en-US" altLang="en-US" sz="3100" b="1" dirty="0">
                <a:latin typeface="MalayalamAbe" pitchFamily="18" charset="0"/>
              </a:rPr>
              <a:t>, </a:t>
            </a:r>
            <a:r>
              <a:rPr lang="en-US" altLang="en-US" sz="3100" b="1" dirty="0" err="1">
                <a:latin typeface="MalayalamAbe" pitchFamily="18" charset="0"/>
              </a:rPr>
              <a:t>rJ</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a:t>
            </a:r>
            <a:br>
              <a:rPr lang="en-US" altLang="en-US" sz="3100" b="1" dirty="0">
                <a:latin typeface="MalayalamAbe" pitchFamily="18" charset="0"/>
              </a:rPr>
            </a:br>
            <a:r>
              <a:rPr lang="en-US" altLang="en-US" sz="3100" b="1" dirty="0">
                <a:solidFill>
                  <a:schemeClr val="accent6">
                    <a:lumMod val="50000"/>
                  </a:schemeClr>
                </a:solidFill>
                <a:latin typeface="MalayalamAbe" pitchFamily="18" charset="0"/>
              </a:rPr>
              <a:t>w. </a:t>
            </a:r>
            <a:r>
              <a:rPr lang="en-US" altLang="en-US" sz="3100" b="1" dirty="0">
                <a:latin typeface="MalayalamAbe" pitchFamily="18" charset="0"/>
              </a:rPr>
              <a:t>~</a:t>
            </a:r>
            <a:r>
              <a:rPr lang="en-US" altLang="en-US" sz="3100" b="1" dirty="0" err="1">
                <a:latin typeface="MalayalamAbe" pitchFamily="18" charset="0"/>
              </a:rPr>
              <a:t>hilSr</a:t>
            </a:r>
            <a:r>
              <a:rPr lang="en-US" altLang="en-US" sz="3100" b="1" dirty="0">
                <a:latin typeface="MalayalamAbe" pitchFamily="18" charset="0"/>
              </a:rPr>
              <a:t>, </a:t>
            </a:r>
            <a:r>
              <a:rPr lang="en-US" altLang="en-US" sz="3100" b="1" dirty="0" err="1">
                <a:latin typeface="MalayalamAbe" pitchFamily="18" charset="0"/>
              </a:rPr>
              <a:t>rJ</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a:t>
            </a:r>
            <a:br>
              <a:rPr lang="en-US" altLang="en-US" sz="3100" b="1" dirty="0">
                <a:latin typeface="MalayalamAbe" pitchFamily="18" charset="0"/>
              </a:rPr>
            </a:br>
            <a:r>
              <a:rPr lang="en-US" altLang="en-US" sz="3100" b="1" dirty="0">
                <a:solidFill>
                  <a:schemeClr val="accent6">
                    <a:lumMod val="50000"/>
                  </a:schemeClr>
                </a:solidFill>
                <a:latin typeface="MalayalamAbe" pitchFamily="18" charset="0"/>
              </a:rPr>
              <a:t>e. </a:t>
            </a:r>
            <a:r>
              <a:rPr lang="en-US" altLang="en-US" sz="3100" b="1" dirty="0" err="1">
                <a:latin typeface="MalayalamAbe" pitchFamily="18" charset="0"/>
              </a:rPr>
              <a:t>agnajh^l</a:t>
            </a:r>
            <a:r>
              <a:rPr lang="en-US" altLang="en-US" sz="3100" b="1" dirty="0">
                <a:latin typeface="MalayalamAbe" pitchFamily="18" charset="0"/>
              </a:rPr>
              <a:t>\</a:t>
            </a:r>
            <a:r>
              <a:rPr lang="en-US" altLang="en-US" sz="3100" b="1" dirty="0" err="1">
                <a:latin typeface="MalayalamAbe" pitchFamily="18" charset="0"/>
              </a:rPr>
              <a:t>iSr</a:t>
            </a:r>
            <a:r>
              <a:rPr lang="en-US" altLang="en-US" sz="3100" b="1" dirty="0">
                <a:latin typeface="MalayalamAbe" pitchFamily="18" charset="0"/>
              </a:rPr>
              <a:t>, </a:t>
            </a:r>
            <a:r>
              <a:rPr lang="en-US" altLang="en-US" sz="3100" b="1" dirty="0" err="1">
                <a:latin typeface="MalayalamAbe" pitchFamily="18" charset="0"/>
              </a:rPr>
              <a:t>rJ</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a:t>
            </a:r>
            <a:br>
              <a:rPr lang="en-US" altLang="en-US" sz="3100" b="1" dirty="0">
                <a:latin typeface="MalayalamAbe" pitchFamily="18" charset="0"/>
              </a:rPr>
            </a:br>
            <a:r>
              <a:rPr lang="en-US" altLang="en-US" sz="3100" b="1" dirty="0">
                <a:solidFill>
                  <a:schemeClr val="accent6">
                    <a:lumMod val="50000"/>
                  </a:schemeClr>
                </a:solidFill>
                <a:latin typeface="MalayalamAbe" pitchFamily="18" charset="0"/>
              </a:rPr>
              <a:t>w</a:t>
            </a:r>
            <a:r>
              <a:rPr lang="en-US" altLang="en-US" sz="3100" b="1" dirty="0">
                <a:solidFill>
                  <a:schemeClr val="accent6">
                    <a:lumMod val="50000"/>
                  </a:schemeClr>
                </a:solidFill>
              </a:rPr>
              <a:t>. </a:t>
            </a:r>
            <a:r>
              <a:rPr lang="en-US" altLang="en-US" sz="3100" b="1" dirty="0">
                <a:latin typeface="MalayalamAbe" pitchFamily="18" charset="0"/>
              </a:rPr>
              <a:t>B*X)k </a:t>
            </a:r>
            <a:r>
              <a:rPr lang="en-US" altLang="en-US" sz="3100" b="1" dirty="0" err="1">
                <a:latin typeface="MalayalamAbe" pitchFamily="18" charset="0"/>
              </a:rPr>
              <a:t>Si!j</a:t>
            </a:r>
            <a:r>
              <a:rPr lang="en-US" altLang="en-US" sz="3100" b="1" dirty="0">
                <a:latin typeface="MalayalamAbe" pitchFamily="18" charset="0"/>
              </a:rPr>
              <a:t> </a:t>
            </a:r>
            <a:r>
              <a:rPr lang="ml-IN" sz="2800" b="1" u="none" strike="noStrike" dirty="0">
                <a:effectLst/>
                <a:latin typeface="Malayalam MN" pitchFamily="2" charset="0"/>
                <a:cs typeface="Malayalam MN" pitchFamily="2" charset="0"/>
              </a:rPr>
              <a:t>♰</a:t>
            </a:r>
            <a:r>
              <a:rPr lang="pt-BR" sz="3100" b="1" kern="0" dirty="0">
                <a:latin typeface="ML-TTKarthika" pitchFamily="82" charset="0"/>
                <a:sym typeface="Wingdings"/>
              </a:rPr>
              <a:t> </a:t>
            </a:r>
            <a:r>
              <a:rPr lang="en-US" altLang="en-US" sz="3100" b="1" dirty="0" err="1">
                <a:latin typeface="MalayalamAbe" pitchFamily="18" charset="0"/>
              </a:rPr>
              <a:t>YdoCj</a:t>
            </a:r>
            <a:r>
              <a:rPr lang="en-US" altLang="en-US" sz="3100" b="1" dirty="0">
                <a:latin typeface="MalayalamAbe" pitchFamily="18" charset="0"/>
              </a:rPr>
              <a:t>)s/M a[</a:t>
            </a:r>
            <a:r>
              <a:rPr lang="en-US" altLang="en-US" sz="3100" b="1" dirty="0" err="1">
                <a:latin typeface="MalayalamAbe" pitchFamily="18" charset="0"/>
              </a:rPr>
              <a:t>Cj|l</a:t>
            </a:r>
            <a:r>
              <a:rPr lang="en-US" altLang="en-US" sz="3100" b="1" dirty="0">
                <a:latin typeface="MalayalamAbe" pitchFamily="18" charset="0"/>
              </a:rPr>
              <a:t> </a:t>
            </a:r>
            <a:r>
              <a:rPr lang="en-US" altLang="en-US" sz="3100" b="1" dirty="0" err="1">
                <a:latin typeface="MalayalamAbe" pitchFamily="18" charset="0"/>
              </a:rPr>
              <a:t>f</a:t>
            </a:r>
            <a:r>
              <a:rPr lang="en-US" altLang="en-US" sz="3100" b="1" dirty="0" err="1">
                <a:latin typeface="Kerala" pitchFamily="2" charset="0"/>
              </a:rPr>
              <a:t>O</a:t>
            </a:r>
            <a:r>
              <a:rPr lang="en-US" altLang="en-US" sz="3100" b="1" dirty="0" err="1">
                <a:latin typeface="MalayalamAbe" pitchFamily="18" charset="0"/>
              </a:rPr>
              <a:t>kglSr</a:t>
            </a:r>
            <a:r>
              <a:rPr lang="en-US" altLang="en-US" sz="3100" b="1" dirty="0">
                <a:latin typeface="MalayalamAbe" pitchFamily="18" charset="0"/>
              </a:rPr>
              <a:t>, B*</a:t>
            </a:r>
            <a:r>
              <a:rPr lang="en-US" altLang="en-US" sz="3100" b="1" dirty="0" err="1">
                <a:latin typeface="MalayalamAbe" pitchFamily="18" charset="0"/>
              </a:rPr>
              <a:t>Sxlmk</a:t>
            </a:r>
            <a:r>
              <a:rPr lang="en-US" altLang="en-US" sz="3100" b="1" dirty="0">
                <a:latin typeface="MalayalamAbe" pitchFamily="18" charset="0"/>
              </a:rPr>
              <a:t> </a:t>
            </a:r>
            <a:r>
              <a:rPr lang="en-US" altLang="en-US" sz="3100" b="1" dirty="0" err="1">
                <a:latin typeface="MalayalamAbe" pitchFamily="18" charset="0"/>
              </a:rPr>
              <a:t>dgkn</a:t>
            </a:r>
            <a:r>
              <a:rPr lang="en-US" altLang="en-US" sz="3100" b="1" dirty="0">
                <a:latin typeface="MalayalamAbe" pitchFamily="18" charset="0"/>
              </a:rPr>
              <a:t> </a:t>
            </a:r>
            <a:r>
              <a:rPr lang="en-US" altLang="en-US" sz="3100" b="1" dirty="0" err="1">
                <a:latin typeface="MalayalamAbe" pitchFamily="18" charset="0"/>
              </a:rPr>
              <a:t>svu&amp;nSa</a:t>
            </a:r>
            <a:r>
              <a:rPr lang="en-US" altLang="en-US" sz="3100" b="1" dirty="0">
                <a:latin typeface="MalayalamAbe" pitchFamily="18" charset="0"/>
              </a:rPr>
              <a:t>.</a:t>
            </a:r>
            <a:br>
              <a:rPr lang="en-US" altLang="en-US" sz="3100" b="1" dirty="0">
                <a:latin typeface="MalayalamAbe" pitchFamily="18" charset="0"/>
              </a:rPr>
            </a:br>
            <a:endParaRPr lang="en-US" altLang="en-US" sz="3100" b="1" dirty="0">
              <a:latin typeface="MalayalamAbe" pitchFamily="18" charset="0"/>
            </a:endParaRPr>
          </a:p>
        </p:txBody>
      </p:sp>
      <p:sp>
        <p:nvSpPr>
          <p:cNvPr id="5" name="Text Box 2">
            <a:extLst>
              <a:ext uri="{FF2B5EF4-FFF2-40B4-BE49-F238E27FC236}">
                <a16:creationId xmlns:a16="http://schemas.microsoft.com/office/drawing/2014/main" id="{6D9F1A3F-F225-490B-A244-11DF683B71B8}"/>
              </a:ext>
            </a:extLst>
          </p:cNvPr>
          <p:cNvSpPr txBox="1">
            <a:spLocks noChangeArrowheads="1"/>
          </p:cNvSpPr>
          <p:nvPr/>
        </p:nvSpPr>
        <p:spPr bwMode="auto">
          <a:xfrm>
            <a:off x="6318053" y="862867"/>
            <a:ext cx="5945256" cy="3048700"/>
          </a:xfrm>
          <a:prstGeom prst="rect">
            <a:avLst/>
          </a:prstGeom>
          <a:noFill/>
          <a:ln w="9525">
            <a:noFill/>
            <a:miter lim="800000"/>
            <a:headEnd/>
            <a:tailEnd/>
          </a:ln>
          <a:effectLst/>
        </p:spPr>
        <p:txBody>
          <a:bodyPr wrap="square" lIns="111402" tIns="55743" rIns="111402" bIns="55743">
            <a:spAutoFit/>
          </a:bodyPr>
          <a:lstStyle/>
          <a:p>
            <a:pPr>
              <a:lnSpc>
                <a:spcPts val="3320"/>
              </a:lnSpc>
              <a:spcBef>
                <a:spcPts val="0"/>
              </a:spcBef>
            </a:pPr>
            <a:r>
              <a:rPr lang="en-US" sz="2350" b="1" kern="0" dirty="0">
                <a:solidFill>
                  <a:schemeClr val="accent6">
                    <a:lumMod val="50000"/>
                  </a:schemeClr>
                </a:solidFill>
                <a:latin typeface="Calibri" pitchFamily="34" charset="0"/>
                <a:ea typeface="Ebrima" pitchFamily="2" charset="0"/>
                <a:cs typeface="Calibri" pitchFamily="34" charset="0"/>
              </a:rPr>
              <a:t>P: </a:t>
            </a:r>
            <a:r>
              <a:rPr lang="en-US" sz="2350" b="1" kern="0" dirty="0" err="1">
                <a:latin typeface="Calibri" pitchFamily="34" charset="0"/>
                <a:ea typeface="Ebrima" pitchFamily="2" charset="0"/>
                <a:cs typeface="Calibri" pitchFamily="34" charset="0"/>
              </a:rPr>
              <a:t>Daivame</a:t>
            </a:r>
            <a:r>
              <a:rPr lang="en-US" sz="2350" b="1" kern="0" dirty="0">
                <a:latin typeface="Calibri" pitchFamily="34" charset="0"/>
                <a:ea typeface="Ebrima" pitchFamily="2" charset="0"/>
                <a:cs typeface="Calibri" pitchFamily="34" charset="0"/>
              </a:rPr>
              <a:t> nee </a:t>
            </a:r>
            <a:r>
              <a:rPr lang="en-US" sz="2350" b="1" kern="0" dirty="0" err="1">
                <a:latin typeface="Calibri" pitchFamily="34" charset="0"/>
                <a:ea typeface="Ebrima" pitchFamily="2" charset="0"/>
                <a:cs typeface="Calibri" pitchFamily="34" charset="0"/>
              </a:rPr>
              <a:t>parishudhan</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aakunnu</a:t>
            </a:r>
            <a:r>
              <a:rPr lang="en-US" sz="2350" b="1" kern="0" dirty="0">
                <a:latin typeface="Calibri" pitchFamily="34" charset="0"/>
                <a:ea typeface="Ebrima" pitchFamily="2" charset="0"/>
                <a:cs typeface="Calibri" pitchFamily="34" charset="0"/>
              </a:rPr>
              <a:t>.</a:t>
            </a:r>
          </a:p>
          <a:p>
            <a:pPr>
              <a:lnSpc>
                <a:spcPts val="3320"/>
              </a:lnSpc>
              <a:spcBef>
                <a:spcPts val="0"/>
              </a:spcBef>
            </a:pPr>
            <a:r>
              <a:rPr lang="en-US" sz="2350" b="1" kern="0" dirty="0">
                <a:solidFill>
                  <a:schemeClr val="accent6">
                    <a:lumMod val="50000"/>
                  </a:schemeClr>
                </a:solidFill>
                <a:latin typeface="Calibri" pitchFamily="34" charset="0"/>
                <a:ea typeface="Ebrima" pitchFamily="2" charset="0"/>
                <a:cs typeface="Calibri" pitchFamily="34" charset="0"/>
              </a:rPr>
              <a:t>C: </a:t>
            </a:r>
            <a:r>
              <a:rPr lang="en-US" sz="2350" b="1" kern="0" dirty="0" err="1">
                <a:latin typeface="Calibri" pitchFamily="34" charset="0"/>
                <a:ea typeface="Ebrima" pitchFamily="2" charset="0"/>
                <a:cs typeface="Calibri" pitchFamily="34" charset="0"/>
              </a:rPr>
              <a:t>Belavaane</a:t>
            </a:r>
            <a:r>
              <a:rPr lang="en-US" sz="2350" b="1" kern="0" dirty="0">
                <a:latin typeface="Calibri" pitchFamily="34" charset="0"/>
                <a:ea typeface="Ebrima" pitchFamily="2" charset="0"/>
                <a:cs typeface="Calibri" pitchFamily="34" charset="0"/>
              </a:rPr>
              <a:t> nee </a:t>
            </a:r>
            <a:r>
              <a:rPr lang="en-US" sz="2350" b="1" kern="0" dirty="0" err="1">
                <a:latin typeface="Calibri" pitchFamily="34" charset="0"/>
                <a:ea typeface="Ebrima" pitchFamily="2" charset="0"/>
                <a:cs typeface="Calibri" pitchFamily="34" charset="0"/>
              </a:rPr>
              <a:t>parishudhan</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aakunnu</a:t>
            </a:r>
            <a:r>
              <a:rPr lang="en-US" sz="2350" b="1" kern="0" dirty="0">
                <a:latin typeface="Calibri" pitchFamily="34" charset="0"/>
                <a:ea typeface="Ebrima" pitchFamily="2" charset="0"/>
                <a:cs typeface="Calibri" pitchFamily="34" charset="0"/>
              </a:rPr>
              <a:t>.</a:t>
            </a:r>
          </a:p>
          <a:p>
            <a:pPr>
              <a:lnSpc>
                <a:spcPts val="3320"/>
              </a:lnSpc>
              <a:spcBef>
                <a:spcPts val="0"/>
              </a:spcBef>
            </a:pPr>
            <a:r>
              <a:rPr lang="fi-FI" sz="2350" b="1" kern="0" dirty="0">
                <a:solidFill>
                  <a:schemeClr val="accent6">
                    <a:lumMod val="50000"/>
                  </a:schemeClr>
                </a:solidFill>
                <a:latin typeface="Calibri" pitchFamily="34" charset="0"/>
                <a:ea typeface="Ebrima" pitchFamily="2" charset="0"/>
                <a:cs typeface="Calibri" pitchFamily="34" charset="0"/>
              </a:rPr>
              <a:t>P: </a:t>
            </a:r>
            <a:r>
              <a:rPr lang="fi-FI" sz="2350" b="1" kern="0" dirty="0" err="1">
                <a:latin typeface="Calibri" pitchFamily="34" charset="0"/>
                <a:ea typeface="Ebrima" pitchFamily="2" charset="0"/>
                <a:cs typeface="Calibri" pitchFamily="34" charset="0"/>
              </a:rPr>
              <a:t>Maranham</a:t>
            </a:r>
            <a:r>
              <a:rPr lang="fi-FI" sz="2350" b="1" kern="0" dirty="0">
                <a:latin typeface="Calibri" pitchFamily="34" charset="0"/>
                <a:ea typeface="Ebrima" pitchFamily="2" charset="0"/>
                <a:cs typeface="Calibri" pitchFamily="34" charset="0"/>
              </a:rPr>
              <a:t> </a:t>
            </a:r>
            <a:r>
              <a:rPr lang="fi-FI" sz="2350" b="1" kern="0" dirty="0" err="1">
                <a:latin typeface="Calibri" pitchFamily="34" charset="0"/>
                <a:ea typeface="Ebrima" pitchFamily="2" charset="0"/>
                <a:cs typeface="Calibri" pitchFamily="34" charset="0"/>
              </a:rPr>
              <a:t>illaathavane</a:t>
            </a:r>
            <a:r>
              <a:rPr lang="fi-FI" sz="2350" b="1" kern="0" dirty="0">
                <a:latin typeface="Calibri" pitchFamily="34" charset="0"/>
                <a:ea typeface="Ebrima" pitchFamily="2" charset="0"/>
                <a:cs typeface="Calibri" pitchFamily="34" charset="0"/>
              </a:rPr>
              <a:t> </a:t>
            </a:r>
            <a:r>
              <a:rPr lang="fi-FI" sz="2350" b="1" kern="0" dirty="0" err="1">
                <a:latin typeface="Calibri" pitchFamily="34" charset="0"/>
                <a:ea typeface="Ebrima" pitchFamily="2" charset="0"/>
                <a:cs typeface="Calibri" pitchFamily="34" charset="0"/>
              </a:rPr>
              <a:t>nee</a:t>
            </a:r>
            <a:r>
              <a:rPr lang="fi-FI" sz="2350" b="1" kern="0" dirty="0">
                <a:latin typeface="Calibri" pitchFamily="34" charset="0"/>
                <a:ea typeface="Ebrima" pitchFamily="2" charset="0"/>
                <a:cs typeface="Calibri" pitchFamily="34" charset="0"/>
              </a:rPr>
              <a:t> </a:t>
            </a:r>
            <a:r>
              <a:rPr lang="fi-FI" sz="2350" b="1" kern="0" dirty="0" err="1">
                <a:latin typeface="Calibri" pitchFamily="34" charset="0"/>
                <a:ea typeface="Ebrima" pitchFamily="2" charset="0"/>
                <a:cs typeface="Calibri" pitchFamily="34" charset="0"/>
              </a:rPr>
              <a:t>parishudhan</a:t>
            </a:r>
            <a:r>
              <a:rPr lang="fi-FI" sz="2350" b="1" kern="0" dirty="0">
                <a:latin typeface="Calibri" pitchFamily="34" charset="0"/>
                <a:ea typeface="Ebrima" pitchFamily="2" charset="0"/>
                <a:cs typeface="Calibri" pitchFamily="34" charset="0"/>
              </a:rPr>
              <a:t> </a:t>
            </a:r>
            <a:r>
              <a:rPr lang="fi-FI" sz="2350" b="1" kern="0" dirty="0" err="1">
                <a:latin typeface="Calibri" pitchFamily="34" charset="0"/>
                <a:ea typeface="Ebrima" pitchFamily="2" charset="0"/>
                <a:cs typeface="Calibri" pitchFamily="34" charset="0"/>
              </a:rPr>
              <a:t>aakunnu</a:t>
            </a:r>
            <a:r>
              <a:rPr lang="fi-FI" sz="2350" b="1" kern="0" dirty="0">
                <a:latin typeface="Calibri" pitchFamily="34" charset="0"/>
                <a:ea typeface="Ebrima" pitchFamily="2" charset="0"/>
                <a:cs typeface="Calibri" pitchFamily="34" charset="0"/>
              </a:rPr>
              <a:t>.</a:t>
            </a:r>
            <a:br>
              <a:rPr lang="fi-FI" sz="2350" b="1" kern="0" dirty="0">
                <a:latin typeface="Calibri" pitchFamily="34" charset="0"/>
                <a:ea typeface="Ebrima" pitchFamily="2" charset="0"/>
                <a:cs typeface="Calibri" pitchFamily="34" charset="0"/>
              </a:rPr>
            </a:br>
            <a:r>
              <a:rPr lang="fi-FI" sz="2350" b="1" kern="0" dirty="0">
                <a:solidFill>
                  <a:schemeClr val="accent6">
                    <a:lumMod val="50000"/>
                  </a:schemeClr>
                </a:solidFill>
                <a:latin typeface="Calibri" pitchFamily="34" charset="0"/>
                <a:ea typeface="Ebrima" pitchFamily="2" charset="0"/>
                <a:cs typeface="Calibri" pitchFamily="34" charset="0"/>
              </a:rPr>
              <a:t>C: </a:t>
            </a:r>
            <a:r>
              <a:rPr lang="en-US" sz="2350" b="1" kern="0" dirty="0" err="1">
                <a:latin typeface="Calibri" pitchFamily="34" charset="0"/>
                <a:ea typeface="Ebrima" pitchFamily="2" charset="0"/>
                <a:cs typeface="Calibri" pitchFamily="34" charset="0"/>
              </a:rPr>
              <a:t>Njangalkku</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vendi</a:t>
            </a:r>
            <a:r>
              <a:rPr lang="en-US" sz="2350" b="1" kern="0" dirty="0">
                <a:latin typeface="Calibri" pitchFamily="34" charset="0"/>
                <a:ea typeface="Ebrima" pitchFamily="2" charset="0"/>
                <a:cs typeface="Calibri" pitchFamily="34" charset="0"/>
              </a:rPr>
              <a:t> </a:t>
            </a:r>
            <a:r>
              <a:rPr lang="ml-IN" sz="2400" b="1" u="none" strike="noStrike" dirty="0">
                <a:effectLst/>
                <a:latin typeface="Malayalam MN" pitchFamily="2" charset="0"/>
                <a:cs typeface="Malayalam MN" pitchFamily="2" charset="0"/>
              </a:rPr>
              <a:t>♰</a:t>
            </a:r>
            <a:r>
              <a:rPr lang="en-US" sz="2350" b="1" kern="0" dirty="0">
                <a:latin typeface="Calibri" pitchFamily="34" charset="0"/>
                <a:ea typeface="Ebrima" pitchFamily="2" charset="0"/>
                <a:cs typeface="Calibri" pitchFamily="34" charset="0"/>
                <a:sym typeface="Wingdings"/>
              </a:rPr>
              <a:t> </a:t>
            </a:r>
            <a:r>
              <a:rPr lang="en-US" sz="2350" b="1" kern="0" dirty="0" err="1">
                <a:latin typeface="Calibri" pitchFamily="34" charset="0"/>
                <a:ea typeface="Ebrima" pitchFamily="2" charset="0"/>
                <a:cs typeface="Calibri" pitchFamily="34" charset="0"/>
              </a:rPr>
              <a:t>krooshikkappetta</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Mashihaa</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Thampuraane</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njangalhodu</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karunha</a:t>
            </a:r>
            <a:r>
              <a:rPr lang="en-US" sz="2350" b="1" kern="0" dirty="0">
                <a:latin typeface="Calibri" pitchFamily="34" charset="0"/>
                <a:ea typeface="Ebrima" pitchFamily="2" charset="0"/>
                <a:cs typeface="Calibri" pitchFamily="34" charset="0"/>
              </a:rPr>
              <a:t> </a:t>
            </a:r>
            <a:r>
              <a:rPr lang="en-US" sz="2350" b="1" kern="0" dirty="0" err="1">
                <a:latin typeface="Calibri" pitchFamily="34" charset="0"/>
                <a:ea typeface="Ebrima" pitchFamily="2" charset="0"/>
                <a:cs typeface="Calibri" pitchFamily="34" charset="0"/>
              </a:rPr>
              <a:t>cheiyyename</a:t>
            </a:r>
            <a:r>
              <a:rPr lang="en-US" sz="2350" b="1" kern="0" dirty="0">
                <a:latin typeface="Calibri" pitchFamily="34" charset="0"/>
                <a:ea typeface="Ebrima" pitchFamily="2" charset="0"/>
                <a:cs typeface="Calibri" pitchFamily="34" charset="0"/>
              </a:rPr>
              <a:t>.</a:t>
            </a:r>
            <a:endParaRPr lang="en-US" sz="2350" b="1" i="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BE5C9BA1-1195-3C5F-360E-A4411FA7DEC5}"/>
              </a:ext>
            </a:extLst>
          </p:cNvPr>
          <p:cNvSpPr txBox="1"/>
          <p:nvPr/>
        </p:nvSpPr>
        <p:spPr>
          <a:xfrm>
            <a:off x="35626" y="155674"/>
            <a:ext cx="6095994" cy="430887"/>
          </a:xfrm>
          <a:prstGeom prst="rect">
            <a:avLst/>
          </a:prstGeom>
          <a:noFill/>
        </p:spPr>
        <p:txBody>
          <a:bodyPr wrap="square">
            <a:spAutoFit/>
          </a:bodyPr>
          <a:lstStyle/>
          <a:p>
            <a:pPr algn="ctr"/>
            <a:r>
              <a:rPr lang="en-US" sz="2200" b="1" kern="0" dirty="0">
                <a:solidFill>
                  <a:schemeClr val="accent6">
                    <a:lumMod val="50000"/>
                  </a:schemeClr>
                </a:solidFill>
                <a:latin typeface="Calibri" pitchFamily="34" charset="0"/>
                <a:ea typeface="Ebrima" pitchFamily="2" charset="0"/>
                <a:cs typeface="Calibri" pitchFamily="34" charset="0"/>
              </a:rPr>
              <a:t>(</a:t>
            </a:r>
            <a:r>
              <a:rPr lang="ml-IN" altLang="en-US" sz="2200" b="1" dirty="0">
                <a:solidFill>
                  <a:schemeClr val="accent6">
                    <a:lumMod val="50000"/>
                  </a:schemeClr>
                </a:solidFill>
                <a:latin typeface="Malayalam MN" pitchFamily="2" charset="0"/>
                <a:cs typeface="Malayalam MN" pitchFamily="2" charset="0"/>
              </a:rPr>
              <a:t>ഇപ്രകാരം മൂന്നു</a:t>
            </a:r>
            <a:r>
              <a:rPr lang="pt-BR" sz="2200" b="1" kern="0" dirty="0">
                <a:ln w="11430"/>
                <a:solidFill>
                  <a:schemeClr val="accent6">
                    <a:lumMod val="50000"/>
                  </a:schemeClr>
                </a:solidFill>
                <a:effectLst>
                  <a:outerShdw blurRad="50800" dist="39000" dir="5460000" algn="tl">
                    <a:srgbClr val="000000">
                      <a:alpha val="38000"/>
                    </a:srgbClr>
                  </a:outerShdw>
                </a:effectLst>
                <a:latin typeface="Malayalam MN" pitchFamily="2" charset="0"/>
                <a:cs typeface="Malayalam MN" pitchFamily="2" charset="0"/>
              </a:rPr>
              <a:t> </a:t>
            </a:r>
            <a:r>
              <a:rPr lang="ml-IN" altLang="en-US" sz="2200" b="1" dirty="0">
                <a:solidFill>
                  <a:schemeClr val="accent6">
                    <a:lumMod val="50000"/>
                  </a:schemeClr>
                </a:solidFill>
                <a:latin typeface="Malayalam MN" pitchFamily="2" charset="0"/>
                <a:cs typeface="Malayalam MN" pitchFamily="2" charset="0"/>
              </a:rPr>
              <a:t>പ്രാവശ്യം ചൊല്ലണം</a:t>
            </a:r>
            <a:r>
              <a:rPr lang="en-US" sz="2200" b="1" dirty="0">
                <a:solidFill>
                  <a:schemeClr val="accent6">
                    <a:lumMod val="50000"/>
                  </a:schemeClr>
                </a:solidFill>
                <a:latin typeface="Calibri" panose="020F0502020204030204" pitchFamily="34" charset="0"/>
                <a:cs typeface="Calibri" panose="020F0502020204030204" pitchFamily="34" charset="0"/>
              </a:rPr>
              <a:t>)</a:t>
            </a:r>
            <a:endParaRPr lang="en-US" sz="2200" b="1" dirty="0">
              <a:solidFill>
                <a:schemeClr val="accent6">
                  <a:lumMod val="50000"/>
                </a:schemeClr>
              </a:solidFill>
            </a:endParaRPr>
          </a:p>
        </p:txBody>
      </p:sp>
      <p:sp>
        <p:nvSpPr>
          <p:cNvPr id="6" name="TextBox 5">
            <a:extLst>
              <a:ext uri="{FF2B5EF4-FFF2-40B4-BE49-F238E27FC236}">
                <a16:creationId xmlns:a16="http://schemas.microsoft.com/office/drawing/2014/main" id="{05C6D394-C573-138A-97B8-59668DDDADA9}"/>
              </a:ext>
            </a:extLst>
          </p:cNvPr>
          <p:cNvSpPr txBox="1"/>
          <p:nvPr/>
        </p:nvSpPr>
        <p:spPr>
          <a:xfrm>
            <a:off x="1527463" y="4809340"/>
            <a:ext cx="12501728" cy="1733808"/>
          </a:xfrm>
          <a:prstGeom prst="rect">
            <a:avLst/>
          </a:prstGeom>
          <a:noFill/>
        </p:spPr>
        <p:txBody>
          <a:bodyPr wrap="square">
            <a:spAutoFit/>
          </a:bodyPr>
          <a:lstStyle/>
          <a:p>
            <a:pPr>
              <a:lnSpc>
                <a:spcPts val="3160"/>
              </a:lnSpc>
            </a:pPr>
            <a:r>
              <a:rPr lang="en-US" sz="3000" b="1" i="1" dirty="0">
                <a:solidFill>
                  <a:schemeClr val="accent6">
                    <a:lumMod val="50000"/>
                  </a:schemeClr>
                </a:solidFill>
                <a:latin typeface="+mn-lt"/>
              </a:rPr>
              <a:t>P: </a:t>
            </a:r>
            <a:r>
              <a:rPr lang="en-US" sz="3000" b="1" i="1" dirty="0">
                <a:latin typeface="+mn-lt"/>
              </a:rPr>
              <a:t>Holy art Thou, O God. </a:t>
            </a:r>
          </a:p>
          <a:p>
            <a:pPr>
              <a:lnSpc>
                <a:spcPts val="3160"/>
              </a:lnSpc>
            </a:pPr>
            <a:r>
              <a:rPr lang="en-US" sz="3000" b="1" i="1" dirty="0">
                <a:solidFill>
                  <a:schemeClr val="accent6">
                    <a:lumMod val="50000"/>
                  </a:schemeClr>
                </a:solidFill>
                <a:latin typeface="+mn-lt"/>
              </a:rPr>
              <a:t>C: </a:t>
            </a:r>
            <a:r>
              <a:rPr lang="en-US" sz="3000" b="1" i="1" dirty="0">
                <a:latin typeface="+mn-lt"/>
              </a:rPr>
              <a:t>Holy art Thou, Almighty Lord. </a:t>
            </a:r>
          </a:p>
          <a:p>
            <a:pPr>
              <a:lnSpc>
                <a:spcPts val="3160"/>
              </a:lnSpc>
            </a:pPr>
            <a:r>
              <a:rPr lang="en-US" sz="3000" b="1" i="1" dirty="0">
                <a:solidFill>
                  <a:schemeClr val="accent6">
                    <a:lumMod val="50000"/>
                  </a:schemeClr>
                </a:solidFill>
                <a:latin typeface="+mn-lt"/>
              </a:rPr>
              <a:t>P: </a:t>
            </a:r>
            <a:r>
              <a:rPr lang="en-US" sz="3000" b="1" i="1" dirty="0">
                <a:latin typeface="+mn-lt"/>
              </a:rPr>
              <a:t>Holy art Thou, Immortal Lord. </a:t>
            </a:r>
          </a:p>
          <a:p>
            <a:pPr>
              <a:lnSpc>
                <a:spcPts val="3160"/>
              </a:lnSpc>
            </a:pPr>
            <a:r>
              <a:rPr lang="en-US" sz="3000" b="1" i="1" dirty="0">
                <a:solidFill>
                  <a:schemeClr val="accent6">
                    <a:lumMod val="50000"/>
                  </a:schemeClr>
                </a:solidFill>
                <a:latin typeface="+mn-lt"/>
              </a:rPr>
              <a:t>C: </a:t>
            </a:r>
            <a:r>
              <a:rPr lang="en-US" sz="3000" b="1" i="1" dirty="0">
                <a:latin typeface="+mn-lt"/>
              </a:rPr>
              <a:t>O Thou, that was (</a:t>
            </a:r>
            <a:r>
              <a:rPr lang="ml-IN" sz="2800" b="1" u="none" strike="noStrike" dirty="0">
                <a:effectLst/>
                <a:latin typeface="Malayalam MN" pitchFamily="2" charset="0"/>
                <a:cs typeface="Malayalam MN" pitchFamily="2" charset="0"/>
              </a:rPr>
              <a:t>♰</a:t>
            </a:r>
            <a:r>
              <a:rPr lang="en-US" sz="3000" b="1" i="1" dirty="0">
                <a:latin typeface="+mn-lt"/>
              </a:rPr>
              <a:t>) crucified for us, have mercy on us.</a:t>
            </a:r>
          </a:p>
        </p:txBody>
      </p:sp>
      <p:sp>
        <p:nvSpPr>
          <p:cNvPr id="7" name="TextBox 6">
            <a:extLst>
              <a:ext uri="{FF2B5EF4-FFF2-40B4-BE49-F238E27FC236}">
                <a16:creationId xmlns:a16="http://schemas.microsoft.com/office/drawing/2014/main" id="{A19AD7CF-4A15-C80A-7BD1-AFCF5AFF37B3}"/>
              </a:ext>
            </a:extLst>
          </p:cNvPr>
          <p:cNvSpPr txBox="1"/>
          <p:nvPr/>
        </p:nvSpPr>
        <p:spPr>
          <a:xfrm>
            <a:off x="6102102" y="148646"/>
            <a:ext cx="6095999" cy="492443"/>
          </a:xfrm>
          <a:prstGeom prst="rect">
            <a:avLst/>
          </a:prstGeom>
          <a:noFill/>
        </p:spPr>
        <p:txBody>
          <a:bodyPr wrap="square">
            <a:spAutoFit/>
          </a:bodyPr>
          <a:lstStyle/>
          <a:p>
            <a:pPr algn="ctr"/>
            <a:r>
              <a:rPr lang="en-US" sz="2600" b="1" dirty="0">
                <a:solidFill>
                  <a:schemeClr val="accent6">
                    <a:lumMod val="50000"/>
                  </a:schemeClr>
                </a:solidFill>
                <a:latin typeface="Calibri" panose="020F0502020204030204" pitchFamily="34" charset="0"/>
                <a:cs typeface="Calibri" panose="020F0502020204030204" pitchFamily="34" charset="0"/>
              </a:rPr>
              <a:t>(</a:t>
            </a:r>
            <a:r>
              <a:rPr lang="en-US" sz="2600" b="1" dirty="0" err="1">
                <a:solidFill>
                  <a:schemeClr val="accent6">
                    <a:lumMod val="50000"/>
                  </a:schemeClr>
                </a:solidFill>
                <a:latin typeface="Calibri" panose="020F0502020204030204" pitchFamily="34" charset="0"/>
                <a:cs typeface="Calibri" panose="020F0502020204030204" pitchFamily="34" charset="0"/>
              </a:rPr>
              <a:t>Iprakaram</a:t>
            </a:r>
            <a:r>
              <a:rPr lang="en-US" sz="2600" b="1" dirty="0">
                <a:solidFill>
                  <a:schemeClr val="accent6">
                    <a:lumMod val="50000"/>
                  </a:schemeClr>
                </a:solidFill>
                <a:latin typeface="Calibri" panose="020F0502020204030204" pitchFamily="34" charset="0"/>
                <a:cs typeface="Calibri" panose="020F0502020204030204" pitchFamily="34" charset="0"/>
              </a:rPr>
              <a:t> </a:t>
            </a:r>
            <a:r>
              <a:rPr lang="en-US" sz="2600" b="1" dirty="0" err="1">
                <a:solidFill>
                  <a:schemeClr val="accent6">
                    <a:lumMod val="50000"/>
                  </a:schemeClr>
                </a:solidFill>
                <a:latin typeface="Calibri" panose="020F0502020204030204" pitchFamily="34" charset="0"/>
                <a:cs typeface="Calibri" panose="020F0502020204030204" pitchFamily="34" charset="0"/>
              </a:rPr>
              <a:t>Munnu</a:t>
            </a:r>
            <a:r>
              <a:rPr lang="en-US" sz="2600" b="1" dirty="0">
                <a:solidFill>
                  <a:schemeClr val="accent6">
                    <a:lumMod val="50000"/>
                  </a:schemeClr>
                </a:solidFill>
                <a:latin typeface="Calibri" panose="020F0502020204030204" pitchFamily="34" charset="0"/>
                <a:cs typeface="Calibri" panose="020F0502020204030204" pitchFamily="34" charset="0"/>
              </a:rPr>
              <a:t> </a:t>
            </a:r>
            <a:r>
              <a:rPr lang="en-US" sz="2600" b="1" dirty="0" err="1">
                <a:solidFill>
                  <a:schemeClr val="accent6">
                    <a:lumMod val="50000"/>
                  </a:schemeClr>
                </a:solidFill>
                <a:latin typeface="Calibri" panose="020F0502020204030204" pitchFamily="34" charset="0"/>
                <a:cs typeface="Calibri" panose="020F0502020204030204" pitchFamily="34" charset="0"/>
              </a:rPr>
              <a:t>Pravasyam</a:t>
            </a:r>
            <a:r>
              <a:rPr lang="en-US" sz="2600" b="1" dirty="0">
                <a:solidFill>
                  <a:schemeClr val="accent6">
                    <a:lumMod val="50000"/>
                  </a:schemeClr>
                </a:solidFill>
                <a:latin typeface="Calibri" panose="020F0502020204030204" pitchFamily="34" charset="0"/>
                <a:cs typeface="Calibri" panose="020F0502020204030204" pitchFamily="34" charset="0"/>
              </a:rPr>
              <a:t> </a:t>
            </a:r>
            <a:r>
              <a:rPr lang="en-US" sz="2600" b="1" dirty="0" err="1">
                <a:solidFill>
                  <a:schemeClr val="accent6">
                    <a:lumMod val="50000"/>
                  </a:schemeClr>
                </a:solidFill>
                <a:latin typeface="Calibri" panose="020F0502020204030204" pitchFamily="34" charset="0"/>
                <a:cs typeface="Calibri" panose="020F0502020204030204" pitchFamily="34" charset="0"/>
              </a:rPr>
              <a:t>Chollanam</a:t>
            </a:r>
            <a:r>
              <a:rPr lang="en-US" sz="2600" b="1" dirty="0">
                <a:solidFill>
                  <a:schemeClr val="accent6">
                    <a:lumMod val="50000"/>
                  </a:schemeClr>
                </a:solidFill>
                <a:latin typeface="Calibri" panose="020F0502020204030204" pitchFamily="34" charset="0"/>
                <a:cs typeface="Calibri" panose="020F0502020204030204" pitchFamily="34" charset="0"/>
              </a:rPr>
              <a:t>)</a:t>
            </a:r>
          </a:p>
        </p:txBody>
      </p:sp>
      <p:sp>
        <p:nvSpPr>
          <p:cNvPr id="2" name="TextBox 1">
            <a:extLst>
              <a:ext uri="{FF2B5EF4-FFF2-40B4-BE49-F238E27FC236}">
                <a16:creationId xmlns:a16="http://schemas.microsoft.com/office/drawing/2014/main" id="{47888542-0249-A47F-4C77-6849E7CCF6F4}"/>
              </a:ext>
            </a:extLst>
          </p:cNvPr>
          <p:cNvSpPr txBox="1"/>
          <p:nvPr/>
        </p:nvSpPr>
        <p:spPr>
          <a:xfrm>
            <a:off x="-1" y="4168251"/>
            <a:ext cx="12192000" cy="523220"/>
          </a:xfrm>
          <a:prstGeom prst="rect">
            <a:avLst/>
          </a:prstGeom>
          <a:solidFill>
            <a:schemeClr val="accent6">
              <a:lumMod val="50000"/>
            </a:schemeClr>
          </a:solidFill>
        </p:spPr>
        <p:txBody>
          <a:bodyPr wrap="square">
            <a:spAutoFit/>
          </a:bodyPr>
          <a:lstStyle/>
          <a:p>
            <a:pPr algn="ctr"/>
            <a:r>
              <a:rPr lang="en-US" sz="2800" b="1" i="1" kern="0" dirty="0">
                <a:solidFill>
                  <a:srgbClr val="FDF3D1"/>
                </a:solidFill>
                <a:latin typeface="Calibri" pitchFamily="34" charset="0"/>
                <a:ea typeface="Ebrima" pitchFamily="2" charset="0"/>
                <a:cs typeface="Calibri" pitchFamily="34" charset="0"/>
              </a:rPr>
              <a:t>(The Following Is Repeated Three Times)</a:t>
            </a:r>
            <a:endParaRPr lang="en-US" sz="2800" i="1" dirty="0">
              <a:solidFill>
                <a:srgbClr val="FDF3D1"/>
              </a:solidFill>
            </a:endParaRPr>
          </a:p>
        </p:txBody>
      </p:sp>
      <p:cxnSp>
        <p:nvCxnSpPr>
          <p:cNvPr id="8" name="Straight Connector 7">
            <a:extLst>
              <a:ext uri="{FF2B5EF4-FFF2-40B4-BE49-F238E27FC236}">
                <a16:creationId xmlns:a16="http://schemas.microsoft.com/office/drawing/2014/main" id="{AEC4D140-5CF8-A3DA-DA0C-56AA284ACF17}"/>
              </a:ext>
            </a:extLst>
          </p:cNvPr>
          <p:cNvCxnSpPr>
            <a:cxnSpLocks/>
          </p:cNvCxnSpPr>
          <p:nvPr/>
        </p:nvCxnSpPr>
        <p:spPr>
          <a:xfrm flipH="1">
            <a:off x="6099048" y="0"/>
            <a:ext cx="1" cy="416825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7116922"/>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ctrTitle"/>
          </p:nvPr>
        </p:nvSpPr>
        <p:spPr>
          <a:xfrm>
            <a:off x="-2" y="1"/>
            <a:ext cx="6096000" cy="4048780"/>
          </a:xfrm>
        </p:spPr>
        <p:txBody>
          <a:bodyPr anchor="ctr">
            <a:noAutofit/>
          </a:bodyPr>
          <a:lstStyle/>
          <a:p>
            <a:pPr eaLnBrk="1" hangingPunct="1"/>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p>
        </p:txBody>
      </p:sp>
      <p:sp>
        <p:nvSpPr>
          <p:cNvPr id="5" name="Text Box 2">
            <a:extLst>
              <a:ext uri="{FF2B5EF4-FFF2-40B4-BE49-F238E27FC236}">
                <a16:creationId xmlns:a16="http://schemas.microsoft.com/office/drawing/2014/main" id="{AADB5ADE-3830-4893-A58B-3A9BEE612825}"/>
              </a:ext>
            </a:extLst>
          </p:cNvPr>
          <p:cNvSpPr txBox="1">
            <a:spLocks noChangeArrowheads="1"/>
          </p:cNvSpPr>
          <p:nvPr/>
        </p:nvSpPr>
        <p:spPr bwMode="auto">
          <a:xfrm>
            <a:off x="6095998" y="1229440"/>
            <a:ext cx="6095997" cy="158990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3200" b="1" kern="0" dirty="0" err="1">
                <a:latin typeface="Calibri" pitchFamily="34" charset="0"/>
                <a:ea typeface="Ebrima" pitchFamily="2" charset="0"/>
                <a:cs typeface="Calibri" pitchFamily="34" charset="0"/>
              </a:rPr>
              <a:t>Kuriye-laayisson</a:t>
            </a:r>
            <a:r>
              <a:rPr lang="en-US" sz="3200" b="1" kern="0" dirty="0">
                <a:latin typeface="Calibri" pitchFamily="34" charset="0"/>
                <a:ea typeface="Ebrima" pitchFamily="2" charset="0"/>
                <a:cs typeface="Calibri" pitchFamily="34" charset="0"/>
              </a:rPr>
              <a:t>.</a:t>
            </a:r>
          </a:p>
          <a:p>
            <a:pPr algn="ctr">
              <a:spcBef>
                <a:spcPts val="0"/>
              </a:spcBef>
            </a:pPr>
            <a:r>
              <a:rPr lang="en-US" sz="3200" b="1" kern="0" dirty="0" err="1">
                <a:latin typeface="Calibri" pitchFamily="34" charset="0"/>
                <a:ea typeface="Ebrima" pitchFamily="2" charset="0"/>
                <a:cs typeface="Calibri" pitchFamily="34" charset="0"/>
              </a:rPr>
              <a:t>Kuriye-laayisson</a:t>
            </a:r>
            <a:r>
              <a:rPr lang="en-US" sz="3200" b="1" kern="0" dirty="0">
                <a:latin typeface="Calibri" pitchFamily="34" charset="0"/>
                <a:ea typeface="Ebrima" pitchFamily="2" charset="0"/>
                <a:cs typeface="Calibri" pitchFamily="34" charset="0"/>
              </a:rPr>
              <a:t>.</a:t>
            </a:r>
          </a:p>
          <a:p>
            <a:pPr algn="ctr">
              <a:spcBef>
                <a:spcPts val="0"/>
              </a:spcBef>
            </a:pPr>
            <a:r>
              <a:rPr lang="en-US" sz="3200" b="1" kern="0" dirty="0" err="1">
                <a:latin typeface="Calibri" pitchFamily="34" charset="0"/>
                <a:ea typeface="Ebrima" pitchFamily="2" charset="0"/>
                <a:cs typeface="Calibri" pitchFamily="34" charset="0"/>
              </a:rPr>
              <a:t>Kuriye-laayisson</a:t>
            </a:r>
            <a:r>
              <a:rPr lang="en-US" sz="3200"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92145BD9-B515-4017-A44E-D590D17F21B6}"/>
              </a:ext>
            </a:extLst>
          </p:cNvPr>
          <p:cNvSpPr txBox="1"/>
          <p:nvPr/>
        </p:nvSpPr>
        <p:spPr>
          <a:xfrm>
            <a:off x="3009898" y="4612860"/>
            <a:ext cx="6172200" cy="1477328"/>
          </a:xfrm>
          <a:prstGeom prst="rect">
            <a:avLst/>
          </a:prstGeom>
          <a:noFill/>
        </p:spPr>
        <p:txBody>
          <a:bodyPr wrap="square">
            <a:spAutoFit/>
          </a:bodyPr>
          <a:lstStyle/>
          <a:p>
            <a:pPr algn="ctr"/>
            <a:r>
              <a:rPr lang="en-US" sz="3000" b="1" i="1" dirty="0">
                <a:latin typeface="+mn-lt"/>
              </a:rPr>
              <a:t>Lord, have mercy. </a:t>
            </a:r>
          </a:p>
          <a:p>
            <a:pPr algn="ctr"/>
            <a:r>
              <a:rPr lang="en-US" sz="3000" b="1" i="1" dirty="0">
                <a:latin typeface="+mn-lt"/>
              </a:rPr>
              <a:t>Lord, have mercy. </a:t>
            </a:r>
          </a:p>
          <a:p>
            <a:pPr algn="ctr"/>
            <a:r>
              <a:rPr lang="en-US" sz="3000" b="1" i="1" dirty="0">
                <a:latin typeface="+mn-lt"/>
              </a:rPr>
              <a:t>Lord, have mercy.</a:t>
            </a:r>
          </a:p>
        </p:txBody>
      </p:sp>
      <p:sp>
        <p:nvSpPr>
          <p:cNvPr id="2" name="TextBox 1">
            <a:extLst>
              <a:ext uri="{FF2B5EF4-FFF2-40B4-BE49-F238E27FC236}">
                <a16:creationId xmlns:a16="http://schemas.microsoft.com/office/drawing/2014/main" id="{97F42ABF-9343-8BB2-FE2B-08510CC019CE}"/>
              </a:ext>
            </a:extLst>
          </p:cNvPr>
          <p:cNvSpPr txBox="1"/>
          <p:nvPr/>
        </p:nvSpPr>
        <p:spPr>
          <a:xfrm>
            <a:off x="0" y="3749032"/>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65616F2F-D35D-705C-0ED2-1785E3263D52}"/>
              </a:ext>
            </a:extLst>
          </p:cNvPr>
          <p:cNvCxnSpPr>
            <a:cxnSpLocks/>
          </p:cNvCxnSpPr>
          <p:nvPr/>
        </p:nvCxnSpPr>
        <p:spPr>
          <a:xfrm>
            <a:off x="6099048" y="0"/>
            <a:ext cx="0" cy="374903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7058176"/>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ctrTitle"/>
          </p:nvPr>
        </p:nvSpPr>
        <p:spPr>
          <a:xfrm>
            <a:off x="21106" y="408691"/>
            <a:ext cx="6053789" cy="3124200"/>
          </a:xfrm>
        </p:spPr>
        <p:txBody>
          <a:bodyPr anchor="ctr">
            <a:noAutofit/>
          </a:bodyPr>
          <a:lstStyle/>
          <a:p>
            <a:pPr eaLnBrk="1" hangingPunct="1"/>
            <a:r>
              <a:rPr lang="en-US" altLang="en-US" sz="3000" b="1" dirty="0" err="1">
                <a:latin typeface="MalayalamAbe" pitchFamily="18" charset="0"/>
              </a:rPr>
              <a:t>eOShlc</a:t>
            </a:r>
            <a:r>
              <a:rPr lang="en-US" altLang="en-US" sz="3000" b="1" dirty="0">
                <a:latin typeface="MalayalamAbe" pitchFamily="18" charset="0"/>
              </a:rPr>
              <a:t>[ </a:t>
            </a:r>
            <a:r>
              <a:rPr lang="en-US" altLang="en-US" sz="3000" b="1" dirty="0" err="1">
                <a:latin typeface="MalayalamAbe" pitchFamily="18" charset="0"/>
              </a:rPr>
              <a:t>C^J|l</a:t>
            </a:r>
            <a:r>
              <a:rPr lang="en-US" altLang="en-US" sz="3000" b="1" dirty="0">
                <a:latin typeface="MalayalamAbe" pitchFamily="18" charset="0"/>
              </a:rPr>
              <a:t> &gt;</a:t>
            </a:r>
            <a:r>
              <a:rPr lang="en-US" altLang="en-US" sz="3000" b="1" dirty="0" err="1">
                <a:latin typeface="MalayalamAbe" pitchFamily="18" charset="0"/>
              </a:rPr>
              <a:t>lzUilR</a:t>
            </a:r>
            <a:r>
              <a:rPr lang="en-US" altLang="en-US" sz="3000" b="1" dirty="0">
                <a:latin typeface="MalayalamAbe" pitchFamily="18" charset="0"/>
              </a:rPr>
              <a:t> </a:t>
            </a:r>
            <a:r>
              <a:rPr lang="en-US" altLang="en-US" sz="3000" b="1" dirty="0" err="1">
                <a:latin typeface="MalayalamAbe" pitchFamily="18" charset="0"/>
              </a:rPr>
              <a:t>svlh^J</a:t>
            </a:r>
            <a:r>
              <a:rPr lang="en-US" altLang="en-US" sz="3000" b="1" dirty="0">
                <a:latin typeface="MalayalamAbe" pitchFamily="18" charset="0"/>
              </a:rPr>
              <a:t> - </a:t>
            </a:r>
            <a:r>
              <a:rPr lang="en-US" altLang="en-US" sz="3000" b="1" dirty="0" err="1">
                <a:latin typeface="MalayalamAbe" pitchFamily="18" charset="0"/>
              </a:rPr>
              <a:t>mk#krj</a:t>
            </a:r>
            <a:r>
              <a:rPr lang="en-US" altLang="en-US" sz="3000" b="1" dirty="0">
                <a:latin typeface="MalayalamAbe" pitchFamily="18" charset="0"/>
              </a:rPr>
              <a:t>*</a:t>
            </a:r>
            <a:r>
              <a:rPr lang="en-US" altLang="en-US" sz="3000" b="1" dirty="0" err="1">
                <a:latin typeface="MalayalamAbe" pitchFamily="18" charset="0"/>
              </a:rPr>
              <a:t>sx</a:t>
            </a:r>
            <a:r>
              <a:rPr lang="en-US" altLang="en-US" sz="3000" b="1" dirty="0">
                <a:latin typeface="MalayalamAbe" pitchFamily="18" charset="0"/>
              </a:rPr>
              <a:t> B*</a:t>
            </a:r>
            <a:r>
              <a:rPr lang="en-US" altLang="en-US" sz="3000" b="1" dirty="0" err="1">
                <a:latin typeface="MalayalamAbe" pitchFamily="18" charset="0"/>
              </a:rPr>
              <a:t>xyjujv&amp;sfSrU</a:t>
            </a:r>
            <a:r>
              <a:rPr lang="en-US" altLang="en-US" sz="3000" b="1" dirty="0">
                <a:latin typeface="MalayalamAbe" pitchFamily="18" charset="0"/>
              </a:rPr>
              <a:t> </a:t>
            </a:r>
            <a:r>
              <a:rPr lang="en-US" altLang="en-US" sz="3000" b="1" dirty="0" err="1">
                <a:latin typeface="MalayalamAbe" pitchFamily="18" charset="0"/>
              </a:rPr>
              <a:t>as</a:t>
            </a:r>
            <a:r>
              <a:rPr lang="en-US" altLang="en-US" sz="3000" b="1" dirty="0" err="1">
                <a:latin typeface="Kerala" pitchFamily="2" charset="0"/>
              </a:rPr>
              <a:t>x</a:t>
            </a:r>
            <a:r>
              <a:rPr lang="en-US" altLang="en-US" sz="3000" b="1" dirty="0" err="1">
                <a:latin typeface="MalayalamAbe" pitchFamily="18" charset="0"/>
              </a:rPr>
              <a:t>lgkiR</a:t>
            </a:r>
            <a:r>
              <a:rPr lang="en-US" altLang="en-US" sz="3000" b="1" dirty="0">
                <a:latin typeface="MalayalamAbe" pitchFamily="18" charset="0"/>
              </a:rPr>
              <a:t> </a:t>
            </a:r>
            <a:r>
              <a:rPr lang="en-US" altLang="en-US" sz="3000" b="1" dirty="0" err="1">
                <a:latin typeface="MalayalamAbe" pitchFamily="18" charset="0"/>
              </a:rPr>
              <a:t>i#yjujv&amp;lH</a:t>
            </a:r>
            <a:r>
              <a:rPr lang="en-US" altLang="en-US" sz="3000" b="1" dirty="0">
                <a:latin typeface="MalayalamAbe" pitchFamily="18" charset="0"/>
              </a:rPr>
              <a:t> </a:t>
            </a:r>
            <a:r>
              <a:rPr lang="en-US" altLang="en-US" sz="3000" b="1" dirty="0" err="1">
                <a:latin typeface="MalayalamAbe" pitchFamily="18" charset="0"/>
              </a:rPr>
              <a:t>ilrisr</a:t>
            </a:r>
            <a:r>
              <a:rPr lang="en-US" altLang="en-US" sz="3000" b="1" dirty="0">
                <a:latin typeface="MalayalamAbe" pitchFamily="18" charset="0"/>
              </a:rPr>
              <a:t>(</a:t>
            </a:r>
            <a:r>
              <a:rPr lang="en-US" altLang="en-US" sz="3000" b="1" dirty="0" err="1">
                <a:latin typeface="MalayalamAbe" pitchFamily="18" charset="0"/>
              </a:rPr>
              <a:t>jhkalpofR</a:t>
            </a:r>
            <a:r>
              <a:rPr lang="en-US" altLang="en-US" sz="3000" b="1" dirty="0">
                <a:latin typeface="MalayalamAbe" pitchFamily="18" charset="0"/>
              </a:rPr>
              <a:t> </a:t>
            </a:r>
            <a:r>
              <a:rPr lang="ml-IN" altLang="en-US" sz="3000" b="1" dirty="0">
                <a:latin typeface="MalayalamAbe" pitchFamily="18" charset="0"/>
              </a:rPr>
              <a:t>-</a:t>
            </a:r>
            <a:r>
              <a:rPr lang="en-US" altLang="en-US" sz="3000" b="1" dirty="0" err="1">
                <a:latin typeface="MalayalamAbe" pitchFamily="18" charset="0"/>
              </a:rPr>
              <a:t>flSrh</a:t>
            </a:r>
            <a:r>
              <a:rPr lang="en-US" altLang="en-US" sz="3000" b="1" dirty="0">
                <a:latin typeface="MalayalamAbe" pitchFamily="18" charset="0"/>
              </a:rPr>
              <a:t>[)k; c&gt;</a:t>
            </a:r>
            <a:r>
              <a:rPr lang="en-US" altLang="en-US" sz="3000" b="1" dirty="0" err="1">
                <a:latin typeface="MalayalamAbe" pitchFamily="18" charset="0"/>
              </a:rPr>
              <a:t>ujR</a:t>
            </a:r>
            <a:r>
              <a:rPr lang="en-US" altLang="en-US" sz="3000" b="1" dirty="0">
                <a:latin typeface="MalayalamAbe" pitchFamily="18" charset="0"/>
              </a:rPr>
              <a:t> Cle; </a:t>
            </a:r>
            <a:r>
              <a:rPr lang="en-US" altLang="en-US" sz="3000" b="1" dirty="0" err="1">
                <a:latin typeface="MalayalamAbe" pitchFamily="18" charset="0"/>
              </a:rPr>
              <a:t>ehfgakeSpC</a:t>
            </a:r>
            <a:r>
              <a:rPr lang="en-US" altLang="en-US" sz="3000" b="1" dirty="0">
                <a:latin typeface="MalayalamAbe" pitchFamily="18" charset="0"/>
              </a:rPr>
              <a:t>*</a:t>
            </a:r>
            <a:r>
              <a:rPr lang="en-US" altLang="en-US" sz="3000" b="1" dirty="0" err="1">
                <a:latin typeface="MalayalamAbe" pitchFamily="18" charset="0"/>
              </a:rPr>
              <a:t>xS|l</a:t>
            </a:r>
            <a:r>
              <a:rPr lang="en-US" altLang="en-US" sz="3000" b="1" dirty="0">
                <a:latin typeface="MalayalamAbe" pitchFamily="18" charset="0"/>
              </a:rPr>
              <a:t> </a:t>
            </a:r>
            <a:r>
              <a:rPr lang="en-US" altLang="en-US" sz="3000" b="1" dirty="0" err="1">
                <a:latin typeface="MalayalamAbe" pitchFamily="18" charset="0"/>
              </a:rPr>
              <a:t>elgjH</a:t>
            </a:r>
            <a:r>
              <a:rPr lang="en-US" altLang="en-US" sz="3000" b="1" dirty="0">
                <a:latin typeface="MalayalamAbe" pitchFamily="18" charset="0"/>
              </a:rPr>
              <a:t> </a:t>
            </a:r>
            <a:r>
              <a:rPr lang="en-US" altLang="en-US" sz="3000" b="1" dirty="0" err="1">
                <a:latin typeface="MalayalamAbe" pitchFamily="18" charset="0"/>
              </a:rPr>
              <a:t>akxv&amp;k</a:t>
            </a:r>
            <a:r>
              <a:rPr lang="en-US" altLang="en-US" sz="3000" b="1" dirty="0">
                <a:latin typeface="MalayalamAbe" pitchFamily="18" charset="0"/>
              </a:rPr>
              <a:t> </a:t>
            </a:r>
            <a:r>
              <a:rPr lang="en-US" altLang="en-US" sz="3000" b="1" dirty="0" err="1">
                <a:latin typeface="MalayalamAbe" pitchFamily="18" charset="0"/>
              </a:rPr>
              <a:t>eg</a:t>
            </a:r>
            <a:r>
              <a:rPr lang="en-US" altLang="en-US" sz="3000" b="1" dirty="0">
                <a:latin typeface="MalayalamAbe" pitchFamily="18" charset="0"/>
              </a:rPr>
              <a:t>)</a:t>
            </a:r>
            <a:r>
              <a:rPr lang="en-US" altLang="en-US" sz="3000" b="1" dirty="0" err="1">
                <a:latin typeface="MalayalamAbe" pitchFamily="18" charset="0"/>
              </a:rPr>
              <a:t>k#k</a:t>
            </a:r>
            <a:r>
              <a:rPr lang="en-US" altLang="en-US" sz="3000" b="1" dirty="0">
                <a:latin typeface="MalayalamAbe" pitchFamily="18" charset="0"/>
              </a:rPr>
              <a:t> - </a:t>
            </a:r>
            <a:r>
              <a:rPr lang="en-US" altLang="en-US" sz="3000" b="1" dirty="0" err="1">
                <a:latin typeface="MalayalamAbe" pitchFamily="18" charset="0"/>
              </a:rPr>
              <a:t>sspi</a:t>
            </a:r>
            <a:r>
              <a:rPr lang="en-US" altLang="en-US" sz="3000" b="1" dirty="0">
                <a:latin typeface="MalayalamAbe" pitchFamily="18" charset="0"/>
              </a:rPr>
              <a:t>\</a:t>
            </a:r>
            <a:r>
              <a:rPr lang="en-US" altLang="en-US" sz="3000" b="1" dirty="0" err="1">
                <a:latin typeface="MalayalamAbe" pitchFamily="18" charset="0"/>
              </a:rPr>
              <a:t>j#keSpC</a:t>
            </a:r>
            <a:r>
              <a:rPr lang="en-US" altLang="en-US" sz="3000" b="1" dirty="0">
                <a:latin typeface="MalayalamAbe" pitchFamily="18" charset="0"/>
              </a:rPr>
              <a:t>; </a:t>
            </a:r>
            <a:r>
              <a:rPr lang="en-US" altLang="en-US" sz="3000" b="1" dirty="0" err="1">
                <a:latin typeface="MalayalamAbe" pitchFamily="18" charset="0"/>
              </a:rPr>
              <a:t>sfl</a:t>
            </a:r>
            <a:r>
              <a:rPr lang="ml-IN" altLang="en-US" sz="3000" b="1" dirty="0">
                <a:latin typeface="MalayalamAbe" pitchFamily="18" charset="0"/>
              </a:rPr>
              <a:t>-</a:t>
            </a:r>
            <a:r>
              <a:rPr lang="en-US" altLang="en-US" sz="3000" b="1" dirty="0" err="1">
                <a:latin typeface="MalayalamAbe" pitchFamily="18" charset="0"/>
              </a:rPr>
              <a:t>Miclrj</a:t>
            </a:r>
            <a:r>
              <a:rPr lang="en-US" altLang="en-US" sz="3000" b="1" dirty="0">
                <a:latin typeface="MalayalamAbe" pitchFamily="18" charset="0"/>
              </a:rPr>
              <a:t>/</a:t>
            </a:r>
            <a:r>
              <a:rPr lang="en-US" altLang="en-US" sz="3000" b="1" dirty="0" err="1">
                <a:latin typeface="MalayalamAbe" pitchFamily="18" charset="0"/>
              </a:rPr>
              <a:t>jS</a:t>
            </a:r>
            <a:r>
              <a:rPr lang="en-US" altLang="en-US" sz="3000" b="1" dirty="0">
                <a:latin typeface="MalayalamAbe" pitchFamily="18" charset="0"/>
              </a:rPr>
              <a:t>/</a:t>
            </a:r>
            <a:r>
              <a:rPr lang="en-US" altLang="en-US" sz="3000" b="1" dirty="0" err="1">
                <a:latin typeface="MalayalamAbe" pitchFamily="18" charset="0"/>
              </a:rPr>
              <a:t>lR</a:t>
            </a:r>
            <a:r>
              <a:rPr lang="en-US" altLang="en-US" sz="3000" b="1" dirty="0">
                <a:latin typeface="MalayalamAbe" pitchFamily="18" charset="0"/>
              </a:rPr>
              <a:t> </a:t>
            </a:r>
            <a:r>
              <a:rPr lang="en-US" altLang="en-US" sz="3000" b="1" dirty="0" err="1">
                <a:latin typeface="MalayalamAbe" pitchFamily="18" charset="0"/>
              </a:rPr>
              <a:t>PrUR</a:t>
            </a:r>
            <a:r>
              <a:rPr lang="en-US" altLang="en-US" sz="3000" b="1" dirty="0">
                <a:latin typeface="MalayalamAbe" pitchFamily="18" charset="0"/>
              </a:rPr>
              <a:t>.</a:t>
            </a:r>
          </a:p>
        </p:txBody>
      </p:sp>
      <p:sp>
        <p:nvSpPr>
          <p:cNvPr id="4" name="Text Box 2">
            <a:extLst>
              <a:ext uri="{FF2B5EF4-FFF2-40B4-BE49-F238E27FC236}">
                <a16:creationId xmlns:a16="http://schemas.microsoft.com/office/drawing/2014/main" id="{E145BAD4-46BA-426F-BE7A-E91592950754}"/>
              </a:ext>
            </a:extLst>
          </p:cNvPr>
          <p:cNvSpPr txBox="1">
            <a:spLocks noChangeArrowheads="1"/>
          </p:cNvSpPr>
          <p:nvPr/>
        </p:nvSpPr>
        <p:spPr bwMode="auto">
          <a:xfrm>
            <a:off x="6117108" y="273292"/>
            <a:ext cx="5882634" cy="343656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b="1" kern="0" dirty="0">
                <a:latin typeface="Calibri" pitchFamily="34" charset="0"/>
                <a:ea typeface="Ebrima" pitchFamily="2" charset="0"/>
                <a:cs typeface="Calibri" pitchFamily="34" charset="0"/>
              </a:rPr>
              <a:t>Paulose </a:t>
            </a:r>
            <a:r>
              <a:rPr lang="en-US" b="1" kern="0" dirty="0" err="1">
                <a:latin typeface="Calibri" pitchFamily="34" charset="0"/>
                <a:ea typeface="Ebrima" pitchFamily="2" charset="0"/>
                <a:cs typeface="Calibri" pitchFamily="34" charset="0"/>
              </a:rPr>
              <a:t>sleehaa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bhaagyavaan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cholleedunnnu</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Ningale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arreechathannye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mattoruvan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vannarriyichaal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vaanavan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engilum</a:t>
            </a:r>
            <a:r>
              <a:rPr lang="en-US" b="1" kern="0" dirty="0">
                <a:latin typeface="Calibri" pitchFamily="34" charset="0"/>
                <a:ea typeface="Ebrima" pitchFamily="2" charset="0"/>
                <a:cs typeface="Calibri" pitchFamily="34" charset="0"/>
              </a:rPr>
              <a:t> aa </a:t>
            </a:r>
            <a:r>
              <a:rPr lang="en-US" b="1" kern="0" dirty="0" err="1">
                <a:latin typeface="Calibri" pitchFamily="34" charset="0"/>
                <a:ea typeface="Ebrima" pitchFamily="2" charset="0"/>
                <a:cs typeface="Calibri" pitchFamily="34" charset="0"/>
              </a:rPr>
              <a:t>doothan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thaanelkkum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sabhayin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shaapam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pala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tharam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upadeshangalaho</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paaril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mulhachu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parakkunnu</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Daivathin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upadesham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thott-avasaanippippon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dhannyan</a:t>
            </a:r>
            <a:r>
              <a:rPr lang="en-US"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AA48AEF4-70B5-9FFA-4D55-9788A19BB22A}"/>
              </a:ext>
            </a:extLst>
          </p:cNvPr>
          <p:cNvSpPr txBox="1"/>
          <p:nvPr/>
        </p:nvSpPr>
        <p:spPr>
          <a:xfrm>
            <a:off x="1228795" y="4692253"/>
            <a:ext cx="9734410" cy="1938992"/>
          </a:xfrm>
          <a:prstGeom prst="rect">
            <a:avLst/>
          </a:prstGeom>
          <a:noFill/>
        </p:spPr>
        <p:txBody>
          <a:bodyPr wrap="square" lIns="91440" tIns="45720" rIns="91440" bIns="45720" anchor="t">
            <a:spAutoFit/>
          </a:bodyPr>
          <a:lstStyle/>
          <a:p>
            <a:pPr algn="ctr"/>
            <a:r>
              <a:rPr lang="en-US" sz="3000" b="1" i="1" kern="0" dirty="0">
                <a:latin typeface="+mn-lt"/>
                <a:ea typeface="Ebrima"/>
                <a:cs typeface="Times New Roman" panose="02020603050405020304" pitchFamily="18" charset="0"/>
              </a:rPr>
              <a:t>The blessed apostle Paul declares, </a:t>
            </a:r>
            <a:r>
              <a:rPr lang="en-US" sz="3000" b="1" i="1" u="none" strike="noStrike" dirty="0">
                <a:effectLst/>
                <a:latin typeface="+mn-lt"/>
                <a:cs typeface="Times New Roman" panose="02020603050405020304" pitchFamily="18" charset="0"/>
              </a:rPr>
              <a:t>should any voice proclaim a Gospel </a:t>
            </a:r>
            <a:r>
              <a:rPr lang="en-US" sz="3000" b="1" i="1" kern="0" dirty="0">
                <a:latin typeface="+mn-lt"/>
                <a:ea typeface="Ebrima"/>
                <a:cs typeface="Times New Roman" panose="02020603050405020304" pitchFamily="18" charset="0"/>
              </a:rPr>
              <a:t>at variance with the Gospel we preach to you, let them be cast aside. </a:t>
            </a:r>
            <a:r>
              <a:rPr lang="en-US" sz="3000" b="1" i="1" u="none" strike="noStrike" dirty="0">
                <a:effectLst/>
                <a:latin typeface="+mn-lt"/>
                <a:cs typeface="Times New Roman" panose="02020603050405020304" pitchFamily="18" charset="0"/>
              </a:rPr>
              <a:t>Though various teachings may arise</a:t>
            </a:r>
            <a:r>
              <a:rPr lang="en-US" sz="3000" b="1" i="1" kern="0" dirty="0">
                <a:latin typeface="+mn-lt"/>
                <a:ea typeface="Ebrima"/>
                <a:cs typeface="Times New Roman" panose="02020603050405020304" pitchFamily="18" charset="0"/>
              </a:rPr>
              <a:t>, blessed are they who begin and end in the teaching of God.  </a:t>
            </a:r>
            <a:endParaRPr lang="en-US" sz="3000" b="1" i="1" dirty="0">
              <a:latin typeface="+mn-lt"/>
              <a:cs typeface="Times New Roman" panose="02020603050405020304" pitchFamily="18" charset="0"/>
            </a:endParaRPr>
          </a:p>
        </p:txBody>
      </p:sp>
      <p:sp>
        <p:nvSpPr>
          <p:cNvPr id="2" name="TextBox 1">
            <a:extLst>
              <a:ext uri="{FF2B5EF4-FFF2-40B4-BE49-F238E27FC236}">
                <a16:creationId xmlns:a16="http://schemas.microsoft.com/office/drawing/2014/main" id="{457149C2-252E-3D48-C726-BD56413C6769}"/>
              </a:ext>
            </a:extLst>
          </p:cNvPr>
          <p:cNvSpPr txBox="1"/>
          <p:nvPr/>
        </p:nvSpPr>
        <p:spPr>
          <a:xfrm>
            <a:off x="-3047" y="3985513"/>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D457E4F4-8187-C0CD-2146-51C5B6797F1D}"/>
              </a:ext>
            </a:extLst>
          </p:cNvPr>
          <p:cNvCxnSpPr>
            <a:cxnSpLocks/>
          </p:cNvCxnSpPr>
          <p:nvPr/>
        </p:nvCxnSpPr>
        <p:spPr>
          <a:xfrm>
            <a:off x="6099048" y="0"/>
            <a:ext cx="0" cy="398620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4553008"/>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ctrTitle"/>
          </p:nvPr>
        </p:nvSpPr>
        <p:spPr>
          <a:xfrm>
            <a:off x="0" y="807992"/>
            <a:ext cx="6089903" cy="3429000"/>
          </a:xfrm>
        </p:spPr>
        <p:txBody>
          <a:bodyPr anchor="ctr">
            <a:noAutofit/>
          </a:bodyPr>
          <a:lstStyle/>
          <a:p>
            <a:pPr algn="l" rtl="0">
              <a:lnSpc>
                <a:spcPts val="2520"/>
              </a:lnSpc>
              <a:spcBef>
                <a:spcPts val="0"/>
              </a:spcBef>
              <a:spcAft>
                <a:spcPts val="0"/>
              </a:spcAft>
            </a:pPr>
            <a:r>
              <a:rPr lang="en-US" altLang="en-US" sz="3200" b="1" dirty="0">
                <a:solidFill>
                  <a:schemeClr val="accent6">
                    <a:lumMod val="50000"/>
                  </a:schemeClr>
                </a:solidFill>
                <a:latin typeface="MalayalamAbe" pitchFamily="18" charset="0"/>
              </a:rPr>
              <a:t>e</a:t>
            </a:r>
            <a:r>
              <a:rPr lang="en-US" altLang="en-US" sz="2800" b="1" dirty="0">
                <a:solidFill>
                  <a:schemeClr val="accent6">
                    <a:lumMod val="50000"/>
                  </a:schemeClr>
                </a:solidFill>
                <a:latin typeface="MalayalamAbe" pitchFamily="18" charset="0"/>
              </a:rPr>
              <a:t>. </a:t>
            </a:r>
            <a:r>
              <a:rPr lang="ml-IN" sz="2300" b="1" u="none" strike="noStrike" dirty="0">
                <a:solidFill>
                  <a:schemeClr val="tx1">
                    <a:lumMod val="95000"/>
                    <a:lumOff val="5000"/>
                  </a:schemeClr>
                </a:solidFill>
                <a:effectLst/>
                <a:latin typeface="Malayalam MN" pitchFamily="2" charset="0"/>
                <a:cs typeface="Malayalam MN" pitchFamily="2" charset="0"/>
              </a:rPr>
              <a:t>ദൈവമായ കര്‍ത്താവേ, ഈ സമയത്തു തിരുസന്നിധിയില്‍ കഴിക്കുന്ന ഞങ്ങളുടെ പ്രാര്‍ത്ഥനകളും അപേക്ഷകളും കൈക്കൊള്ളണമേ - ഞങ്ങളുടെ കര്‍ത്താവും ദൈവവുമേ, നിന്‍റെയും ദിവ്യന്മാരായ നിന്‍റെ</a:t>
            </a:r>
            <a:r>
              <a:rPr lang="en-US" sz="2300" b="1" u="none" strike="noStrike" dirty="0">
                <a:solidFill>
                  <a:schemeClr val="tx1">
                    <a:lumMod val="95000"/>
                    <a:lumOff val="5000"/>
                  </a:schemeClr>
                </a:solidFill>
                <a:effectLst/>
                <a:latin typeface="Malayalam MN" pitchFamily="2" charset="0"/>
                <a:cs typeface="Malayalam MN" pitchFamily="2" charset="0"/>
              </a:rPr>
              <a:t> </a:t>
            </a:r>
            <a:r>
              <a:rPr lang="ml-IN" sz="2300" b="1" u="none" strike="noStrike" dirty="0">
                <a:solidFill>
                  <a:schemeClr val="tx1">
                    <a:lumMod val="95000"/>
                    <a:lumOff val="5000"/>
                  </a:schemeClr>
                </a:solidFill>
                <a:effectLst/>
                <a:latin typeface="Malayalam MN" pitchFamily="2" charset="0"/>
                <a:cs typeface="Malayalam MN" pitchFamily="2" charset="0"/>
              </a:rPr>
              <a:t>ശ്ലീഹന്മാരുടെ</a:t>
            </a:r>
            <a:r>
              <a:rPr lang="en-US" sz="2300" b="1" u="none" strike="noStrike" dirty="0">
                <a:solidFill>
                  <a:schemeClr val="tx1">
                    <a:lumMod val="95000"/>
                    <a:lumOff val="5000"/>
                  </a:schemeClr>
                </a:solidFill>
                <a:effectLst/>
                <a:latin typeface="Malayalam MN" pitchFamily="2" charset="0"/>
                <a:cs typeface="Malayalam MN" pitchFamily="2" charset="0"/>
              </a:rPr>
              <a:t>-</a:t>
            </a:r>
            <a:r>
              <a:rPr lang="ml-IN" sz="2300" b="1" u="none" strike="noStrike" dirty="0">
                <a:solidFill>
                  <a:schemeClr val="tx1">
                    <a:lumMod val="95000"/>
                    <a:lumOff val="5000"/>
                  </a:schemeClr>
                </a:solidFill>
                <a:effectLst/>
                <a:latin typeface="Malayalam MN" pitchFamily="2" charset="0"/>
                <a:cs typeface="Malayalam MN" pitchFamily="2" charset="0"/>
              </a:rPr>
              <a:t>യും, നിന്‍റെ വിശുദ്ധ സഭയുടെ ശില്പിയും പണിക്കാരനുമായപെ</a:t>
            </a:r>
            <a:r>
              <a:rPr lang="en-US" sz="2300" b="1" u="none" strike="noStrike" dirty="0">
                <a:solidFill>
                  <a:schemeClr val="tx1">
                    <a:lumMod val="95000"/>
                    <a:lumOff val="5000"/>
                  </a:schemeClr>
                </a:solidFill>
                <a:effectLst/>
                <a:latin typeface="Malayalam MN" pitchFamily="2" charset="0"/>
                <a:cs typeface="Malayalam MN" pitchFamily="2" charset="0"/>
              </a:rPr>
              <a:t>-</a:t>
            </a:r>
            <a:r>
              <a:rPr lang="ml-IN" sz="2300" b="1" u="none" strike="noStrike" dirty="0">
                <a:solidFill>
                  <a:schemeClr val="tx1">
                    <a:lumMod val="95000"/>
                    <a:lumOff val="5000"/>
                  </a:schemeClr>
                </a:solidFill>
                <a:effectLst/>
                <a:latin typeface="Malayalam MN" pitchFamily="2" charset="0"/>
                <a:cs typeface="Malayalam MN" pitchFamily="2" charset="0"/>
              </a:rPr>
              <a:t>ലൊസ് ശ്ലീഹായുടെയും കല്പനകളെ വെടിപ്പോടും വിശുദ്ധിയോടും കൂടെ ആചരിക്കാന്‍ എന്നേക്കും ഞങ്ങളെ യോഗ്യതയുള്ളവരാക്കേണമേ.</a:t>
            </a:r>
            <a:br>
              <a:rPr lang="en-US" altLang="en-US" sz="2300" b="1" dirty="0">
                <a:solidFill>
                  <a:schemeClr val="tx1">
                    <a:lumMod val="85000"/>
                    <a:lumOff val="15000"/>
                  </a:schemeClr>
                </a:solidFill>
                <a:latin typeface="Malayalam MN" pitchFamily="2" charset="0"/>
                <a:cs typeface="Malayalam MN" pitchFamily="2" charset="0"/>
              </a:rPr>
            </a:br>
            <a:br>
              <a:rPr lang="en-US" altLang="en-US" sz="2500" b="1" dirty="0">
                <a:latin typeface="MalayalamAbe" pitchFamily="18" charset="0"/>
              </a:rPr>
            </a:br>
            <a:endParaRPr lang="en-US" altLang="en-US" sz="2500" b="1" dirty="0">
              <a:latin typeface="Arial" panose="020B0604020202020204" pitchFamily="34" charset="0"/>
            </a:endParaRPr>
          </a:p>
        </p:txBody>
      </p:sp>
      <p:sp>
        <p:nvSpPr>
          <p:cNvPr id="4" name="Text Box 2">
            <a:extLst>
              <a:ext uri="{FF2B5EF4-FFF2-40B4-BE49-F238E27FC236}">
                <a16:creationId xmlns:a16="http://schemas.microsoft.com/office/drawing/2014/main" id="{05558BE4-9EBD-4E26-8FF9-3C452BBFD9FE}"/>
              </a:ext>
            </a:extLst>
          </p:cNvPr>
          <p:cNvSpPr txBox="1">
            <a:spLocks noChangeArrowheads="1"/>
          </p:cNvSpPr>
          <p:nvPr/>
        </p:nvSpPr>
        <p:spPr bwMode="auto">
          <a:xfrm>
            <a:off x="6157365" y="45928"/>
            <a:ext cx="6129558" cy="4714284"/>
          </a:xfrm>
          <a:prstGeom prst="rect">
            <a:avLst/>
          </a:prstGeom>
          <a:noFill/>
          <a:ln w="9525">
            <a:noFill/>
            <a:miter lim="800000"/>
            <a:headEnd/>
            <a:tailEnd/>
          </a:ln>
          <a:effectLst/>
        </p:spPr>
        <p:txBody>
          <a:bodyPr wrap="square" lIns="111402" tIns="55743" rIns="111402" bIns="55743">
            <a:spAutoFit/>
          </a:bodyPr>
          <a:lstStyle/>
          <a:p>
            <a:pPr>
              <a:lnSpc>
                <a:spcPts val="2980"/>
              </a:lnSpc>
            </a:pPr>
            <a:r>
              <a:rPr lang="en-US" sz="2500" b="1" kern="0" dirty="0">
                <a:solidFill>
                  <a:schemeClr val="accent6">
                    <a:lumMod val="50000"/>
                  </a:schemeClr>
                </a:solidFill>
                <a:latin typeface="+mn-lt"/>
                <a:ea typeface="Ebrima" pitchFamily="2" charset="0"/>
                <a:cs typeface="Calibri" pitchFamily="34" charset="0"/>
              </a:rPr>
              <a:t>P: </a:t>
            </a:r>
            <a:r>
              <a:rPr lang="en-US" sz="2500" b="1" dirty="0" err="1">
                <a:effectLst/>
                <a:latin typeface="+mn-lt"/>
              </a:rPr>
              <a:t>Daivamaaya</a:t>
            </a:r>
            <a:r>
              <a:rPr lang="en-US" sz="2500" b="1" dirty="0">
                <a:effectLst/>
                <a:latin typeface="+mn-lt"/>
              </a:rPr>
              <a:t> </a:t>
            </a:r>
            <a:r>
              <a:rPr lang="en-US" sz="2500" b="1" dirty="0" err="1">
                <a:effectLst/>
                <a:latin typeface="+mn-lt"/>
              </a:rPr>
              <a:t>Karthaave</a:t>
            </a:r>
            <a:r>
              <a:rPr lang="en-US" sz="2500" b="1" dirty="0">
                <a:effectLst/>
                <a:latin typeface="+mn-lt"/>
              </a:rPr>
              <a:t>, </a:t>
            </a:r>
            <a:r>
              <a:rPr lang="en-US" sz="2500" b="1" dirty="0" err="1">
                <a:effectLst/>
                <a:latin typeface="+mn-lt"/>
              </a:rPr>
              <a:t>ee</a:t>
            </a:r>
            <a:r>
              <a:rPr lang="en-US" sz="2500" b="1" dirty="0">
                <a:effectLst/>
                <a:latin typeface="+mn-lt"/>
              </a:rPr>
              <a:t> </a:t>
            </a:r>
            <a:r>
              <a:rPr lang="en-US" sz="2500" b="1" dirty="0" err="1">
                <a:effectLst/>
                <a:latin typeface="+mn-lt"/>
              </a:rPr>
              <a:t>samayathu</a:t>
            </a:r>
            <a:r>
              <a:rPr lang="en-US" sz="2500" b="1" dirty="0">
                <a:effectLst/>
                <a:latin typeface="+mn-lt"/>
              </a:rPr>
              <a:t> </a:t>
            </a:r>
            <a:r>
              <a:rPr lang="en-US" sz="2500" b="1" dirty="0" err="1">
                <a:latin typeface="+mn-lt"/>
              </a:rPr>
              <a:t>T</a:t>
            </a:r>
            <a:r>
              <a:rPr lang="en-US" sz="2500" b="1" dirty="0" err="1">
                <a:effectLst/>
                <a:latin typeface="+mn-lt"/>
              </a:rPr>
              <a:t>hiru</a:t>
            </a:r>
            <a:r>
              <a:rPr lang="en-US" sz="2500" b="1" dirty="0">
                <a:effectLst/>
                <a:latin typeface="+mn-lt"/>
              </a:rPr>
              <a:t> </a:t>
            </a:r>
            <a:r>
              <a:rPr lang="en-US" sz="2500" b="1" dirty="0" err="1">
                <a:effectLst/>
                <a:latin typeface="+mn-lt"/>
              </a:rPr>
              <a:t>sannidhiyil</a:t>
            </a:r>
            <a:r>
              <a:rPr lang="en-US" sz="2500" b="1" dirty="0">
                <a:effectLst/>
                <a:latin typeface="+mn-lt"/>
              </a:rPr>
              <a:t> </a:t>
            </a:r>
            <a:r>
              <a:rPr lang="en-US" sz="2500" b="1" dirty="0" err="1">
                <a:effectLst/>
                <a:latin typeface="+mn-lt"/>
              </a:rPr>
              <a:t>kazhikunna</a:t>
            </a:r>
            <a:r>
              <a:rPr lang="en-US" sz="2500" b="1" dirty="0">
                <a:effectLst/>
                <a:latin typeface="+mn-lt"/>
              </a:rPr>
              <a:t> </a:t>
            </a:r>
            <a:r>
              <a:rPr lang="en-US" sz="2500" b="1" dirty="0" err="1">
                <a:effectLst/>
                <a:latin typeface="+mn-lt"/>
              </a:rPr>
              <a:t>njangalude</a:t>
            </a:r>
            <a:r>
              <a:rPr lang="en-US" sz="2500" b="1" dirty="0">
                <a:effectLst/>
                <a:latin typeface="+mn-lt"/>
              </a:rPr>
              <a:t> </a:t>
            </a:r>
            <a:r>
              <a:rPr lang="en-US" sz="2500" b="1" dirty="0" err="1">
                <a:effectLst/>
                <a:latin typeface="+mn-lt"/>
              </a:rPr>
              <a:t>praarthanakalum</a:t>
            </a:r>
            <a:r>
              <a:rPr lang="en-US" sz="2500" b="1" dirty="0">
                <a:effectLst/>
                <a:latin typeface="+mn-lt"/>
              </a:rPr>
              <a:t> </a:t>
            </a:r>
            <a:r>
              <a:rPr lang="en-US" sz="2500" b="1" dirty="0" err="1">
                <a:effectLst/>
                <a:latin typeface="+mn-lt"/>
              </a:rPr>
              <a:t>apekshakalum</a:t>
            </a:r>
            <a:r>
              <a:rPr lang="en-US" sz="2500" b="1" dirty="0">
                <a:effectLst/>
                <a:latin typeface="+mn-lt"/>
              </a:rPr>
              <a:t> </a:t>
            </a:r>
            <a:r>
              <a:rPr lang="en-US" sz="2500" b="1" dirty="0" err="1">
                <a:effectLst/>
                <a:latin typeface="+mn-lt"/>
              </a:rPr>
              <a:t>kaikollename</a:t>
            </a:r>
            <a:r>
              <a:rPr lang="en-US" sz="2500" b="1" dirty="0">
                <a:effectLst/>
                <a:latin typeface="+mn-lt"/>
              </a:rPr>
              <a:t>. </a:t>
            </a:r>
            <a:r>
              <a:rPr lang="en-US" sz="2500" b="1" dirty="0" err="1">
                <a:effectLst/>
                <a:latin typeface="+mn-lt"/>
              </a:rPr>
              <a:t>Njangalude</a:t>
            </a:r>
            <a:r>
              <a:rPr lang="en-US" sz="2500" b="1" dirty="0">
                <a:effectLst/>
                <a:latin typeface="+mn-lt"/>
              </a:rPr>
              <a:t> </a:t>
            </a:r>
            <a:r>
              <a:rPr lang="en-US" sz="2500" b="1" dirty="0" err="1">
                <a:effectLst/>
                <a:latin typeface="+mn-lt"/>
              </a:rPr>
              <a:t>Karthaavum</a:t>
            </a:r>
            <a:r>
              <a:rPr lang="en-US" sz="2500" b="1" dirty="0">
                <a:effectLst/>
                <a:latin typeface="+mn-lt"/>
              </a:rPr>
              <a:t> </a:t>
            </a:r>
            <a:r>
              <a:rPr lang="en-US" sz="2500" b="1" dirty="0" err="1">
                <a:effectLst/>
                <a:latin typeface="+mn-lt"/>
              </a:rPr>
              <a:t>Daivavume</a:t>
            </a:r>
            <a:r>
              <a:rPr lang="en-US" sz="2500" b="1" dirty="0">
                <a:effectLst/>
                <a:latin typeface="+mn-lt"/>
              </a:rPr>
              <a:t>, </a:t>
            </a:r>
            <a:r>
              <a:rPr lang="en-US" sz="2500" b="1" dirty="0" err="1">
                <a:effectLst/>
                <a:latin typeface="+mn-lt"/>
              </a:rPr>
              <a:t>ninteyum</a:t>
            </a:r>
            <a:r>
              <a:rPr lang="en-US" sz="2500" b="1" dirty="0">
                <a:effectLst/>
                <a:latin typeface="+mn-lt"/>
              </a:rPr>
              <a:t> </a:t>
            </a:r>
            <a:r>
              <a:rPr lang="en-US" sz="2500" b="1" dirty="0" err="1">
                <a:effectLst/>
                <a:latin typeface="+mn-lt"/>
              </a:rPr>
              <a:t>divyanmaaraaya</a:t>
            </a:r>
            <a:r>
              <a:rPr lang="en-US" sz="2500" b="1" dirty="0">
                <a:effectLst/>
                <a:latin typeface="+mn-lt"/>
              </a:rPr>
              <a:t> </a:t>
            </a:r>
            <a:r>
              <a:rPr lang="en-US" sz="2500" b="1" dirty="0" err="1">
                <a:effectLst/>
                <a:latin typeface="+mn-lt"/>
              </a:rPr>
              <a:t>ninte</a:t>
            </a:r>
            <a:r>
              <a:rPr lang="en-US" sz="2500" b="1" dirty="0">
                <a:effectLst/>
                <a:latin typeface="+mn-lt"/>
              </a:rPr>
              <a:t> </a:t>
            </a:r>
            <a:r>
              <a:rPr lang="en-US" sz="2500" b="1" dirty="0" err="1">
                <a:effectLst/>
                <a:latin typeface="+mn-lt"/>
              </a:rPr>
              <a:t>shlechanmaarudeyum</a:t>
            </a:r>
            <a:r>
              <a:rPr lang="en-US" sz="2500" b="1" dirty="0">
                <a:effectLst/>
                <a:latin typeface="+mn-lt"/>
              </a:rPr>
              <a:t>, </a:t>
            </a:r>
            <a:r>
              <a:rPr lang="en-US" sz="2500" b="1" dirty="0" err="1">
                <a:effectLst/>
                <a:latin typeface="+mn-lt"/>
              </a:rPr>
              <a:t>ninte</a:t>
            </a:r>
            <a:r>
              <a:rPr lang="en-US" sz="2500" b="1" dirty="0">
                <a:effectLst/>
                <a:latin typeface="+mn-lt"/>
              </a:rPr>
              <a:t> </a:t>
            </a:r>
            <a:r>
              <a:rPr lang="en-US" sz="2500" b="1" dirty="0" err="1">
                <a:effectLst/>
                <a:latin typeface="+mn-lt"/>
              </a:rPr>
              <a:t>vishudha</a:t>
            </a:r>
            <a:r>
              <a:rPr lang="en-US" sz="2500" b="1" dirty="0">
                <a:latin typeface="+mn-lt"/>
              </a:rPr>
              <a:t> </a:t>
            </a:r>
            <a:r>
              <a:rPr lang="en-US" sz="2500" b="1" dirty="0" err="1">
                <a:effectLst/>
                <a:latin typeface="+mn-lt"/>
              </a:rPr>
              <a:t>Sabhayude</a:t>
            </a:r>
            <a:r>
              <a:rPr lang="en-US" sz="2500" b="1" dirty="0">
                <a:latin typeface="+mn-lt"/>
              </a:rPr>
              <a:t> </a:t>
            </a:r>
            <a:r>
              <a:rPr lang="en-US" sz="2500" b="1" dirty="0" err="1">
                <a:effectLst/>
                <a:latin typeface="+mn-lt"/>
              </a:rPr>
              <a:t>shilppiyum</a:t>
            </a:r>
            <a:r>
              <a:rPr lang="en-US" sz="2500" b="1" dirty="0">
                <a:effectLst/>
                <a:latin typeface="+mn-lt"/>
              </a:rPr>
              <a:t> </a:t>
            </a:r>
            <a:r>
              <a:rPr lang="en-US" sz="2500" b="1" dirty="0" err="1">
                <a:effectLst/>
                <a:latin typeface="+mn-lt"/>
              </a:rPr>
              <a:t>panikkaranum</a:t>
            </a:r>
            <a:r>
              <a:rPr lang="en-US" sz="2500" b="1" dirty="0">
                <a:effectLst/>
                <a:latin typeface="+mn-lt"/>
              </a:rPr>
              <a:t> </a:t>
            </a:r>
            <a:r>
              <a:rPr lang="en-US" sz="2500" b="1" dirty="0" err="1">
                <a:effectLst/>
                <a:latin typeface="+mn-lt"/>
              </a:rPr>
              <a:t>aaya</a:t>
            </a:r>
            <a:r>
              <a:rPr lang="en-US" sz="2500" b="1" dirty="0">
                <a:effectLst/>
                <a:latin typeface="+mn-lt"/>
              </a:rPr>
              <a:t> Paulos</a:t>
            </a:r>
            <a:r>
              <a:rPr lang="en-US" sz="2500" b="1" dirty="0">
                <a:latin typeface="+mn-lt"/>
              </a:rPr>
              <a:t> </a:t>
            </a:r>
            <a:r>
              <a:rPr lang="en-US" sz="2500" b="1" dirty="0" err="1">
                <a:effectLst/>
                <a:latin typeface="+mn-lt"/>
              </a:rPr>
              <a:t>shleehayudeyum</a:t>
            </a:r>
            <a:r>
              <a:rPr lang="en-US" sz="2500" b="1" dirty="0">
                <a:effectLst/>
                <a:latin typeface="+mn-lt"/>
              </a:rPr>
              <a:t> </a:t>
            </a:r>
            <a:r>
              <a:rPr lang="en-US" sz="2500" b="1" dirty="0" err="1">
                <a:effectLst/>
                <a:latin typeface="+mn-lt"/>
              </a:rPr>
              <a:t>kalpanakale</a:t>
            </a:r>
            <a:r>
              <a:rPr lang="en-US" sz="2500" b="1" dirty="0">
                <a:effectLst/>
                <a:latin typeface="+mn-lt"/>
              </a:rPr>
              <a:t> </a:t>
            </a:r>
            <a:r>
              <a:rPr lang="en-US" sz="2500" b="1" dirty="0" err="1">
                <a:effectLst/>
                <a:latin typeface="+mn-lt"/>
              </a:rPr>
              <a:t>vedippoodum</a:t>
            </a:r>
            <a:r>
              <a:rPr lang="en-US" sz="2500" b="1" dirty="0">
                <a:latin typeface="+mn-lt"/>
              </a:rPr>
              <a:t> </a:t>
            </a:r>
            <a:r>
              <a:rPr lang="en-US" sz="2500" b="1" dirty="0" err="1">
                <a:effectLst/>
                <a:latin typeface="+mn-lt"/>
              </a:rPr>
              <a:t>vishudhiyoodum</a:t>
            </a:r>
            <a:r>
              <a:rPr lang="en-US" sz="2500" b="1" dirty="0">
                <a:effectLst/>
                <a:latin typeface="+mn-lt"/>
              </a:rPr>
              <a:t> </a:t>
            </a:r>
            <a:r>
              <a:rPr lang="en-US" sz="2500" b="1" dirty="0" err="1">
                <a:effectLst/>
                <a:latin typeface="+mn-lt"/>
              </a:rPr>
              <a:t>koode</a:t>
            </a:r>
            <a:r>
              <a:rPr lang="en-US" sz="2500" b="1" dirty="0">
                <a:effectLst/>
                <a:latin typeface="+mn-lt"/>
              </a:rPr>
              <a:t> </a:t>
            </a:r>
            <a:r>
              <a:rPr lang="en-US" sz="2500" b="1" dirty="0" err="1">
                <a:effectLst/>
                <a:latin typeface="+mn-lt"/>
              </a:rPr>
              <a:t>aacharippaan</a:t>
            </a:r>
            <a:r>
              <a:rPr lang="en-US" sz="2500" b="1" dirty="0">
                <a:latin typeface="+mn-lt"/>
              </a:rPr>
              <a:t> </a:t>
            </a:r>
            <a:r>
              <a:rPr lang="en-US" sz="2500" b="1" dirty="0" err="1">
                <a:effectLst/>
                <a:latin typeface="+mn-lt"/>
              </a:rPr>
              <a:t>ennekkum</a:t>
            </a:r>
            <a:r>
              <a:rPr lang="en-US" sz="2500" b="1" dirty="0">
                <a:effectLst/>
                <a:latin typeface="+mn-lt"/>
              </a:rPr>
              <a:t> </a:t>
            </a:r>
            <a:r>
              <a:rPr lang="en-US" sz="2500" b="1" dirty="0" err="1">
                <a:effectLst/>
                <a:latin typeface="+mn-lt"/>
              </a:rPr>
              <a:t>njangale</a:t>
            </a:r>
            <a:r>
              <a:rPr lang="en-US" sz="2500" b="1" dirty="0">
                <a:effectLst/>
                <a:latin typeface="+mn-lt"/>
              </a:rPr>
              <a:t> </a:t>
            </a:r>
            <a:r>
              <a:rPr lang="en-US" sz="2500" b="1" dirty="0" err="1">
                <a:effectLst/>
                <a:latin typeface="+mn-lt"/>
              </a:rPr>
              <a:t>yogyatha</a:t>
            </a:r>
            <a:r>
              <a:rPr lang="en-US" sz="2500" b="1" dirty="0">
                <a:effectLst/>
                <a:latin typeface="+mn-lt"/>
              </a:rPr>
              <a:t> </a:t>
            </a:r>
            <a:r>
              <a:rPr lang="en-US" sz="2500" b="1" dirty="0" err="1">
                <a:effectLst/>
                <a:latin typeface="+mn-lt"/>
              </a:rPr>
              <a:t>ullavaraakkename</a:t>
            </a:r>
            <a:r>
              <a:rPr lang="en-US" sz="2500" b="1" dirty="0">
                <a:effectLst/>
                <a:latin typeface="+mn-lt"/>
              </a:rPr>
              <a:t>. </a:t>
            </a:r>
            <a:endParaRPr lang="en-US" sz="2500" b="1" kern="0" dirty="0">
              <a:latin typeface="+mn-lt"/>
              <a:ea typeface="Ebrima" pitchFamily="2" charset="0"/>
              <a:cs typeface="Calibri" pitchFamily="34" charset="0"/>
            </a:endParaRPr>
          </a:p>
          <a:p>
            <a:pPr>
              <a:lnSpc>
                <a:spcPts val="2980"/>
              </a:lnSpc>
              <a:spcBef>
                <a:spcPts val="0"/>
              </a:spcBef>
            </a:pPr>
            <a:r>
              <a:rPr lang="en-US" sz="2500" b="1" kern="0" dirty="0">
                <a:solidFill>
                  <a:schemeClr val="accent6">
                    <a:lumMod val="50000"/>
                  </a:schemeClr>
                </a:solidFill>
                <a:latin typeface="+mn-lt"/>
                <a:ea typeface="Ebrima" pitchFamily="2" charset="0"/>
                <a:cs typeface="Calibri" pitchFamily="34" charset="0"/>
              </a:rPr>
              <a:t>C: </a:t>
            </a:r>
            <a:r>
              <a:rPr lang="en-US" sz="2500" b="1" kern="0" dirty="0">
                <a:latin typeface="+mn-lt"/>
                <a:ea typeface="Ebrima" pitchFamily="2" charset="0"/>
                <a:cs typeface="Calibri" pitchFamily="34" charset="0"/>
              </a:rPr>
              <a:t>Amen. </a:t>
            </a:r>
          </a:p>
        </p:txBody>
      </p:sp>
      <p:sp>
        <p:nvSpPr>
          <p:cNvPr id="6" name="TextBox 5">
            <a:extLst>
              <a:ext uri="{FF2B5EF4-FFF2-40B4-BE49-F238E27FC236}">
                <a16:creationId xmlns:a16="http://schemas.microsoft.com/office/drawing/2014/main" id="{B3669DF8-CD2F-F3EE-C6DC-6117EC99C0F8}"/>
              </a:ext>
            </a:extLst>
          </p:cNvPr>
          <p:cNvSpPr txBox="1"/>
          <p:nvPr/>
        </p:nvSpPr>
        <p:spPr>
          <a:xfrm>
            <a:off x="69900" y="5286851"/>
            <a:ext cx="12192000" cy="1146083"/>
          </a:xfrm>
          <a:prstGeom prst="rect">
            <a:avLst/>
          </a:prstGeom>
          <a:noFill/>
        </p:spPr>
        <p:txBody>
          <a:bodyPr wrap="square">
            <a:spAutoFit/>
          </a:bodyPr>
          <a:lstStyle/>
          <a:p>
            <a:pPr>
              <a:lnSpc>
                <a:spcPts val="2700"/>
              </a:lnSpc>
            </a:pPr>
            <a:r>
              <a:rPr lang="en-US" sz="2800" b="1" i="1" dirty="0">
                <a:solidFill>
                  <a:schemeClr val="accent6">
                    <a:lumMod val="50000"/>
                  </a:schemeClr>
                </a:solidFill>
                <a:latin typeface="+mn-lt"/>
              </a:rPr>
              <a:t>P: </a:t>
            </a:r>
            <a:r>
              <a:rPr lang="en-US" sz="2800" b="1" i="1" dirty="0">
                <a:effectLst/>
                <a:latin typeface="+mn-lt"/>
              </a:rPr>
              <a:t>Accept, O Lord, these our prayers and petitions. Make us worthy to observe in purity and goodness of heart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800" b="1" i="1" dirty="0">
                <a:effectLst/>
                <a:latin typeface="+mn-lt"/>
              </a:rPr>
              <a:t>our precepts and those of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800" b="1" i="1" dirty="0">
                <a:effectLst/>
                <a:latin typeface="+mn-lt"/>
              </a:rPr>
              <a:t>our holy apostles and of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800" b="1" i="1" dirty="0">
                <a:effectLst/>
                <a:latin typeface="+mn-lt"/>
              </a:rPr>
              <a:t>our apostle Paul, architect and builder of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800" b="1" i="1" dirty="0">
                <a:effectLst/>
                <a:latin typeface="+mn-lt"/>
              </a:rPr>
              <a:t>our Church.</a:t>
            </a:r>
          </a:p>
        </p:txBody>
      </p:sp>
      <p:sp>
        <p:nvSpPr>
          <p:cNvPr id="2" name="TextBox 1">
            <a:extLst>
              <a:ext uri="{FF2B5EF4-FFF2-40B4-BE49-F238E27FC236}">
                <a16:creationId xmlns:a16="http://schemas.microsoft.com/office/drawing/2014/main" id="{0BD55A7A-050F-567C-8FC6-7E95C4745AEC}"/>
              </a:ext>
            </a:extLst>
          </p:cNvPr>
          <p:cNvSpPr txBox="1"/>
          <p:nvPr/>
        </p:nvSpPr>
        <p:spPr>
          <a:xfrm>
            <a:off x="0" y="471609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9283C21D-C717-9942-576E-247DD89EAC42}"/>
              </a:ext>
            </a:extLst>
          </p:cNvPr>
          <p:cNvCxnSpPr>
            <a:cxnSpLocks/>
          </p:cNvCxnSpPr>
          <p:nvPr/>
        </p:nvCxnSpPr>
        <p:spPr>
          <a:xfrm>
            <a:off x="6096000" y="0"/>
            <a:ext cx="3048" cy="474890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08CF9A1-11A5-2368-E06D-F435EF787E01}"/>
              </a:ext>
            </a:extLst>
          </p:cNvPr>
          <p:cNvSpPr txBox="1"/>
          <p:nvPr/>
        </p:nvSpPr>
        <p:spPr>
          <a:xfrm>
            <a:off x="49624" y="4175437"/>
            <a:ext cx="6244936" cy="584775"/>
          </a:xfrm>
          <a:prstGeom prst="rect">
            <a:avLst/>
          </a:prstGeom>
          <a:noFill/>
        </p:spPr>
        <p:txBody>
          <a:bodyPr wrap="square">
            <a:spAutoFit/>
          </a:bodyPr>
          <a:lstStyle/>
          <a:p>
            <a:r>
              <a:rPr kumimoji="0" lang="en-US" altLang="en-US" sz="3200" b="1" i="0" u="none" strike="noStrike" kern="1200" cap="none" spc="0" normalizeH="0" baseline="0" noProof="0" dirty="0">
                <a:ln>
                  <a:noFill/>
                </a:ln>
                <a:solidFill>
                  <a:srgbClr val="70AD47">
                    <a:lumMod val="50000"/>
                  </a:srgbClr>
                </a:solidFill>
                <a:effectLst/>
                <a:uLnTx/>
                <a:uFillTx/>
                <a:latin typeface="MalayalamAbe" pitchFamily="18" charset="0"/>
                <a:ea typeface="+mj-ea"/>
                <a:cs typeface="+mj-cs"/>
              </a:rPr>
              <a:t>w</a:t>
            </a:r>
            <a:r>
              <a:rPr kumimoji="0" lang="en-US" altLang="en-US" sz="3200" b="1" i="0" u="none" strike="noStrike" kern="1200" cap="none" spc="0" normalizeH="0" baseline="0" noProof="0" dirty="0">
                <a:ln>
                  <a:noFill/>
                </a:ln>
                <a:solidFill>
                  <a:srgbClr val="70AD47">
                    <a:lumMod val="50000"/>
                  </a:srgbClr>
                </a:solidFill>
                <a:effectLst/>
                <a:uLnTx/>
                <a:uFillTx/>
                <a:latin typeface="Calibri Light"/>
                <a:ea typeface="+mj-ea"/>
                <a:cs typeface="+mj-cs"/>
              </a:rPr>
              <a:t>. </a:t>
            </a:r>
            <a:r>
              <a:rPr kumimoji="0" lang="en-US" altLang="en-US" sz="3200" b="1" i="0" u="none" strike="noStrike" kern="1200" cap="none" spc="0" normalizeH="0" baseline="0" noProof="0" dirty="0">
                <a:ln>
                  <a:noFill/>
                </a:ln>
                <a:solidFill>
                  <a:prstClr val="black"/>
                </a:solidFill>
                <a:effectLst/>
                <a:uLnTx/>
                <a:uFillTx/>
                <a:latin typeface="MalayalamAbe" pitchFamily="18" charset="0"/>
                <a:ea typeface="+mj-ea"/>
                <a:cs typeface="+mj-cs"/>
              </a:rPr>
              <a:t>:</a:t>
            </a:r>
            <a:r>
              <a:rPr kumimoji="0" lang="en-US" altLang="en-US" sz="3200" b="1" i="0" u="none" strike="noStrike" kern="1200" cap="none" spc="0" normalizeH="0" baseline="0" noProof="0" dirty="0" err="1">
                <a:ln>
                  <a:noFill/>
                </a:ln>
                <a:solidFill>
                  <a:prstClr val="black"/>
                </a:solidFill>
                <a:effectLst/>
                <a:uLnTx/>
                <a:uFillTx/>
                <a:latin typeface="MalayalamAbe" pitchFamily="18" charset="0"/>
                <a:ea typeface="+mj-ea"/>
                <a:cs typeface="+mj-cs"/>
              </a:rPr>
              <a:t>SaR</a:t>
            </a:r>
            <a:r>
              <a:rPr kumimoji="0" lang="en-US" altLang="en-US" sz="3200" b="1" i="0" u="none" strike="noStrike" kern="1200" cap="none" spc="0" normalizeH="0" baseline="0" noProof="0" dirty="0">
                <a:ln>
                  <a:noFill/>
                </a:ln>
                <a:solidFill>
                  <a:prstClr val="black"/>
                </a:solidFill>
                <a:effectLst/>
                <a:uLnTx/>
                <a:uFillTx/>
                <a:latin typeface="MalayalamAbe" pitchFamily="18" charset="0"/>
                <a:ea typeface="+mj-ea"/>
                <a:cs typeface="+mj-cs"/>
              </a:rPr>
              <a:t>.</a:t>
            </a:r>
            <a:endParaRPr lang="en-US" dirty="0"/>
          </a:p>
        </p:txBody>
      </p:sp>
      <p:sp>
        <p:nvSpPr>
          <p:cNvPr id="8" name="TextBox 7">
            <a:extLst>
              <a:ext uri="{FF2B5EF4-FFF2-40B4-BE49-F238E27FC236}">
                <a16:creationId xmlns:a16="http://schemas.microsoft.com/office/drawing/2014/main" id="{6E06FE68-0F9B-E767-C918-92136AA4A334}"/>
              </a:ext>
            </a:extLst>
          </p:cNvPr>
          <p:cNvSpPr txBox="1"/>
          <p:nvPr/>
        </p:nvSpPr>
        <p:spPr>
          <a:xfrm>
            <a:off x="76259" y="6379765"/>
            <a:ext cx="6246158" cy="453586"/>
          </a:xfrm>
          <a:prstGeom prst="rect">
            <a:avLst/>
          </a:prstGeom>
          <a:noFill/>
        </p:spPr>
        <p:txBody>
          <a:bodyPr wrap="square">
            <a:spAutoFit/>
          </a:bodyPr>
          <a:lstStyle/>
          <a:p>
            <a:pPr>
              <a:lnSpc>
                <a:spcPts val="2700"/>
              </a:lnSpc>
            </a:pPr>
            <a:r>
              <a:rPr lang="en-US" sz="2800" b="1" i="1" dirty="0">
                <a:solidFill>
                  <a:schemeClr val="accent6">
                    <a:lumMod val="50000"/>
                  </a:schemeClr>
                </a:solidFill>
                <a:latin typeface="+mn-lt"/>
              </a:rPr>
              <a:t>C: </a:t>
            </a:r>
            <a:r>
              <a:rPr lang="en-US" sz="2800" b="1" i="1" dirty="0">
                <a:latin typeface="+mn-lt"/>
              </a:rPr>
              <a:t>Amen.</a:t>
            </a:r>
            <a:endParaRPr lang="en-US" sz="2800" b="1" i="1" dirty="0">
              <a:effectLst/>
              <a:latin typeface="+mn-lt"/>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ctrTitle"/>
          </p:nvPr>
        </p:nvSpPr>
        <p:spPr>
          <a:xfrm>
            <a:off x="301525" y="0"/>
            <a:ext cx="5495998" cy="3429000"/>
          </a:xfrm>
        </p:spPr>
        <p:txBody>
          <a:bodyPr anchor="ctr">
            <a:noAutofit/>
          </a:bodyPr>
          <a:lstStyle/>
          <a:p>
            <a:pPr algn="l" eaLnBrk="1" hangingPunct="1"/>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Ck.</a:t>
            </a:r>
            <a:r>
              <a:rPr lang="en-US" altLang="en-US" sz="3200" b="1" dirty="0">
                <a:latin typeface="MalayalamAbe" pitchFamily="18" charset="0"/>
              </a:rPr>
              <a:t> &gt;</a:t>
            </a:r>
            <a:r>
              <a:rPr lang="en-US" altLang="en-US" sz="3200" b="1" dirty="0" err="1">
                <a:latin typeface="MalayalamAbe" pitchFamily="18" charset="0"/>
              </a:rPr>
              <a:t>lzUilrlu</a:t>
            </a:r>
            <a:r>
              <a:rPr lang="en-US" altLang="en-US" sz="3200" b="1" dirty="0">
                <a:latin typeface="MalayalamAbe" pitchFamily="18" charset="0"/>
              </a:rPr>
              <a:t>... </a:t>
            </a:r>
            <a:r>
              <a:rPr lang="en-US" altLang="en-US" sz="3200" b="1" dirty="0" err="1">
                <a:latin typeface="MalayalamAbe" pitchFamily="18" charset="0"/>
              </a:rPr>
              <a:t>C^J|l</a:t>
            </a:r>
            <a:r>
              <a:rPr lang="en-US" altLang="en-US" sz="3200" b="1" dirty="0">
                <a:latin typeface="MalayalamAbe" pitchFamily="18" charset="0"/>
              </a:rPr>
              <a:t>... </a:t>
            </a:r>
            <a:r>
              <a:rPr lang="en-US" altLang="en-US" sz="3200" b="1" dirty="0" err="1">
                <a:latin typeface="MalayalamAbe" pitchFamily="18" charset="0"/>
              </a:rPr>
              <a:t>tqkfju</a:t>
            </a:r>
            <a:r>
              <a:rPr lang="en-US" altLang="en-US" sz="3200" b="1" dirty="0">
                <a:latin typeface="MalayalamAbe" pitchFamily="18" charset="0"/>
              </a:rPr>
              <a:t> </a:t>
            </a:r>
            <a:r>
              <a:rPr lang="en-US" altLang="en-US" sz="3200" b="1" dirty="0" err="1">
                <a:latin typeface="MalayalamAbe" pitchFamily="18" charset="0"/>
              </a:rPr>
              <a:t>ShDr</a:t>
            </a:r>
            <a:r>
              <a:rPr lang="en-US" altLang="en-US" sz="3200" b="1" dirty="0">
                <a:latin typeface="MalayalamAbe" pitchFamily="18" charset="0"/>
              </a:rPr>
              <a:t>\</a:t>
            </a:r>
            <a:r>
              <a:rPr lang="en-US" altLang="en-US" sz="3200" b="1" dirty="0" err="1">
                <a:latin typeface="MalayalamAbe" pitchFamily="18" charset="0"/>
              </a:rPr>
              <a:t>jH</a:t>
            </a:r>
            <a:r>
              <a:rPr lang="en-US" altLang="en-US" sz="3200" b="1" dirty="0">
                <a:latin typeface="MalayalamAbe" pitchFamily="18" charset="0"/>
              </a:rPr>
              <a:t> </a:t>
            </a:r>
            <a:r>
              <a:rPr lang="en-US" altLang="en-US" sz="3200" b="1" dirty="0" err="1">
                <a:latin typeface="MalayalamAbe" pitchFamily="18" charset="0"/>
              </a:rPr>
              <a:t>rj#k</a:t>
            </a:r>
            <a:r>
              <a:rPr lang="en-US" altLang="en-US" sz="3200" b="1" dirty="0">
                <a:latin typeface="MalayalamAbe" pitchFamily="18" charset="0"/>
              </a:rPr>
              <a:t>;.</a:t>
            </a:r>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a:t>
            </a:r>
            <a:r>
              <a:rPr lang="en-US" altLang="en-US" sz="3200" b="1" dirty="0"/>
              <a:t> </a:t>
            </a:r>
            <a:r>
              <a:rPr lang="en-US" altLang="en-US" sz="3200" b="1" dirty="0" err="1">
                <a:latin typeface="MalayalamAbe" pitchFamily="18" charset="0"/>
              </a:rPr>
              <a:t>C^J|</a:t>
            </a:r>
            <a:r>
              <a:rPr lang="en-US" altLang="en-US" sz="3200" b="1" dirty="0" err="1">
                <a:latin typeface="Kerala" pitchFamily="2" charset="0"/>
              </a:rPr>
              <a:t>z</a:t>
            </a:r>
            <a:r>
              <a:rPr lang="en-US" altLang="en-US" sz="3200" b="1" dirty="0" err="1">
                <a:latin typeface="MalayalamAbe" pitchFamily="18" charset="0"/>
              </a:rPr>
              <a:t>lgksm</a:t>
            </a:r>
            <a:r>
              <a:rPr lang="en-US" altLang="en-US" sz="3200" b="1" dirty="0">
                <a:latin typeface="MalayalamAbe" pitchFamily="18" charset="0"/>
              </a:rPr>
              <a:t> </a:t>
            </a:r>
            <a:r>
              <a:rPr lang="en-US" altLang="en-US" sz="3200" b="1" dirty="0" err="1">
                <a:latin typeface="MalayalamAbe" pitchFamily="18" charset="0"/>
              </a:rPr>
              <a:t>Kmuirk</a:t>
            </a:r>
            <a:r>
              <a:rPr lang="en-US" altLang="en-US" sz="3200" b="1" dirty="0">
                <a:latin typeface="MalayalamAbe" pitchFamily="18" charset="0"/>
              </a:rPr>
              <a:t> c[</a:t>
            </a:r>
            <a:r>
              <a:rPr lang="en-US" altLang="en-US" sz="3200" b="1" dirty="0" err="1">
                <a:latin typeface="MalayalamAbe" pitchFamily="18" charset="0"/>
              </a:rPr>
              <a:t>fkfj</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lSi</a:t>
            </a:r>
            <a:r>
              <a:rPr lang="en-US" altLang="en-US" sz="3200" b="1" dirty="0">
                <a:latin typeface="MalayalamAbe" pitchFamily="18" charset="0"/>
              </a:rPr>
              <a:t>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ivr</a:t>
            </a:r>
            <a:r>
              <a:rPr lang="en-US" altLang="en-US" sz="3200" b="1" dirty="0">
                <a:latin typeface="MalayalamAbe" pitchFamily="18" charset="0"/>
              </a:rPr>
              <a:t>*</a:t>
            </a:r>
            <a:r>
              <a:rPr lang="en-US" altLang="en-US" sz="3200" b="1" dirty="0" err="1">
                <a:latin typeface="MalayalamAbe" pitchFamily="18" charset="0"/>
              </a:rPr>
              <a:t>sx</a:t>
            </a:r>
            <a:r>
              <a:rPr lang="en-US" altLang="en-US" sz="3200" b="1" dirty="0">
                <a:latin typeface="MalayalamAbe" pitchFamily="18" charset="0"/>
              </a:rPr>
              <a:t> </a:t>
            </a:r>
            <a:r>
              <a:rPr lang="en-US" altLang="en-US" sz="3200" b="1" dirty="0" err="1">
                <a:latin typeface="MalayalamAbe" pitchFamily="18" charset="0"/>
              </a:rPr>
              <a:t>fjgjv&amp;yjuk#fjrk</a:t>
            </a:r>
            <a:r>
              <a:rPr lang="en-US" altLang="en-US" sz="3200" b="1" dirty="0">
                <a:latin typeface="MalayalamAbe" pitchFamily="18" charset="0"/>
              </a:rPr>
              <a:t> B*X)k d{e </a:t>
            </a:r>
            <a:r>
              <a:rPr lang="en-US" altLang="en-US" sz="3200" b="1" dirty="0" err="1">
                <a:latin typeface="MalayalamAbe" pitchFamily="18" charset="0"/>
              </a:rPr>
              <a:t>rHdnSa</a:t>
            </a:r>
            <a:r>
              <a:rPr lang="en-US" altLang="en-US" sz="3200" b="1" dirty="0">
                <a:latin typeface="MalayalamAbe" pitchFamily="18" charset="0"/>
              </a:rPr>
              <a:t>.</a:t>
            </a:r>
            <a:endParaRPr lang="en-US" altLang="en-US" sz="3200" b="1" dirty="0">
              <a:latin typeface="Arial" panose="020B0604020202020204" pitchFamily="34" charset="0"/>
            </a:endParaRPr>
          </a:p>
        </p:txBody>
      </p:sp>
      <p:sp>
        <p:nvSpPr>
          <p:cNvPr id="4" name="Text Box 2">
            <a:extLst>
              <a:ext uri="{FF2B5EF4-FFF2-40B4-BE49-F238E27FC236}">
                <a16:creationId xmlns:a16="http://schemas.microsoft.com/office/drawing/2014/main" id="{05558BE4-9EBD-4E26-8FF9-3C452BBFD9FE}"/>
              </a:ext>
            </a:extLst>
          </p:cNvPr>
          <p:cNvSpPr txBox="1">
            <a:spLocks noChangeArrowheads="1"/>
          </p:cNvSpPr>
          <p:nvPr/>
        </p:nvSpPr>
        <p:spPr bwMode="auto">
          <a:xfrm>
            <a:off x="6550779" y="428708"/>
            <a:ext cx="5189491" cy="3128785"/>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D:</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Bhagyavanaya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Sleeha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ezhuthiya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lekhanathil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ninnum</a:t>
            </a:r>
            <a:r>
              <a:rPr lang="en-US" sz="2800" b="1" kern="0" dirty="0">
                <a:latin typeface="Calibri" pitchFamily="34" charset="0"/>
                <a:ea typeface="Ebrima" pitchFamily="2" charset="0"/>
                <a:cs typeface="Calibri" pitchFamily="34" charset="0"/>
              </a:rPr>
              <a:t>.</a:t>
            </a:r>
          </a:p>
          <a:p>
            <a:pP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Sleehanmaarude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udayavanu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thirich-arriyunnathinu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krupa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nalkenhame</a:t>
            </a:r>
            <a:r>
              <a:rPr lang="en-US" sz="2800"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8E5C82D8-B4F1-4919-B62E-4E510A8B4947}"/>
              </a:ext>
            </a:extLst>
          </p:cNvPr>
          <p:cNvSpPr txBox="1"/>
          <p:nvPr/>
        </p:nvSpPr>
        <p:spPr>
          <a:xfrm>
            <a:off x="2798931" y="4652399"/>
            <a:ext cx="7503696" cy="1477328"/>
          </a:xfrm>
          <a:prstGeom prst="rect">
            <a:avLst/>
          </a:prstGeom>
          <a:noFill/>
        </p:spPr>
        <p:txBody>
          <a:bodyPr wrap="square">
            <a:spAutoFit/>
          </a:bodyPr>
          <a:lstStyle/>
          <a:p>
            <a:r>
              <a:rPr lang="en-US" sz="3000" b="1" i="1" dirty="0">
                <a:solidFill>
                  <a:schemeClr val="accent6">
                    <a:lumMod val="50000"/>
                  </a:schemeClr>
                </a:solidFill>
                <a:latin typeface="+mn-lt"/>
                <a:cs typeface="Times New Roman" panose="02020603050405020304" pitchFamily="18" charset="0"/>
              </a:rPr>
              <a:t>D: </a:t>
            </a:r>
            <a:r>
              <a:rPr lang="en-US" sz="3000" b="1" i="1" dirty="0">
                <a:latin typeface="+mn-lt"/>
                <a:cs typeface="Times New Roman" panose="02020603050405020304" pitchFamily="18" charset="0"/>
              </a:rPr>
              <a:t>From the epistle of… </a:t>
            </a:r>
          </a:p>
          <a:p>
            <a:r>
              <a:rPr lang="en-US" sz="3000" b="1" i="1" dirty="0">
                <a:solidFill>
                  <a:schemeClr val="accent6">
                    <a:lumMod val="50000"/>
                  </a:schemeClr>
                </a:solidFill>
                <a:latin typeface="+mn-lt"/>
                <a:cs typeface="Times New Roman" panose="02020603050405020304" pitchFamily="18" charset="0"/>
              </a:rPr>
              <a:t>C: </a:t>
            </a:r>
            <a:r>
              <a:rPr lang="en-US" sz="3000" b="1" i="1" dirty="0">
                <a:latin typeface="+mn-lt"/>
                <a:cs typeface="Times New Roman" panose="02020603050405020304" pitchFamily="18" charset="0"/>
              </a:rPr>
              <a:t>Praise to You O Lord of the apostles, O Lord, grant us grace to discern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latin typeface="+mn-lt"/>
                <a:cs typeface="Times New Roman" panose="02020603050405020304" pitchFamily="18" charset="0"/>
              </a:rPr>
              <a:t>our word.</a:t>
            </a:r>
          </a:p>
        </p:txBody>
      </p:sp>
      <p:sp>
        <p:nvSpPr>
          <p:cNvPr id="2" name="TextBox 1">
            <a:extLst>
              <a:ext uri="{FF2B5EF4-FFF2-40B4-BE49-F238E27FC236}">
                <a16:creationId xmlns:a16="http://schemas.microsoft.com/office/drawing/2014/main" id="{0CD7E335-DB57-3F80-CF66-2969E6DB5EF4}"/>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92627C52-1724-7D26-328B-157437598D16}"/>
              </a:ext>
            </a:extLst>
          </p:cNvPr>
          <p:cNvCxnSpPr>
            <a:cxnSpLocks/>
          </p:cNvCxnSpPr>
          <p:nvPr/>
        </p:nvCxnSpPr>
        <p:spPr>
          <a:xfrm>
            <a:off x="6099048" y="0"/>
            <a:ext cx="0" cy="398620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9363803"/>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Text Box 3"/>
          <p:cNvSpPr txBox="1">
            <a:spLocks noChangeArrowheads="1"/>
          </p:cNvSpPr>
          <p:nvPr/>
        </p:nvSpPr>
        <p:spPr bwMode="auto">
          <a:xfrm>
            <a:off x="2382243" y="4066977"/>
            <a:ext cx="3399234" cy="594250"/>
          </a:xfrm>
          <a:prstGeom prst="rect">
            <a:avLst/>
          </a:prstGeom>
          <a:noFill/>
          <a:ln w="9525">
            <a:noFill/>
            <a:miter lim="800000"/>
            <a:headEnd/>
            <a:tailEnd/>
          </a:ln>
          <a:effectLst/>
        </p:spPr>
        <p:txBody>
          <a:bodyPr lIns="83552" tIns="41807" rIns="83552" bIns="41807">
            <a:spAutoFit/>
          </a:bodyPr>
          <a:lstStyle/>
          <a:p>
            <a:pPr algn="ctr" defTabSz="835913">
              <a:spcBef>
                <a:spcPct val="50000"/>
              </a:spcBef>
              <a:defRPr/>
            </a:pPr>
            <a:endParaRPr lang="en-US" sz="3313" dirty="0">
              <a:effectLst>
                <a:outerShdw blurRad="38100" dist="38100" dir="2700000" algn="tl">
                  <a:srgbClr val="C0C0C0"/>
                </a:outerShdw>
              </a:effectLst>
              <a:latin typeface="Arial" charset="0"/>
            </a:endParaRPr>
          </a:p>
        </p:txBody>
      </p:sp>
      <p:sp>
        <p:nvSpPr>
          <p:cNvPr id="9" name="Shape 323">
            <a:extLst>
              <a:ext uri="{FF2B5EF4-FFF2-40B4-BE49-F238E27FC236}">
                <a16:creationId xmlns:a16="http://schemas.microsoft.com/office/drawing/2014/main" id="{A10862DC-B66C-4A80-9E95-A1FD3F2E068A}"/>
              </a:ext>
            </a:extLst>
          </p:cNvPr>
          <p:cNvSpPr txBox="1">
            <a:spLocks noChangeArrowheads="1"/>
          </p:cNvSpPr>
          <p:nvPr/>
        </p:nvSpPr>
        <p:spPr bwMode="auto">
          <a:xfrm>
            <a:off x="0" y="5609077"/>
            <a:ext cx="12192000" cy="894682"/>
          </a:xfrm>
          <a:prstGeom prst="rect">
            <a:avLst/>
          </a:prstGeom>
          <a:noFill/>
          <a:ln>
            <a:noFill/>
          </a:ln>
        </p:spPr>
        <p:txBody>
          <a:bodyPr lIns="91358" tIns="45674" rIns="91358" bIns="45674"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defTabSz="914218" eaLnBrk="1" hangingPunct="1">
              <a:buClr>
                <a:srgbClr val="FFFFFF"/>
              </a:buClr>
              <a:buSzPts val="1000"/>
              <a:defRPr/>
            </a:pPr>
            <a:r>
              <a:rPr lang="en-AU" sz="4800" spc="300" dirty="0">
                <a:solidFill>
                  <a:schemeClr val="tx1"/>
                </a:solidFill>
                <a:latin typeface="Bernard MT Condensed" panose="02050806060905020404" pitchFamily="18" charset="0"/>
                <a:ea typeface="Times New Roman" panose="02020603050405020304" pitchFamily="18" charset="0"/>
                <a:cs typeface="Calibri" panose="020F0502020204030204" pitchFamily="34" charset="0"/>
              </a:rPr>
              <a:t>[Insert Epistle Reading]</a:t>
            </a:r>
          </a:p>
        </p:txBody>
      </p:sp>
      <p:pic>
        <p:nvPicPr>
          <p:cNvPr id="3" name="Picture 2" descr="A close-up of a scroll of paper&#10;&#10;Description automatically generated">
            <a:extLst>
              <a:ext uri="{FF2B5EF4-FFF2-40B4-BE49-F238E27FC236}">
                <a16:creationId xmlns:a16="http://schemas.microsoft.com/office/drawing/2014/main" id="{8C59D42F-2312-C606-A583-957252F2FB5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771" b="90092" l="4369" r="96796">
                        <a14:foregroundMark x1="9612" y1="60000" x2="7961" y2="76514"/>
                        <a14:foregroundMark x1="7961" y1="76514" x2="15243" y2="84220"/>
                        <a14:foregroundMark x1="27670" y1="9174" x2="20971" y2="4771"/>
                        <a14:foregroundMark x1="88155" y1="44587" x2="93592" y2="72661"/>
                        <a14:foregroundMark x1="93592" y1="72661" x2="88252" y2="83119"/>
                        <a14:foregroundMark x1="88252" y1="83119" x2="80874" y2="90275"/>
                        <a14:foregroundMark x1="80874" y1="90275" x2="65922" y2="82018"/>
                        <a14:foregroundMark x1="65922" y1="82018" x2="65534" y2="79633"/>
                        <a14:foregroundMark x1="88155" y1="84587" x2="95340" y2="79450"/>
                        <a14:foregroundMark x1="95340" y1="79450" x2="95243" y2="64954"/>
                        <a14:foregroundMark x1="95243" y1="64954" x2="92330" y2="51560"/>
                        <a14:foregroundMark x1="92330" y1="51560" x2="92330" y2="50459"/>
                        <a14:foregroundMark x1="93786" y1="64587" x2="96796" y2="77982"/>
                        <a14:foregroundMark x1="96796" y1="77982" x2="94563" y2="83119"/>
                        <a14:foregroundMark x1="4369" y1="69174" x2="6019" y2="82752"/>
                        <a14:foregroundMark x1="95728" y1="74862" x2="96796" y2="74862"/>
                      </a14:backgroundRemoval>
                    </a14:imgEffect>
                  </a14:imgLayer>
                </a14:imgProps>
              </a:ext>
              <a:ext uri="{28A0092B-C50C-407E-A947-70E740481C1C}">
                <a14:useLocalDpi xmlns:a14="http://schemas.microsoft.com/office/drawing/2010/main" val="0"/>
              </a:ext>
            </a:extLst>
          </a:blip>
          <a:stretch>
            <a:fillRect/>
          </a:stretch>
        </p:blipFill>
        <p:spPr>
          <a:xfrm>
            <a:off x="2746285" y="1754498"/>
            <a:ext cx="6699427" cy="3544842"/>
          </a:xfrm>
          <a:prstGeom prst="rect">
            <a:avLst/>
          </a:prstGeom>
        </p:spPr>
      </p:pic>
      <p:sp>
        <p:nvSpPr>
          <p:cNvPr id="4" name="Shape 51">
            <a:extLst>
              <a:ext uri="{FF2B5EF4-FFF2-40B4-BE49-F238E27FC236}">
                <a16:creationId xmlns:a16="http://schemas.microsoft.com/office/drawing/2014/main" id="{A2AA70F3-D08D-4A3D-B56E-88857EFD4971}"/>
              </a:ext>
            </a:extLst>
          </p:cNvPr>
          <p:cNvSpPr txBox="1">
            <a:spLocks/>
          </p:cNvSpPr>
          <p:nvPr/>
        </p:nvSpPr>
        <p:spPr>
          <a:xfrm>
            <a:off x="0" y="293770"/>
            <a:ext cx="12192000"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54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rPr>
              <a:t>Epistle Reading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ctrTitle"/>
          </p:nvPr>
        </p:nvSpPr>
        <p:spPr>
          <a:xfrm>
            <a:off x="223574" y="422192"/>
            <a:ext cx="5802086" cy="3606848"/>
          </a:xfrm>
        </p:spPr>
        <p:txBody>
          <a:bodyPr anchor="ctr">
            <a:noAutofit/>
          </a:bodyPr>
          <a:lstStyle/>
          <a:p>
            <a:pPr algn="l" rtl="0">
              <a:spcBef>
                <a:spcPts val="0"/>
              </a:spcBef>
              <a:spcAft>
                <a:spcPts val="0"/>
              </a:spcAft>
            </a:pPr>
            <a:r>
              <a:rPr lang="en-US" altLang="en-US" sz="2600" b="1" dirty="0">
                <a:solidFill>
                  <a:schemeClr val="accent6">
                    <a:lumMod val="50000"/>
                  </a:schemeClr>
                </a:solidFill>
                <a:latin typeface="MalayalamAbe" pitchFamily="18" charset="0"/>
              </a:rPr>
              <a:t>Ck. </a:t>
            </a:r>
            <a:r>
              <a:rPr lang="ml-IN" sz="2600" b="1" i="0" u="none" strike="noStrike" dirty="0">
                <a:solidFill>
                  <a:srgbClr val="000000"/>
                </a:solidFill>
                <a:effectLst/>
                <a:latin typeface="Malayalam MN" pitchFamily="2" charset="0"/>
                <a:cs typeface="Malayalam MN" pitchFamily="2" charset="0"/>
              </a:rPr>
              <a:t>ഹാലേലുയ്യാ - ഉ -ഹാലേലുയ്യാ - സ്തുതിയാകുന്ന ബലികള്‍ കര്‍ത്താവിനു കഴിപ്പിന്‍, കാഴ്ചകള്‍ എടുത്തു തന്‍റെ വിശുദ്ധ മണ്ഡപങ്ങളില്‍ പ്രവേശിച്ചു തന്‍റെ വിശുദ്ധിയിന്‍ അലങ്കാരത്തില്‍ കര്‍ത്താവിനെ വന്ദിപ്പിന്‍</a:t>
            </a:r>
            <a:r>
              <a:rPr lang="en-US" sz="2600" b="1" i="0" u="none" strike="noStrike" dirty="0">
                <a:solidFill>
                  <a:srgbClr val="000000"/>
                </a:solidFill>
                <a:effectLst/>
                <a:latin typeface="Malayalam MN" pitchFamily="2" charset="0"/>
                <a:cs typeface="Malayalam MN" pitchFamily="2" charset="0"/>
              </a:rPr>
              <a:t>.</a:t>
            </a:r>
            <a:br>
              <a:rPr lang="en-US" altLang="en-US" sz="2600" b="1" dirty="0">
                <a:latin typeface="Arial" panose="020B0604020202020204" pitchFamily="34" charset="0"/>
              </a:rPr>
            </a:br>
            <a:r>
              <a:rPr lang="en-US" altLang="en-US" sz="3400" b="1" dirty="0">
                <a:solidFill>
                  <a:schemeClr val="accent6">
                    <a:lumMod val="50000"/>
                  </a:schemeClr>
                </a:solidFill>
                <a:latin typeface="MalayalamAbe" pitchFamily="18" charset="0"/>
              </a:rPr>
              <a:t>w. </a:t>
            </a:r>
            <a:r>
              <a:rPr lang="en-US" altLang="en-US" sz="3400" b="1" dirty="0">
                <a:latin typeface="MalayalamAbe" pitchFamily="18" charset="0"/>
              </a:rPr>
              <a:t>|</a:t>
            </a:r>
            <a:r>
              <a:rPr lang="en-US" altLang="en-US" sz="3400" b="1" dirty="0" err="1">
                <a:latin typeface="MalayalamAbe" pitchFamily="18" charset="0"/>
              </a:rPr>
              <a:t>lShhku&amp;l</a:t>
            </a:r>
            <a:r>
              <a:rPr lang="en-US" altLang="en-US" sz="3400" b="1" dirty="0">
                <a:latin typeface="MalayalamAbe" pitchFamily="18" charset="0"/>
              </a:rPr>
              <a:t>.</a:t>
            </a:r>
            <a:br>
              <a:rPr lang="en-US" altLang="en-US" sz="3200" b="1" dirty="0">
                <a:latin typeface="MalayalamAbe" pitchFamily="18" charset="0"/>
              </a:rPr>
            </a:br>
            <a:endParaRPr lang="en-US" altLang="en-US" sz="2600" b="1" dirty="0">
              <a:latin typeface="MalayalamAbe" pitchFamily="18" charset="0"/>
            </a:endParaRPr>
          </a:p>
        </p:txBody>
      </p:sp>
      <p:sp>
        <p:nvSpPr>
          <p:cNvPr id="4" name="Text Box 2">
            <a:extLst>
              <a:ext uri="{FF2B5EF4-FFF2-40B4-BE49-F238E27FC236}">
                <a16:creationId xmlns:a16="http://schemas.microsoft.com/office/drawing/2014/main" id="{6704753F-28D8-45CD-9589-C91D6D129119}"/>
              </a:ext>
            </a:extLst>
          </p:cNvPr>
          <p:cNvSpPr txBox="1">
            <a:spLocks noChangeArrowheads="1"/>
          </p:cNvSpPr>
          <p:nvPr/>
        </p:nvSpPr>
        <p:spPr bwMode="auto">
          <a:xfrm>
            <a:off x="6330463" y="363376"/>
            <a:ext cx="5699058" cy="3177388"/>
          </a:xfrm>
          <a:prstGeom prst="rect">
            <a:avLst/>
          </a:prstGeom>
          <a:noFill/>
          <a:ln w="9525">
            <a:noFill/>
            <a:miter lim="800000"/>
            <a:headEnd/>
            <a:tailEnd/>
          </a:ln>
          <a:effectLst/>
        </p:spPr>
        <p:txBody>
          <a:bodyPr wrap="square" lIns="111402" tIns="55743" rIns="111402" bIns="55743">
            <a:spAutoFit/>
          </a:bodyPr>
          <a:lstStyle/>
          <a:p>
            <a:r>
              <a:rPr lang="en-US" sz="2800" b="1" kern="0" dirty="0">
                <a:solidFill>
                  <a:schemeClr val="accent6">
                    <a:lumMod val="50000"/>
                  </a:schemeClr>
                </a:solidFill>
                <a:latin typeface="Calibri" panose="020F0502020204030204" pitchFamily="34" charset="0"/>
                <a:ea typeface="Ebrima" pitchFamily="2" charset="0"/>
                <a:cs typeface="Calibri" pitchFamily="34" charset="0"/>
              </a:rPr>
              <a:t>D: </a:t>
            </a:r>
            <a:r>
              <a:rPr lang="en-US" sz="2800" b="1" dirty="0">
                <a:effectLst/>
                <a:latin typeface="Calibri" panose="020F0502020204030204" pitchFamily="34" charset="0"/>
                <a:cs typeface="Calibri" panose="020F0502020204030204" pitchFamily="34" charset="0"/>
              </a:rPr>
              <a:t>Hallelujah-</a:t>
            </a:r>
            <a:r>
              <a:rPr lang="en-US" sz="2800" b="1" dirty="0" err="1">
                <a:latin typeface="Calibri" panose="020F0502020204030204" pitchFamily="34" charset="0"/>
                <a:cs typeface="Calibri" panose="020F0502020204030204" pitchFamily="34" charset="0"/>
              </a:rPr>
              <a:t>o</a:t>
            </a:r>
            <a:r>
              <a:rPr lang="en-US" sz="2800" b="1" dirty="0" err="1">
                <a:effectLst/>
                <a:latin typeface="Calibri" panose="020F0502020204030204" pitchFamily="34" charset="0"/>
                <a:cs typeface="Calibri" panose="020F0502020204030204" pitchFamily="34" charset="0"/>
              </a:rPr>
              <a:t>o</a:t>
            </a:r>
            <a:r>
              <a:rPr lang="en-US" sz="2800" b="1" dirty="0">
                <a:effectLst/>
                <a:latin typeface="Calibri" panose="020F0502020204030204" pitchFamily="34" charset="0"/>
                <a:cs typeface="Calibri" panose="020F0502020204030204" pitchFamily="34" charset="0"/>
              </a:rPr>
              <a:t>-Hallelujah, </a:t>
            </a:r>
            <a:r>
              <a:rPr lang="en-US" sz="2800" b="1" dirty="0" err="1">
                <a:effectLst/>
                <a:latin typeface="Calibri" panose="020F0502020204030204" pitchFamily="34" charset="0"/>
                <a:cs typeface="Calibri" panose="020F0502020204030204" pitchFamily="34" charset="0"/>
              </a:rPr>
              <a:t>sthuthiyaakunna</a:t>
            </a:r>
            <a:r>
              <a:rPr lang="en-US" sz="2800" b="1" dirty="0">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balikal</a:t>
            </a:r>
            <a:r>
              <a:rPr lang="en-US" sz="2800" b="1" dirty="0">
                <a:effectLst/>
                <a:latin typeface="Calibri" panose="020F0502020204030204" pitchFamily="34" charset="0"/>
                <a:cs typeface="Calibri" panose="020F0502020204030204" pitchFamily="34" charset="0"/>
              </a:rPr>
              <a:t> </a:t>
            </a:r>
            <a:r>
              <a:rPr lang="en-US" sz="2800" b="1" dirty="0" err="1">
                <a:latin typeface="Calibri" panose="020F0502020204030204" pitchFamily="34" charset="0"/>
                <a:cs typeface="Calibri" panose="020F0502020204030204" pitchFamily="34" charset="0"/>
              </a:rPr>
              <a:t>K</a:t>
            </a:r>
            <a:r>
              <a:rPr lang="en-US" sz="2800" b="1" dirty="0" err="1">
                <a:effectLst/>
                <a:latin typeface="Calibri" panose="020F0502020204030204" pitchFamily="34" charset="0"/>
                <a:cs typeface="Calibri" panose="020F0502020204030204" pitchFamily="34" charset="0"/>
              </a:rPr>
              <a:t>arthaavinu</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kazhipeen</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Kaazhchakal</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eduthu</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thante</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vishudha</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mandapangalil</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pravesichu</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visudhiyin</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alankaarathil</a:t>
            </a:r>
            <a:r>
              <a:rPr lang="en-US" sz="2800" b="1" dirty="0">
                <a:latin typeface="Calibri" panose="020F0502020204030204" pitchFamily="34" charset="0"/>
                <a:cs typeface="Calibri" panose="020F0502020204030204" pitchFamily="34" charset="0"/>
              </a:rPr>
              <a:t> </a:t>
            </a:r>
            <a:r>
              <a:rPr lang="en-US" sz="2800" b="1" dirty="0" err="1">
                <a:latin typeface="Calibri" panose="020F0502020204030204" pitchFamily="34" charset="0"/>
                <a:cs typeface="Calibri" panose="020F0502020204030204" pitchFamily="34" charset="0"/>
              </a:rPr>
              <a:t>K</a:t>
            </a:r>
            <a:r>
              <a:rPr lang="en-US" sz="2800" b="1" dirty="0" err="1">
                <a:effectLst/>
                <a:latin typeface="Calibri" panose="020F0502020204030204" pitchFamily="34" charset="0"/>
                <a:cs typeface="Calibri" panose="020F0502020204030204" pitchFamily="34" charset="0"/>
              </a:rPr>
              <a:t>arthaavine</a:t>
            </a:r>
            <a:r>
              <a:rPr lang="en-US" sz="2800" b="1" dirty="0">
                <a:effectLst/>
                <a:latin typeface="Calibri" panose="020F0502020204030204" pitchFamily="34" charset="0"/>
                <a:cs typeface="Calibri" panose="020F0502020204030204" pitchFamily="34" charset="0"/>
              </a:rPr>
              <a:t> </a:t>
            </a:r>
            <a:r>
              <a:rPr lang="en-US" sz="2800" b="1" dirty="0" err="1">
                <a:effectLst/>
                <a:latin typeface="Calibri" panose="020F0502020204030204" pitchFamily="34" charset="0"/>
                <a:cs typeface="Calibri" panose="020F0502020204030204" pitchFamily="34" charset="0"/>
              </a:rPr>
              <a:t>vannipeen</a:t>
            </a:r>
            <a:r>
              <a:rPr lang="en-US" sz="2800" b="1" dirty="0">
                <a:effectLst/>
                <a:latin typeface="Calibri" panose="020F0502020204030204" pitchFamily="34" charset="0"/>
                <a:cs typeface="Calibri" panose="020F0502020204030204" pitchFamily="34" charset="0"/>
              </a:rPr>
              <a:t>.</a:t>
            </a:r>
          </a:p>
          <a:p>
            <a:pPr>
              <a:lnSpc>
                <a:spcPts val="3999"/>
              </a:lnSpc>
              <a:spcBef>
                <a:spcPts val="0"/>
              </a:spcBef>
            </a:pPr>
            <a:r>
              <a:rPr lang="en-US" sz="2800" b="1" kern="0" dirty="0">
                <a:solidFill>
                  <a:schemeClr val="accent6">
                    <a:lumMod val="50000"/>
                  </a:schemeClr>
                </a:solidFill>
                <a:latin typeface="Calibri" panose="020F0502020204030204" pitchFamily="34" charset="0"/>
                <a:ea typeface="Ebrima" pitchFamily="2" charset="0"/>
                <a:cs typeface="Calibri" pitchFamily="34" charset="0"/>
              </a:rPr>
              <a:t>C: </a:t>
            </a:r>
            <a:r>
              <a:rPr lang="en-US" sz="2800" b="1" dirty="0">
                <a:effectLst/>
                <a:latin typeface="Calibri" panose="020F0502020204030204" pitchFamily="34" charset="0"/>
                <a:cs typeface="Calibri" panose="020F0502020204030204" pitchFamily="34" charset="0"/>
              </a:rPr>
              <a:t>Hallelujah.</a:t>
            </a:r>
            <a:endParaRPr lang="en-US" sz="2800" b="1" kern="0" dirty="0">
              <a:latin typeface="Calibri" panose="020F0502020204030204"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246CFA29-CD2A-F824-FF78-1271EAC27D8A}"/>
              </a:ext>
            </a:extLst>
          </p:cNvPr>
          <p:cNvSpPr txBox="1"/>
          <p:nvPr/>
        </p:nvSpPr>
        <p:spPr>
          <a:xfrm>
            <a:off x="1796563" y="4825806"/>
            <a:ext cx="9067800" cy="1477328"/>
          </a:xfrm>
          <a:prstGeom prst="rect">
            <a:avLst/>
          </a:prstGeom>
          <a:noFill/>
        </p:spPr>
        <p:txBody>
          <a:bodyPr wrap="square">
            <a:spAutoFit/>
          </a:bodyPr>
          <a:lstStyle/>
          <a:p>
            <a:r>
              <a:rPr lang="en-US" sz="3000" b="1" i="1" dirty="0">
                <a:solidFill>
                  <a:schemeClr val="accent6">
                    <a:lumMod val="50000"/>
                  </a:schemeClr>
                </a:solidFill>
                <a:latin typeface="+mn-lt"/>
              </a:rPr>
              <a:t>D: </a:t>
            </a:r>
            <a:r>
              <a:rPr lang="en-US" sz="3000" b="1" i="1" dirty="0">
                <a:latin typeface="+mn-lt"/>
              </a:rPr>
              <a:t>Hallelujah, Hallelujah. Offer sacrifices of praise to the Lord. Come and worship in His holy courts.</a:t>
            </a:r>
          </a:p>
          <a:p>
            <a:r>
              <a:rPr lang="en-US" sz="3000" b="1" i="1" dirty="0">
                <a:solidFill>
                  <a:schemeClr val="accent6">
                    <a:lumMod val="50000"/>
                  </a:schemeClr>
                </a:solidFill>
                <a:latin typeface="+mn-lt"/>
              </a:rPr>
              <a:t>C: </a:t>
            </a:r>
            <a:r>
              <a:rPr lang="en-US" sz="3000" b="1" i="1" dirty="0">
                <a:latin typeface="+mn-lt"/>
              </a:rPr>
              <a:t>Hallelujah.</a:t>
            </a:r>
          </a:p>
        </p:txBody>
      </p:sp>
      <p:sp>
        <p:nvSpPr>
          <p:cNvPr id="2" name="TextBox 1">
            <a:extLst>
              <a:ext uri="{FF2B5EF4-FFF2-40B4-BE49-F238E27FC236}">
                <a16:creationId xmlns:a16="http://schemas.microsoft.com/office/drawing/2014/main" id="{A9A661EE-0B33-3780-7150-8B502FDF1925}"/>
              </a:ext>
            </a:extLst>
          </p:cNvPr>
          <p:cNvSpPr txBox="1"/>
          <p:nvPr/>
        </p:nvSpPr>
        <p:spPr>
          <a:xfrm>
            <a:off x="0" y="402904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2E5FB800-AC95-3CBB-81B8-FF54F77A42F5}"/>
              </a:ext>
            </a:extLst>
          </p:cNvPr>
          <p:cNvCxnSpPr>
            <a:cxnSpLocks/>
          </p:cNvCxnSpPr>
          <p:nvPr/>
        </p:nvCxnSpPr>
        <p:spPr>
          <a:xfrm>
            <a:off x="6096000" y="0"/>
            <a:ext cx="0" cy="413484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570379"/>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ctrTitle"/>
          </p:nvPr>
        </p:nvSpPr>
        <p:spPr>
          <a:xfrm>
            <a:off x="867205" y="-439198"/>
            <a:ext cx="5802086" cy="3606848"/>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a:t>
            </a:r>
            <a:r>
              <a:rPr lang="en-US" altLang="en-US" sz="4000" b="1" dirty="0">
                <a:solidFill>
                  <a:schemeClr val="accent6">
                    <a:lumMod val="50000"/>
                  </a:schemeClr>
                </a:solidFill>
              </a:rPr>
              <a:t> </a:t>
            </a:r>
            <a:r>
              <a:rPr lang="en-US" altLang="en-US" sz="3600" b="1" dirty="0">
                <a:latin typeface="Arial" panose="020B0604020202020204" pitchFamily="34" charset="0"/>
              </a:rPr>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latin typeface="Arial" panose="020B0604020202020204" pitchFamily="34" charset="0"/>
              </a:rPr>
              <a:t>)</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6704753F-28D8-45CD-9589-C91D6D129119}"/>
              </a:ext>
            </a:extLst>
          </p:cNvPr>
          <p:cNvSpPr txBox="1">
            <a:spLocks noChangeArrowheads="1"/>
          </p:cNvSpPr>
          <p:nvPr/>
        </p:nvSpPr>
        <p:spPr bwMode="auto">
          <a:xfrm>
            <a:off x="7603733" y="791501"/>
            <a:ext cx="6276622" cy="1118556"/>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anose="020F0502020204030204" pitchFamily="34" charset="0"/>
                <a:ea typeface="Ebrima" pitchFamily="2" charset="0"/>
                <a:cs typeface="Calibri" pitchFamily="34" charset="0"/>
              </a:rPr>
              <a:t>P: </a:t>
            </a:r>
            <a:r>
              <a:rPr lang="en-US" sz="3200" b="1" kern="0" dirty="0">
                <a:latin typeface="Calibri" panose="020F0502020204030204" pitchFamily="34" charset="0"/>
                <a:ea typeface="Ebrima" pitchFamily="2" charset="0"/>
                <a:cs typeface="Calibri" pitchFamily="34" charset="0"/>
              </a:rPr>
              <a:t>(</a:t>
            </a:r>
            <a:r>
              <a:rPr lang="en-US" sz="3200" b="1" kern="0" dirty="0" err="1">
                <a:latin typeface="Calibri" panose="020F0502020204030204" pitchFamily="34" charset="0"/>
                <a:ea typeface="Ebrima" pitchFamily="2" charset="0"/>
                <a:cs typeface="Calibri" pitchFamily="34" charset="0"/>
              </a:rPr>
              <a:t>Oru</a:t>
            </a:r>
            <a:r>
              <a:rPr lang="en-US" sz="3200" b="1" kern="0" dirty="0">
                <a:latin typeface="Calibri" panose="020F0502020204030204" pitchFamily="34" charset="0"/>
                <a:ea typeface="Ebrima" pitchFamily="2" charset="0"/>
                <a:cs typeface="Calibri" pitchFamily="34" charset="0"/>
              </a:rPr>
              <a:t> </a:t>
            </a:r>
            <a:r>
              <a:rPr lang="en-US" sz="3200" b="1" kern="0" dirty="0" err="1">
                <a:latin typeface="Calibri" panose="020F0502020204030204" pitchFamily="34" charset="0"/>
                <a:ea typeface="Ebrima" pitchFamily="2" charset="0"/>
                <a:cs typeface="Calibri" pitchFamily="34" charset="0"/>
              </a:rPr>
              <a:t>Praarthana</a:t>
            </a:r>
            <a:r>
              <a:rPr lang="en-US" sz="3200" b="1" kern="0" dirty="0">
                <a:latin typeface="Calibri" panose="020F0502020204030204"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anose="020F0502020204030204" pitchFamily="34" charset="0"/>
                <a:ea typeface="Ebrima" pitchFamily="2" charset="0"/>
                <a:cs typeface="Calibri" pitchFamily="34" charset="0"/>
              </a:rPr>
              <a:t>C: </a:t>
            </a:r>
            <a:r>
              <a:rPr lang="en-US" sz="3200" b="1" kern="0" dirty="0">
                <a:latin typeface="Calibri" panose="020F0502020204030204" pitchFamily="34" charset="0"/>
                <a:ea typeface="Ebrima" pitchFamily="2" charset="0"/>
                <a:cs typeface="Calibri" pitchFamily="34" charset="0"/>
              </a:rPr>
              <a:t>Amen.</a:t>
            </a:r>
          </a:p>
        </p:txBody>
      </p:sp>
      <p:sp>
        <p:nvSpPr>
          <p:cNvPr id="3" name="TextBox 2">
            <a:extLst>
              <a:ext uri="{FF2B5EF4-FFF2-40B4-BE49-F238E27FC236}">
                <a16:creationId xmlns:a16="http://schemas.microsoft.com/office/drawing/2014/main" id="{246CFA29-CD2A-F824-FF78-1271EAC27D8A}"/>
              </a:ext>
            </a:extLst>
          </p:cNvPr>
          <p:cNvSpPr txBox="1"/>
          <p:nvPr/>
        </p:nvSpPr>
        <p:spPr>
          <a:xfrm>
            <a:off x="867205" y="3606329"/>
            <a:ext cx="10767429" cy="2862322"/>
          </a:xfrm>
          <a:prstGeom prst="rect">
            <a:avLst/>
          </a:prstGeom>
          <a:noFill/>
        </p:spPr>
        <p:txBody>
          <a:bodyPr wrap="square">
            <a:spAutoFit/>
          </a:bodyPr>
          <a:lstStyle/>
          <a:p>
            <a:r>
              <a:rPr lang="en-US" sz="3000" b="1" i="1" dirty="0">
                <a:solidFill>
                  <a:schemeClr val="accent6">
                    <a:lumMod val="50000"/>
                  </a:schemeClr>
                </a:solidFill>
                <a:latin typeface="+mn-lt"/>
              </a:rPr>
              <a:t>P: </a:t>
            </a:r>
            <a:r>
              <a:rPr lang="en-US" sz="3000" b="1" i="1" dirty="0">
                <a:latin typeface="+mn-lt"/>
              </a:rPr>
              <a:t>(A Prayer) </a:t>
            </a:r>
            <a:r>
              <a:rPr lang="en-US" sz="3000" b="1" i="1" dirty="0">
                <a:effectLst/>
                <a:latin typeface="+mn-lt"/>
              </a:rPr>
              <a:t>Give to us knowledge and discernment of your divine Word. Fill us with the truth of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effectLst/>
                <a:latin typeface="+mn-lt"/>
              </a:rPr>
              <a:t>our holy Gospel, the riches of your wisdom, and the gift of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effectLst/>
                <a:latin typeface="+mn-lt"/>
              </a:rPr>
              <a:t>our Spirit. Enable us to gladly obey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effectLst/>
                <a:latin typeface="+mn-lt"/>
              </a:rPr>
              <a:t>our commands and perfectly fulfill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effectLst/>
                <a:latin typeface="+mn-lt"/>
              </a:rPr>
              <a:t>our holy will. Make us worthy to receive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effectLst/>
                <a:latin typeface="+mn-lt"/>
              </a:rPr>
              <a:t>our blessings and mercies at all times, now and forever.</a:t>
            </a:r>
            <a:endParaRPr lang="en-US" sz="3000" b="1" i="1" dirty="0">
              <a:latin typeface="+mn-lt"/>
            </a:endParaRPr>
          </a:p>
          <a:p>
            <a:r>
              <a:rPr lang="en-US" sz="3000" b="1" i="1" dirty="0">
                <a:solidFill>
                  <a:schemeClr val="accent6">
                    <a:lumMod val="50000"/>
                  </a:schemeClr>
                </a:solidFill>
                <a:latin typeface="+mn-lt"/>
              </a:rPr>
              <a:t>C: </a:t>
            </a:r>
            <a:r>
              <a:rPr lang="en-US" sz="3000" b="1" i="1" dirty="0">
                <a:latin typeface="+mn-lt"/>
              </a:rPr>
              <a:t>Amen.</a:t>
            </a:r>
          </a:p>
        </p:txBody>
      </p:sp>
      <p:sp>
        <p:nvSpPr>
          <p:cNvPr id="2" name="TextBox 1">
            <a:extLst>
              <a:ext uri="{FF2B5EF4-FFF2-40B4-BE49-F238E27FC236}">
                <a16:creationId xmlns:a16="http://schemas.microsoft.com/office/drawing/2014/main" id="{9EEBA679-A9F0-CF74-A17E-8FEB9056F6DF}"/>
              </a:ext>
            </a:extLst>
          </p:cNvPr>
          <p:cNvSpPr txBox="1"/>
          <p:nvPr/>
        </p:nvSpPr>
        <p:spPr>
          <a:xfrm>
            <a:off x="0" y="2728452"/>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21A5D3B3-73E2-CAE4-79F1-19325C78761A}"/>
              </a:ext>
            </a:extLst>
          </p:cNvPr>
          <p:cNvCxnSpPr>
            <a:cxnSpLocks/>
          </p:cNvCxnSpPr>
          <p:nvPr/>
        </p:nvCxnSpPr>
        <p:spPr>
          <a:xfrm>
            <a:off x="6096000" y="0"/>
            <a:ext cx="0" cy="272845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ctrTitle"/>
          </p:nvPr>
        </p:nvSpPr>
        <p:spPr>
          <a:xfrm>
            <a:off x="103880" y="440598"/>
            <a:ext cx="5888242" cy="3810000"/>
          </a:xfrm>
        </p:spPr>
        <p:txBody>
          <a:bodyPr anchor="ctr">
            <a:normAutofit/>
          </a:bodyPr>
          <a:lstStyle/>
          <a:p>
            <a:r>
              <a:rPr lang="en-US" altLang="en-US" sz="3600" b="1" dirty="0">
                <a:solidFill>
                  <a:schemeClr val="accent6">
                    <a:lumMod val="50000"/>
                  </a:schemeClr>
                </a:solidFill>
                <a:latin typeface="MalayalamAbe" pitchFamily="18" charset="0"/>
              </a:rPr>
              <a:t>Ck. </a:t>
            </a:r>
            <a:r>
              <a:rPr lang="en-US" altLang="en-US" sz="3600" b="1" dirty="0" err="1">
                <a:latin typeface="MalayalamAbe" pitchFamily="18" charset="0"/>
              </a:rPr>
              <a:t>cS|lpgSg</a:t>
            </a:r>
            <a:r>
              <a:rPr lang="en-US" altLang="en-US" sz="3600" b="1" dirty="0">
                <a:latin typeface="MalayalamAbe" pitchFamily="18" charset="0"/>
              </a:rPr>
              <a:t> </a:t>
            </a:r>
            <a:r>
              <a:rPr lang="en-US" altLang="en-US" sz="3600" b="1" dirty="0" err="1">
                <a:latin typeface="MalayalamAbe" pitchFamily="18" charset="0"/>
              </a:rPr>
              <a:t>rl</a:t>
            </a:r>
            <a:r>
              <a:rPr lang="en-US" altLang="en-US" sz="3600" b="1" dirty="0">
                <a:latin typeface="MalayalamAbe" pitchFamily="18" charset="0"/>
              </a:rPr>
              <a:t>; </a:t>
            </a:r>
            <a:r>
              <a:rPr lang="en-US" altLang="en-US" sz="3600" b="1" dirty="0" err="1">
                <a:latin typeface="MalayalamAbe" pitchFamily="18" charset="0"/>
              </a:rPr>
              <a:t>Lm</a:t>
            </a:r>
            <a:r>
              <a:rPr lang="en-US" altLang="en-US" sz="3600" b="1" dirty="0">
                <a:latin typeface="MalayalamAbe" pitchFamily="18" charset="0"/>
              </a:rPr>
              <a:t>)S\</a:t>
            </a:r>
            <a:r>
              <a:rPr lang="en-US" altLang="en-US" sz="3600" b="1" dirty="0" err="1">
                <a:latin typeface="MalayalamAbe" pitchFamily="18" charset="0"/>
              </a:rPr>
              <a:t>lmk</a:t>
            </a:r>
            <a:r>
              <a:rPr lang="en-US" altLang="en-US" sz="3600" b="1" dirty="0">
                <a:latin typeface="MalayalamAbe" pitchFamily="18" charset="0"/>
              </a:rPr>
              <a:t>; &gt;</a:t>
            </a:r>
            <a:r>
              <a:rPr lang="en-US" altLang="en-US" sz="3600" b="1" dirty="0" err="1">
                <a:latin typeface="MalayalamAbe" pitchFamily="18" charset="0"/>
              </a:rPr>
              <a:t>uS</a:t>
            </a:r>
            <a:r>
              <a:rPr lang="en-US" altLang="en-US" sz="3600" b="1" dirty="0">
                <a:latin typeface="MalayalamAbe" pitchFamily="18" charset="0"/>
              </a:rPr>
              <a:t>\</a:t>
            </a:r>
            <a:r>
              <a:rPr lang="en-US" altLang="en-US" sz="3600" b="1" dirty="0" err="1">
                <a:latin typeface="MalayalamAbe" pitchFamily="18" charset="0"/>
              </a:rPr>
              <a:t>lmk</a:t>
            </a:r>
            <a:r>
              <a:rPr lang="en-US" altLang="en-US" sz="3600" b="1" dirty="0">
                <a:latin typeface="MalayalamAbe" pitchFamily="18" charset="0"/>
              </a:rPr>
              <a:t>; in)S\</a:t>
            </a:r>
            <a:r>
              <a:rPr lang="en-US" altLang="en-US" sz="3600" b="1" dirty="0" err="1">
                <a:latin typeface="MalayalamAbe" pitchFamily="18" charset="0"/>
              </a:rPr>
              <a:t>lmk</a:t>
            </a:r>
            <a:r>
              <a:rPr lang="en-US" altLang="en-US" sz="3600" b="1" dirty="0">
                <a:latin typeface="MalayalamAbe" pitchFamily="18" charset="0"/>
              </a:rPr>
              <a:t>; </a:t>
            </a:r>
            <a:br>
              <a:rPr lang="en-US" altLang="en-US" sz="3600" b="1" dirty="0">
                <a:latin typeface="MalayalamAbe" pitchFamily="18" charset="0"/>
              </a:rPr>
            </a:br>
            <a:r>
              <a:rPr lang="en-US" altLang="en-US" sz="3600" b="1" dirty="0" err="1">
                <a:latin typeface="MalayalamAbe" pitchFamily="18" charset="0"/>
              </a:rPr>
              <a:t>YC</a:t>
            </a:r>
            <a:r>
              <a:rPr lang="en-US" altLang="en-US" sz="3600" b="1" dirty="0" err="1">
                <a:latin typeface="Kerala" pitchFamily="2" charset="0"/>
              </a:rPr>
              <a:t>i</a:t>
            </a:r>
            <a:r>
              <a:rPr lang="en-US" altLang="en-US" sz="3600" b="1" dirty="0" err="1">
                <a:latin typeface="MalayalamAbe" pitchFamily="18" charset="0"/>
              </a:rPr>
              <a:t>jv</a:t>
            </a:r>
            <a:r>
              <a:rPr lang="en-US" altLang="en-US" sz="3600" b="1" dirty="0">
                <a:latin typeface="MalayalamAbe" pitchFamily="18" charset="0"/>
              </a:rPr>
              <a:t>&amp;[</a:t>
            </a:r>
            <a:r>
              <a:rPr lang="en-US" altLang="en-US" sz="3600" b="1" kern="0" dirty="0">
                <a:latin typeface="Calibri" pitchFamily="34" charset="0"/>
                <a:ea typeface="Ebrima" pitchFamily="2" charset="0"/>
                <a:cs typeface="Calibri" pitchFamily="34" charset="0"/>
              </a:rPr>
              <a:t>...</a:t>
            </a:r>
            <a:endParaRPr lang="en-US" altLang="en-US" sz="3600" b="1" dirty="0">
              <a:latin typeface="MalayalamAbe" pitchFamily="18" charset="0"/>
            </a:endParaRPr>
          </a:p>
        </p:txBody>
      </p:sp>
      <p:sp>
        <p:nvSpPr>
          <p:cNvPr id="4" name="Text Box 2">
            <a:extLst>
              <a:ext uri="{FF2B5EF4-FFF2-40B4-BE49-F238E27FC236}">
                <a16:creationId xmlns:a16="http://schemas.microsoft.com/office/drawing/2014/main" id="{370D98F7-DB2A-4349-AB05-D0FF92C4FAB0}"/>
              </a:ext>
            </a:extLst>
          </p:cNvPr>
          <p:cNvSpPr txBox="1">
            <a:spLocks noChangeArrowheads="1"/>
          </p:cNvSpPr>
          <p:nvPr/>
        </p:nvSpPr>
        <p:spPr bwMode="auto">
          <a:xfrm>
            <a:off x="6258232" y="1379865"/>
            <a:ext cx="5647944" cy="2149030"/>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D: </a:t>
            </a:r>
            <a:r>
              <a:rPr lang="en-US" sz="3000" b="1" kern="0" dirty="0" err="1">
                <a:latin typeface="Calibri" pitchFamily="34" charset="0"/>
                <a:ea typeface="Ebrima" pitchFamily="2" charset="0"/>
                <a:cs typeface="Calibri" pitchFamily="34" charset="0"/>
              </a:rPr>
              <a:t>Sahodarare</a:t>
            </a:r>
            <a:r>
              <a:rPr lang="en-US" sz="3000" b="1" kern="0" dirty="0">
                <a:latin typeface="Calibri" pitchFamily="34" charset="0"/>
                <a:ea typeface="Ebrima" pitchFamily="2" charset="0"/>
                <a:cs typeface="Calibri" pitchFamily="34" charset="0"/>
              </a:rPr>
              <a:t> naam </a:t>
            </a:r>
            <a:r>
              <a:rPr lang="en-US" sz="3000" b="1" kern="0" dirty="0" err="1">
                <a:latin typeface="Calibri" pitchFamily="34" charset="0"/>
                <a:ea typeface="Ebrima" pitchFamily="2" charset="0"/>
                <a:cs typeface="Calibri" pitchFamily="34" charset="0"/>
              </a:rPr>
              <a:t>adakkathodum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bhayathodum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vanhakkathodum</a:t>
            </a:r>
            <a:r>
              <a:rPr lang="en-US" sz="3000" b="1" kern="0" dirty="0">
                <a:latin typeface="Calibri" pitchFamily="34" charset="0"/>
                <a:ea typeface="Ebrima" pitchFamily="2" charset="0"/>
                <a:cs typeface="Calibri" pitchFamily="34" charset="0"/>
              </a:rPr>
              <a:t> </a:t>
            </a:r>
          </a:p>
          <a:p>
            <a:pPr algn="ctr">
              <a:lnSpc>
                <a:spcPts val="3999"/>
              </a:lnSpc>
              <a:spcBef>
                <a:spcPts val="0"/>
              </a:spcBef>
            </a:pPr>
            <a:r>
              <a:rPr lang="en-US" sz="3000" b="1" kern="0" dirty="0" err="1">
                <a:latin typeface="Calibri" pitchFamily="34" charset="0"/>
                <a:ea typeface="Ebrima" pitchFamily="2" charset="0"/>
                <a:cs typeface="Calibri" pitchFamily="34" charset="0"/>
              </a:rPr>
              <a:t>shredhichu</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E70DB957-B2F4-28E2-AE69-32C4F27F0DD5}"/>
              </a:ext>
            </a:extLst>
          </p:cNvPr>
          <p:cNvSpPr txBox="1"/>
          <p:nvPr/>
        </p:nvSpPr>
        <p:spPr>
          <a:xfrm>
            <a:off x="1779367" y="4636598"/>
            <a:ext cx="8957730" cy="1477328"/>
          </a:xfrm>
          <a:prstGeom prst="rect">
            <a:avLst/>
          </a:prstGeom>
          <a:noFill/>
        </p:spPr>
        <p:txBody>
          <a:bodyPr wrap="square">
            <a:spAutoFit/>
          </a:bodyPr>
          <a:lstStyle/>
          <a:p>
            <a:pPr algn="ctr"/>
            <a:r>
              <a:rPr lang="en-US" sz="3000" b="1" i="1" dirty="0">
                <a:solidFill>
                  <a:schemeClr val="accent6">
                    <a:lumMod val="50000"/>
                  </a:schemeClr>
                </a:solidFill>
                <a:latin typeface="+mn-lt"/>
              </a:rPr>
              <a:t>D: </a:t>
            </a:r>
            <a:r>
              <a:rPr lang="en-US" sz="3000" b="1" i="1" dirty="0">
                <a:latin typeface="+mn-lt"/>
              </a:rPr>
              <a:t>Brothers and sisters, let us stand in silence, awe, and reverence, and listen to the proclamation of the living word of God from the Gospel of Jesus Christ, our Lord.</a:t>
            </a:r>
          </a:p>
        </p:txBody>
      </p:sp>
      <p:sp>
        <p:nvSpPr>
          <p:cNvPr id="2" name="TextBox 1">
            <a:extLst>
              <a:ext uri="{FF2B5EF4-FFF2-40B4-BE49-F238E27FC236}">
                <a16:creationId xmlns:a16="http://schemas.microsoft.com/office/drawing/2014/main" id="{C3169ADD-82C4-67ED-1455-2DF6ADE141E8}"/>
              </a:ext>
            </a:extLst>
          </p:cNvPr>
          <p:cNvSpPr txBox="1"/>
          <p:nvPr/>
        </p:nvSpPr>
        <p:spPr>
          <a:xfrm>
            <a:off x="0" y="3914895"/>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(Incense: Symbol of Prayers Rising To God- Psalm 141:2)</a:t>
            </a:r>
          </a:p>
        </p:txBody>
      </p:sp>
      <p:cxnSp>
        <p:nvCxnSpPr>
          <p:cNvPr id="5" name="Straight Connector 4">
            <a:extLst>
              <a:ext uri="{FF2B5EF4-FFF2-40B4-BE49-F238E27FC236}">
                <a16:creationId xmlns:a16="http://schemas.microsoft.com/office/drawing/2014/main" id="{B3E8127E-D4C2-494F-0CD2-A80E4F20250E}"/>
              </a:ext>
            </a:extLst>
          </p:cNvPr>
          <p:cNvCxnSpPr>
            <a:cxnSpLocks/>
            <a:endCxn id="2" idx="0"/>
          </p:cNvCxnSpPr>
          <p:nvPr/>
        </p:nvCxnSpPr>
        <p:spPr>
          <a:xfrm>
            <a:off x="6095982" y="0"/>
            <a:ext cx="18" cy="391489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4D4D8F7-5BFE-80AB-165A-CACEDD65E8BB}"/>
              </a:ext>
            </a:extLst>
          </p:cNvPr>
          <p:cNvSpPr txBox="1"/>
          <p:nvPr/>
        </p:nvSpPr>
        <p:spPr>
          <a:xfrm>
            <a:off x="-8" y="274339"/>
            <a:ext cx="6095990" cy="523220"/>
          </a:xfrm>
          <a:prstGeom prst="rect">
            <a:avLst/>
          </a:prstGeom>
          <a:noFill/>
        </p:spPr>
        <p:txBody>
          <a:bodyPr wrap="square">
            <a:spAutoFit/>
          </a:bodyPr>
          <a:lstStyle/>
          <a:p>
            <a:pPr algn="ctr"/>
            <a:r>
              <a:rPr lang="en-US" sz="2800" b="1" dirty="0">
                <a:solidFill>
                  <a:srgbClr val="004A0A"/>
                </a:solidFill>
                <a:effectLst/>
                <a:latin typeface="Malayalam MN" pitchFamily="2" charset="0"/>
                <a:cs typeface="Malayalam MN" pitchFamily="2" charset="0"/>
              </a:rPr>
              <a:t>(</a:t>
            </a:r>
            <a:r>
              <a:rPr lang="ml-IN" sz="2800" b="1" dirty="0">
                <a:solidFill>
                  <a:srgbClr val="004A0A"/>
                </a:solidFill>
                <a:effectLst/>
                <a:latin typeface="Malayalam MN" pitchFamily="2" charset="0"/>
                <a:cs typeface="Malayalam MN" pitchFamily="2" charset="0"/>
              </a:rPr>
              <a:t>ധൂപം</a:t>
            </a:r>
            <a:r>
              <a:rPr lang="en-US" sz="2800" b="1" dirty="0">
                <a:solidFill>
                  <a:srgbClr val="004A0A"/>
                </a:solidFill>
                <a:effectLst/>
                <a:latin typeface="Malayalam MN" pitchFamily="2" charset="0"/>
                <a:cs typeface="Malayalam MN" pitchFamily="2" charset="0"/>
              </a:rPr>
              <a:t>)</a:t>
            </a:r>
            <a:endParaRPr lang="ml-IN" sz="3200" b="1" dirty="0">
              <a:solidFill>
                <a:srgbClr val="004A0A"/>
              </a:solidFill>
              <a:effectLst/>
              <a:latin typeface="Malayalam MN" pitchFamily="2" charset="0"/>
              <a:cs typeface="Malayalam MN" pitchFamily="2" charset="0"/>
            </a:endParaRPr>
          </a:p>
        </p:txBody>
      </p:sp>
      <p:sp>
        <p:nvSpPr>
          <p:cNvPr id="9" name="TextBox 8">
            <a:extLst>
              <a:ext uri="{FF2B5EF4-FFF2-40B4-BE49-F238E27FC236}">
                <a16:creationId xmlns:a16="http://schemas.microsoft.com/office/drawing/2014/main" id="{E6468D5A-7F42-4176-2211-5FBAF6E7F962}"/>
              </a:ext>
            </a:extLst>
          </p:cNvPr>
          <p:cNvSpPr txBox="1"/>
          <p:nvPr/>
        </p:nvSpPr>
        <p:spPr>
          <a:xfrm>
            <a:off x="6095991" y="289728"/>
            <a:ext cx="6096009" cy="553998"/>
          </a:xfrm>
          <a:prstGeom prst="rect">
            <a:avLst/>
          </a:prstGeom>
          <a:noFill/>
        </p:spPr>
        <p:txBody>
          <a:bodyPr wrap="square">
            <a:spAutoFit/>
          </a:bodyPr>
          <a:lstStyle/>
          <a:p>
            <a:pPr algn="ctr"/>
            <a:r>
              <a:rPr lang="en-US" sz="3000" b="1" dirty="0">
                <a:solidFill>
                  <a:srgbClr val="004A0A"/>
                </a:solidFill>
                <a:latin typeface="+mn-lt"/>
              </a:rPr>
              <a:t>(</a:t>
            </a:r>
            <a:r>
              <a:rPr lang="en-US" sz="3000" b="1" dirty="0" err="1">
                <a:solidFill>
                  <a:srgbClr val="004A0A"/>
                </a:solidFill>
                <a:latin typeface="+mn-lt"/>
              </a:rPr>
              <a:t>D</a:t>
            </a:r>
            <a:r>
              <a:rPr lang="en-US" sz="3000" b="1" dirty="0" err="1">
                <a:solidFill>
                  <a:srgbClr val="004A0A"/>
                </a:solidFill>
                <a:effectLst/>
                <a:latin typeface="+mn-lt"/>
              </a:rPr>
              <a:t>hoopam</a:t>
            </a:r>
            <a:r>
              <a:rPr lang="en-US" sz="3000" b="1" dirty="0">
                <a:solidFill>
                  <a:srgbClr val="004A0A"/>
                </a:solidFill>
                <a:latin typeface="+mn-lt"/>
              </a:rPr>
              <a:t>)</a:t>
            </a:r>
            <a:endParaRPr lang="en-US" sz="3000" b="1" dirty="0">
              <a:solidFill>
                <a:srgbClr val="004A0A"/>
              </a:solidFill>
              <a:effectLst/>
              <a:latin typeface="+mn-lt"/>
            </a:endParaRPr>
          </a:p>
        </p:txBody>
      </p:sp>
    </p:spTree>
    <p:extLst>
      <p:ext uri="{BB962C8B-B14F-4D97-AF65-F5344CB8AC3E}">
        <p14:creationId xmlns:p14="http://schemas.microsoft.com/office/powerpoint/2010/main" val="4136559790"/>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ctrTitle"/>
          </p:nvPr>
        </p:nvSpPr>
        <p:spPr>
          <a:xfrm>
            <a:off x="299354" y="71321"/>
            <a:ext cx="5529939" cy="4572000"/>
          </a:xfrm>
        </p:spPr>
        <p:txBody>
          <a:bodyPr anchor="ctr">
            <a:normAutofit fontScale="90000"/>
          </a:bodyPr>
          <a:lstStyle/>
          <a:p>
            <a:pPr algn="l" eaLnBrk="1" hangingPunct="1"/>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rj</a:t>
            </a:r>
            <a:r>
              <a:rPr lang="en-US" altLang="en-US" sz="4400" b="1" dirty="0">
                <a:latin typeface="MalayalamAbe" pitchFamily="18" charset="0"/>
              </a:rPr>
              <a:t>*</a:t>
            </a:r>
            <a:r>
              <a:rPr lang="en-US" altLang="en-US" sz="4400" b="1" dirty="0" err="1">
                <a:latin typeface="MalayalamAbe" pitchFamily="18" charset="0"/>
              </a:rPr>
              <a:t>Xs</a:t>
            </a:r>
            <a:r>
              <a:rPr lang="en-US" altLang="en-US" sz="4400" b="1" dirty="0">
                <a:latin typeface="MalayalamAbe" pitchFamily="18" charset="0"/>
              </a:rPr>
              <a:t>)</a:t>
            </a:r>
            <a:r>
              <a:rPr lang="en-US" altLang="en-US" sz="4400" b="1" dirty="0" err="1">
                <a:latin typeface="MalayalamAbe" pitchFamily="18" charset="0"/>
              </a:rPr>
              <a:t>h^liG</a:t>
            </a:r>
            <a:r>
              <a:rPr lang="en-US" altLang="en-US" sz="4400" b="1" dirty="0">
                <a:latin typeface="MalayalamAbe" pitchFamily="18" charset="0"/>
              </a:rPr>
              <a:t>)k; </a:t>
            </a:r>
            <a:r>
              <a:rPr lang="en-US" altLang="en-US" sz="4400" b="1" dirty="0" err="1">
                <a:latin typeface="MalayalamAbe" pitchFamily="18" charset="0"/>
              </a:rPr>
              <a:t>calPlrak</a:t>
            </a:r>
            <a:r>
              <a:rPr lang="en-US" altLang="en-US" sz="4400" b="1" dirty="0">
                <a:latin typeface="MalayalamAbe" pitchFamily="18" charset="0"/>
              </a:rPr>
              <a:t> !</a:t>
            </a:r>
            <a:r>
              <a:rPr lang="en-US" altLang="en-US" sz="4400" b="1" dirty="0" err="1">
                <a:latin typeface="MalayalamAbe" pitchFamily="18" charset="0"/>
              </a:rPr>
              <a:t>lujgj</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err="1">
                <a:latin typeface="MalayalamAbe" pitchFamily="18" charset="0"/>
              </a:rPr>
              <a:t>sspialu</a:t>
            </a:r>
            <a:r>
              <a:rPr lang="en-US" altLang="en-US" sz="4400" b="1" dirty="0">
                <a:latin typeface="MalayalamAbe" pitchFamily="18" charset="0"/>
              </a:rPr>
              <a:t> </a:t>
            </a:r>
            <a:r>
              <a:rPr lang="en-US" altLang="en-US" sz="4400" b="1" dirty="0" err="1">
                <a:latin typeface="MalayalamAbe" pitchFamily="18" charset="0"/>
              </a:rPr>
              <a:t>dG</a:t>
            </a:r>
            <a:r>
              <a:rPr lang="en-US" altLang="en-US" sz="4400" b="1" dirty="0">
                <a:latin typeface="MalayalamAbe" pitchFamily="18" charset="0"/>
              </a:rPr>
              <a:t>\</a:t>
            </a:r>
            <a:r>
              <a:rPr lang="en-US" altLang="en-US" sz="4400" b="1" dirty="0" err="1">
                <a:latin typeface="MalayalamAbe" pitchFamily="18" charset="0"/>
              </a:rPr>
              <a:t>lik</a:t>
            </a:r>
            <a:r>
              <a:rPr lang="en-US" altLang="en-US" sz="4400" b="1" dirty="0">
                <a:latin typeface="MalayalamAbe" pitchFamily="18" charset="0"/>
              </a:rPr>
              <a:t> </a:t>
            </a:r>
            <a:r>
              <a:rPr lang="en-US" altLang="en-US" sz="4400" b="1" dirty="0" err="1">
                <a:latin typeface="MalayalamAbe" pitchFamily="18" charset="0"/>
              </a:rPr>
              <a:t>rjsRy</a:t>
            </a:r>
            <a:r>
              <a:rPr lang="en-US" altLang="en-US" sz="4400" b="1" dirty="0">
                <a:latin typeface="MalayalamAbe" pitchFamily="18" charset="0"/>
              </a:rPr>
              <a:t> :</a:t>
            </a:r>
            <a:r>
              <a:rPr lang="en-US" altLang="en-US" sz="4400" b="1" dirty="0" err="1">
                <a:latin typeface="Kerala" pitchFamily="2" charset="0"/>
              </a:rPr>
              <a:t>v</a:t>
            </a:r>
            <a:r>
              <a:rPr lang="en-US" altLang="en-US" sz="4400" b="1" dirty="0" err="1">
                <a:latin typeface="MalayalamAbe" pitchFamily="18" charset="0"/>
              </a:rPr>
              <a:t>lSilmk</a:t>
            </a:r>
            <a:r>
              <a:rPr lang="en-US" altLang="en-US" sz="4400" b="1" dirty="0">
                <a:latin typeface="MalayalamAbe" pitchFamily="18" charset="0"/>
              </a:rPr>
              <a:t> </a:t>
            </a:r>
            <a:r>
              <a:rPr lang="en-US" altLang="en-US" sz="4400" b="1" dirty="0" err="1">
                <a:latin typeface="MalayalamAbe" pitchFamily="18" charset="0"/>
              </a:rPr>
              <a:t>dosm</a:t>
            </a:r>
            <a:r>
              <a:rPr lang="en-US" altLang="en-US" sz="4400" b="1" dirty="0">
                <a:latin typeface="MalayalamAbe" pitchFamily="18" charset="0"/>
              </a:rPr>
              <a:t> B*</a:t>
            </a:r>
            <a:r>
              <a:rPr lang="en-US" altLang="en-US" sz="4400" b="1" dirty="0" err="1">
                <a:latin typeface="MalayalamAbe" pitchFamily="18" charset="0"/>
              </a:rPr>
              <a:t>sxuk</a:t>
            </a:r>
            <a:r>
              <a:rPr lang="en-US" altLang="en-US" sz="4400" b="1" dirty="0">
                <a:latin typeface="MalayalamAbe" pitchFamily="18" charset="0"/>
              </a:rPr>
              <a:t>; </a:t>
            </a:r>
            <a:r>
              <a:rPr lang="en-US" altLang="en-US" sz="4400" b="1" dirty="0" err="1">
                <a:latin typeface="MalayalamAbe" pitchFamily="18" charset="0"/>
              </a:rPr>
              <a:t>SulzUfuk</a:t>
            </a:r>
            <a:r>
              <a:rPr lang="en-US" altLang="en-US" sz="4400" b="1" dirty="0">
                <a:latin typeface="MalayalamAbe" pitchFamily="18" charset="0"/>
              </a:rPr>
              <a:t>=</a:t>
            </a:r>
            <a:r>
              <a:rPr lang="en-US" altLang="en-US" sz="4400" b="1" dirty="0" err="1">
                <a:latin typeface="MalayalamAbe" pitchFamily="18" charset="0"/>
              </a:rPr>
              <a:t>igl</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br>
              <a:rPr lang="en-US" altLang="en-US" sz="4400" b="1" dirty="0">
                <a:latin typeface="MalayalamAbe" pitchFamily="18" charset="0"/>
              </a:rPr>
            </a:b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370D98F7-DB2A-4349-AB05-D0FF92C4FAB0}"/>
              </a:ext>
            </a:extLst>
          </p:cNvPr>
          <p:cNvSpPr txBox="1">
            <a:spLocks noChangeArrowheads="1"/>
          </p:cNvSpPr>
          <p:nvPr/>
        </p:nvSpPr>
        <p:spPr bwMode="auto">
          <a:xfrm>
            <a:off x="6614653" y="223469"/>
            <a:ext cx="5636342" cy="3687912"/>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err="1">
                <a:latin typeface="Calibri" pitchFamily="34" charset="0"/>
                <a:ea typeface="Ebrima" pitchFamily="2" charset="0"/>
                <a:cs typeface="Calibri" pitchFamily="34" charset="0"/>
              </a:rPr>
              <a:t>Ningalkk-ellaavarkkum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samaadhaanam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undaayirikkate</a:t>
            </a:r>
            <a:r>
              <a:rPr lang="en-US" sz="3333"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err="1">
                <a:latin typeface="Calibri" pitchFamily="34" charset="0"/>
                <a:ea typeface="Ebrima" pitchFamily="2" charset="0"/>
                <a:cs typeface="Calibri" pitchFamily="34" charset="0"/>
              </a:rPr>
              <a:t>Daivamaaya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Karthaavu</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ninte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aathmaavodu</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koode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njangaleyum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yogyatha</a:t>
            </a:r>
            <a:r>
              <a:rPr lang="en-US" sz="3333" b="1" kern="0" dirty="0">
                <a:latin typeface="Calibri" pitchFamily="34" charset="0"/>
                <a:ea typeface="Ebrima" pitchFamily="2" charset="0"/>
                <a:cs typeface="Calibri" pitchFamily="34" charset="0"/>
              </a:rPr>
              <a:t> - </a:t>
            </a:r>
            <a:r>
              <a:rPr lang="en-US" sz="3333" b="1" kern="0" dirty="0" err="1">
                <a:latin typeface="Calibri" pitchFamily="34" charset="0"/>
                <a:ea typeface="Ebrima" pitchFamily="2" charset="0"/>
                <a:cs typeface="Calibri" pitchFamily="34" charset="0"/>
              </a:rPr>
              <a:t>ullhavar-aakkatte</a:t>
            </a:r>
            <a:r>
              <a:rPr lang="en-US" sz="3333" b="1" kern="0" dirty="0">
                <a:latin typeface="Calibri" pitchFamily="34" charset="0"/>
                <a:ea typeface="Ebrima" pitchFamily="2" charset="0"/>
                <a:cs typeface="Calibri" pitchFamily="34" charset="0"/>
              </a:rPr>
              <a:t>.</a:t>
            </a:r>
            <a:endParaRPr lang="en-US" sz="2750"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50A8B746-F499-DBDB-6C78-DB9ED96969D5}"/>
              </a:ext>
            </a:extLst>
          </p:cNvPr>
          <p:cNvSpPr txBox="1"/>
          <p:nvPr/>
        </p:nvSpPr>
        <p:spPr>
          <a:xfrm>
            <a:off x="2910348" y="4898489"/>
            <a:ext cx="7192297" cy="1477328"/>
          </a:xfrm>
          <a:prstGeom prst="rect">
            <a:avLst/>
          </a:prstGeom>
          <a:noFill/>
        </p:spPr>
        <p:txBody>
          <a:bodyPr wrap="square">
            <a:spAutoFit/>
          </a:bodyPr>
          <a:lstStyle/>
          <a:p>
            <a:r>
              <a:rPr lang="en-US" sz="3000" b="1" i="1" dirty="0">
                <a:solidFill>
                  <a:schemeClr val="accent6">
                    <a:lumMod val="50000"/>
                  </a:schemeClr>
                </a:solidFill>
                <a:latin typeface="+mn-lt"/>
              </a:rPr>
              <a:t>P: </a:t>
            </a:r>
            <a:r>
              <a:rPr lang="en-US" sz="3000" b="1" i="1" dirty="0">
                <a:latin typeface="+mn-lt"/>
              </a:rPr>
              <a:t>Peace be with you all. </a:t>
            </a:r>
          </a:p>
          <a:p>
            <a:r>
              <a:rPr lang="en-US" sz="3000" b="1" i="1" dirty="0">
                <a:solidFill>
                  <a:schemeClr val="accent6">
                    <a:lumMod val="50000"/>
                  </a:schemeClr>
                </a:solidFill>
                <a:latin typeface="+mn-lt"/>
              </a:rPr>
              <a:t>C: </a:t>
            </a:r>
            <a:r>
              <a:rPr lang="en-US" sz="3000" b="1" i="1" dirty="0">
                <a:latin typeface="+mn-lt"/>
              </a:rPr>
              <a:t>May the Lord make us all worthy to listen to His word.</a:t>
            </a:r>
          </a:p>
        </p:txBody>
      </p:sp>
      <p:sp>
        <p:nvSpPr>
          <p:cNvPr id="2" name="TextBox 1">
            <a:extLst>
              <a:ext uri="{FF2B5EF4-FFF2-40B4-BE49-F238E27FC236}">
                <a16:creationId xmlns:a16="http://schemas.microsoft.com/office/drawing/2014/main" id="{8BF3C00A-59B0-4095-6AD5-FD5FE9947F0C}"/>
              </a:ext>
            </a:extLst>
          </p:cNvPr>
          <p:cNvSpPr txBox="1"/>
          <p:nvPr/>
        </p:nvSpPr>
        <p:spPr>
          <a:xfrm>
            <a:off x="0" y="4134849"/>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ECF1CEEE-8017-26F1-9171-1D8F46A159F3}"/>
              </a:ext>
            </a:extLst>
          </p:cNvPr>
          <p:cNvCxnSpPr>
            <a:cxnSpLocks/>
          </p:cNvCxnSpPr>
          <p:nvPr/>
        </p:nvCxnSpPr>
        <p:spPr>
          <a:xfrm>
            <a:off x="6096000" y="0"/>
            <a:ext cx="0" cy="413484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ctrTitle"/>
          </p:nvPr>
        </p:nvSpPr>
        <p:spPr>
          <a:xfrm>
            <a:off x="549856" y="150249"/>
            <a:ext cx="5340417" cy="3408729"/>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Shld</a:t>
            </a:r>
            <a:r>
              <a:rPr lang="en-US" altLang="en-US" sz="4400" b="1" dirty="0">
                <a:latin typeface="MalayalamAbe" pitchFamily="18" charset="0"/>
              </a:rPr>
              <a:t>\</a:t>
            </a:r>
            <a:r>
              <a:rPr lang="en-US" altLang="en-US" sz="4400" b="1" dirty="0" err="1">
                <a:latin typeface="MalayalamAbe" pitchFamily="18" charset="0"/>
              </a:rPr>
              <a:t>jrk</a:t>
            </a:r>
            <a:r>
              <a:rPr lang="en-US" altLang="en-US" sz="4400" b="1" dirty="0">
                <a:latin typeface="MalayalamAbe" pitchFamily="18" charset="0"/>
              </a:rPr>
              <a:t> </a:t>
            </a:r>
            <a:r>
              <a:rPr lang="en-US" altLang="en-US" sz="4400" b="1" dirty="0" err="1">
                <a:latin typeface="MalayalamAbe" pitchFamily="18" charset="0"/>
              </a:rPr>
              <a:t>wJirk</a:t>
            </a:r>
            <a:r>
              <a:rPr lang="en-US" altLang="en-US" sz="4400" b="1" dirty="0">
                <a:latin typeface="MalayalamAbe" pitchFamily="18" charset="0"/>
              </a:rPr>
              <a:t>; </a:t>
            </a:r>
            <a:r>
              <a:rPr lang="en-US" altLang="en-US" sz="4400" b="1" dirty="0" err="1">
                <a:latin typeface="MalayalamAbe" pitchFamily="18" charset="0"/>
              </a:rPr>
              <a:t>g</a:t>
            </a:r>
            <a:r>
              <a:rPr lang="en-US" altLang="en-US" sz="4400" b="1" dirty="0" err="1">
                <a:latin typeface="Kerala" pitchFamily="2" charset="0"/>
              </a:rPr>
              <a:t>f</a:t>
            </a:r>
            <a:r>
              <a:rPr lang="en-US" altLang="en-US" sz="4400" b="1" dirty="0" err="1">
                <a:latin typeface="MalayalamAbe" pitchFamily="18" charset="0"/>
              </a:rPr>
              <a:t>uk</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428538A3-05B9-4C5C-BFB9-CB469D6A6468}"/>
              </a:ext>
            </a:extLst>
          </p:cNvPr>
          <p:cNvSpPr txBox="1">
            <a:spLocks noChangeArrowheads="1"/>
          </p:cNvSpPr>
          <p:nvPr/>
        </p:nvSpPr>
        <p:spPr bwMode="auto">
          <a:xfrm>
            <a:off x="6911901" y="1320534"/>
            <a:ext cx="5974080" cy="1138497"/>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P: </a:t>
            </a:r>
            <a:r>
              <a:rPr lang="en-US" sz="3600" b="1" kern="0" dirty="0" err="1">
                <a:latin typeface="Calibri" pitchFamily="34" charset="0"/>
                <a:ea typeface="Ebrima" pitchFamily="2" charset="0"/>
                <a:cs typeface="Calibri" pitchFamily="34" charset="0"/>
              </a:rPr>
              <a:t>Lokathinu</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jeevanum</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rekshayum</a:t>
            </a:r>
            <a:r>
              <a:rPr lang="en-US" sz="36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E3458876-F1F6-3AE8-114B-4C40733C0290}"/>
              </a:ext>
            </a:extLst>
          </p:cNvPr>
          <p:cNvSpPr txBox="1"/>
          <p:nvPr/>
        </p:nvSpPr>
        <p:spPr>
          <a:xfrm>
            <a:off x="1649730" y="4765121"/>
            <a:ext cx="9258300" cy="1569660"/>
          </a:xfrm>
          <a:prstGeom prst="rect">
            <a:avLst/>
          </a:prstGeom>
          <a:noFill/>
        </p:spPr>
        <p:txBody>
          <a:bodyPr wrap="square">
            <a:spAutoFit/>
          </a:bodyPr>
          <a:lstStyle/>
          <a:p>
            <a:pPr algn="ctr"/>
            <a:r>
              <a:rPr lang="en-US" sz="3200" b="1" i="1" dirty="0">
                <a:solidFill>
                  <a:schemeClr val="accent6">
                    <a:lumMod val="50000"/>
                  </a:schemeClr>
                </a:solidFill>
                <a:latin typeface="+mn-lt"/>
              </a:rPr>
              <a:t>P: </a:t>
            </a:r>
            <a:r>
              <a:rPr lang="en-US" sz="3200" b="1" i="1" dirty="0">
                <a:latin typeface="+mn-lt"/>
              </a:rPr>
              <a:t>The Holy Gospel of Our Lord Jesus Christ, which proclaims life and salvation to the world, as recorded by the Apostle/Evangelist…</a:t>
            </a:r>
          </a:p>
        </p:txBody>
      </p:sp>
      <p:sp>
        <p:nvSpPr>
          <p:cNvPr id="2" name="TextBox 1">
            <a:extLst>
              <a:ext uri="{FF2B5EF4-FFF2-40B4-BE49-F238E27FC236}">
                <a16:creationId xmlns:a16="http://schemas.microsoft.com/office/drawing/2014/main" id="{82A0D2B8-A033-D753-2864-0DDFF2D2C612}"/>
              </a:ext>
            </a:extLst>
          </p:cNvPr>
          <p:cNvSpPr txBox="1"/>
          <p:nvPr/>
        </p:nvSpPr>
        <p:spPr>
          <a:xfrm>
            <a:off x="0" y="391091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698DC6E2-7A56-967A-468F-63592619038C}"/>
              </a:ext>
            </a:extLst>
          </p:cNvPr>
          <p:cNvCxnSpPr>
            <a:cxnSpLocks/>
          </p:cNvCxnSpPr>
          <p:nvPr/>
        </p:nvCxnSpPr>
        <p:spPr>
          <a:xfrm>
            <a:off x="6096000" y="0"/>
            <a:ext cx="0" cy="413484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ctrTitle"/>
          </p:nvPr>
        </p:nvSpPr>
        <p:spPr>
          <a:xfrm>
            <a:off x="290149" y="168415"/>
            <a:ext cx="5635018" cy="3408729"/>
          </a:xfrm>
        </p:spPr>
        <p:txBody>
          <a:bodyPr anchor="ctr">
            <a:noAutofit/>
          </a:bodyPr>
          <a:lstStyle/>
          <a:p>
            <a:pPr algn="l"/>
            <a:br>
              <a:rPr lang="en-US" altLang="en-US" sz="3200" b="1" dirty="0">
                <a:latin typeface="Arial" panose="020B0604020202020204" pitchFamily="34"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err="1">
                <a:latin typeface="MalayalamAbe" pitchFamily="18" charset="0"/>
              </a:rPr>
              <a:t>i#irk</a:t>
            </a:r>
            <a:r>
              <a:rPr lang="en-US" altLang="en-US" sz="3200" b="1" dirty="0">
                <a:latin typeface="MalayalamAbe" pitchFamily="18" charset="0"/>
              </a:rPr>
              <a:t>; </a:t>
            </a:r>
            <a:r>
              <a:rPr lang="en-US" altLang="en-US" sz="3200" b="1" dirty="0" err="1">
                <a:latin typeface="MalayalamAbe" pitchFamily="18" charset="0"/>
              </a:rPr>
              <a:t>igkilrjgj</a:t>
            </a:r>
            <a:r>
              <a:rPr lang="en-US" altLang="en-US" sz="3200" b="1" dirty="0">
                <a:latin typeface="MalayalamAbe" pitchFamily="18" charset="0"/>
              </a:rPr>
              <a:t>)k-#</a:t>
            </a:r>
            <a:r>
              <a:rPr lang="en-US" altLang="en-US" sz="3200" b="1" dirty="0" err="1">
                <a:latin typeface="MalayalamAbe" pitchFamily="18" charset="0"/>
              </a:rPr>
              <a:t>irkaluiR</a:t>
            </a:r>
            <a:r>
              <a:rPr lang="en-US" altLang="en-US" sz="3200" b="1" dirty="0">
                <a:latin typeface="MalayalamAbe" pitchFamily="18" charset="0"/>
              </a:rPr>
              <a:t> </a:t>
            </a:r>
            <a:r>
              <a:rPr lang="en-US" altLang="en-US" sz="3200" b="1" dirty="0" err="1">
                <a:latin typeface="MalayalamAbe" pitchFamily="18" charset="0"/>
              </a:rPr>
              <a:t>ilq</a:t>
            </a:r>
            <a:r>
              <a:rPr lang="en-US" altLang="en-US" sz="3200" b="1" dirty="0">
                <a:latin typeface="MalayalamAbe" pitchFamily="18" charset="0"/>
              </a:rPr>
              <a:t>[\s/</a:t>
            </a:r>
            <a:r>
              <a:rPr lang="en-US" altLang="en-US" sz="3200" b="1" dirty="0" err="1">
                <a:latin typeface="MalayalamAbe" pitchFamily="18" charset="0"/>
              </a:rPr>
              <a:t>M-irldk#k</a:t>
            </a:r>
            <a:r>
              <a:rPr lang="en-US" altLang="en-US" sz="3200" b="1" dirty="0">
                <a:latin typeface="MalayalamAbe" pitchFamily="18" charset="0"/>
              </a:rPr>
              <a:t>. </a:t>
            </a:r>
            <a:r>
              <a:rPr lang="en-US" altLang="en-US" sz="3200" b="1" dirty="0" err="1">
                <a:latin typeface="MalayalamAbe" pitchFamily="18" charset="0"/>
              </a:rPr>
              <a:t>r+ksm</a:t>
            </a:r>
            <a:r>
              <a:rPr lang="en-US" altLang="en-US" sz="3200" b="1" dirty="0">
                <a:latin typeface="MalayalamAbe" pitchFamily="18" charset="0"/>
              </a:rPr>
              <a:t> </a:t>
            </a:r>
            <a:r>
              <a:rPr lang="en-US" altLang="en-US" sz="3200" b="1" dirty="0" err="1">
                <a:latin typeface="MalayalamAbe" pitchFamily="18" charset="0"/>
              </a:rPr>
              <a:t>g</a:t>
            </a:r>
            <a:r>
              <a:rPr lang="en-US" altLang="en-US" sz="3200" b="1" dirty="0" err="1">
                <a:latin typeface="Kerala" pitchFamily="2" charset="0"/>
              </a:rPr>
              <a:t>f</a:t>
            </a:r>
            <a:r>
              <a:rPr lang="en-US" altLang="en-US" sz="3200" b="1" dirty="0" err="1">
                <a:latin typeface="MalayalamAbe" pitchFamily="18" charset="0"/>
              </a:rPr>
              <a:t>u</a:t>
            </a:r>
            <a:r>
              <a:rPr lang="en-US" altLang="en-US" sz="3200" b="1" dirty="0">
                <a:latin typeface="MalayalamAbe" pitchFamily="18" charset="0"/>
              </a:rPr>
              <a:t>[)</a:t>
            </a:r>
            <a:r>
              <a:rPr lang="en-US" altLang="en-US" sz="3200" b="1" dirty="0" err="1">
                <a:latin typeface="MalayalamAbe" pitchFamily="18" charset="0"/>
              </a:rPr>
              <a:t>luj</a:t>
            </a:r>
            <a:r>
              <a:rPr lang="en-US" altLang="en-US" sz="3200" b="1" dirty="0">
                <a:latin typeface="MalayalamAbe" pitchFamily="18" charset="0"/>
              </a:rPr>
              <a:t>  fs# Luv&amp; </a:t>
            </a:r>
            <a:r>
              <a:rPr lang="en-US" altLang="en-US" sz="3200" b="1" dirty="0" err="1">
                <a:latin typeface="MalayalamAbe" pitchFamily="18" charset="0"/>
              </a:rPr>
              <a:t>ejflijrk</a:t>
            </a:r>
            <a:r>
              <a:rPr lang="en-US" altLang="en-US" sz="3200" b="1" dirty="0">
                <a:latin typeface="MalayalamAbe" pitchFamily="18" charset="0"/>
              </a:rPr>
              <a:t> c[</a:t>
            </a:r>
            <a:r>
              <a:rPr lang="en-US" altLang="en-US" sz="3200" b="1" dirty="0" err="1">
                <a:latin typeface="MalayalamAbe" pitchFamily="18" charset="0"/>
              </a:rPr>
              <a:t>fkfj</a:t>
            </a:r>
            <a:r>
              <a:rPr lang="en-US" altLang="en-US" sz="3200" b="1" dirty="0">
                <a:latin typeface="MalayalamAbe" pitchFamily="18" charset="0"/>
              </a:rPr>
              <a:t>. </a:t>
            </a:r>
            <a:r>
              <a:rPr lang="en-US" altLang="en-US" sz="3200" b="1" dirty="0" err="1">
                <a:latin typeface="MalayalamAbe" pitchFamily="18" charset="0"/>
              </a:rPr>
              <a:t>fsRy</a:t>
            </a:r>
            <a:r>
              <a:rPr lang="en-US" altLang="en-US" sz="3200" b="1" dirty="0">
                <a:latin typeface="MalayalamAbe" pitchFamily="18" charset="0"/>
              </a:rPr>
              <a:t> </a:t>
            </a:r>
            <a:r>
              <a:rPr lang="en-US" altLang="en-US" sz="3200" b="1" dirty="0" err="1">
                <a:latin typeface="MalayalamAbe" pitchFamily="18" charset="0"/>
              </a:rPr>
              <a:t>LrkYz</a:t>
            </a:r>
            <a:r>
              <a:rPr lang="en-US" altLang="en-US" sz="3200" b="1" dirty="0">
                <a:latin typeface="MalayalamAbe" pitchFamily="18" charset="0"/>
              </a:rPr>
              <a:t>|*X </a:t>
            </a:r>
            <a:r>
              <a:rPr lang="en-US" altLang="en-US" sz="3200" b="1" dirty="0" err="1">
                <a:latin typeface="MalayalamAbe" pitchFamily="18" charset="0"/>
              </a:rPr>
              <a:t>rlsah^ligksmuk</a:t>
            </a:r>
            <a:r>
              <a:rPr lang="en-US" altLang="en-US" sz="3200" b="1" dirty="0">
                <a:latin typeface="MalayalamAbe" pitchFamily="18" charset="0"/>
              </a:rPr>
              <a:t>; </a:t>
            </a:r>
            <a:r>
              <a:rPr lang="en-US" altLang="en-US" sz="3200" b="1" dirty="0" err="1">
                <a:latin typeface="MalayalamAbe" pitchFamily="18" charset="0"/>
              </a:rPr>
              <a:t>SaH</a:t>
            </a:r>
            <a:r>
              <a:rPr lang="en-US" altLang="en-US" sz="3200" b="1" dirty="0">
                <a:latin typeface="MalayalamAbe" pitchFamily="18" charset="0"/>
              </a:rPr>
              <a:t> </a:t>
            </a:r>
            <a:r>
              <a:rPr lang="en-US" altLang="en-US" sz="3200" b="1" dirty="0" err="1">
                <a:latin typeface="MalayalamAbe" pitchFamily="18" charset="0"/>
              </a:rPr>
              <a:t>tS</a:t>
            </a:r>
            <a:r>
              <a:rPr lang="en-US" altLang="en-US" sz="3200" b="1" dirty="0">
                <a:latin typeface="MalayalamAbe" pitchFamily="18" charset="0"/>
              </a:rPr>
              <a:t>#)k; </a:t>
            </a:r>
            <a:r>
              <a:rPr lang="en-US" altLang="en-US" sz="3200" b="1" dirty="0" err="1">
                <a:latin typeface="MalayalamAbe" pitchFamily="18" charset="0"/>
              </a:rPr>
              <a:t>K!lujgj</a:t>
            </a:r>
            <a:r>
              <a:rPr lang="en-US" altLang="en-US" sz="3200" b="1" dirty="0">
                <a:latin typeface="MalayalamAbe" pitchFamily="18" charset="0"/>
              </a:rPr>
              <a:t>)</a:t>
            </a:r>
            <a:r>
              <a:rPr lang="en-US" altLang="en-US" sz="3200" b="1" dirty="0" err="1">
                <a:latin typeface="MalayalamAbe" pitchFamily="18" charset="0"/>
              </a:rPr>
              <a:t>sM.</a:t>
            </a:r>
            <a:endParaRPr lang="en-US" altLang="en-US" sz="3200" b="1" dirty="0">
              <a:latin typeface="MalayalamAbe" pitchFamily="18" charset="0"/>
            </a:endParaRPr>
          </a:p>
        </p:txBody>
      </p:sp>
      <p:sp>
        <p:nvSpPr>
          <p:cNvPr id="4" name="Text Box 2">
            <a:extLst>
              <a:ext uri="{FF2B5EF4-FFF2-40B4-BE49-F238E27FC236}">
                <a16:creationId xmlns:a16="http://schemas.microsoft.com/office/drawing/2014/main" id="{428538A3-05B9-4C5C-BFB9-CB469D6A6468}"/>
              </a:ext>
            </a:extLst>
          </p:cNvPr>
          <p:cNvSpPr txBox="1">
            <a:spLocks noChangeArrowheads="1"/>
          </p:cNvSpPr>
          <p:nvPr/>
        </p:nvSpPr>
        <p:spPr bwMode="auto">
          <a:xfrm>
            <a:off x="6414318" y="311254"/>
            <a:ext cx="5974080" cy="3669831"/>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Vannavanum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varuvaan-irikkunnavanum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aayavan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vaazhthapettavan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aakunnu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Nammude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rekshaykkaai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ayachha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pithaavinu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anugrahangal</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ellaavarudeyum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mel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ennekum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undaayirikkatte</a:t>
            </a:r>
            <a:r>
              <a:rPr lang="en-US" sz="28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D04ED8CF-2C31-E69A-18F8-5044D44DAD12}"/>
              </a:ext>
            </a:extLst>
          </p:cNvPr>
          <p:cNvSpPr txBox="1"/>
          <p:nvPr/>
        </p:nvSpPr>
        <p:spPr>
          <a:xfrm>
            <a:off x="2266334" y="5069418"/>
            <a:ext cx="8000999" cy="1477328"/>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Blessed is He that has come and will come again. Praise to the Father who sent Him for our salvation. May His blessings be ever upon us.</a:t>
            </a:r>
          </a:p>
        </p:txBody>
      </p:sp>
      <p:sp>
        <p:nvSpPr>
          <p:cNvPr id="2" name="TextBox 1">
            <a:extLst>
              <a:ext uri="{FF2B5EF4-FFF2-40B4-BE49-F238E27FC236}">
                <a16:creationId xmlns:a16="http://schemas.microsoft.com/office/drawing/2014/main" id="{67AB7CA8-163C-400C-81D8-721CBF2FE26E}"/>
              </a:ext>
            </a:extLst>
          </p:cNvPr>
          <p:cNvSpPr txBox="1"/>
          <p:nvPr/>
        </p:nvSpPr>
        <p:spPr>
          <a:xfrm>
            <a:off x="0" y="4322773"/>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0C80D548-F4E5-486C-23C1-2C4D2EB94311}"/>
              </a:ext>
            </a:extLst>
          </p:cNvPr>
          <p:cNvCxnSpPr>
            <a:cxnSpLocks/>
            <a:endCxn id="2" idx="0"/>
          </p:cNvCxnSpPr>
          <p:nvPr/>
        </p:nvCxnSpPr>
        <p:spPr>
          <a:xfrm>
            <a:off x="6096000" y="0"/>
            <a:ext cx="0" cy="432277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440844"/>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ctrTitle"/>
          </p:nvPr>
        </p:nvSpPr>
        <p:spPr>
          <a:xfrm>
            <a:off x="149779" y="207090"/>
            <a:ext cx="5864936" cy="3419353"/>
          </a:xfrm>
        </p:spPr>
        <p:txBody>
          <a:bodyPr anchor="ctr">
            <a:normAutofit/>
          </a:bodyPr>
          <a:lstStyle/>
          <a:p>
            <a:pPr marL="0" marR="0" lvl="0" indent="0" algn="l" defTabSz="914400" rtl="0" eaLnBrk="0" fontAlgn="base" latinLnBrk="0" hangingPunct="0">
              <a:lnSpc>
                <a:spcPts val="3999"/>
              </a:lnSpc>
              <a:spcBef>
                <a:spcPts val="0"/>
              </a:spcBef>
              <a:spcAft>
                <a:spcPct val="0"/>
              </a:spcAft>
              <a:buClrTx/>
              <a:buSzTx/>
              <a:buFontTx/>
              <a:buNone/>
              <a:tabLst/>
              <a:defRPr/>
            </a:pP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ijCk</a:t>
            </a:r>
            <a:r>
              <a:rPr lang="en-US" altLang="en-US" sz="4400" b="1" dirty="0" err="1">
                <a:latin typeface="Kerala" pitchFamily="2" charset="0"/>
              </a:rPr>
              <a:t>i</a:t>
            </a:r>
            <a:r>
              <a:rPr lang="en-US" altLang="en-US" sz="4400" b="1" dirty="0">
                <a:latin typeface="MalayalamAbe" pitchFamily="18" charset="0"/>
              </a:rPr>
              <a:t> </a:t>
            </a:r>
            <a:r>
              <a:rPr lang="en-US" altLang="en-US" sz="4400" b="1" dirty="0" err="1">
                <a:latin typeface="MalayalamAbe" pitchFamily="18" charset="0"/>
              </a:rPr>
              <a:t>drUdayjulajH</a:t>
            </a:r>
            <a:r>
              <a:rPr lang="en-US" altLang="en-US" sz="4400" b="1" dirty="0">
                <a:latin typeface="MalayalamAbe" pitchFamily="18" charset="0"/>
              </a:rPr>
              <a:t> </a:t>
            </a:r>
            <a:r>
              <a:rPr lang="en-US" altLang="en-US" sz="4400" b="1" dirty="0" err="1">
                <a:latin typeface="MalayalamAbe" pitchFamily="18" charset="0"/>
              </a:rPr>
              <a:t>rj#k</a:t>
            </a:r>
            <a:r>
              <a:rPr kumimoji="0" lang="en-US" sz="3333" b="1" i="0" u="none" strike="noStrike" kern="0" cap="none" spc="0" normalizeH="0" baseline="0" noProof="0" dirty="0">
                <a:ln>
                  <a:noFill/>
                </a:ln>
                <a:effectLst/>
                <a:uLnTx/>
                <a:uFillTx/>
                <a:latin typeface="Calibri" pitchFamily="34" charset="0"/>
                <a:ea typeface="Ebrima" pitchFamily="2" charset="0"/>
                <a:cs typeface="Calibri" pitchFamily="34" charset="0"/>
              </a:rPr>
              <a:t>...</a:t>
            </a:r>
            <a:br>
              <a:rPr lang="en-US" altLang="en-US" sz="4400" b="1" dirty="0">
                <a:latin typeface="Arial" panose="020B0604020202020204" pitchFamily="34"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err="1">
                <a:latin typeface="MalayalamAbe" pitchFamily="18" charset="0"/>
              </a:rPr>
              <a:t>LYedlg</a:t>
            </a:r>
            <a:r>
              <a:rPr lang="en-US" altLang="en-US" sz="4400" b="1" dirty="0">
                <a:latin typeface="MalayalamAbe" pitchFamily="18" charset="0"/>
              </a:rPr>
              <a:t>; B*X </a:t>
            </a:r>
            <a:r>
              <a:rPr lang="en-US" altLang="en-US" sz="4400" b="1" dirty="0" err="1">
                <a:latin typeface="MalayalamAbe" pitchFamily="18" charset="0"/>
              </a:rPr>
              <a:t>ijCIcjv&amp;k</a:t>
            </a:r>
            <a:r>
              <a:rPr lang="en-US" altLang="en-US" sz="4400" b="1" dirty="0">
                <a:latin typeface="MalayalamAbe" pitchFamily="18" charset="0"/>
              </a:rPr>
              <a:t> </a:t>
            </a:r>
            <a:r>
              <a:rPr lang="en-US" altLang="en-US" sz="4400" b="1" dirty="0" err="1">
                <a:latin typeface="MalayalamAbe" pitchFamily="18" charset="0"/>
              </a:rPr>
              <a:t>sdl!lmk#k</a:t>
            </a:r>
            <a:r>
              <a:rPr lang="en-US" altLang="en-US" sz="4400" b="1" dirty="0">
                <a:latin typeface="MalayalamAbe" pitchFamily="18" charset="0"/>
              </a:rPr>
              <a:t>.</a:t>
            </a:r>
          </a:p>
        </p:txBody>
      </p:sp>
      <p:sp>
        <p:nvSpPr>
          <p:cNvPr id="6" name="Text Box 2">
            <a:extLst>
              <a:ext uri="{FF2B5EF4-FFF2-40B4-BE49-F238E27FC236}">
                <a16:creationId xmlns:a16="http://schemas.microsoft.com/office/drawing/2014/main" id="{27A64F8A-6913-4705-A050-842522995843}"/>
              </a:ext>
            </a:extLst>
          </p:cNvPr>
          <p:cNvSpPr txBox="1">
            <a:spLocks noChangeArrowheads="1"/>
          </p:cNvSpPr>
          <p:nvPr/>
        </p:nvSpPr>
        <p:spPr bwMode="auto">
          <a:xfrm>
            <a:off x="6705600" y="757362"/>
            <a:ext cx="525534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err="1">
                <a:latin typeface="Calibri" pitchFamily="34" charset="0"/>
                <a:ea typeface="Ebrima" pitchFamily="2" charset="0"/>
                <a:cs typeface="Calibri" pitchFamily="34" charset="0"/>
              </a:rPr>
              <a:t>Vishudha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kannyaka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marriyaamil</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ninnu</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err="1">
                <a:latin typeface="Calibri" pitchFamily="34" charset="0"/>
                <a:ea typeface="Ebrima" pitchFamily="2" charset="0"/>
                <a:cs typeface="Calibri" pitchFamily="34" charset="0"/>
              </a:rPr>
              <a:t>Apprakaaram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njangal</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vishwasichu</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kondaadunnu</a:t>
            </a:r>
            <a:r>
              <a:rPr lang="en-US" sz="3333"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01F265B2-1629-7419-267D-2BCCE6DAE492}"/>
              </a:ext>
            </a:extLst>
          </p:cNvPr>
          <p:cNvSpPr txBox="1"/>
          <p:nvPr/>
        </p:nvSpPr>
        <p:spPr>
          <a:xfrm>
            <a:off x="1548581" y="4540466"/>
            <a:ext cx="10087897" cy="2021323"/>
          </a:xfrm>
          <a:prstGeom prst="rect">
            <a:avLst/>
          </a:prstGeom>
          <a:noFill/>
        </p:spPr>
        <p:txBody>
          <a:bodyPr wrap="square">
            <a:spAutoFit/>
          </a:bodyPr>
          <a:lstStyle/>
          <a:p>
            <a:pPr>
              <a:lnSpc>
                <a:spcPts val="3800"/>
              </a:lnSpc>
            </a:pPr>
            <a:r>
              <a:rPr lang="en-US" sz="3000" b="1" i="1" dirty="0">
                <a:solidFill>
                  <a:schemeClr val="accent6">
                    <a:lumMod val="50000"/>
                  </a:schemeClr>
                </a:solidFill>
                <a:latin typeface="+mn-lt"/>
              </a:rPr>
              <a:t>P: </a:t>
            </a:r>
            <a:r>
              <a:rPr lang="en-US" sz="3000" b="1" i="1" dirty="0">
                <a:latin typeface="+mn-lt"/>
              </a:rPr>
              <a:t>In the days of Jesus the Christ, our Lord and Savior, the Word of life, God incarnate of the Blessed Virgin Mary, it happened in this way (or he taught in this manner). </a:t>
            </a:r>
          </a:p>
          <a:p>
            <a:pPr>
              <a:lnSpc>
                <a:spcPts val="3800"/>
              </a:lnSpc>
            </a:pPr>
            <a:r>
              <a:rPr lang="en-US" sz="3000" b="1" i="1" dirty="0">
                <a:solidFill>
                  <a:schemeClr val="accent6">
                    <a:lumMod val="50000"/>
                  </a:schemeClr>
                </a:solidFill>
                <a:latin typeface="+mn-lt"/>
              </a:rPr>
              <a:t>C: </a:t>
            </a:r>
            <a:r>
              <a:rPr lang="en-US" sz="3000" b="1" i="1" dirty="0">
                <a:latin typeface="+mn-lt"/>
              </a:rPr>
              <a:t>So we believe and affirm.</a:t>
            </a:r>
          </a:p>
        </p:txBody>
      </p:sp>
      <p:sp>
        <p:nvSpPr>
          <p:cNvPr id="4" name="TextBox 3">
            <a:extLst>
              <a:ext uri="{FF2B5EF4-FFF2-40B4-BE49-F238E27FC236}">
                <a16:creationId xmlns:a16="http://schemas.microsoft.com/office/drawing/2014/main" id="{95720358-15E4-F123-653E-E8661B802E11}"/>
              </a:ext>
            </a:extLst>
          </p:cNvPr>
          <p:cNvSpPr txBox="1"/>
          <p:nvPr/>
        </p:nvSpPr>
        <p:spPr>
          <a:xfrm>
            <a:off x="914400" y="3800353"/>
            <a:ext cx="2743200" cy="523220"/>
          </a:xfrm>
          <a:prstGeom prst="rect">
            <a:avLst/>
          </a:prstGeom>
          <a:noFill/>
        </p:spPr>
        <p:txBody>
          <a:bodyPr wrap="square">
            <a:spAutoFit/>
          </a:bodyPr>
          <a:lstStyle/>
          <a:p>
            <a:r>
              <a:rPr lang="en-US" sz="2800" b="1" dirty="0"/>
              <a:t>Meaning: </a:t>
            </a:r>
            <a:endParaRPr lang="en-US" sz="2800" dirty="0"/>
          </a:p>
        </p:txBody>
      </p:sp>
      <p:sp>
        <p:nvSpPr>
          <p:cNvPr id="2" name="TextBox 1">
            <a:extLst>
              <a:ext uri="{FF2B5EF4-FFF2-40B4-BE49-F238E27FC236}">
                <a16:creationId xmlns:a16="http://schemas.microsoft.com/office/drawing/2014/main" id="{4A9DA591-57AE-5374-2DCE-E0F1703C7EE8}"/>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C7A17BB4-EAB3-9DCF-B63E-06EABE8B5CD4}"/>
              </a:ext>
            </a:extLst>
          </p:cNvPr>
          <p:cNvCxnSpPr>
            <a:cxnSpLocks/>
          </p:cNvCxnSpPr>
          <p:nvPr/>
        </p:nvCxnSpPr>
        <p:spPr>
          <a:xfrm>
            <a:off x="6096000" y="0"/>
            <a:ext cx="0" cy="432277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9599073"/>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Text Box 3"/>
          <p:cNvSpPr txBox="1">
            <a:spLocks noChangeArrowheads="1"/>
          </p:cNvSpPr>
          <p:nvPr/>
        </p:nvSpPr>
        <p:spPr bwMode="auto">
          <a:xfrm>
            <a:off x="2382243" y="4066977"/>
            <a:ext cx="3399234" cy="594250"/>
          </a:xfrm>
          <a:prstGeom prst="rect">
            <a:avLst/>
          </a:prstGeom>
          <a:noFill/>
          <a:ln w="9525">
            <a:noFill/>
            <a:miter lim="800000"/>
            <a:headEnd/>
            <a:tailEnd/>
          </a:ln>
          <a:effectLst/>
        </p:spPr>
        <p:txBody>
          <a:bodyPr lIns="83552" tIns="41807" rIns="83552" bIns="41807">
            <a:spAutoFit/>
          </a:bodyPr>
          <a:lstStyle/>
          <a:p>
            <a:pPr algn="ctr" defTabSz="835913">
              <a:spcBef>
                <a:spcPct val="50000"/>
              </a:spcBef>
              <a:defRPr/>
            </a:pPr>
            <a:endParaRPr lang="en-US" sz="3313" dirty="0">
              <a:effectLst>
                <a:outerShdw blurRad="38100" dist="38100" dir="2700000" algn="tl">
                  <a:srgbClr val="C0C0C0"/>
                </a:outerShdw>
              </a:effectLst>
              <a:latin typeface="Arial" charset="0"/>
            </a:endParaRPr>
          </a:p>
        </p:txBody>
      </p:sp>
      <p:sp>
        <p:nvSpPr>
          <p:cNvPr id="9" name="Shape 323">
            <a:extLst>
              <a:ext uri="{FF2B5EF4-FFF2-40B4-BE49-F238E27FC236}">
                <a16:creationId xmlns:a16="http://schemas.microsoft.com/office/drawing/2014/main" id="{A10862DC-B66C-4A80-9E95-A1FD3F2E068A}"/>
              </a:ext>
            </a:extLst>
          </p:cNvPr>
          <p:cNvSpPr txBox="1">
            <a:spLocks noChangeArrowheads="1"/>
          </p:cNvSpPr>
          <p:nvPr/>
        </p:nvSpPr>
        <p:spPr bwMode="auto">
          <a:xfrm>
            <a:off x="0" y="5637652"/>
            <a:ext cx="12192000" cy="894682"/>
          </a:xfrm>
          <a:prstGeom prst="rect">
            <a:avLst/>
          </a:prstGeom>
          <a:noFill/>
          <a:ln>
            <a:noFill/>
          </a:ln>
        </p:spPr>
        <p:txBody>
          <a:bodyPr lIns="91358" tIns="45674" rIns="91358" bIns="45674"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defTabSz="914218" eaLnBrk="1" hangingPunct="1">
              <a:buClr>
                <a:srgbClr val="FFFFFF"/>
              </a:buClr>
              <a:buSzPts val="1000"/>
              <a:defRPr/>
            </a:pPr>
            <a:r>
              <a:rPr lang="en-AU" sz="4800" spc="300" dirty="0">
                <a:solidFill>
                  <a:schemeClr val="tx1"/>
                </a:solidFill>
                <a:latin typeface="Bernard MT Condensed" panose="02050806060905020404" pitchFamily="18" charset="0"/>
                <a:ea typeface="Times New Roman" panose="02020603050405020304" pitchFamily="18" charset="0"/>
                <a:cs typeface="Calibri" panose="020F0502020204030204" pitchFamily="34" charset="0"/>
              </a:rPr>
              <a:t>[Insert Gospel Reading]</a:t>
            </a:r>
          </a:p>
        </p:txBody>
      </p:sp>
      <p:pic>
        <p:nvPicPr>
          <p:cNvPr id="3" name="Picture 2" descr="A close-up of a scroll of paper&#10;&#10;Description automatically generated">
            <a:extLst>
              <a:ext uri="{FF2B5EF4-FFF2-40B4-BE49-F238E27FC236}">
                <a16:creationId xmlns:a16="http://schemas.microsoft.com/office/drawing/2014/main" id="{8C59D42F-2312-C606-A583-957252F2FB5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771" b="90092" l="4369" r="96796">
                        <a14:foregroundMark x1="9612" y1="60000" x2="7961" y2="76514"/>
                        <a14:foregroundMark x1="7961" y1="76514" x2="15243" y2="84220"/>
                        <a14:foregroundMark x1="27670" y1="9174" x2="20971" y2="4771"/>
                        <a14:foregroundMark x1="88155" y1="44587" x2="93592" y2="72661"/>
                        <a14:foregroundMark x1="93592" y1="72661" x2="88252" y2="83119"/>
                        <a14:foregroundMark x1="88252" y1="83119" x2="80874" y2="90275"/>
                        <a14:foregroundMark x1="80874" y1="90275" x2="65922" y2="82018"/>
                        <a14:foregroundMark x1="65922" y1="82018" x2="65534" y2="79633"/>
                        <a14:foregroundMark x1="88155" y1="84587" x2="95340" y2="79450"/>
                        <a14:foregroundMark x1="95340" y1="79450" x2="95243" y2="64954"/>
                        <a14:foregroundMark x1="95243" y1="64954" x2="92330" y2="51560"/>
                        <a14:foregroundMark x1="92330" y1="51560" x2="92330" y2="50459"/>
                        <a14:foregroundMark x1="93786" y1="64587" x2="96796" y2="77982"/>
                        <a14:foregroundMark x1="96796" y1="77982" x2="94563" y2="83119"/>
                        <a14:foregroundMark x1="4369" y1="69174" x2="6019" y2="82752"/>
                        <a14:foregroundMark x1="95728" y1="74862" x2="96796" y2="74862"/>
                      </a14:backgroundRemoval>
                    </a14:imgEffect>
                  </a14:imgLayer>
                </a14:imgProps>
              </a:ext>
              <a:ext uri="{28A0092B-C50C-407E-A947-70E740481C1C}">
                <a14:useLocalDpi xmlns:a14="http://schemas.microsoft.com/office/drawing/2010/main" val="0"/>
              </a:ext>
            </a:extLst>
          </a:blip>
          <a:stretch>
            <a:fillRect/>
          </a:stretch>
        </p:blipFill>
        <p:spPr>
          <a:xfrm>
            <a:off x="2746285" y="1754498"/>
            <a:ext cx="6699427" cy="3544842"/>
          </a:xfrm>
          <a:prstGeom prst="rect">
            <a:avLst/>
          </a:prstGeom>
        </p:spPr>
      </p:pic>
      <p:sp>
        <p:nvSpPr>
          <p:cNvPr id="4" name="Shape 51">
            <a:extLst>
              <a:ext uri="{FF2B5EF4-FFF2-40B4-BE49-F238E27FC236}">
                <a16:creationId xmlns:a16="http://schemas.microsoft.com/office/drawing/2014/main" id="{A2AA70F3-D08D-4A3D-B56E-88857EFD4971}"/>
              </a:ext>
            </a:extLst>
          </p:cNvPr>
          <p:cNvSpPr txBox="1">
            <a:spLocks/>
          </p:cNvSpPr>
          <p:nvPr/>
        </p:nvSpPr>
        <p:spPr>
          <a:xfrm>
            <a:off x="0" y="447376"/>
            <a:ext cx="12192000"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5400" i="1" spc="300" dirty="0">
                <a:solidFill>
                  <a:srgbClr val="004A0A"/>
                </a:solidFill>
                <a:effectLst>
                  <a:outerShdw blurRad="38100" dist="38100" dir="2700000" algn="tl">
                    <a:srgbClr val="000000">
                      <a:alpha val="43137"/>
                    </a:srgbClr>
                  </a:outerShdw>
                </a:effectLst>
                <a:latin typeface="Elephant" panose="02020904090505020303" pitchFamily="18" charset="0"/>
                <a:sym typeface="Arial"/>
              </a:rPr>
              <a:t>Gospel Reading</a:t>
            </a:r>
          </a:p>
        </p:txBody>
      </p:sp>
    </p:spTree>
    <p:extLst>
      <p:ext uri="{BB962C8B-B14F-4D97-AF65-F5344CB8AC3E}">
        <p14:creationId xmlns:p14="http://schemas.microsoft.com/office/powerpoint/2010/main" val="15092563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A0E1-0FC4-068C-4942-F1544E287B6E}"/>
            </a:ext>
          </a:extLst>
        </p:cNvPr>
        <p:cNvGrpSpPr/>
        <p:nvPr/>
      </p:nvGrpSpPr>
      <p:grpSpPr>
        <a:xfrm>
          <a:off x="0" y="0"/>
          <a:ext cx="0" cy="0"/>
          <a:chOff x="0" y="0"/>
          <a:chExt cx="0" cy="0"/>
        </a:xfrm>
      </p:grpSpPr>
      <p:sp>
        <p:nvSpPr>
          <p:cNvPr id="72706" name="Rectangle 2">
            <a:extLst>
              <a:ext uri="{FF2B5EF4-FFF2-40B4-BE49-F238E27FC236}">
                <a16:creationId xmlns:a16="http://schemas.microsoft.com/office/drawing/2014/main" id="{46A281C2-C725-8BCF-F34C-DDB49689C9AD}"/>
              </a:ext>
            </a:extLst>
          </p:cNvPr>
          <p:cNvSpPr>
            <a:spLocks noGrp="1" noChangeArrowheads="1"/>
          </p:cNvSpPr>
          <p:nvPr>
            <p:ph type="ctrTitle"/>
          </p:nvPr>
        </p:nvSpPr>
        <p:spPr>
          <a:xfrm>
            <a:off x="299357" y="-310117"/>
            <a:ext cx="5497287" cy="3429000"/>
          </a:xfrm>
        </p:spPr>
        <p:txBody>
          <a:bodyPr anchor="ctr">
            <a:normAutofit fontScale="90000"/>
          </a:bodyPr>
          <a:lstStyle/>
          <a:p>
            <a:pPr algn="l" eaLnBrk="1" hangingPunct="1"/>
            <a:br>
              <a:rPr lang="en-US" altLang="en-US" sz="4400" b="1" dirty="0">
                <a:latin typeface="MalayalamAbe" pitchFamily="18" charset="0"/>
              </a:rPr>
            </a:b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rj</a:t>
            </a:r>
            <a:r>
              <a:rPr lang="en-US" altLang="en-US" sz="4400" b="1" dirty="0">
                <a:latin typeface="MalayalamAbe" pitchFamily="18" charset="0"/>
              </a:rPr>
              <a:t>*</a:t>
            </a:r>
            <a:r>
              <a:rPr lang="en-US" altLang="en-US" sz="4400" b="1" dirty="0" err="1">
                <a:latin typeface="MalayalamAbe" pitchFamily="18" charset="0"/>
              </a:rPr>
              <a:t>Xs</a:t>
            </a:r>
            <a:r>
              <a:rPr lang="en-US" altLang="en-US" sz="4400" b="1" dirty="0">
                <a:latin typeface="MalayalamAbe" pitchFamily="18" charset="0"/>
              </a:rPr>
              <a:t>)</a:t>
            </a:r>
            <a:r>
              <a:rPr lang="en-US" altLang="en-US" sz="4400" b="1" dirty="0" err="1">
                <a:latin typeface="MalayalamAbe" pitchFamily="18" charset="0"/>
              </a:rPr>
              <a:t>h^liG</a:t>
            </a:r>
            <a:r>
              <a:rPr lang="en-US" altLang="en-US" sz="4400" b="1" dirty="0">
                <a:latin typeface="MalayalamAbe" pitchFamily="18" charset="0"/>
              </a:rPr>
              <a:t>)k; </a:t>
            </a:r>
            <a:r>
              <a:rPr lang="en-US" altLang="en-US" sz="4400" b="1" dirty="0" err="1">
                <a:latin typeface="MalayalamAbe" pitchFamily="18" charset="0"/>
              </a:rPr>
              <a:t>calPlrak!lujgj</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err="1">
                <a:latin typeface="MalayalamAbe" pitchFamily="18" charset="0"/>
              </a:rPr>
              <a:t>rjsRy</a:t>
            </a:r>
            <a:r>
              <a:rPr lang="en-US" altLang="en-US" sz="4400" b="1" dirty="0">
                <a:latin typeface="MalayalamAbe" pitchFamily="18" charset="0"/>
              </a:rPr>
              <a:t> :</a:t>
            </a:r>
            <a:r>
              <a:rPr lang="en-US" altLang="en-US" sz="4400" b="1" dirty="0" err="1">
                <a:latin typeface="Kerala" pitchFamily="2" charset="0"/>
              </a:rPr>
              <a:t>v</a:t>
            </a:r>
            <a:r>
              <a:rPr lang="en-US" altLang="en-US" sz="4400" b="1" dirty="0" err="1">
                <a:latin typeface="MalayalamAbe" pitchFamily="18" charset="0"/>
              </a:rPr>
              <a:t>lSilmk</a:t>
            </a:r>
            <a:r>
              <a:rPr lang="en-US" altLang="en-US" sz="4400" b="1" dirty="0">
                <a:latin typeface="MalayalamAbe" pitchFamily="18" charset="0"/>
              </a:rPr>
              <a:t> </a:t>
            </a:r>
            <a:r>
              <a:rPr lang="en-US" altLang="en-US" sz="4400" b="1" dirty="0" err="1">
                <a:latin typeface="MalayalamAbe" pitchFamily="18" charset="0"/>
              </a:rPr>
              <a:t>dosmuk</a:t>
            </a:r>
            <a:r>
              <a:rPr lang="en-US" altLang="en-US" sz="4400" b="1" dirty="0">
                <a:latin typeface="MalayalamAbe" pitchFamily="18" charset="0"/>
              </a:rPr>
              <a:t>; </a:t>
            </a:r>
            <a:r>
              <a:rPr lang="en-US" altLang="en-US" sz="4400" b="1" dirty="0" err="1">
                <a:latin typeface="MalayalamAbe" pitchFamily="18" charset="0"/>
              </a:rPr>
              <a:t>K!lujgj</a:t>
            </a:r>
            <a:r>
              <a:rPr lang="en-US" altLang="en-US" sz="4400" b="1" dirty="0">
                <a:latin typeface="MalayalamAbe" pitchFamily="18" charset="0"/>
              </a:rPr>
              <a:t>)</a:t>
            </a:r>
            <a:r>
              <a:rPr lang="en-US" altLang="en-US" sz="4400" b="1" dirty="0" err="1">
                <a:latin typeface="MalayalamAbe" pitchFamily="18" charset="0"/>
              </a:rPr>
              <a:t>sM.</a:t>
            </a: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0AC32492-A848-8670-C77C-03603A90EF90}"/>
              </a:ext>
            </a:extLst>
          </p:cNvPr>
          <p:cNvSpPr txBox="1">
            <a:spLocks noChangeArrowheads="1"/>
          </p:cNvSpPr>
          <p:nvPr/>
        </p:nvSpPr>
        <p:spPr bwMode="auto">
          <a:xfrm>
            <a:off x="6423493" y="363959"/>
            <a:ext cx="5768507" cy="265070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000" b="1" kern="0" dirty="0">
                <a:latin typeface="Calibri" pitchFamily="34" charset="0"/>
                <a:ea typeface="Ebrima" pitchFamily="2" charset="0"/>
                <a:cs typeface="Calibri" pitchFamily="34" charset="0"/>
              </a:rPr>
            </a:b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Ningalkk-ellaavarkkum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samaadhaanam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aathmaavodu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koodeyum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808B2C28-AF21-D017-5FD4-BB0C4B12E5BD}"/>
              </a:ext>
            </a:extLst>
          </p:cNvPr>
          <p:cNvSpPr txBox="1"/>
          <p:nvPr/>
        </p:nvSpPr>
        <p:spPr>
          <a:xfrm>
            <a:off x="3685862" y="4793031"/>
            <a:ext cx="4820276" cy="1217769"/>
          </a:xfrm>
          <a:prstGeom prst="rect">
            <a:avLst/>
          </a:prstGeom>
          <a:noFill/>
        </p:spPr>
        <p:txBody>
          <a:bodyPr wrap="square">
            <a:spAutoFit/>
          </a:bodyPr>
          <a:lstStyle/>
          <a:p>
            <a:pPr marL="403225" marR="0" lvl="0" indent="-403225" algn="l" rtl="0">
              <a:lnSpc>
                <a:spcPct val="90000"/>
              </a:lnSpc>
              <a:spcBef>
                <a:spcPts val="0"/>
              </a:spcBef>
              <a:spcAft>
                <a:spcPts val="0"/>
              </a:spcAft>
              <a:buClr>
                <a:schemeClr val="dk1"/>
              </a:buClr>
              <a:buSzPts val="3200"/>
              <a:buFont typeface="Arial"/>
              <a:buNone/>
            </a:pPr>
            <a:r>
              <a:rPr lang="en-US" sz="36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600" b="1" i="1" u="none" strike="noStrike" cap="none" dirty="0">
                <a:latin typeface="+mn-lt"/>
                <a:ea typeface="Calibri"/>
                <a:cs typeface="Times New Roman" panose="02020603050405020304" pitchFamily="18" charset="0"/>
                <a:sym typeface="Calibri"/>
              </a:rPr>
              <a:t>Peace be with you all.</a:t>
            </a:r>
            <a:endParaRPr lang="en-US" sz="3600" b="1" i="1" u="none" strike="noStrike" cap="none" dirty="0">
              <a:latin typeface="+mn-lt"/>
              <a:ea typeface="Arial"/>
              <a:cs typeface="Times New Roman" panose="02020603050405020304" pitchFamily="18" charset="0"/>
              <a:sym typeface="Arial"/>
            </a:endParaRPr>
          </a:p>
          <a:p>
            <a:pPr marL="403225" marR="0" lvl="0" indent="-403225" algn="l" rtl="0">
              <a:lnSpc>
                <a:spcPct val="90000"/>
              </a:lnSpc>
              <a:spcBef>
                <a:spcPts val="1000"/>
              </a:spcBef>
              <a:spcAft>
                <a:spcPts val="0"/>
              </a:spcAft>
              <a:buClr>
                <a:srgbClr val="C00000"/>
              </a:buClr>
              <a:buSzPts val="3200"/>
              <a:buFont typeface="Arial"/>
              <a:buNone/>
            </a:pPr>
            <a:r>
              <a:rPr lang="en-US" sz="36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600" b="1" i="1" u="none" strike="noStrike" cap="none" dirty="0">
                <a:latin typeface="+mn-lt"/>
                <a:ea typeface="Calibri"/>
                <a:cs typeface="Times New Roman" panose="02020603050405020304" pitchFamily="18" charset="0"/>
                <a:sym typeface="Calibri"/>
              </a:rPr>
              <a:t>And also with you.</a:t>
            </a:r>
            <a:endParaRPr lang="en-US" sz="36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46B60153-CEBC-04E2-8494-9327F47A3DE5}"/>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E38FEB79-16CA-52D3-8679-328368E1C190}"/>
              </a:ext>
            </a:extLst>
          </p:cNvPr>
          <p:cNvCxnSpPr>
            <a:cxnSpLocks/>
          </p:cNvCxnSpPr>
          <p:nvPr/>
        </p:nvCxnSpPr>
        <p:spPr>
          <a:xfrm>
            <a:off x="6096000" y="23441"/>
            <a:ext cx="0" cy="381989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6815005"/>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AutoShape 1028">
            <a:hlinkClick r:id="rId3" action="ppaction://hlinksldjump"/>
          </p:cNvPr>
          <p:cNvSpPr>
            <a:spLocks noChangeArrowheads="1"/>
          </p:cNvSpPr>
          <p:nvPr/>
        </p:nvSpPr>
        <p:spPr bwMode="auto">
          <a:xfrm>
            <a:off x="1058783" y="940417"/>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sspi</a:t>
            </a:r>
            <a:r>
              <a:rPr lang="en-US" altLang="en-US" sz="2000" b="1" i="1" dirty="0">
                <a:solidFill>
                  <a:schemeClr val="accent6">
                    <a:lumMod val="50000"/>
                  </a:schemeClr>
                </a:solidFill>
                <a:latin typeface="MalayalamAbe" pitchFamily="18" charset="0"/>
              </a:rPr>
              <a:t>\</a:t>
            </a:r>
            <a:r>
              <a:rPr lang="en-US" altLang="en-US" sz="2000" b="1" i="1" dirty="0" err="1">
                <a:solidFill>
                  <a:schemeClr val="accent6">
                    <a:lumMod val="50000"/>
                  </a:schemeClr>
                </a:solidFill>
                <a:latin typeface="MalayalamAbe" pitchFamily="18" charset="0"/>
              </a:rPr>
              <a:t>jR</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Daivathin</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43013" name="AutoShape 1029">
            <a:hlinkClick r:id="rId4" action="ppaction://hlinksldjump"/>
          </p:cNvPr>
          <p:cNvSpPr>
            <a:spLocks noChangeArrowheads="1"/>
          </p:cNvSpPr>
          <p:nvPr/>
        </p:nvSpPr>
        <p:spPr bwMode="auto">
          <a:xfrm>
            <a:off x="1069669" y="1836718"/>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a:solidFill>
                  <a:schemeClr val="accent6">
                    <a:lumMod val="50000"/>
                  </a:schemeClr>
                </a:solidFill>
                <a:latin typeface="MalayalamAbe" pitchFamily="18" charset="0"/>
              </a:rPr>
              <a:t>d{e </a:t>
            </a:r>
            <a:r>
              <a:rPr lang="en-US" altLang="en-US" sz="2000" b="1" i="1" dirty="0" err="1">
                <a:solidFill>
                  <a:schemeClr val="accent6">
                    <a:lumMod val="50000"/>
                  </a:schemeClr>
                </a:solidFill>
                <a:latin typeface="MalayalamAbe" pitchFamily="18" charset="0"/>
              </a:rPr>
              <a:t>f#jH</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Krupa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Thannil</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4" name="AutoShape 1030">
            <a:hlinkClick r:id="rId5" action="ppaction://hlinksldjump"/>
          </p:cNvPr>
          <p:cNvSpPr>
            <a:spLocks noChangeArrowheads="1"/>
          </p:cNvSpPr>
          <p:nvPr/>
        </p:nvSpPr>
        <p:spPr bwMode="auto">
          <a:xfrm>
            <a:off x="1069669" y="2748087"/>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LfjCual</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Athishayamaam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5" name="AutoShape 1031">
            <a:hlinkClick r:id="rId6" action="ppaction://hlinksldjump"/>
          </p:cNvPr>
          <p:cNvSpPr>
            <a:spLocks noChangeArrowheads="1"/>
          </p:cNvSpPr>
          <p:nvPr/>
        </p:nvSpPr>
        <p:spPr bwMode="auto">
          <a:xfrm>
            <a:off x="1069669" y="3650099"/>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Elejdsx</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Paapikalhe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6" name="AutoShape 1032">
            <a:hlinkClick r:id="rId7" action="ppaction://hlinksldjump"/>
          </p:cNvPr>
          <p:cNvSpPr>
            <a:spLocks noChangeArrowheads="1"/>
          </p:cNvSpPr>
          <p:nvPr/>
        </p:nvSpPr>
        <p:spPr bwMode="auto">
          <a:xfrm>
            <a:off x="1069669" y="4552111"/>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g</a:t>
            </a:r>
            <a:r>
              <a:rPr lang="en-US" altLang="en-US" sz="2000" b="1" i="1" dirty="0" err="1">
                <a:solidFill>
                  <a:schemeClr val="accent6">
                    <a:lumMod val="50000"/>
                  </a:schemeClr>
                </a:solidFill>
                <a:latin typeface="Kerala" pitchFamily="2" charset="0"/>
              </a:rPr>
              <a:t>f</a:t>
            </a:r>
            <a:r>
              <a:rPr lang="en-US" altLang="en-US" sz="2000" b="1" i="1" dirty="0" err="1">
                <a:solidFill>
                  <a:schemeClr val="accent6">
                    <a:lumMod val="50000"/>
                  </a:schemeClr>
                </a:solidFill>
                <a:latin typeface="MalayalamAbe" pitchFamily="18" charset="0"/>
              </a:rPr>
              <a:t>dSr</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Rekshakane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7" name="AutoShape 1033">
            <a:hlinkClick r:id="rId8" action="ppaction://hlinksldjump"/>
          </p:cNvPr>
          <p:cNvSpPr>
            <a:spLocks noChangeArrowheads="1"/>
          </p:cNvSpPr>
          <p:nvPr/>
        </p:nvSpPr>
        <p:spPr bwMode="auto">
          <a:xfrm>
            <a:off x="1080555" y="5372504"/>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cfUl</a:t>
            </a:r>
            <a:r>
              <a:rPr lang="en-US" altLang="en-US" sz="2000" b="1" i="1" dirty="0" err="1">
                <a:solidFill>
                  <a:schemeClr val="accent6">
                    <a:lumMod val="50000"/>
                  </a:schemeClr>
                </a:solidFill>
                <a:latin typeface="Kerala" pitchFamily="2" charset="0"/>
              </a:rPr>
              <a:t>v</a:t>
            </a:r>
            <a:r>
              <a:rPr lang="en-US" altLang="en-US" sz="2000" b="1" i="1" dirty="0" err="1">
                <a:solidFill>
                  <a:schemeClr val="accent6">
                    <a:lumMod val="50000"/>
                  </a:schemeClr>
                </a:solidFill>
                <a:latin typeface="MalayalamAbe" pitchFamily="18" charset="0"/>
              </a:rPr>
              <a:t>lSi</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Sathyaathmaave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8" name="AutoShape 1034">
            <a:hlinkClick r:id="rId9" action="ppaction://hlinksldjump"/>
          </p:cNvPr>
          <p:cNvSpPr>
            <a:spLocks noChangeArrowheads="1"/>
          </p:cNvSpPr>
          <p:nvPr/>
        </p:nvSpPr>
        <p:spPr bwMode="auto">
          <a:xfrm>
            <a:off x="6511241" y="3612293"/>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rPr>
              <a:t>dG</a:t>
            </a:r>
            <a:r>
              <a:rPr lang="en-US" altLang="en-US" sz="2000" b="1" i="1" dirty="0">
                <a:solidFill>
                  <a:schemeClr val="accent6">
                    <a:lumMod val="50000"/>
                  </a:schemeClr>
                </a:solidFill>
                <a:latin typeface="MalayalamAbe" pitchFamily="18" charset="0"/>
              </a:rPr>
              <a:t>\</a:t>
            </a:r>
            <a:r>
              <a:rPr lang="en-US" altLang="en-US" sz="2000" b="1" i="1" dirty="0" err="1">
                <a:solidFill>
                  <a:schemeClr val="accent6">
                    <a:lumMod val="50000"/>
                  </a:schemeClr>
                </a:solidFill>
                <a:latin typeface="MalayalamAbe" pitchFamily="18" charset="0"/>
              </a:rPr>
              <a:t>lSi</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9" name="AutoShape 1035">
            <a:hlinkClick r:id="rId10" action="ppaction://hlinksldjump"/>
          </p:cNvPr>
          <p:cNvSpPr>
            <a:spLocks noChangeArrowheads="1"/>
          </p:cNvSpPr>
          <p:nvPr/>
        </p:nvSpPr>
        <p:spPr bwMode="auto">
          <a:xfrm>
            <a:off x="6500355" y="4506230"/>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err="1">
                <a:solidFill>
                  <a:schemeClr val="accent6">
                    <a:lumMod val="50000"/>
                  </a:schemeClr>
                </a:solidFill>
                <a:latin typeface="MalayalamAbe" pitchFamily="18" charset="0"/>
                <a:hlinkClick r:id="rId10" action="ppaction://hlinksldjump">
                  <a:extLst>
                    <a:ext uri="{A12FA001-AC4F-418D-AE19-62706E023703}">
                      <ahyp:hlinkClr xmlns:ahyp="http://schemas.microsoft.com/office/drawing/2018/hyperlinkcolor" val="tx"/>
                    </a:ext>
                  </a:extLst>
                </a:hlinkClick>
              </a:rPr>
              <a:t>ckijSC</a:t>
            </a:r>
            <a:r>
              <a:rPr lang="en-US" altLang="en-US" sz="2000" b="1" i="1" dirty="0">
                <a:solidFill>
                  <a:schemeClr val="accent6">
                    <a:lumMod val="50000"/>
                  </a:schemeClr>
                </a:solidFill>
                <a:latin typeface="MalayalamAbe" pitchFamily="18" charset="0"/>
                <a:hlinkClick r:id="rId10" action="ppaction://hlinksldjump">
                  <a:extLst>
                    <a:ext uri="{A12FA001-AC4F-418D-AE19-62706E023703}">
                      <ahyp:hlinkClr xmlns:ahyp="http://schemas.microsoft.com/office/drawing/2018/hyperlinkcolor" val="tx"/>
                    </a:ext>
                  </a:extLst>
                </a:hlinkClick>
              </a:rPr>
              <a:t>&lt;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hlinkClick r:id="rId10" action="ppaction://hlinksldjump">
                  <a:extLst>
                    <a:ext uri="{A12FA001-AC4F-418D-AE19-62706E023703}">
                      <ahyp:hlinkClr xmlns:ahyp="http://schemas.microsoft.com/office/drawing/2018/hyperlinkcolor" val="tx"/>
                    </a:ext>
                  </a:extLst>
                </a:hlinkClick>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hlinkClick r:id="rId10" action="ppaction://hlinksldjump">
                  <a:extLst>
                    <a:ext uri="{A12FA001-AC4F-418D-AE19-62706E023703}">
                      <ahyp:hlinkClr xmlns:ahyp="http://schemas.microsoft.com/office/drawing/2018/hyperlinkcolor" val="tx"/>
                    </a:ext>
                  </a:extLst>
                </a:hlinkClick>
              </a:rPr>
              <a:t>Suvishesha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hlinkClick r:id="rId10" action="ppaction://hlinksldjump">
                  <a:extLst>
                    <a:ext uri="{A12FA001-AC4F-418D-AE19-62706E023703}">
                      <ahyp:hlinkClr xmlns:ahyp="http://schemas.microsoft.com/office/drawing/2018/hyperlinkcolor" val="tx"/>
                    </a:ext>
                  </a:extLst>
                </a:hlinkClick>
              </a:rPr>
              <a:t>)</a:t>
            </a:r>
            <a:endParaRPr lang="en-US" altLang="en-US" sz="2000" b="1" i="1" dirty="0">
              <a:solidFill>
                <a:schemeClr val="accent6">
                  <a:lumMod val="50000"/>
                </a:schemeClr>
              </a:solidFill>
              <a:latin typeface="MalayalamAbe" pitchFamily="18" charset="0"/>
            </a:endParaRPr>
          </a:p>
        </p:txBody>
      </p:sp>
      <p:sp>
        <p:nvSpPr>
          <p:cNvPr id="43020" name="AutoShape 1036">
            <a:hlinkClick r:id="rId11" action="ppaction://hlinksldjump"/>
          </p:cNvPr>
          <p:cNvSpPr>
            <a:spLocks noChangeArrowheads="1"/>
          </p:cNvSpPr>
          <p:nvPr/>
        </p:nvSpPr>
        <p:spPr bwMode="auto">
          <a:xfrm>
            <a:off x="6500355" y="5424052"/>
            <a:ext cx="4571999"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b="1" i="1" dirty="0">
                <a:solidFill>
                  <a:schemeClr val="accent6">
                    <a:lumMod val="50000"/>
                  </a:schemeClr>
                </a:solidFill>
                <a:latin typeface="MalayalamAbe" pitchFamily="18" charset="0"/>
                <a:hlinkClick r:id="rId11" action="ppaction://hlinksldjump">
                  <a:extLst>
                    <a:ext uri="{A12FA001-AC4F-418D-AE19-62706E023703}">
                      <ahyp:hlinkClr xmlns:ahyp="http://schemas.microsoft.com/office/drawing/2018/hyperlinkcolor" val="tx"/>
                    </a:ext>
                  </a:extLst>
                </a:hlinkClick>
              </a:rPr>
              <a:t> </a:t>
            </a:r>
            <a:r>
              <a:rPr lang="en-US" altLang="en-US" sz="2000" b="1" i="1" dirty="0" err="1">
                <a:solidFill>
                  <a:schemeClr val="accent6">
                    <a:lumMod val="50000"/>
                  </a:schemeClr>
                </a:solidFill>
                <a:latin typeface="MalayalamAbe" pitchFamily="18" charset="0"/>
                <a:hlinkClick r:id="rId11" action="ppaction://hlinksldjump">
                  <a:extLst>
                    <a:ext uri="{A12FA001-AC4F-418D-AE19-62706E023703}">
                      <ahyp:hlinkClr xmlns:ahyp="http://schemas.microsoft.com/office/drawing/2018/hyperlinkcolor" val="tx"/>
                    </a:ext>
                  </a:extLst>
                </a:hlinkClick>
              </a:rPr>
              <a:t>KeSpC</a:t>
            </a:r>
            <a:r>
              <a:rPr lang="en-US" altLang="en-US" sz="2000" b="1" i="1" dirty="0">
                <a:solidFill>
                  <a:schemeClr val="accent6">
                    <a:lumMod val="50000"/>
                  </a:schemeClr>
                </a:solidFill>
                <a:latin typeface="MalayalamAbe" pitchFamily="18" charset="0"/>
                <a:hlinkClick r:id="rId11" action="ppaction://hlinksldjump">
                  <a:extLst>
                    <a:ext uri="{A12FA001-AC4F-418D-AE19-62706E023703}">
                      <ahyp:hlinkClr xmlns:ahyp="http://schemas.microsoft.com/office/drawing/2018/hyperlinkcolor" val="tx"/>
                    </a:ext>
                  </a:extLst>
                </a:hlinkClick>
              </a:rPr>
              <a:t>;</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hlinkClick r:id="rId11" action="ppaction://hlinksldjump">
                  <a:extLst>
                    <a:ext uri="{A12FA001-AC4F-418D-AE19-62706E023703}">
                      <ahyp:hlinkClr xmlns:ahyp="http://schemas.microsoft.com/office/drawing/2018/hyperlinkcolor" val="tx"/>
                    </a:ext>
                  </a:extLst>
                </a:hlinkClick>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hlinkClick r:id="rId11" action="ppaction://hlinksldjump">
                  <a:extLst>
                    <a:ext uri="{A12FA001-AC4F-418D-AE19-62706E023703}">
                      <ahyp:hlinkClr xmlns:ahyp="http://schemas.microsoft.com/office/drawing/2018/hyperlinkcolor" val="tx"/>
                    </a:ext>
                  </a:extLst>
                </a:hlinkClick>
              </a:rPr>
              <a:t>Upadesham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hlinkClick r:id="rId11" action="ppaction://hlinksldjump">
                  <a:extLst>
                    <a:ext uri="{A12FA001-AC4F-418D-AE19-62706E023703}">
                      <ahyp:hlinkClr xmlns:ahyp="http://schemas.microsoft.com/office/drawing/2018/hyperlinkcolor" val="tx"/>
                    </a:ext>
                  </a:extLst>
                </a:hlinkClick>
              </a:rPr>
              <a:t>)</a:t>
            </a:r>
            <a:endParaRPr lang="en-US" altLang="en-US" sz="2000" b="1" i="1" dirty="0">
              <a:solidFill>
                <a:schemeClr val="accent6">
                  <a:lumMod val="50000"/>
                </a:schemeClr>
              </a:solidFill>
              <a:latin typeface="MalayalamAbe" pitchFamily="18" charset="0"/>
            </a:endParaRPr>
          </a:p>
        </p:txBody>
      </p:sp>
      <p:sp>
        <p:nvSpPr>
          <p:cNvPr id="2" name="AutoShape 1034">
            <a:hlinkClick r:id="rId12" action="ppaction://hlinksldjump"/>
            <a:extLst>
              <a:ext uri="{FF2B5EF4-FFF2-40B4-BE49-F238E27FC236}">
                <a16:creationId xmlns:a16="http://schemas.microsoft.com/office/drawing/2014/main" id="{389FF4B8-D9DC-5089-9D56-7C7B449AEF61}"/>
              </a:ext>
            </a:extLst>
          </p:cNvPr>
          <p:cNvSpPr>
            <a:spLocks noChangeArrowheads="1"/>
          </p:cNvSpPr>
          <p:nvPr/>
        </p:nvSpPr>
        <p:spPr bwMode="auto">
          <a:xfrm>
            <a:off x="6511241" y="1836718"/>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t"/>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kern="0" dirty="0">
                <a:ln w="1905"/>
                <a:solidFill>
                  <a:schemeClr val="accent6">
                    <a:lumMod val="50000"/>
                  </a:schemeClr>
                </a:solidFill>
                <a:effectLst>
                  <a:innerShdw blurRad="69850" dist="43180" dir="5400000">
                    <a:srgbClr val="000000">
                      <a:alpha val="65000"/>
                    </a:srgbClr>
                  </a:innerShdw>
                </a:effectLst>
                <a:latin typeface="+mn-lt"/>
                <a:ea typeface="Ebrima" pitchFamily="2" charset="0"/>
                <a:cs typeface="Calibri" pitchFamily="34" charset="0"/>
              </a:rPr>
              <a:t>നിങ്കലേക്ക്</a:t>
            </a:r>
            <a:r>
              <a:rPr lang="ml-IN" altLang="en-US" sz="2000" b="1" i="1" kern="0" dirty="0">
                <a:ln w="1905"/>
                <a:solidFill>
                  <a:schemeClr val="accent6">
                    <a:lumMod val="50000"/>
                  </a:schemeClr>
                </a:solidFill>
                <a:effectLst>
                  <a:innerShdw blurRad="69850" dist="43180" dir="5400000">
                    <a:srgbClr val="000000">
                      <a:alpha val="65000"/>
                    </a:srgbClr>
                  </a:innerShdw>
                </a:effectLst>
                <a:latin typeface="+mn-lt"/>
                <a:ea typeface="Ebrima" pitchFamily="2" charset="0"/>
                <a:cs typeface="Calibri" pitchFamily="34" charset="0"/>
              </a:rPr>
              <a:t> </a:t>
            </a:r>
            <a:r>
              <a:rPr lang="en-US" altLang="en-US" sz="2000" b="1" i="1" kern="0" dirty="0">
                <a:ln w="1905"/>
                <a:solidFill>
                  <a:schemeClr val="accent6">
                    <a:lumMod val="50000"/>
                  </a:schemeClr>
                </a:solidFill>
                <a:effectLst>
                  <a:innerShdw blurRad="69850" dist="43180" dir="5400000">
                    <a:srgbClr val="000000">
                      <a:alpha val="65000"/>
                    </a:srgbClr>
                  </a:innerShdw>
                </a:effectLst>
                <a:latin typeface="MalayalamAbe" pitchFamily="18" charset="0"/>
                <a:ea typeface="Ebrima" pitchFamily="2" charset="0"/>
                <a:cs typeface="Calibri" pitchFamily="34" charset="0"/>
              </a:rPr>
              <a:t>            </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Ningalilekku</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3" name="TextBox 2">
            <a:extLst>
              <a:ext uri="{FF2B5EF4-FFF2-40B4-BE49-F238E27FC236}">
                <a16:creationId xmlns:a16="http://schemas.microsoft.com/office/drawing/2014/main" id="{618DC193-19DA-D252-402E-1204C7B5F74C}"/>
              </a:ext>
            </a:extLst>
          </p:cNvPr>
          <p:cNvSpPr txBox="1"/>
          <p:nvPr/>
        </p:nvSpPr>
        <p:spPr>
          <a:xfrm>
            <a:off x="8432081" y="987769"/>
            <a:ext cx="2424810" cy="461665"/>
          </a:xfrm>
          <a:prstGeom prst="rect">
            <a:avLst/>
          </a:prstGeom>
          <a:noFill/>
        </p:spPr>
        <p:txBody>
          <a:bodyPr wrap="square" rtlCol="0">
            <a:spAutoFit/>
          </a:bodyPr>
          <a:lstStyle/>
          <a:p>
            <a:r>
              <a:rPr lang="en-US" b="1" i="1" dirty="0">
                <a:solidFill>
                  <a:schemeClr val="accent6">
                    <a:lumMod val="50000"/>
                  </a:schemeClr>
                </a:solidFill>
                <a:latin typeface="Calibri" panose="020F0502020204030204" pitchFamily="34" charset="0"/>
                <a:cs typeface="Calibri" panose="020F0502020204030204" pitchFamily="34" charset="0"/>
              </a:rPr>
              <a:t>OR</a:t>
            </a:r>
          </a:p>
        </p:txBody>
      </p:sp>
      <p:sp>
        <p:nvSpPr>
          <p:cNvPr id="5" name="TextBox 4">
            <a:extLst>
              <a:ext uri="{FF2B5EF4-FFF2-40B4-BE49-F238E27FC236}">
                <a16:creationId xmlns:a16="http://schemas.microsoft.com/office/drawing/2014/main" id="{3EF65FA3-8F29-FFE0-0AEA-A69BC584C5A8}"/>
              </a:ext>
            </a:extLst>
          </p:cNvPr>
          <p:cNvSpPr txBox="1"/>
          <p:nvPr/>
        </p:nvSpPr>
        <p:spPr>
          <a:xfrm>
            <a:off x="8432081" y="2808638"/>
            <a:ext cx="2424810" cy="461665"/>
          </a:xfrm>
          <a:prstGeom prst="rect">
            <a:avLst/>
          </a:prstGeom>
          <a:noFill/>
        </p:spPr>
        <p:txBody>
          <a:bodyPr wrap="square" rtlCol="0">
            <a:spAutoFit/>
          </a:bodyPr>
          <a:lstStyle/>
          <a:p>
            <a:r>
              <a:rPr lang="en-US" b="1" i="1" dirty="0">
                <a:solidFill>
                  <a:schemeClr val="accent6">
                    <a:lumMod val="50000"/>
                  </a:schemeClr>
                </a:solidFill>
                <a:latin typeface="Calibri" panose="020F0502020204030204" pitchFamily="34" charset="0"/>
                <a:cs typeface="Calibri" panose="020F0502020204030204" pitchFamily="34" charset="0"/>
              </a:rPr>
              <a:t>OR</a:t>
            </a:r>
          </a:p>
        </p:txBody>
      </p:sp>
      <p:sp>
        <p:nvSpPr>
          <p:cNvPr id="14" name="Rectangle 13">
            <a:extLst>
              <a:ext uri="{FF2B5EF4-FFF2-40B4-BE49-F238E27FC236}">
                <a16:creationId xmlns:a16="http://schemas.microsoft.com/office/drawing/2014/main" id="{9D59318A-CD7A-A503-5F52-6BF77ECBC8DA}"/>
              </a:ext>
            </a:extLst>
          </p:cNvPr>
          <p:cNvSpPr/>
          <p:nvPr/>
        </p:nvSpPr>
        <p:spPr>
          <a:xfrm>
            <a:off x="6387353" y="1694335"/>
            <a:ext cx="4829577" cy="944803"/>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
        <p:nvSpPr>
          <p:cNvPr id="15" name="Rectangle 14">
            <a:extLst>
              <a:ext uri="{FF2B5EF4-FFF2-40B4-BE49-F238E27FC236}">
                <a16:creationId xmlns:a16="http://schemas.microsoft.com/office/drawing/2014/main" id="{F894ED4F-B1A8-F0A9-987C-91195AE0356C}"/>
              </a:ext>
            </a:extLst>
          </p:cNvPr>
          <p:cNvSpPr/>
          <p:nvPr/>
        </p:nvSpPr>
        <p:spPr>
          <a:xfrm>
            <a:off x="929994" y="771959"/>
            <a:ext cx="4829577" cy="5500051"/>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
        <p:nvSpPr>
          <p:cNvPr id="16" name="Rectangle 15">
            <a:extLst>
              <a:ext uri="{FF2B5EF4-FFF2-40B4-BE49-F238E27FC236}">
                <a16:creationId xmlns:a16="http://schemas.microsoft.com/office/drawing/2014/main" id="{215CC657-900B-AC58-B761-A4AE163218BB}"/>
              </a:ext>
            </a:extLst>
          </p:cNvPr>
          <p:cNvSpPr/>
          <p:nvPr/>
        </p:nvSpPr>
        <p:spPr>
          <a:xfrm>
            <a:off x="6387352" y="3408129"/>
            <a:ext cx="4829577" cy="2838123"/>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Tree>
    <p:extLst>
      <p:ext uri="{BB962C8B-B14F-4D97-AF65-F5344CB8AC3E}">
        <p14:creationId xmlns:p14="http://schemas.microsoft.com/office/powerpoint/2010/main" val="345480470"/>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139630" y="148001"/>
            <a:ext cx="5688701" cy="3429000"/>
          </a:xfrm>
        </p:spPr>
        <p:txBody>
          <a:bodyPr anchor="ctr">
            <a:noAutofit/>
          </a:bodyPr>
          <a:lstStyle/>
          <a:p>
            <a:pPr eaLnBrk="1" hangingPunct="1">
              <a:lnSpc>
                <a:spcPts val="3420"/>
              </a:lnSpc>
            </a:pPr>
            <a:r>
              <a:rPr lang="en-US" altLang="en-US" sz="3600" b="1" dirty="0" err="1">
                <a:latin typeface="MalayalamAbe" pitchFamily="18" charset="0"/>
              </a:rPr>
              <a:t>sspi</a:t>
            </a:r>
            <a:r>
              <a:rPr lang="en-US" altLang="en-US" sz="3600" b="1" dirty="0">
                <a:latin typeface="MalayalamAbe" pitchFamily="18" charset="0"/>
              </a:rPr>
              <a:t>\</a:t>
            </a:r>
            <a:r>
              <a:rPr lang="en-US" altLang="en-US" sz="3600" b="1" dirty="0" err="1">
                <a:latin typeface="MalayalamAbe" pitchFamily="18" charset="0"/>
              </a:rPr>
              <a:t>jR</a:t>
            </a:r>
            <a:r>
              <a:rPr lang="en-US" altLang="en-US" sz="3600" b="1" dirty="0">
                <a:latin typeface="MalayalamAbe" pitchFamily="18" charset="0"/>
              </a:rPr>
              <a:t> </a:t>
            </a:r>
            <a:r>
              <a:rPr lang="en-US" altLang="en-US" sz="3600" b="1" dirty="0" err="1">
                <a:latin typeface="MalayalamAbe" pitchFamily="18" charset="0"/>
              </a:rPr>
              <a:t>ckijSC</a:t>
            </a:r>
            <a:r>
              <a:rPr lang="en-US" altLang="en-US" sz="3600" b="1" dirty="0">
                <a:latin typeface="MalayalamAbe" pitchFamily="18" charset="0"/>
              </a:rPr>
              <a:t>&lt;; </a:t>
            </a:r>
            <a:r>
              <a:rPr lang="ml-IN" altLang="en-US" sz="3600" b="1" dirty="0">
                <a:latin typeface="MalayalamAbe" pitchFamily="18" charset="0"/>
              </a:rPr>
              <a:t>-</a:t>
            </a:r>
            <a:r>
              <a:rPr lang="en-US" altLang="en-US" sz="3600" b="1" dirty="0" err="1">
                <a:latin typeface="MalayalamAbe" pitchFamily="18" charset="0"/>
              </a:rPr>
              <a:t>ijhafjuluk</a:t>
            </a:r>
            <a:r>
              <a:rPr lang="en-US" altLang="en-US" sz="3600" b="1" dirty="0">
                <a:latin typeface="MalayalamAbe" pitchFamily="18" charset="0"/>
              </a:rPr>
              <a:t>=</a:t>
            </a:r>
            <a:r>
              <a:rPr lang="en-US" altLang="en-US" sz="3600" b="1" dirty="0" err="1">
                <a:latin typeface="MalayalamAbe" pitchFamily="18" charset="0"/>
              </a:rPr>
              <a:t>fk</a:t>
            </a:r>
            <a:r>
              <a:rPr lang="ml-IN" altLang="en-US" sz="3600" b="1" dirty="0">
                <a:latin typeface="MalayalamAbe" pitchFamily="18" charset="0"/>
              </a:rPr>
              <a:t>-</a:t>
            </a:r>
            <a:r>
              <a:rPr lang="en-US" altLang="en-US" sz="3600" b="1" dirty="0">
                <a:latin typeface="MalayalamAbe" pitchFamily="18" charset="0"/>
              </a:rPr>
              <a:t> </a:t>
            </a:r>
            <a:r>
              <a:rPr lang="en-US" altLang="en-US" sz="3600" b="1" dirty="0" err="1">
                <a:latin typeface="MalayalamAbe" pitchFamily="18" charset="0"/>
              </a:rPr>
              <a:t>plr</a:t>
            </a:r>
            <a:r>
              <a:rPr lang="en-US" altLang="en-US" sz="3600" b="1" dirty="0">
                <a:latin typeface="MalayalamAbe" pitchFamily="18" charset="0"/>
              </a:rPr>
              <a:t>; T -</a:t>
            </a:r>
            <a:r>
              <a:rPr lang="en-US" altLang="en-US" sz="3600" b="1" dirty="0" err="1">
                <a:latin typeface="MalayalamAbe" pitchFamily="18" charset="0"/>
              </a:rPr>
              <a:t>ffjCu</a:t>
            </a:r>
            <a:r>
              <a:rPr lang="en-US" altLang="en-US" sz="3600" b="1" dirty="0">
                <a:latin typeface="MalayalamAbe" pitchFamily="18" charset="0"/>
              </a:rPr>
              <a:t>; </a:t>
            </a:r>
            <a:r>
              <a:rPr lang="en-US" altLang="en-US" sz="3600" b="1" dirty="0" err="1">
                <a:latin typeface="MalayalamAbe" pitchFamily="18" charset="0"/>
              </a:rPr>
              <a:t>zknSayJMk</a:t>
            </a:r>
            <a:r>
              <a:rPr lang="en-US" altLang="en-US" sz="3600" b="1" dirty="0">
                <a:latin typeface="MalayalamAbe" pitchFamily="18" charset="0"/>
              </a:rPr>
              <a:t>=f[ </a:t>
            </a:r>
            <a:r>
              <a:rPr lang="ml-IN" altLang="en-US" sz="3600" b="1" dirty="0">
                <a:latin typeface="MalayalamAbe" pitchFamily="18" charset="0"/>
              </a:rPr>
              <a:t>-</a:t>
            </a:r>
            <a:r>
              <a:rPr lang="en-US" altLang="en-US" sz="3600" b="1" dirty="0">
                <a:latin typeface="MalayalamAbe" pitchFamily="18" charset="0"/>
              </a:rPr>
              <a:t> </a:t>
            </a:r>
            <a:r>
              <a:rPr lang="en-US" altLang="en-US" sz="3600" b="1" dirty="0" err="1">
                <a:latin typeface="MalayalamAbe" pitchFamily="18" charset="0"/>
              </a:rPr>
              <a:t>SfSr</a:t>
            </a:r>
            <a:r>
              <a:rPr lang="en-US" altLang="en-US" sz="3600" b="1" dirty="0">
                <a:latin typeface="MalayalamAbe" pitchFamily="18" charset="0"/>
              </a:rPr>
              <a:t>)</a:t>
            </a:r>
            <a:r>
              <a:rPr lang="en-US" altLang="en-US" sz="3600" b="1" dirty="0" err="1">
                <a:latin typeface="MalayalamAbe" pitchFamily="18" charset="0"/>
              </a:rPr>
              <a:t>lX</a:t>
            </a:r>
            <a:r>
              <a:rPr lang="en-US" altLang="en-US" sz="3600" b="1" dirty="0">
                <a:latin typeface="MalayalamAbe" pitchFamily="18" charset="0"/>
              </a:rPr>
              <a:t> rh^ </a:t>
            </a:r>
            <a:r>
              <a:rPr lang="en-US" altLang="en-US" sz="3600" b="1" dirty="0" err="1">
                <a:latin typeface="MalayalamAbe" pitchFamily="18" charset="0"/>
              </a:rPr>
              <a:t>gc</a:t>
            </a:r>
            <a:r>
              <a:rPr lang="en-US" altLang="en-US" sz="3600" b="1" dirty="0">
                <a:latin typeface="MalayalamAbe" pitchFamily="18" charset="0"/>
              </a:rPr>
              <a:t>;</a:t>
            </a:r>
            <a:r>
              <a:rPr lang="ml-IN" altLang="en-US" sz="3600" b="1" dirty="0">
                <a:latin typeface="MalayalamAbe" pitchFamily="18" charset="0"/>
              </a:rPr>
              <a:t>-</a:t>
            </a:r>
            <a:r>
              <a:rPr lang="en-US" altLang="en-US" sz="3600" b="1" dirty="0">
                <a:latin typeface="MalayalamAbe" pitchFamily="18" charset="0"/>
              </a:rPr>
              <a:t> </a:t>
            </a:r>
            <a:r>
              <a:rPr lang="en-US" altLang="en-US" sz="3600" b="1" dirty="0" err="1">
                <a:latin typeface="MalayalamAbe" pitchFamily="18" charset="0"/>
              </a:rPr>
              <a:t>Lfjrk!k</a:t>
            </a:r>
            <a:r>
              <a:rPr lang="en-US" altLang="en-US" sz="3600" b="1" dirty="0">
                <a:latin typeface="MalayalamAbe" pitchFamily="18" charset="0"/>
              </a:rPr>
              <a:t> -</a:t>
            </a:r>
            <a:r>
              <a:rPr lang="en-US" altLang="en-US" sz="3600" b="1" dirty="0" err="1">
                <a:latin typeface="MalayalamAbe" pitchFamily="18" charset="0"/>
              </a:rPr>
              <a:t>rjC</a:t>
            </a:r>
            <a:r>
              <a:rPr lang="en-US" altLang="en-US" sz="3600" b="1" dirty="0">
                <a:latin typeface="MalayalamAbe" pitchFamily="18" charset="0"/>
              </a:rPr>
              <a:t>[vu;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ek&lt;[</a:t>
            </a:r>
            <a:r>
              <a:rPr lang="en-US" altLang="en-US" sz="3600" b="1" dirty="0" err="1">
                <a:latin typeface="MalayalamAbe" pitchFamily="18" charset="0"/>
              </a:rPr>
              <a:t>ean</a:t>
            </a:r>
            <a:r>
              <a:rPr lang="en-US" altLang="en-US" sz="3600" b="1" dirty="0">
                <a:latin typeface="MalayalamAbe" pitchFamily="18" charset="0"/>
              </a:rPr>
              <a:t>; - Q/ah^</a:t>
            </a:r>
          </a:p>
        </p:txBody>
      </p:sp>
      <p:sp>
        <p:nvSpPr>
          <p:cNvPr id="45059" name="AutoShape 6">
            <a:hlinkClick r:id="rId2" action="ppaction://hlinksldjump"/>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
        <p:nvSpPr>
          <p:cNvPr id="5" name="Text Box 2">
            <a:extLst>
              <a:ext uri="{FF2B5EF4-FFF2-40B4-BE49-F238E27FC236}">
                <a16:creationId xmlns:a16="http://schemas.microsoft.com/office/drawing/2014/main" id="{4384D1FE-DAC5-4590-B259-F76365543085}"/>
              </a:ext>
            </a:extLst>
          </p:cNvPr>
          <p:cNvSpPr txBox="1">
            <a:spLocks noChangeArrowheads="1"/>
          </p:cNvSpPr>
          <p:nvPr/>
        </p:nvSpPr>
        <p:spPr bwMode="auto">
          <a:xfrm>
            <a:off x="6235630" y="194609"/>
            <a:ext cx="5688701" cy="3410144"/>
          </a:xfrm>
          <a:prstGeom prst="rect">
            <a:avLst/>
          </a:prstGeom>
          <a:noFill/>
          <a:ln w="9525">
            <a:noFill/>
            <a:miter lim="800000"/>
            <a:headEnd/>
            <a:tailEnd/>
          </a:ln>
          <a:effectLst/>
        </p:spPr>
        <p:txBody>
          <a:bodyPr wrap="square" lIns="111402" tIns="55743" rIns="111402" bIns="55743">
            <a:spAutoFit/>
          </a:bodyPr>
          <a:lstStyle/>
          <a:p>
            <a:pPr algn="ctr">
              <a:lnSpc>
                <a:spcPts val="3699"/>
              </a:lnSpc>
              <a:spcBef>
                <a:spcPts val="0"/>
              </a:spcBef>
            </a:pPr>
            <a:r>
              <a:rPr lang="en-US" sz="2800" b="1" kern="0" dirty="0" err="1">
                <a:latin typeface="Calibri" pitchFamily="34" charset="0"/>
                <a:ea typeface="Ebrima" pitchFamily="2" charset="0"/>
                <a:cs typeface="Calibri" pitchFamily="34" charset="0"/>
              </a:rPr>
              <a:t>Daivathin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suvishesham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vila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mathiyaath-ullhathu</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Daanam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ith-athishayam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gunham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erreett-ullhathu</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Thenekkaal</a:t>
            </a:r>
            <a:r>
              <a:rPr lang="en-US" sz="2800" b="1" kern="0" dirty="0">
                <a:latin typeface="Calibri" pitchFamily="34" charset="0"/>
                <a:ea typeface="Ebrima" pitchFamily="2" charset="0"/>
                <a:cs typeface="Calibri" pitchFamily="34" charset="0"/>
              </a:rPr>
              <a:t> nalla </a:t>
            </a:r>
            <a:r>
              <a:rPr lang="en-US" sz="2800" b="1" kern="0" dirty="0" err="1">
                <a:latin typeface="Calibri" pitchFamily="34" charset="0"/>
                <a:ea typeface="Ebrima" pitchFamily="2" charset="0"/>
                <a:cs typeface="Calibri" pitchFamily="34" charset="0"/>
              </a:rPr>
              <a:t>resam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athinundu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nishchayam</a:t>
            </a:r>
            <a:r>
              <a:rPr lang="en-US" sz="2800" b="1" kern="0" dirty="0">
                <a:latin typeface="Calibri" pitchFamily="34" charset="0"/>
                <a:ea typeface="Ebrima" pitchFamily="2" charset="0"/>
                <a:cs typeface="Calibri" pitchFamily="34" charset="0"/>
              </a:rPr>
              <a:t> - Hallelujah </a:t>
            </a:r>
            <a:r>
              <a:rPr lang="en-US" sz="2800" b="1" kern="0" dirty="0" err="1">
                <a:latin typeface="Calibri" pitchFamily="34" charset="0"/>
                <a:ea typeface="Ebrima" pitchFamily="2" charset="0"/>
                <a:cs typeface="Calibri" pitchFamily="34" charset="0"/>
              </a:rPr>
              <a:t>oo</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pushpa-manham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oppam-alla</a:t>
            </a:r>
            <a:endParaRPr lang="en-US" sz="2800"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AD256DFF-363C-CEE3-2A5C-4D844A3656BC}"/>
              </a:ext>
            </a:extLst>
          </p:cNvPr>
          <p:cNvSpPr txBox="1"/>
          <p:nvPr/>
        </p:nvSpPr>
        <p:spPr>
          <a:xfrm>
            <a:off x="772732" y="4605139"/>
            <a:ext cx="10386567" cy="1477328"/>
          </a:xfrm>
          <a:prstGeom prst="rect">
            <a:avLst/>
          </a:prstGeom>
          <a:noFill/>
        </p:spPr>
        <p:txBody>
          <a:bodyPr wrap="square">
            <a:spAutoFit/>
          </a:bodyPr>
          <a:lstStyle/>
          <a:p>
            <a:pPr algn="ctr"/>
            <a:r>
              <a:rPr lang="en-US" sz="3000" b="1" i="1" u="none" strike="noStrike" dirty="0">
                <a:effectLst/>
                <a:latin typeface="+mn-lt"/>
                <a:cs typeface="Times New Roman" panose="02020603050405020304" pitchFamily="18" charset="0"/>
              </a:rPr>
              <a:t>The gospel of God, precious and priceless - </a:t>
            </a:r>
            <a:r>
              <a:rPr lang="en-US" sz="3000" b="1" i="1" dirty="0">
                <a:latin typeface="+mn-lt"/>
                <a:cs typeface="Times New Roman" panose="02020603050405020304" pitchFamily="18" charset="0"/>
              </a:rPr>
              <a:t>A wondrous gift of great virtue - It is surely sweeter than honey -  Hallelujah O Hallelujah - </a:t>
            </a:r>
            <a:r>
              <a:rPr lang="en-US" sz="3000" b="1" i="1" u="none" strike="noStrike" dirty="0">
                <a:effectLst/>
                <a:latin typeface="+mn-lt"/>
                <a:cs typeface="Times New Roman" panose="02020603050405020304" pitchFamily="18" charset="0"/>
              </a:rPr>
              <a:t>No flower’s fragrance compares</a:t>
            </a:r>
            <a:endParaRPr lang="en-US" sz="3000" b="1" i="1" dirty="0">
              <a:latin typeface="+mn-lt"/>
              <a:cs typeface="Times New Roman" panose="02020603050405020304" pitchFamily="18" charset="0"/>
            </a:endParaRPr>
          </a:p>
        </p:txBody>
      </p:sp>
      <p:sp>
        <p:nvSpPr>
          <p:cNvPr id="2" name="TextBox 1">
            <a:extLst>
              <a:ext uri="{FF2B5EF4-FFF2-40B4-BE49-F238E27FC236}">
                <a16:creationId xmlns:a16="http://schemas.microsoft.com/office/drawing/2014/main" id="{B70F64AC-2DF9-ACF2-3A6A-0214CEF9838B}"/>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A7E9E1F2-7B79-8428-FE4A-6B48EC215A56}"/>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ctrTitle"/>
          </p:nvPr>
        </p:nvSpPr>
        <p:spPr>
          <a:xfrm>
            <a:off x="137566" y="258239"/>
            <a:ext cx="5567320" cy="3429000"/>
          </a:xfrm>
        </p:spPr>
        <p:txBody>
          <a:bodyPr anchor="ctr">
            <a:noAutofit/>
          </a:bodyPr>
          <a:lstStyle/>
          <a:p>
            <a:pPr eaLnBrk="1" hangingPunct="1"/>
            <a:r>
              <a:rPr lang="en-US" altLang="en-US" sz="3600" b="1" dirty="0">
                <a:latin typeface="MalayalamAbe" pitchFamily="18" charset="0"/>
              </a:rPr>
              <a:t>d{e </a:t>
            </a:r>
            <a:r>
              <a:rPr lang="en-US" altLang="en-US" sz="3600" b="1" dirty="0" err="1">
                <a:latin typeface="MalayalamAbe" pitchFamily="18" charset="0"/>
              </a:rPr>
              <a:t>f#jH</a:t>
            </a:r>
            <a:r>
              <a:rPr lang="en-US" altLang="en-US" sz="3600" b="1" dirty="0">
                <a:latin typeface="MalayalamAbe" pitchFamily="18" charset="0"/>
              </a:rPr>
              <a:t> </a:t>
            </a:r>
            <a:r>
              <a:rPr lang="en-US" altLang="en-US" sz="3600" b="1" dirty="0" err="1">
                <a:latin typeface="MalayalamAbe" pitchFamily="18" charset="0"/>
              </a:rPr>
              <a:t>ixgk</a:t>
            </a:r>
            <a:r>
              <a:rPr lang="en-US" altLang="en-US" sz="3600" b="1" dirty="0">
                <a:latin typeface="MalayalamAbe" pitchFamily="18" charset="0"/>
              </a:rPr>
              <a:t># - :</a:t>
            </a:r>
            <a:r>
              <a:rPr lang="en-US" altLang="en-US" sz="3600" b="1" dirty="0" err="1">
                <a:latin typeface="Kerala" pitchFamily="2" charset="0"/>
              </a:rPr>
              <a:t>v</a:t>
            </a:r>
            <a:r>
              <a:rPr lang="en-US" altLang="en-US" sz="3600" b="1" dirty="0" err="1">
                <a:latin typeface="MalayalamAbe" pitchFamily="18" charset="0"/>
              </a:rPr>
              <a:t>lijfjR</a:t>
            </a:r>
            <a:r>
              <a:rPr lang="en-US" altLang="en-US" sz="3600" b="1" dirty="0">
                <a:latin typeface="MalayalamAbe" pitchFamily="18" charset="0"/>
              </a:rPr>
              <a:t> </a:t>
            </a:r>
            <a:r>
              <a:rPr lang="en-US" altLang="en-US" sz="3600" b="1" dirty="0" err="1">
                <a:latin typeface="MalayalamAbe" pitchFamily="18" charset="0"/>
              </a:rPr>
              <a:t>gcayjuk</a:t>
            </a:r>
            <a:r>
              <a:rPr lang="en-US" altLang="en-US" sz="3600" b="1" dirty="0">
                <a:latin typeface="MalayalamAbe" pitchFamily="18" charset="0"/>
              </a:rPr>
              <a:t>; </a:t>
            </a:r>
            <a:r>
              <a:rPr lang="en-US" altLang="en-US" sz="3600" b="1" dirty="0" err="1">
                <a:latin typeface="MalayalamAbe" pitchFamily="18" charset="0"/>
              </a:rPr>
              <a:t>pk</a:t>
            </a:r>
            <a:r>
              <a:rPr lang="en-US" altLang="en-US" sz="3600" b="1" dirty="0" err="1">
                <a:latin typeface="Kerala" pitchFamily="2" charset="0"/>
              </a:rPr>
              <a:t>:</a:t>
            </a:r>
            <a:r>
              <a:rPr lang="en-US" altLang="en-US" sz="3600" b="1" dirty="0" err="1">
                <a:latin typeface="MalayalamAbe" pitchFamily="18" charset="0"/>
              </a:rPr>
              <a:t>D</a:t>
            </a:r>
            <a:r>
              <a:rPr lang="en-US" altLang="en-US" sz="3600" b="1" dirty="0">
                <a:latin typeface="MalayalamAbe" pitchFamily="18" charset="0"/>
              </a:rPr>
              <a:t>; </a:t>
            </a:r>
            <a:r>
              <a:rPr lang="en-US" altLang="en-US" sz="3600" b="1" dirty="0" err="1">
                <a:latin typeface="MalayalamAbe" pitchFamily="18" charset="0"/>
              </a:rPr>
              <a:t>eo</a:t>
            </a:r>
            <a:r>
              <a:rPr lang="en-US" altLang="en-US" sz="3600" b="1" dirty="0">
                <a:latin typeface="MalayalamAbe" pitchFamily="18" charset="0"/>
              </a:rPr>
              <a:t> - !</a:t>
            </a:r>
            <a:r>
              <a:rPr lang="en-US" altLang="en-US" sz="3600" b="1" dirty="0" err="1">
                <a:latin typeface="MalayalamAbe" pitchFamily="18" charset="0"/>
              </a:rPr>
              <a:t>l</a:t>
            </a:r>
            <a:r>
              <a:rPr lang="en-US" altLang="en-US" sz="3600" b="1" dirty="0" err="1">
                <a:latin typeface="Kerala" pitchFamily="2" charset="0"/>
              </a:rPr>
              <a:t>v</a:t>
            </a:r>
            <a:r>
              <a:rPr lang="en-US" altLang="en-US" sz="3600" b="1" dirty="0" err="1">
                <a:latin typeface="MalayalamAbe" pitchFamily="18" charset="0"/>
              </a:rPr>
              <a:t>lik</a:t>
            </a:r>
            <a:r>
              <a:rPr lang="en-US" altLang="en-US" sz="3600" b="1" dirty="0">
                <a:latin typeface="MalayalamAbe" pitchFamily="18" charset="0"/>
              </a:rPr>
              <a:t>; </a:t>
            </a:r>
            <a:r>
              <a:rPr lang="en-US" altLang="en-US" sz="3600" b="1" dirty="0" err="1">
                <a:latin typeface="MalayalamAbe" pitchFamily="18" charset="0"/>
              </a:rPr>
              <a:t>cS%l</a:t>
            </a:r>
            <a:r>
              <a:rPr lang="en-US" altLang="en-US" sz="3600" b="1" dirty="0">
                <a:latin typeface="MalayalamAbe" pitchFamily="18" charset="0"/>
              </a:rPr>
              <a:t>&lt;; </a:t>
            </a:r>
            <a:r>
              <a:rPr lang="en-US" altLang="en-US" sz="3600" b="1" dirty="0" err="1">
                <a:latin typeface="MalayalamAbe" pitchFamily="18" charset="0"/>
              </a:rPr>
              <a:t>Yelej</a:t>
            </a:r>
            <a:r>
              <a:rPr lang="en-US" altLang="en-US" sz="3600" b="1" dirty="0">
                <a:latin typeface="MalayalamAbe" pitchFamily="18" charset="0"/>
              </a:rPr>
              <a:t>)k; - </a:t>
            </a:r>
            <a:r>
              <a:rPr lang="en-US" altLang="en-US" sz="3600" b="1" dirty="0" err="1">
                <a:latin typeface="MalayalamAbe" pitchFamily="18" charset="0"/>
              </a:rPr>
              <a:t>Tfk</a:t>
            </a:r>
            <a:r>
              <a:rPr lang="en-US" altLang="en-US" sz="3600" b="1" dirty="0">
                <a:latin typeface="MalayalamAbe" pitchFamily="18" charset="0"/>
              </a:rPr>
              <a:t> </a:t>
            </a:r>
            <a:r>
              <a:rPr lang="en-US" altLang="en-US" sz="3600" b="1" dirty="0" err="1">
                <a:latin typeface="MalayalamAbe" pitchFamily="18" charset="0"/>
              </a:rPr>
              <a:t>aoh</a:t>
            </a:r>
            <a:r>
              <a:rPr lang="en-US" altLang="en-US" sz="3600" b="1" dirty="0">
                <a:latin typeface="MalayalamAbe" pitchFamily="18" charset="0"/>
              </a:rPr>
              <a:t>; </a:t>
            </a:r>
            <a:r>
              <a:rPr lang="en-US" altLang="en-US" sz="3600" b="1" dirty="0" err="1">
                <a:latin typeface="MalayalamAbe" pitchFamily="18" charset="0"/>
              </a:rPr>
              <a:t>ijCIlcj</a:t>
            </a:r>
            <a:r>
              <a:rPr lang="en-US" altLang="en-US" sz="3600" b="1" dirty="0">
                <a:latin typeface="MalayalamAbe" pitchFamily="18" charset="0"/>
              </a:rPr>
              <a:t> </a:t>
            </a:r>
            <a:r>
              <a:rPr lang="en-US" altLang="en-US" sz="3600" b="1" dirty="0" err="1">
                <a:latin typeface="MalayalamAbe" pitchFamily="18" charset="0"/>
              </a:rPr>
              <a:t>Salvr</a:t>
            </a:r>
            <a:r>
              <a:rPr lang="en-US" altLang="en-US" sz="3600" b="1" dirty="0">
                <a:latin typeface="MalayalamAbe" pitchFamily="18" charset="0"/>
              </a:rPr>
              <a:t>; - </a:t>
            </a:r>
            <a:r>
              <a:rPr lang="en-US" altLang="en-US" sz="3600" b="1" dirty="0" err="1">
                <a:latin typeface="MalayalamAbe" pitchFamily="18" charset="0"/>
              </a:rPr>
              <a:t>Srmk#k</a:t>
            </a:r>
            <a:r>
              <a:rPr lang="en-US" altLang="en-US" sz="3600" b="1" dirty="0">
                <a:latin typeface="MalayalamAbe" pitchFamily="18" charset="0"/>
              </a:rPr>
              <a:t>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cIG</a:t>
            </a:r>
            <a:r>
              <a:rPr lang="en-US" altLang="en-US" sz="3600" b="1" dirty="0" err="1">
                <a:latin typeface="Kerala" pitchFamily="2" charset="0"/>
              </a:rPr>
              <a:t>P</a:t>
            </a:r>
            <a:r>
              <a:rPr lang="en-US" altLang="en-US" sz="3600" b="1" dirty="0" err="1">
                <a:latin typeface="MalayalamAbe" pitchFamily="18" charset="0"/>
              </a:rPr>
              <a:t>fh</a:t>
            </a:r>
            <a:r>
              <a:rPr lang="en-US" altLang="en-US" sz="3600" b="1" dirty="0">
                <a:latin typeface="MalayalamAbe" pitchFamily="18" charset="0"/>
              </a:rPr>
              <a:t>; </a:t>
            </a:r>
            <a:r>
              <a:rPr lang="en-US" altLang="en-US" sz="3600" b="1" dirty="0" err="1">
                <a:latin typeface="MalayalamAbe" pitchFamily="18" charset="0"/>
              </a:rPr>
              <a:t>Salpj</a:t>
            </a:r>
            <a:r>
              <a:rPr lang="en-US" altLang="en-US" sz="3600" b="1" dirty="0">
                <a:latin typeface="MalayalamAbe" pitchFamily="18" charset="0"/>
              </a:rPr>
              <a:t>)k;</a:t>
            </a:r>
          </a:p>
        </p:txBody>
      </p:sp>
      <p:sp>
        <p:nvSpPr>
          <p:cNvPr id="6" name="Text Box 2">
            <a:extLst>
              <a:ext uri="{FF2B5EF4-FFF2-40B4-BE49-F238E27FC236}">
                <a16:creationId xmlns:a16="http://schemas.microsoft.com/office/drawing/2014/main" id="{467868A0-3CB7-4043-9762-C3C05072B26C}"/>
              </a:ext>
            </a:extLst>
          </p:cNvPr>
          <p:cNvSpPr txBox="1">
            <a:spLocks noChangeArrowheads="1"/>
          </p:cNvSpPr>
          <p:nvPr/>
        </p:nvSpPr>
        <p:spPr bwMode="auto">
          <a:xfrm>
            <a:off x="6209073" y="248654"/>
            <a:ext cx="5845361"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latin typeface="Calibri" pitchFamily="34" charset="0"/>
                <a:ea typeface="Ebrima" pitchFamily="2" charset="0"/>
                <a:cs typeface="Calibri" pitchFamily="34" charset="0"/>
              </a:rPr>
              <a:t>Krupa </a:t>
            </a:r>
            <a:r>
              <a:rPr lang="en-US" sz="2800" b="1" kern="0" dirty="0" err="1">
                <a:latin typeface="Calibri" pitchFamily="34" charset="0"/>
                <a:ea typeface="Ebrima" pitchFamily="2" charset="0"/>
                <a:cs typeface="Calibri" pitchFamily="34" charset="0"/>
              </a:rPr>
              <a:t>thannil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valharunna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aalmaavithin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resam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arriyum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Dukham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poond-aalmaavum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santhosham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praapikkum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Ithu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moolam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vishwaasi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mochanam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nedunnu</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oo</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sworga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thalam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modikkum</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F181866C-5EFF-0503-FD5B-448682757E96}"/>
              </a:ext>
            </a:extLst>
          </p:cNvPr>
          <p:cNvSpPr txBox="1"/>
          <p:nvPr/>
        </p:nvSpPr>
        <p:spPr>
          <a:xfrm>
            <a:off x="0" y="4056979"/>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143BEFCA-9F6C-E9EA-063C-5CFF6A415941}"/>
              </a:ext>
            </a:extLst>
          </p:cNvPr>
          <p:cNvCxnSpPr>
            <a:cxnSpLocks/>
            <a:endCxn id="2" idx="0"/>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69EF5A8-35D3-8600-1695-D792D6521527}"/>
              </a:ext>
            </a:extLst>
          </p:cNvPr>
          <p:cNvSpPr txBox="1"/>
          <p:nvPr/>
        </p:nvSpPr>
        <p:spPr>
          <a:xfrm>
            <a:off x="137566" y="4736519"/>
            <a:ext cx="11678514" cy="1477328"/>
          </a:xfrm>
          <a:prstGeom prst="rect">
            <a:avLst/>
          </a:prstGeom>
          <a:noFill/>
        </p:spPr>
        <p:txBody>
          <a:bodyPr wrap="square">
            <a:spAutoFit/>
          </a:bodyPr>
          <a:lstStyle/>
          <a:p>
            <a:pPr algn="ctr"/>
            <a:r>
              <a:rPr lang="en-US" sz="3000" b="1" i="1" dirty="0">
                <a:effectLst/>
                <a:latin typeface="Calibri" panose="020F0502020204030204" pitchFamily="34" charset="0"/>
                <a:cs typeface="Calibri" panose="020F0502020204030204" pitchFamily="34" charset="0"/>
              </a:rPr>
              <a:t>In grace that grows, one understands the essence of the soul - A soul filled with sorrow also finds joy - Through this, the believer gains salvation - Hallelujah </a:t>
            </a:r>
            <a:r>
              <a:rPr lang="en-US" sz="3000" b="1" i="1" dirty="0">
                <a:latin typeface="Calibri" panose="020F0502020204030204" pitchFamily="34" charset="0"/>
                <a:cs typeface="Calibri" panose="020F0502020204030204" pitchFamily="34" charset="0"/>
              </a:rPr>
              <a:t>O</a:t>
            </a:r>
            <a:r>
              <a:rPr lang="en-US" sz="3000" b="1" i="1" dirty="0">
                <a:effectLst/>
                <a:latin typeface="Calibri" panose="020F0502020204030204" pitchFamily="34" charset="0"/>
                <a:cs typeface="Calibri" panose="020F0502020204030204" pitchFamily="34" charset="0"/>
              </a:rPr>
              <a:t> Hallelujah - the heavenly realm rejoices</a:t>
            </a:r>
          </a:p>
        </p:txBody>
      </p:sp>
      <p:sp>
        <p:nvSpPr>
          <p:cNvPr id="4" name="AutoShape 6">
            <a:hlinkClick r:id="rId2" action="ppaction://hlinksldjump"/>
            <a:extLst>
              <a:ext uri="{FF2B5EF4-FFF2-40B4-BE49-F238E27FC236}">
                <a16:creationId xmlns:a16="http://schemas.microsoft.com/office/drawing/2014/main" id="{E52D6946-B337-525C-78AE-10CF76B74FC2}"/>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D2D45DC0-D57F-4E33-8810-1F8A6E076FDD}"/>
              </a:ext>
            </a:extLst>
          </p:cNvPr>
          <p:cNvSpPr txBox="1">
            <a:spLocks noChangeArrowheads="1"/>
          </p:cNvSpPr>
          <p:nvPr/>
        </p:nvSpPr>
        <p:spPr bwMode="auto">
          <a:xfrm>
            <a:off x="6356206" y="173315"/>
            <a:ext cx="5545742" cy="3496706"/>
          </a:xfrm>
          <a:prstGeom prst="rect">
            <a:avLst/>
          </a:prstGeom>
          <a:noFill/>
          <a:ln w="9525">
            <a:noFill/>
            <a:miter lim="800000"/>
            <a:headEnd/>
            <a:tailEnd/>
          </a:ln>
          <a:effectLst/>
        </p:spPr>
        <p:txBody>
          <a:bodyPr wrap="square" lIns="111402" tIns="55743" rIns="111402" bIns="55743">
            <a:spAutoFit/>
          </a:bodyPr>
          <a:lstStyle/>
          <a:p>
            <a:pPr algn="ctr">
              <a:lnSpc>
                <a:spcPts val="3799"/>
              </a:lnSpc>
              <a:spcBef>
                <a:spcPts val="0"/>
              </a:spcBef>
            </a:pPr>
            <a:r>
              <a:rPr lang="en-US" sz="2800" b="1" kern="0" dirty="0" err="1">
                <a:latin typeface="Calibri" pitchFamily="34" charset="0"/>
                <a:ea typeface="Ebrima" pitchFamily="2" charset="0"/>
                <a:cs typeface="Calibri" pitchFamily="34" charset="0"/>
              </a:rPr>
              <a:t>Athishayamaam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daanathin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naathhanaam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eeshoye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Hruthinkal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shobhichhu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evangeliyon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resatheyum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Athinullha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belatheyum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adiyaare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grahippichu</a:t>
            </a:r>
            <a:r>
              <a:rPr lang="en-US" sz="2800" b="1" kern="0" dirty="0">
                <a:latin typeface="Calibri" pitchFamily="34" charset="0"/>
                <a:ea typeface="Ebrima" pitchFamily="2" charset="0"/>
                <a:cs typeface="Calibri" pitchFamily="34" charset="0"/>
              </a:rPr>
              <a:t> - Hallelujah </a:t>
            </a:r>
            <a:r>
              <a:rPr lang="en-US" sz="2800" b="1" kern="0" dirty="0" err="1">
                <a:latin typeface="Calibri" pitchFamily="34" charset="0"/>
                <a:ea typeface="Ebrima" pitchFamily="2" charset="0"/>
                <a:cs typeface="Calibri" pitchFamily="34" charset="0"/>
              </a:rPr>
              <a:t>oo</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suvisheshe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nadathenhame</a:t>
            </a:r>
            <a:endParaRPr lang="en-US" sz="2800" b="1" kern="0" dirty="0">
              <a:latin typeface="Calibri" pitchFamily="34" charset="0"/>
              <a:ea typeface="Ebrima" pitchFamily="2" charset="0"/>
              <a:cs typeface="Calibri" pitchFamily="34" charset="0"/>
            </a:endParaRPr>
          </a:p>
        </p:txBody>
      </p:sp>
      <p:sp>
        <p:nvSpPr>
          <p:cNvPr id="47106" name="Rectangle 2"/>
          <p:cNvSpPr>
            <a:spLocks noGrp="1" noChangeArrowheads="1"/>
          </p:cNvSpPr>
          <p:nvPr>
            <p:ph type="ctrTitle"/>
          </p:nvPr>
        </p:nvSpPr>
        <p:spPr>
          <a:xfrm>
            <a:off x="161838" y="264572"/>
            <a:ext cx="5545742" cy="3429000"/>
          </a:xfrm>
        </p:spPr>
        <p:txBody>
          <a:bodyPr anchor="ctr">
            <a:noAutofit/>
          </a:bodyPr>
          <a:lstStyle/>
          <a:p>
            <a:pPr eaLnBrk="1" hangingPunct="1">
              <a:lnSpc>
                <a:spcPts val="3220"/>
              </a:lnSpc>
            </a:pPr>
            <a:r>
              <a:rPr lang="en-US" altLang="en-US" sz="3600" b="1" dirty="0" err="1">
                <a:latin typeface="MalayalamAbe" pitchFamily="18" charset="0"/>
              </a:rPr>
              <a:t>LfjCual</a:t>
            </a:r>
            <a:r>
              <a:rPr lang="en-US" altLang="en-US" sz="3600" b="1" dirty="0">
                <a:latin typeface="MalayalamAbe" pitchFamily="18" charset="0"/>
              </a:rPr>
              <a:t>; </a:t>
            </a:r>
            <a:r>
              <a:rPr lang="en-US" altLang="en-US" sz="3600" b="1" dirty="0" err="1">
                <a:latin typeface="MalayalamAbe" pitchFamily="18" charset="0"/>
              </a:rPr>
              <a:t>plr</a:t>
            </a:r>
            <a:r>
              <a:rPr lang="en-US" altLang="en-US" sz="3600" b="1" dirty="0">
                <a:latin typeface="MalayalamAbe" pitchFamily="18" charset="0"/>
              </a:rPr>
              <a:t>\</a:t>
            </a:r>
            <a:r>
              <a:rPr lang="en-US" altLang="en-US" sz="3600" b="1" dirty="0" err="1">
                <a:latin typeface="MalayalamAbe" pitchFamily="18" charset="0"/>
              </a:rPr>
              <a:t>jR</a:t>
            </a:r>
            <a:r>
              <a:rPr lang="en-US" altLang="en-US" sz="3600" b="1" dirty="0">
                <a:latin typeface="MalayalamAbe" pitchFamily="18" charset="0"/>
              </a:rPr>
              <a:t> </a:t>
            </a:r>
            <a:r>
              <a:rPr lang="en-US" altLang="en-US" sz="3600" b="1" dirty="0" err="1">
                <a:latin typeface="MalayalamAbe" pitchFamily="18" charset="0"/>
              </a:rPr>
              <a:t>rlFrlaJSClSu</a:t>
            </a:r>
            <a:r>
              <a:rPr lang="en-US" altLang="en-US" sz="3600" b="1" dirty="0">
                <a:latin typeface="MalayalamAbe" pitchFamily="18" charset="0"/>
              </a:rPr>
              <a:t> |{\j(H - </a:t>
            </a:r>
            <a:r>
              <a:rPr lang="en-US" altLang="en-US" sz="3600" b="1" dirty="0" err="1">
                <a:latin typeface="MalayalamAbe" pitchFamily="18" charset="0"/>
              </a:rPr>
              <a:t>SCl</a:t>
            </a:r>
            <a:r>
              <a:rPr lang="en-US" altLang="en-US" sz="3600" b="1" dirty="0">
                <a:latin typeface="MalayalamAbe" pitchFamily="18" charset="0"/>
              </a:rPr>
              <a:t>&gt;</a:t>
            </a:r>
            <a:r>
              <a:rPr lang="en-US" altLang="en-US" sz="3600" b="1" dirty="0" err="1">
                <a:latin typeface="MalayalamAbe" pitchFamily="18" charset="0"/>
              </a:rPr>
              <a:t>jv</a:t>
            </a:r>
            <a:r>
              <a:rPr lang="en-US" altLang="en-US" sz="3600" b="1" dirty="0">
                <a:latin typeface="MalayalamAbe" pitchFamily="18" charset="0"/>
              </a:rPr>
              <a:t>&amp;[ ]</a:t>
            </a:r>
            <a:r>
              <a:rPr lang="en-US" altLang="en-US" sz="3600" b="1" dirty="0" err="1">
                <a:latin typeface="MalayalamAbe" pitchFamily="18" charset="0"/>
              </a:rPr>
              <a:t>iRSzhjSulR</a:t>
            </a:r>
            <a:r>
              <a:rPr lang="en-US" altLang="en-US" sz="3600" b="1" dirty="0">
                <a:latin typeface="MalayalamAbe" pitchFamily="18" charset="0"/>
              </a:rPr>
              <a:t> </a:t>
            </a:r>
            <a:r>
              <a:rPr lang="en-US" altLang="en-US" sz="3600" b="1" dirty="0" err="1">
                <a:latin typeface="MalayalamAbe" pitchFamily="18" charset="0"/>
              </a:rPr>
              <a:t>gcs</a:t>
            </a:r>
            <a:r>
              <a:rPr lang="en-US" altLang="en-US" sz="3600" b="1" dirty="0">
                <a:latin typeface="MalayalamAbe" pitchFamily="18" charset="0"/>
              </a:rPr>
              <a:t>\</a:t>
            </a:r>
            <a:r>
              <a:rPr lang="en-US" altLang="en-US" sz="3600" b="1" dirty="0" err="1">
                <a:latin typeface="MalayalamAbe" pitchFamily="18" charset="0"/>
              </a:rPr>
              <a:t>uk</a:t>
            </a:r>
            <a:r>
              <a:rPr lang="en-US" altLang="en-US" sz="3600" b="1" dirty="0">
                <a:latin typeface="MalayalamAbe" pitchFamily="18" charset="0"/>
              </a:rPr>
              <a:t>; </a:t>
            </a:r>
            <a:r>
              <a:rPr lang="en-US" altLang="en-US" sz="3600" b="1" dirty="0" err="1">
                <a:latin typeface="MalayalamAbe" pitchFamily="18" charset="0"/>
              </a:rPr>
              <a:t>Lfjrk</a:t>
            </a:r>
            <a:r>
              <a:rPr lang="en-US" altLang="en-US" sz="3600" b="1" dirty="0">
                <a:latin typeface="MalayalamAbe" pitchFamily="18" charset="0"/>
              </a:rPr>
              <a:t>= ~</a:t>
            </a:r>
            <a:r>
              <a:rPr lang="en-US" altLang="en-US" sz="3600" b="1" dirty="0" err="1">
                <a:latin typeface="MalayalamAbe" pitchFamily="18" charset="0"/>
              </a:rPr>
              <a:t>hs</a:t>
            </a:r>
            <a:r>
              <a:rPr lang="en-US" altLang="en-US" sz="3600" b="1" dirty="0">
                <a:latin typeface="MalayalamAbe" pitchFamily="18" charset="0"/>
              </a:rPr>
              <a:t>\</a:t>
            </a:r>
            <a:r>
              <a:rPr lang="en-US" altLang="en-US" sz="3600" b="1" dirty="0" err="1">
                <a:latin typeface="MalayalamAbe" pitchFamily="18" charset="0"/>
              </a:rPr>
              <a:t>uk</a:t>
            </a:r>
            <a:r>
              <a:rPr lang="en-US" altLang="en-US" sz="3600" b="1" dirty="0">
                <a:latin typeface="MalayalamAbe" pitchFamily="18" charset="0"/>
              </a:rPr>
              <a:t>; </a:t>
            </a:r>
            <a:r>
              <a:rPr lang="en-US" altLang="en-US" sz="3600" b="1" dirty="0" err="1">
                <a:latin typeface="MalayalamAbe" pitchFamily="18" charset="0"/>
              </a:rPr>
              <a:t>Lmjulsg</a:t>
            </a:r>
            <a:r>
              <a:rPr lang="en-US" altLang="en-US" sz="3600" b="1" dirty="0">
                <a:latin typeface="MalayalamAbe" pitchFamily="18" charset="0"/>
              </a:rPr>
              <a:t> - </a:t>
            </a:r>
            <a:r>
              <a:rPr lang="en-US" altLang="en-US" sz="3600" b="1" dirty="0" err="1">
                <a:latin typeface="MalayalamAbe" pitchFamily="18" charset="0"/>
              </a:rPr>
              <a:t>Yz|j</a:t>
            </a:r>
            <a:r>
              <a:rPr lang="en-US" altLang="en-US" sz="3600" b="1" dirty="0">
                <a:latin typeface="MalayalamAbe" pitchFamily="18" charset="0"/>
              </a:rPr>
              <a:t>/</a:t>
            </a:r>
            <a:r>
              <a:rPr lang="en-US" altLang="en-US" sz="3600" b="1" dirty="0" err="1">
                <a:latin typeface="MalayalamAbe" pitchFamily="18" charset="0"/>
              </a:rPr>
              <a:t>jv</a:t>
            </a:r>
            <a:r>
              <a:rPr lang="en-US" altLang="en-US" sz="3600" b="1" dirty="0">
                <a:latin typeface="MalayalamAbe" pitchFamily="18" charset="0"/>
              </a:rPr>
              <a:t>&amp;[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ckijSCS</a:t>
            </a:r>
            <a:r>
              <a:rPr lang="en-US" altLang="en-US" sz="3600" b="1" dirty="0">
                <a:latin typeface="MalayalamAbe" pitchFamily="18" charset="0"/>
              </a:rPr>
              <a:t>&lt; - rm\</a:t>
            </a:r>
            <a:r>
              <a:rPr lang="en-US" altLang="en-US" sz="3600" b="1" dirty="0" err="1">
                <a:latin typeface="MalayalamAbe" pitchFamily="18" charset="0"/>
              </a:rPr>
              <a:t>nSa</a:t>
            </a:r>
            <a:endParaRPr lang="en-US" altLang="en-US" sz="3600" b="1" dirty="0">
              <a:latin typeface="MalayalamAbe" pitchFamily="18" charset="0"/>
            </a:endParaRPr>
          </a:p>
        </p:txBody>
      </p:sp>
      <p:sp>
        <p:nvSpPr>
          <p:cNvPr id="2" name="TextBox 1">
            <a:extLst>
              <a:ext uri="{FF2B5EF4-FFF2-40B4-BE49-F238E27FC236}">
                <a16:creationId xmlns:a16="http://schemas.microsoft.com/office/drawing/2014/main" id="{0ECC2F23-A9AB-C19E-39E2-2616E6ACA713}"/>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7EF1090D-B366-73C0-B06E-744DC56D73CF}"/>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750DD7B-E9DB-C8E3-3C11-4485BB812511}"/>
              </a:ext>
            </a:extLst>
          </p:cNvPr>
          <p:cNvSpPr txBox="1"/>
          <p:nvPr/>
        </p:nvSpPr>
        <p:spPr>
          <a:xfrm>
            <a:off x="960793" y="4587996"/>
            <a:ext cx="10270414" cy="1477328"/>
          </a:xfrm>
          <a:prstGeom prst="rect">
            <a:avLst/>
          </a:prstGeom>
          <a:noFill/>
        </p:spPr>
        <p:txBody>
          <a:bodyPr wrap="square">
            <a:spAutoFit/>
          </a:bodyPr>
          <a:lstStyle/>
          <a:p>
            <a:pPr algn="ctr"/>
            <a:r>
              <a:rPr lang="en-US" sz="3000" b="1" i="1" dirty="0">
                <a:effectLst/>
                <a:latin typeface="Calibri" panose="020F0502020204030204" pitchFamily="34" charset="0"/>
                <a:cs typeface="Calibri" panose="020F0502020204030204" pitchFamily="34" charset="0"/>
              </a:rPr>
              <a:t>O Lord Jesus, you are a wonderful gift, who shone in our hearts and imparted the sweetness and strength of the Gospel to His followers. Hallelujah, oh Hallelujah, lead us in the Gospel.</a:t>
            </a:r>
          </a:p>
        </p:txBody>
      </p:sp>
      <p:sp>
        <p:nvSpPr>
          <p:cNvPr id="5" name="AutoShape 6">
            <a:hlinkClick r:id="rId3" action="ppaction://hlinksldjump"/>
            <a:extLst>
              <a:ext uri="{FF2B5EF4-FFF2-40B4-BE49-F238E27FC236}">
                <a16:creationId xmlns:a16="http://schemas.microsoft.com/office/drawing/2014/main" id="{67B0028C-541E-F4B8-D6C0-DF5FC69FD20A}"/>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7A1170DC-43D6-4A0A-9380-7B9164563F61}"/>
              </a:ext>
            </a:extLst>
          </p:cNvPr>
          <p:cNvSpPr txBox="1">
            <a:spLocks noChangeArrowheads="1"/>
          </p:cNvSpPr>
          <p:nvPr/>
        </p:nvSpPr>
        <p:spPr bwMode="auto">
          <a:xfrm>
            <a:off x="6363038" y="42569"/>
            <a:ext cx="5583505" cy="3669831"/>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err="1">
                <a:latin typeface="Calibri" pitchFamily="34" charset="0"/>
                <a:ea typeface="Ebrima" pitchFamily="2" charset="0"/>
                <a:cs typeface="Calibri" pitchFamily="34" charset="0"/>
              </a:rPr>
              <a:t>Paapikalhe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paraloke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cherpaan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vazhiyaayi</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Pazhuthatta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suvishesham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kalppicha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rekshakane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Paapikalhaam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madhye</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ezhunnallhi</a:t>
            </a:r>
            <a:r>
              <a:rPr lang="en-US" sz="2800" b="1" kern="0" dirty="0">
                <a:latin typeface="Calibri" pitchFamily="34" charset="0"/>
                <a:ea typeface="Ebrima" pitchFamily="2" charset="0"/>
                <a:cs typeface="Calibri" pitchFamily="34" charset="0"/>
              </a:rPr>
              <a:t> - Hallelujah </a:t>
            </a:r>
            <a:r>
              <a:rPr lang="en-US" sz="2800" b="1" kern="0" dirty="0" err="1">
                <a:latin typeface="Calibri" pitchFamily="34" charset="0"/>
                <a:ea typeface="Ebrima" pitchFamily="2" charset="0"/>
                <a:cs typeface="Calibri" pitchFamily="34" charset="0"/>
              </a:rPr>
              <a:t>oo</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ee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vilhangikka</a:t>
            </a:r>
            <a:endParaRPr lang="en-US" sz="2800" b="1" kern="0" dirty="0">
              <a:latin typeface="Calibri" pitchFamily="34" charset="0"/>
              <a:ea typeface="Ebrima" pitchFamily="2" charset="0"/>
              <a:cs typeface="Calibri" pitchFamily="34" charset="0"/>
            </a:endParaRPr>
          </a:p>
        </p:txBody>
      </p:sp>
      <p:sp>
        <p:nvSpPr>
          <p:cNvPr id="48130" name="Rectangle 2"/>
          <p:cNvSpPr>
            <a:spLocks noGrp="1" noChangeArrowheads="1"/>
          </p:cNvSpPr>
          <p:nvPr>
            <p:ph type="ctrTitle"/>
          </p:nvPr>
        </p:nvSpPr>
        <p:spPr>
          <a:xfrm>
            <a:off x="245457" y="162985"/>
            <a:ext cx="5594897" cy="3429000"/>
          </a:xfrm>
        </p:spPr>
        <p:txBody>
          <a:bodyPr anchor="ctr">
            <a:noAutofit/>
          </a:bodyPr>
          <a:lstStyle/>
          <a:p>
            <a:pPr eaLnBrk="1" hangingPunct="1">
              <a:lnSpc>
                <a:spcPts val="3420"/>
              </a:lnSpc>
            </a:pPr>
            <a:r>
              <a:rPr lang="en-US" altLang="en-US" sz="3600" b="1" dirty="0" err="1">
                <a:latin typeface="MalayalamAbe" pitchFamily="18" charset="0"/>
              </a:rPr>
              <a:t>elejdsx</a:t>
            </a:r>
            <a:r>
              <a:rPr lang="en-US" altLang="en-US" sz="3600" b="1" dirty="0">
                <a:latin typeface="MalayalamAbe" pitchFamily="18" charset="0"/>
              </a:rPr>
              <a:t> </a:t>
            </a:r>
            <a:r>
              <a:rPr lang="en-US" altLang="en-US" sz="3600" b="1" dirty="0" err="1">
                <a:latin typeface="MalayalamAbe" pitchFamily="18" charset="0"/>
              </a:rPr>
              <a:t>egShlsd</a:t>
            </a:r>
            <a:r>
              <a:rPr lang="en-US" altLang="en-US" sz="3600" b="1" dirty="0">
                <a:latin typeface="MalayalamAbe" pitchFamily="18" charset="0"/>
              </a:rPr>
              <a:t> - </a:t>
            </a:r>
            <a:r>
              <a:rPr lang="en-US" altLang="en-US" sz="3600" b="1" dirty="0" err="1">
                <a:latin typeface="MalayalamAbe" pitchFamily="18" charset="0"/>
              </a:rPr>
              <a:t>SvG</a:t>
            </a:r>
            <a:r>
              <a:rPr lang="en-US" altLang="en-US" sz="3600" b="1" dirty="0">
                <a:latin typeface="MalayalamAbe" pitchFamily="18" charset="0"/>
              </a:rPr>
              <a:t>/</a:t>
            </a:r>
            <a:r>
              <a:rPr lang="en-US" altLang="en-US" sz="3600" b="1" dirty="0" err="1">
                <a:latin typeface="MalayalamAbe" pitchFamily="18" charset="0"/>
              </a:rPr>
              <a:t>lR</a:t>
            </a:r>
            <a:r>
              <a:rPr lang="en-US" altLang="en-US" sz="3600" b="1" dirty="0">
                <a:latin typeface="MalayalamAbe" pitchFamily="18" charset="0"/>
              </a:rPr>
              <a:t> </a:t>
            </a:r>
            <a:r>
              <a:rPr lang="en-US" altLang="en-US" sz="3600" b="1" dirty="0" err="1">
                <a:latin typeface="MalayalamAbe" pitchFamily="18" charset="0"/>
              </a:rPr>
              <a:t>rHiqjuluj</a:t>
            </a:r>
            <a:r>
              <a:rPr lang="en-US" altLang="en-US" sz="3600" b="1" dirty="0">
                <a:latin typeface="MalayalamAbe" pitchFamily="18" charset="0"/>
              </a:rPr>
              <a:t> </a:t>
            </a:r>
            <a:r>
              <a:rPr lang="en-US" altLang="en-US" sz="3600" b="1" dirty="0" err="1">
                <a:latin typeface="MalayalamAbe" pitchFamily="18" charset="0"/>
              </a:rPr>
              <a:t>eqkf</a:t>
            </a:r>
            <a:r>
              <a:rPr lang="en-US" altLang="en-US" sz="3600" b="1" dirty="0" err="1">
                <a:latin typeface="Kerala" pitchFamily="2" charset="0"/>
              </a:rPr>
              <a:t>x</a:t>
            </a:r>
            <a:r>
              <a:rPr lang="en-US" altLang="en-US" sz="3600" b="1" dirty="0">
                <a:latin typeface="MalayalamAbe" pitchFamily="18" charset="0"/>
              </a:rPr>
              <a:t> </a:t>
            </a:r>
            <a:r>
              <a:rPr lang="en-US" altLang="en-US" sz="3600" b="1" dirty="0" err="1">
                <a:latin typeface="MalayalamAbe" pitchFamily="18" charset="0"/>
              </a:rPr>
              <a:t>ckijSC</a:t>
            </a:r>
            <a:r>
              <a:rPr lang="en-US" altLang="en-US" sz="3600" b="1" dirty="0">
                <a:latin typeface="MalayalamAbe" pitchFamily="18" charset="0"/>
              </a:rPr>
              <a:t>&lt;; dh[</a:t>
            </a:r>
            <a:r>
              <a:rPr lang="en-US" altLang="en-US" sz="3600" b="1" dirty="0" err="1">
                <a:latin typeface="MalayalamAbe" pitchFamily="18" charset="0"/>
              </a:rPr>
              <a:t>ejv</a:t>
            </a:r>
            <a:r>
              <a:rPr lang="en-US" altLang="en-US" sz="3600" b="1" dirty="0">
                <a:latin typeface="MalayalamAbe" pitchFamily="18" charset="0"/>
              </a:rPr>
              <a:t>&amp; </a:t>
            </a:r>
            <a:r>
              <a:rPr lang="en-US" altLang="en-US" sz="3600" b="1" dirty="0" err="1">
                <a:latin typeface="MalayalamAbe" pitchFamily="18" charset="0"/>
              </a:rPr>
              <a:t>g</a:t>
            </a:r>
            <a:r>
              <a:rPr lang="en-US" altLang="en-US" sz="3600" b="1" dirty="0" err="1">
                <a:latin typeface="Kerala" pitchFamily="2" charset="0"/>
              </a:rPr>
              <a:t>f</a:t>
            </a:r>
            <a:r>
              <a:rPr lang="en-US" altLang="en-US" sz="3600" b="1" dirty="0" err="1">
                <a:latin typeface="MalayalamAbe" pitchFamily="18" charset="0"/>
              </a:rPr>
              <a:t>dSr</a:t>
            </a:r>
            <a:r>
              <a:rPr lang="en-US" altLang="en-US" sz="3600" b="1" dirty="0">
                <a:latin typeface="MalayalamAbe" pitchFamily="18" charset="0"/>
              </a:rPr>
              <a:t> - </a:t>
            </a:r>
            <a:r>
              <a:rPr lang="en-US" altLang="en-US" sz="3600" b="1" dirty="0" err="1">
                <a:latin typeface="MalayalamAbe" pitchFamily="18" charset="0"/>
              </a:rPr>
              <a:t>elejdxl</a:t>
            </a:r>
            <a:r>
              <a:rPr lang="en-US" altLang="en-US" sz="3600" b="1" dirty="0">
                <a:latin typeface="MalayalamAbe" pitchFamily="18" charset="0"/>
              </a:rPr>
              <a:t>; 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aS</a:t>
            </a:r>
            <a:r>
              <a:rPr lang="en-US" altLang="en-US" sz="3600" b="1" dirty="0" err="1">
                <a:latin typeface="Kerala" pitchFamily="2" charset="0"/>
              </a:rPr>
              <a:t>i</a:t>
            </a:r>
            <a:r>
              <a:rPr lang="en-US" altLang="en-US" sz="3600" b="1" dirty="0" err="1">
                <a:latin typeface="MalayalamAbe" pitchFamily="18" charset="0"/>
              </a:rPr>
              <a:t>U</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 </a:t>
            </a:r>
            <a:r>
              <a:rPr lang="en-US" altLang="en-US" sz="3600" b="1" dirty="0" err="1">
                <a:latin typeface="MalayalamAbe" pitchFamily="18" charset="0"/>
              </a:rPr>
              <a:t>tqk</a:t>
            </a:r>
            <a:r>
              <a:rPr lang="en-US" altLang="en-US" sz="3600" b="1" dirty="0">
                <a:latin typeface="MalayalamAbe" pitchFamily="18" charset="0"/>
              </a:rPr>
              <a:t>#=j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TO </a:t>
            </a:r>
            <a:r>
              <a:rPr lang="en-US" altLang="en-US" sz="3600" b="1" dirty="0" err="1">
                <a:latin typeface="MalayalamAbe" pitchFamily="18" charset="0"/>
              </a:rPr>
              <a:t>ivr</a:t>
            </a:r>
            <a:r>
              <a:rPr lang="en-US" altLang="en-US" sz="3600" b="1" dirty="0">
                <a:latin typeface="MalayalamAbe" pitchFamily="18" charset="0"/>
              </a:rPr>
              <a:t>; - </a:t>
            </a:r>
            <a:r>
              <a:rPr lang="en-US" altLang="en-US" sz="3600" b="1" dirty="0" err="1">
                <a:latin typeface="MalayalamAbe" pitchFamily="18" charset="0"/>
              </a:rPr>
              <a:t>ijx</a:t>
            </a:r>
            <a:r>
              <a:rPr lang="en-US" altLang="en-US" sz="3600" b="1" dirty="0">
                <a:latin typeface="MalayalamAbe" pitchFamily="18" charset="0"/>
              </a:rPr>
              <a:t>*j)</a:t>
            </a:r>
          </a:p>
        </p:txBody>
      </p:sp>
      <p:sp>
        <p:nvSpPr>
          <p:cNvPr id="2" name="TextBox 1">
            <a:extLst>
              <a:ext uri="{FF2B5EF4-FFF2-40B4-BE49-F238E27FC236}">
                <a16:creationId xmlns:a16="http://schemas.microsoft.com/office/drawing/2014/main" id="{DD51AAB8-5466-CC2F-5D3A-F171E204F348}"/>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9729CE74-D369-B6D6-413F-0AA4E36A3BA7}"/>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C98B45E-921F-E8F2-19A0-9BF1F98D3002}"/>
              </a:ext>
            </a:extLst>
          </p:cNvPr>
          <p:cNvSpPr txBox="1"/>
          <p:nvPr/>
        </p:nvSpPr>
        <p:spPr>
          <a:xfrm>
            <a:off x="976298" y="4558532"/>
            <a:ext cx="10239403" cy="1477328"/>
          </a:xfrm>
          <a:prstGeom prst="rect">
            <a:avLst/>
          </a:prstGeom>
          <a:noFill/>
        </p:spPr>
        <p:txBody>
          <a:bodyPr wrap="square">
            <a:spAutoFit/>
          </a:bodyPr>
          <a:lstStyle/>
          <a:p>
            <a:pPr algn="ctr" rtl="0">
              <a:spcBef>
                <a:spcPts val="0"/>
              </a:spcBef>
              <a:spcAft>
                <a:spcPts val="0"/>
              </a:spcAft>
            </a:pPr>
            <a:r>
              <a:rPr lang="en-US" sz="3000" b="1" i="1" u="none" strike="noStrike" dirty="0">
                <a:solidFill>
                  <a:srgbClr val="0D0D0D"/>
                </a:solidFill>
                <a:effectLst/>
                <a:latin typeface="+mn-lt"/>
              </a:rPr>
              <a:t>O Savior, who proclaimed the perfect gospel</a:t>
            </a:r>
            <a:r>
              <a:rPr lang="en-US" sz="3000" b="1" i="1" dirty="0">
                <a:solidFill>
                  <a:srgbClr val="0D0D0D"/>
                </a:solidFill>
                <a:latin typeface="+mn-lt"/>
              </a:rPr>
              <a:t> - </a:t>
            </a:r>
            <a:r>
              <a:rPr lang="en-US" sz="3000" b="1" i="1" u="none" strike="noStrike" dirty="0">
                <a:solidFill>
                  <a:srgbClr val="0D0D0D"/>
                </a:solidFill>
                <a:effectLst/>
                <a:latin typeface="+mn-lt"/>
              </a:rPr>
              <a:t>As a path which guides the lost into heaven</a:t>
            </a:r>
            <a:r>
              <a:rPr lang="en-US" sz="3000" b="1" i="1" dirty="0">
                <a:solidFill>
                  <a:srgbClr val="0D0D0D"/>
                </a:solidFill>
                <a:latin typeface="+mn-lt"/>
              </a:rPr>
              <a:t> - </a:t>
            </a:r>
            <a:r>
              <a:rPr lang="en-US" sz="3000" b="1" i="1" u="none" strike="noStrike" dirty="0">
                <a:solidFill>
                  <a:srgbClr val="0D0D0D"/>
                </a:solidFill>
                <a:effectLst/>
                <a:latin typeface="+mn-lt"/>
              </a:rPr>
              <a:t>You walked among us sinners - Hallelujah O Hallelujah - Shine upon us with thy word</a:t>
            </a:r>
            <a:endParaRPr lang="en-US" sz="3000" b="1" i="1" u="none" strike="noStrike" dirty="0">
              <a:solidFill>
                <a:srgbClr val="000000"/>
              </a:solidFill>
              <a:effectLst/>
              <a:latin typeface="+mn-lt"/>
            </a:endParaRPr>
          </a:p>
        </p:txBody>
      </p:sp>
      <p:sp>
        <p:nvSpPr>
          <p:cNvPr id="5" name="AutoShape 6">
            <a:hlinkClick r:id="rId3" action="ppaction://hlinksldjump"/>
            <a:extLst>
              <a:ext uri="{FF2B5EF4-FFF2-40B4-BE49-F238E27FC236}">
                <a16:creationId xmlns:a16="http://schemas.microsoft.com/office/drawing/2014/main" id="{1161BE02-C8B6-5366-7979-0928BA3CF5FE}"/>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ctrTitle"/>
          </p:nvPr>
        </p:nvSpPr>
        <p:spPr>
          <a:xfrm>
            <a:off x="0" y="224687"/>
            <a:ext cx="5518768" cy="3429000"/>
          </a:xfrm>
        </p:spPr>
        <p:txBody>
          <a:bodyPr anchor="ctr">
            <a:noAutofit/>
          </a:bodyPr>
          <a:lstStyle/>
          <a:p>
            <a:pPr eaLnBrk="1" hangingPunct="1">
              <a:lnSpc>
                <a:spcPts val="3120"/>
              </a:lnSpc>
            </a:pPr>
            <a:r>
              <a:rPr lang="en-US" altLang="en-US" sz="3600" b="1" dirty="0" err="1">
                <a:latin typeface="MalayalamAbe" pitchFamily="18" charset="0"/>
              </a:rPr>
              <a:t>g</a:t>
            </a:r>
            <a:r>
              <a:rPr lang="en-US" altLang="en-US" sz="3600" b="1" dirty="0" err="1">
                <a:latin typeface="Kerala" pitchFamily="2" charset="0"/>
              </a:rPr>
              <a:t>f</a:t>
            </a:r>
            <a:r>
              <a:rPr lang="en-US" altLang="en-US" sz="3600" b="1" dirty="0" err="1">
                <a:latin typeface="MalayalamAbe" pitchFamily="18" charset="0"/>
              </a:rPr>
              <a:t>dSr</a:t>
            </a:r>
            <a:r>
              <a:rPr lang="en-US" altLang="en-US" sz="3600" b="1" dirty="0">
                <a:latin typeface="MalayalamAbe" pitchFamily="18" charset="0"/>
              </a:rPr>
              <a:t> TO </a:t>
            </a:r>
            <a:r>
              <a:rPr lang="en-US" altLang="en-US" sz="3600" b="1" dirty="0" err="1">
                <a:latin typeface="MalayalamAbe" pitchFamily="18" charset="0"/>
              </a:rPr>
              <a:t>ivr</a:t>
            </a:r>
            <a:r>
              <a:rPr lang="en-US" altLang="en-US" sz="3600" b="1" dirty="0">
                <a:latin typeface="MalayalamAbe" pitchFamily="18" charset="0"/>
              </a:rPr>
              <a:t>; - </a:t>
            </a:r>
            <a:r>
              <a:rPr lang="en-US" altLang="en-US" sz="3600" b="1" dirty="0" err="1">
                <a:latin typeface="MalayalamAbe" pitchFamily="18" charset="0"/>
              </a:rPr>
              <a:t>g</a:t>
            </a:r>
            <a:r>
              <a:rPr lang="en-US" altLang="en-US" sz="3600" b="1" dirty="0" err="1">
                <a:latin typeface="Kerala" pitchFamily="2" charset="0"/>
              </a:rPr>
              <a:t>f</a:t>
            </a:r>
            <a:r>
              <a:rPr lang="en-US" altLang="en-US" sz="3600" b="1" dirty="0" err="1">
                <a:latin typeface="MalayalamAbe" pitchFamily="18" charset="0"/>
              </a:rPr>
              <a:t>u</a:t>
            </a:r>
            <a:r>
              <a:rPr lang="en-US" altLang="en-US" sz="3600" b="1" dirty="0">
                <a:latin typeface="MalayalamAbe" pitchFamily="18" charset="0"/>
              </a:rPr>
              <a:t>[)</a:t>
            </a:r>
            <a:r>
              <a:rPr lang="en-US" altLang="en-US" sz="3600" b="1" dirty="0" err="1">
                <a:latin typeface="MalayalamAbe" pitchFamily="18" charset="0"/>
              </a:rPr>
              <a:t>lu</a:t>
            </a:r>
            <a:r>
              <a:rPr lang="en-US" altLang="en-US" sz="3600" b="1" dirty="0">
                <a:latin typeface="MalayalamAbe" pitchFamily="18" charset="0"/>
              </a:rPr>
              <a:t>[ B*</a:t>
            </a:r>
            <a:r>
              <a:rPr lang="en-US" altLang="en-US" sz="3600" b="1" dirty="0" err="1">
                <a:latin typeface="MalayalamAbe" pitchFamily="18" charset="0"/>
              </a:rPr>
              <a:t>xksm</a:t>
            </a:r>
            <a:br>
              <a:rPr lang="en-US" altLang="en-US" sz="3600" b="1" dirty="0">
                <a:latin typeface="MalayalamAbe" pitchFamily="18" charset="0"/>
              </a:rPr>
            </a:br>
            <a:r>
              <a:rPr lang="en-US" altLang="en-US" sz="3600" b="1" dirty="0">
                <a:latin typeface="MalayalamAbe" pitchFamily="18" charset="0"/>
              </a:rPr>
              <a:t>|{</a:t>
            </a:r>
            <a:r>
              <a:rPr lang="en-US" altLang="en-US" sz="3600" b="1" dirty="0" err="1">
                <a:latin typeface="MalayalamAbe" pitchFamily="18" charset="0"/>
              </a:rPr>
              <a:t>pSu</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 </a:t>
            </a:r>
            <a:r>
              <a:rPr lang="en-US" altLang="en-US" sz="3600" b="1" dirty="0" err="1">
                <a:latin typeface="MalayalamAbe" pitchFamily="18" charset="0"/>
              </a:rPr>
              <a:t>Ehj</a:t>
            </a:r>
            <a:r>
              <a:rPr lang="en-US" altLang="en-US" sz="3600" b="1" dirty="0">
                <a:latin typeface="MalayalamAbe" pitchFamily="18" charset="0"/>
              </a:rPr>
              <a:t>/</a:t>
            </a:r>
            <a:r>
              <a:rPr lang="en-US" altLang="en-US" sz="3600" b="1" dirty="0" err="1">
                <a:latin typeface="MalayalamAbe" pitchFamily="18" charset="0"/>
              </a:rPr>
              <a:t>jv</a:t>
            </a:r>
            <a:r>
              <a:rPr lang="en-US" altLang="en-US" sz="3600" b="1" dirty="0">
                <a:latin typeface="MalayalamAbe" pitchFamily="18" charset="0"/>
              </a:rPr>
              <a:t>&amp;[ </a:t>
            </a:r>
            <a:r>
              <a:rPr lang="en-US" altLang="en-US" sz="3600" b="1" dirty="0" err="1">
                <a:latin typeface="MalayalamAbe" pitchFamily="18" charset="0"/>
              </a:rPr>
              <a:t>T</a:t>
            </a:r>
            <a:r>
              <a:rPr lang="en-US" altLang="en-US" sz="3600" b="1" dirty="0" err="1">
                <a:latin typeface="Kerala" pitchFamily="2" charset="0"/>
              </a:rPr>
              <a:t>f</a:t>
            </a:r>
            <a:r>
              <a:rPr lang="en-US" altLang="en-US" sz="3600" b="1" dirty="0" err="1">
                <a:latin typeface="MalayalamAbe" pitchFamily="18" charset="0"/>
              </a:rPr>
              <a:t>jfjujH</a:t>
            </a:r>
            <a:r>
              <a:rPr lang="en-US" altLang="en-US" sz="3600" b="1" dirty="0">
                <a:latin typeface="MalayalamAbe" pitchFamily="18" charset="0"/>
              </a:rPr>
              <a:t> </a:t>
            </a:r>
            <a:r>
              <a:rPr lang="en-US" altLang="en-US" sz="3600" b="1" dirty="0" err="1">
                <a:latin typeface="MalayalamAbe" pitchFamily="18" charset="0"/>
              </a:rPr>
              <a:t>rjR</a:t>
            </a:r>
            <a:r>
              <a:rPr lang="en-US" altLang="en-US" sz="3600" b="1" dirty="0">
                <a:latin typeface="MalayalamAbe" pitchFamily="18" charset="0"/>
              </a:rPr>
              <a:t> </a:t>
            </a:r>
            <a:r>
              <a:rPr lang="en-US" altLang="en-US" sz="3600" b="1" dirty="0" err="1">
                <a:latin typeface="MalayalamAbe" pitchFamily="18" charset="0"/>
              </a:rPr>
              <a:t>LmjulG</a:t>
            </a:r>
            <a:r>
              <a:rPr lang="en-US" altLang="en-US" sz="3600" b="1" dirty="0">
                <a:latin typeface="MalayalamAbe" pitchFamily="18" charset="0"/>
              </a:rPr>
              <a:t> - </a:t>
            </a:r>
            <a:r>
              <a:rPr lang="en-US" altLang="en-US" sz="3600" b="1" dirty="0" err="1">
                <a:latin typeface="MalayalamAbe" pitchFamily="18" charset="0"/>
              </a:rPr>
              <a:t>co</a:t>
            </a:r>
            <a:r>
              <a:rPr lang="en-US" altLang="en-US" sz="3600" b="1" dirty="0" err="1">
                <a:latin typeface="Kerala" pitchFamily="2" charset="0"/>
              </a:rPr>
              <a:t>f</a:t>
            </a:r>
            <a:r>
              <a:rPr lang="en-US" altLang="en-US" sz="3600" b="1" dirty="0">
                <a:latin typeface="MalayalamAbe" pitchFamily="18" charset="0"/>
              </a:rPr>
              <a:t>[</a:t>
            </a:r>
            <a:r>
              <a:rPr lang="en-US" altLang="en-US" sz="3600" b="1" dirty="0" err="1">
                <a:latin typeface="MalayalamAbe" pitchFamily="18" charset="0"/>
              </a:rPr>
              <a:t>afulu</a:t>
            </a:r>
            <a:r>
              <a:rPr lang="en-US" altLang="en-US" sz="3600" b="1" dirty="0">
                <a:latin typeface="MalayalamAbe" pitchFamily="18" charset="0"/>
              </a:rPr>
              <a:t>[ rm/</a:t>
            </a:r>
            <a:r>
              <a:rPr lang="en-US" altLang="en-US" sz="3600" b="1" dirty="0" err="1">
                <a:latin typeface="MalayalamAbe" pitchFamily="18" charset="0"/>
              </a:rPr>
              <a:t>lrk</a:t>
            </a:r>
            <a:r>
              <a:rPr lang="en-US" altLang="en-US" sz="3600" b="1" dirty="0">
                <a:latin typeface="MalayalamAbe" pitchFamily="18" charset="0"/>
              </a:rPr>
              <a:t>; </a:t>
            </a:r>
            <a:r>
              <a:rPr lang="en-US" altLang="en-US" sz="3600" b="1" dirty="0" err="1">
                <a:latin typeface="MalayalamAbe" pitchFamily="18" charset="0"/>
              </a:rPr>
              <a:t>Sal</a:t>
            </a:r>
            <a:r>
              <a:rPr lang="en-US" altLang="en-US" sz="3600" b="1" dirty="0" err="1">
                <a:latin typeface="Kerala" pitchFamily="2" charset="0"/>
              </a:rPr>
              <a:t>f</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 </a:t>
            </a:r>
            <a:r>
              <a:rPr lang="en-US" altLang="en-US" sz="3600" b="1" dirty="0" err="1">
                <a:latin typeface="MalayalamAbe" pitchFamily="18" charset="0"/>
              </a:rPr>
              <a:t>igkilrk</a:t>
            </a:r>
            <a:r>
              <a:rPr lang="en-US" altLang="en-US" sz="3600" b="1" dirty="0">
                <a:latin typeface="MalayalamAbe" pitchFamily="18" charset="0"/>
              </a:rPr>
              <a:t>;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d{</a:t>
            </a:r>
            <a:r>
              <a:rPr lang="en-US" altLang="en-US" sz="3600" b="1" dirty="0" err="1">
                <a:latin typeface="MalayalamAbe" pitchFamily="18" charset="0"/>
              </a:rPr>
              <a:t>erH-dJ-mnSa</a:t>
            </a:r>
            <a:endParaRPr lang="en-US" altLang="en-US" sz="3600" b="1" dirty="0">
              <a:latin typeface="MalayalamAbe" pitchFamily="18" charset="0"/>
            </a:endParaRPr>
          </a:p>
        </p:txBody>
      </p:sp>
      <p:sp>
        <p:nvSpPr>
          <p:cNvPr id="6" name="Text Box 2">
            <a:extLst>
              <a:ext uri="{FF2B5EF4-FFF2-40B4-BE49-F238E27FC236}">
                <a16:creationId xmlns:a16="http://schemas.microsoft.com/office/drawing/2014/main" id="{083FE621-696B-4778-9B1B-F68E85DB6580}"/>
              </a:ext>
            </a:extLst>
          </p:cNvPr>
          <p:cNvSpPr txBox="1">
            <a:spLocks noChangeArrowheads="1"/>
          </p:cNvSpPr>
          <p:nvPr/>
        </p:nvSpPr>
        <p:spPr bwMode="auto">
          <a:xfrm>
            <a:off x="6307916" y="365804"/>
            <a:ext cx="5672168" cy="3192392"/>
          </a:xfrm>
          <a:prstGeom prst="rect">
            <a:avLst/>
          </a:prstGeom>
          <a:noFill/>
          <a:ln w="9525">
            <a:noFill/>
            <a:miter lim="800000"/>
            <a:headEnd/>
            <a:tailEnd/>
          </a:ln>
          <a:effectLst/>
        </p:spPr>
        <p:txBody>
          <a:bodyPr wrap="square" lIns="111402" tIns="55743" rIns="111402" bIns="55743">
            <a:spAutoFit/>
          </a:bodyPr>
          <a:lstStyle/>
          <a:p>
            <a:pPr algn="ctr">
              <a:lnSpc>
                <a:spcPts val="2999"/>
              </a:lnSpc>
              <a:spcBef>
                <a:spcPts val="0"/>
              </a:spcBef>
            </a:pPr>
            <a:r>
              <a:rPr lang="en-US" sz="2900" b="1" kern="0" dirty="0" err="1">
                <a:latin typeface="Calibri" pitchFamily="34" charset="0"/>
                <a:ea typeface="Ebrima" pitchFamily="2" charset="0"/>
                <a:cs typeface="Calibri" pitchFamily="34" charset="0"/>
              </a:rPr>
              <a:t>Rekshakane</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ee</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vachanam</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rekshakkaay</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njangalude</a:t>
            </a:r>
            <a:r>
              <a:rPr lang="en-US" sz="2900" b="1" kern="0" dirty="0">
                <a:latin typeface="Calibri" pitchFamily="34" charset="0"/>
                <a:ea typeface="Ebrima" pitchFamily="2" charset="0"/>
                <a:cs typeface="Calibri" pitchFamily="34" charset="0"/>
              </a:rPr>
              <a:t> - </a:t>
            </a:r>
            <a:r>
              <a:rPr lang="en-US" sz="2900" b="1" kern="0" dirty="0" err="1">
                <a:latin typeface="Calibri" pitchFamily="34" charset="0"/>
                <a:ea typeface="Ebrima" pitchFamily="2" charset="0"/>
                <a:cs typeface="Calibri" pitchFamily="34" charset="0"/>
              </a:rPr>
              <a:t>Hrudaye</a:t>
            </a:r>
            <a:r>
              <a:rPr lang="en-US" sz="2900" b="1" kern="0" dirty="0">
                <a:latin typeface="Calibri" pitchFamily="34" charset="0"/>
                <a:ea typeface="Ebrima" pitchFamily="2" charset="0"/>
                <a:cs typeface="Calibri" pitchFamily="34" charset="0"/>
              </a:rPr>
              <a:t> nee </a:t>
            </a:r>
            <a:r>
              <a:rPr lang="en-US" sz="2900" b="1" kern="0" dirty="0" err="1">
                <a:latin typeface="Calibri" pitchFamily="34" charset="0"/>
                <a:ea typeface="Ebrima" pitchFamily="2" charset="0"/>
                <a:cs typeface="Calibri" pitchFamily="34" charset="0"/>
              </a:rPr>
              <a:t>phalippichu</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ikshithiyil</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nin</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adiyaar</a:t>
            </a:r>
            <a:r>
              <a:rPr lang="en-US" sz="2900" b="1" kern="0" dirty="0">
                <a:latin typeface="Calibri" pitchFamily="34" charset="0"/>
                <a:ea typeface="Ebrima" pitchFamily="2" charset="0"/>
                <a:cs typeface="Calibri" pitchFamily="34" charset="0"/>
              </a:rPr>
              <a:t> - </a:t>
            </a:r>
            <a:r>
              <a:rPr lang="en-US" sz="2900" b="1" kern="0" dirty="0" err="1">
                <a:latin typeface="Calibri" pitchFamily="34" charset="0"/>
                <a:ea typeface="Ebrima" pitchFamily="2" charset="0"/>
                <a:cs typeface="Calibri" pitchFamily="34" charset="0"/>
              </a:rPr>
              <a:t>Sookshmathayaay</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nadappaanum</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mokshathil</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varuvaanum</a:t>
            </a:r>
            <a:r>
              <a:rPr lang="en-US" sz="2900" b="1" kern="0" dirty="0">
                <a:latin typeface="Calibri" pitchFamily="34" charset="0"/>
                <a:ea typeface="Ebrima" pitchFamily="2" charset="0"/>
                <a:cs typeface="Calibri" pitchFamily="34" charset="0"/>
              </a:rPr>
              <a:t> - </a:t>
            </a:r>
            <a:r>
              <a:rPr lang="en-US" sz="2800" b="1" kern="0" dirty="0">
                <a:latin typeface="Calibri" pitchFamily="34" charset="0"/>
                <a:ea typeface="Ebrima" pitchFamily="2" charset="0"/>
                <a:cs typeface="Calibri" pitchFamily="34" charset="0"/>
              </a:rPr>
              <a:t>Hallelujah</a:t>
            </a:r>
            <a:r>
              <a:rPr lang="en-US" sz="2900" b="1" kern="0" dirty="0">
                <a:latin typeface="Calibri" pitchFamily="34" charset="0"/>
                <a:ea typeface="Ebrima" pitchFamily="2" charset="0"/>
                <a:cs typeface="Calibri" pitchFamily="34" charset="0"/>
              </a:rPr>
              <a:t> </a:t>
            </a:r>
            <a:r>
              <a:rPr lang="en-US" sz="2900" b="1" kern="0" dirty="0" err="1">
                <a:latin typeface="Calibri" pitchFamily="34" charset="0"/>
                <a:ea typeface="Ebrima" pitchFamily="2" charset="0"/>
                <a:cs typeface="Calibri" pitchFamily="34" charset="0"/>
              </a:rPr>
              <a:t>oo</a:t>
            </a:r>
            <a:r>
              <a:rPr lang="en-US" sz="2900" b="1" kern="0" dirty="0">
                <a:latin typeface="Calibri" pitchFamily="34" charset="0"/>
                <a:ea typeface="Ebrima" pitchFamily="2" charset="0"/>
                <a:cs typeface="Calibri" pitchFamily="34" charset="0"/>
              </a:rPr>
              <a:t> </a:t>
            </a:r>
            <a:r>
              <a:rPr lang="en-US" sz="2800" b="1" kern="0" dirty="0">
                <a:latin typeface="Calibri" pitchFamily="34" charset="0"/>
                <a:ea typeface="Ebrima" pitchFamily="2" charset="0"/>
                <a:cs typeface="Calibri" pitchFamily="34" charset="0"/>
              </a:rPr>
              <a:t>Hallelujah</a:t>
            </a:r>
            <a:r>
              <a:rPr lang="en-US" sz="2900" b="1" kern="0" dirty="0">
                <a:latin typeface="Calibri" pitchFamily="34" charset="0"/>
                <a:ea typeface="Ebrima" pitchFamily="2" charset="0"/>
                <a:cs typeface="Calibri" pitchFamily="34" charset="0"/>
              </a:rPr>
              <a:t>, nee Krupa </a:t>
            </a:r>
            <a:r>
              <a:rPr lang="en-US" sz="2900" b="1" kern="0" dirty="0" err="1">
                <a:latin typeface="Calibri" pitchFamily="34" charset="0"/>
                <a:ea typeface="Ebrima" pitchFamily="2" charset="0"/>
                <a:cs typeface="Calibri" pitchFamily="34" charset="0"/>
              </a:rPr>
              <a:t>nalkeedaname</a:t>
            </a:r>
            <a:endParaRPr lang="en-US" sz="29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79FA0EE6-48AA-9944-9CD1-68E07A70D2AE}"/>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C339D679-AB32-8E84-95AA-30EA21B6E864}"/>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FD7B186-208B-D97D-2E61-7626B68FF8AD}"/>
              </a:ext>
            </a:extLst>
          </p:cNvPr>
          <p:cNvSpPr txBox="1"/>
          <p:nvPr/>
        </p:nvSpPr>
        <p:spPr>
          <a:xfrm>
            <a:off x="806023" y="4544330"/>
            <a:ext cx="11003786" cy="1477328"/>
          </a:xfrm>
          <a:prstGeom prst="rect">
            <a:avLst/>
          </a:prstGeom>
          <a:noFill/>
        </p:spPr>
        <p:txBody>
          <a:bodyPr wrap="square">
            <a:spAutoFit/>
          </a:bodyPr>
          <a:lstStyle/>
          <a:p>
            <a:pPr algn="ctr" rtl="0">
              <a:spcBef>
                <a:spcPts val="0"/>
              </a:spcBef>
              <a:spcAft>
                <a:spcPts val="0"/>
              </a:spcAft>
            </a:pPr>
            <a:r>
              <a:rPr lang="en-US" sz="3000" b="1" i="1" u="none" strike="noStrike" dirty="0">
                <a:solidFill>
                  <a:srgbClr val="0D0D0D"/>
                </a:solidFill>
                <a:effectLst/>
                <a:latin typeface="+mn-lt"/>
              </a:rPr>
              <a:t>O Savior through thy word, for our salvation - You prepared our heart, in this world - For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servant to carefully walk and attain salvation - Hallelujah O Hallelujah - Provide us with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grace</a:t>
            </a:r>
          </a:p>
        </p:txBody>
      </p:sp>
      <p:sp>
        <p:nvSpPr>
          <p:cNvPr id="7" name="AutoShape 6">
            <a:hlinkClick r:id="rId3" action="ppaction://hlinksldjump"/>
            <a:extLst>
              <a:ext uri="{FF2B5EF4-FFF2-40B4-BE49-F238E27FC236}">
                <a16:creationId xmlns:a16="http://schemas.microsoft.com/office/drawing/2014/main" id="{C4CBFD2E-17D1-935D-D5A2-DC4E9631FBF6}"/>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ctrTitle"/>
          </p:nvPr>
        </p:nvSpPr>
        <p:spPr>
          <a:xfrm>
            <a:off x="505704" y="236562"/>
            <a:ext cx="5084592" cy="3429000"/>
          </a:xfrm>
        </p:spPr>
        <p:txBody>
          <a:bodyPr anchor="ctr">
            <a:normAutofit/>
          </a:bodyPr>
          <a:lstStyle/>
          <a:p>
            <a:pPr eaLnBrk="1" hangingPunct="1">
              <a:lnSpc>
                <a:spcPts val="2940"/>
              </a:lnSpc>
            </a:pPr>
            <a:r>
              <a:rPr lang="en-US" altLang="en-US" sz="3600" b="1" dirty="0" err="1">
                <a:latin typeface="MalayalamAbe" pitchFamily="18" charset="0"/>
              </a:rPr>
              <a:t>cfUl</a:t>
            </a:r>
            <a:r>
              <a:rPr lang="en-US" altLang="en-US" sz="3600" b="1" dirty="0" err="1">
                <a:latin typeface="Kerala" pitchFamily="2" charset="0"/>
              </a:rPr>
              <a:t>v</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i#J-wJisRy</a:t>
            </a:r>
            <a:r>
              <a:rPr lang="en-US" altLang="en-US" sz="3600" b="1" dirty="0">
                <a:latin typeface="MalayalamAbe" pitchFamily="18" charset="0"/>
              </a:rPr>
              <a:t> </a:t>
            </a:r>
            <a:r>
              <a:rPr lang="en-US" altLang="en-US" sz="3600" b="1" dirty="0" err="1">
                <a:latin typeface="MalayalamAbe" pitchFamily="18" charset="0"/>
              </a:rPr>
              <a:t>ivrs</a:t>
            </a:r>
            <a:r>
              <a:rPr lang="en-US" altLang="en-US" sz="3600" b="1" dirty="0">
                <a:latin typeface="MalayalamAbe" pitchFamily="18" charset="0"/>
              </a:rPr>
              <a:t>\ -</a:t>
            </a:r>
            <a:r>
              <a:rPr lang="en-US" altLang="en-US" sz="3600" b="1" dirty="0" err="1">
                <a:latin typeface="MalayalamAbe" pitchFamily="18" charset="0"/>
              </a:rPr>
              <a:t>ele</a:t>
            </a:r>
            <a:r>
              <a:rPr lang="en-US" altLang="en-US" sz="3600" b="1" dirty="0">
                <a:latin typeface="MalayalamAbe" pitchFamily="18" charset="0"/>
              </a:rPr>
              <a:t>\</a:t>
            </a:r>
            <a:r>
              <a:rPr lang="en-US" altLang="en-US" sz="3600" b="1" dirty="0" err="1">
                <a:latin typeface="MalayalamAbe" pitchFamily="18" charset="0"/>
              </a:rPr>
              <a:t>lH</a:t>
            </a:r>
            <a:r>
              <a:rPr lang="en-US" altLang="en-US" sz="3600" b="1" dirty="0">
                <a:latin typeface="MalayalamAbe" pitchFamily="18" charset="0"/>
              </a:rPr>
              <a:t> - </a:t>
            </a:r>
            <a:r>
              <a:rPr lang="en-US" altLang="en-US" sz="3600" b="1" dirty="0" err="1">
                <a:latin typeface="MalayalamAbe" pitchFamily="18" charset="0"/>
              </a:rPr>
              <a:t>Tgkxlu</a:t>
            </a:r>
            <a:r>
              <a:rPr lang="en-US" altLang="en-US" sz="3600" b="1" dirty="0">
                <a:latin typeface="MalayalamAbe" pitchFamily="18" charset="0"/>
              </a:rPr>
              <a:t> - </a:t>
            </a:r>
            <a:r>
              <a:rPr lang="en-US" altLang="en-US" sz="3600" b="1" dirty="0" err="1">
                <a:latin typeface="MalayalamAbe" pitchFamily="18" charset="0"/>
              </a:rPr>
              <a:t>plcgksm</a:t>
            </a:r>
            <a:r>
              <a:rPr lang="en-US" altLang="en-US" sz="3600" b="1" dirty="0">
                <a:latin typeface="MalayalamAbe" pitchFamily="18" charset="0"/>
              </a:rPr>
              <a:t> |{</a:t>
            </a:r>
            <a:r>
              <a:rPr lang="en-US" altLang="en-US" sz="3600" b="1" dirty="0" err="1">
                <a:latin typeface="MalayalamAbe" pitchFamily="18" charset="0"/>
              </a:rPr>
              <a:t>pu</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 </a:t>
            </a:r>
            <a:r>
              <a:rPr lang="en-US" altLang="en-US" sz="3600" b="1" dirty="0" err="1">
                <a:latin typeface="MalayalamAbe" pitchFamily="18" charset="0"/>
              </a:rPr>
              <a:t>pJes</a:t>
            </a:r>
            <a:r>
              <a:rPr lang="en-US" altLang="en-US" sz="3600" b="1" dirty="0">
                <a:latin typeface="MalayalamAbe" pitchFamily="18" charset="0"/>
              </a:rPr>
              <a:t>\S/</a:t>
            </a:r>
            <a:r>
              <a:rPr lang="en-US" altLang="en-US" sz="3600" b="1" dirty="0" err="1">
                <a:latin typeface="MalayalamAbe" pitchFamily="18" charset="0"/>
              </a:rPr>
              <a:t>lhl</a:t>
            </a:r>
            <a:r>
              <a:rPr lang="en-US" altLang="en-US" sz="3600" b="1" dirty="0">
                <a:latin typeface="MalayalamAbe" pitchFamily="18" charset="0"/>
              </a:rPr>
              <a:t>)j </a:t>
            </a:r>
            <a:r>
              <a:rPr lang="en-US" altLang="en-US" sz="3600" b="1" dirty="0" err="1">
                <a:latin typeface="MalayalamAbe" pitchFamily="18" charset="0"/>
              </a:rPr>
              <a:t>SCl</a:t>
            </a:r>
            <a:r>
              <a:rPr lang="en-US" altLang="en-US" sz="3600" b="1" dirty="0">
                <a:latin typeface="MalayalamAbe" pitchFamily="18" charset="0"/>
              </a:rPr>
              <a:t>&gt;j/j </a:t>
            </a:r>
            <a:r>
              <a:rPr lang="en-US" altLang="en-US" sz="3600" b="1" dirty="0" err="1">
                <a:latin typeface="MalayalamAbe" pitchFamily="18" charset="0"/>
              </a:rPr>
              <a:t>v&amp;mjulsg</a:t>
            </a:r>
            <a:r>
              <a:rPr lang="en-US" altLang="en-US" sz="3600" b="1" dirty="0">
                <a:latin typeface="MalayalamAbe" pitchFamily="18" charset="0"/>
              </a:rPr>
              <a:t> |</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ckijSCS</a:t>
            </a:r>
            <a:r>
              <a:rPr lang="en-US" altLang="en-US" sz="3600" b="1" dirty="0">
                <a:latin typeface="MalayalamAbe" pitchFamily="18" charset="0"/>
              </a:rPr>
              <a:t>&lt; - rm\</a:t>
            </a:r>
            <a:r>
              <a:rPr lang="en-US" altLang="en-US" sz="3600" b="1" dirty="0" err="1">
                <a:latin typeface="MalayalamAbe" pitchFamily="18" charset="0"/>
              </a:rPr>
              <a:t>nSa</a:t>
            </a:r>
            <a:endParaRPr lang="en-US" altLang="en-US" sz="3600" b="1" dirty="0">
              <a:latin typeface="MalayalamAbe" pitchFamily="18" charset="0"/>
            </a:endParaRPr>
          </a:p>
        </p:txBody>
      </p:sp>
      <p:sp>
        <p:nvSpPr>
          <p:cNvPr id="6" name="Text Box 2">
            <a:extLst>
              <a:ext uri="{FF2B5EF4-FFF2-40B4-BE49-F238E27FC236}">
                <a16:creationId xmlns:a16="http://schemas.microsoft.com/office/drawing/2014/main" id="{017E13B4-637E-43E3-A6DD-223357058111}"/>
              </a:ext>
            </a:extLst>
          </p:cNvPr>
          <p:cNvSpPr txBox="1">
            <a:spLocks noChangeArrowheads="1"/>
          </p:cNvSpPr>
          <p:nvPr/>
        </p:nvSpPr>
        <p:spPr bwMode="auto">
          <a:xfrm>
            <a:off x="6096000" y="554558"/>
            <a:ext cx="6096001" cy="2714441"/>
          </a:xfrm>
          <a:prstGeom prst="rect">
            <a:avLst/>
          </a:prstGeom>
          <a:noFill/>
          <a:ln w="9525">
            <a:noFill/>
            <a:miter lim="800000"/>
            <a:headEnd/>
            <a:tailEnd/>
          </a:ln>
          <a:effectLst/>
        </p:spPr>
        <p:txBody>
          <a:bodyPr wrap="square" lIns="111402" tIns="55743" rIns="111402" bIns="55743">
            <a:spAutoFit/>
          </a:bodyPr>
          <a:lstStyle/>
          <a:p>
            <a:pPr algn="ctr">
              <a:lnSpc>
                <a:spcPts val="3399"/>
              </a:lnSpc>
              <a:spcBef>
                <a:spcPts val="0"/>
              </a:spcBef>
            </a:pPr>
            <a:r>
              <a:rPr lang="en-US" sz="2800" b="1" kern="0" dirty="0" err="1">
                <a:latin typeface="Calibri" pitchFamily="34" charset="0"/>
                <a:ea typeface="Ebrima" pitchFamily="2" charset="0"/>
                <a:cs typeface="Calibri" pitchFamily="34" charset="0"/>
              </a:rPr>
              <a:t>Sathyaathmaave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vannee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vachanathe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Paapathaal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irulhaaya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daasarude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hrudayathil</a:t>
            </a:r>
            <a:endParaRPr lang="en-US" sz="2800" b="1" kern="0" dirty="0">
              <a:latin typeface="Calibri" pitchFamily="34" charset="0"/>
              <a:ea typeface="Ebrima" pitchFamily="2" charset="0"/>
              <a:cs typeface="Calibri" pitchFamily="34" charset="0"/>
            </a:endParaRPr>
          </a:p>
          <a:p>
            <a:pPr algn="ctr">
              <a:lnSpc>
                <a:spcPts val="3399"/>
              </a:lnSpc>
              <a:spcBef>
                <a:spcPts val="0"/>
              </a:spcBef>
            </a:pPr>
            <a:r>
              <a:rPr lang="en-US" sz="2800" b="1" kern="0" dirty="0" err="1">
                <a:latin typeface="Calibri" pitchFamily="34" charset="0"/>
                <a:ea typeface="Ebrima" pitchFamily="2" charset="0"/>
                <a:cs typeface="Calibri" pitchFamily="34" charset="0"/>
              </a:rPr>
              <a:t>Deepatheppol-aakki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shobhippich-adiyaare</a:t>
            </a:r>
            <a:r>
              <a:rPr lang="en-US" sz="2800" b="1" kern="0" dirty="0">
                <a:latin typeface="Calibri" pitchFamily="34" charset="0"/>
                <a:ea typeface="Ebrima" pitchFamily="2" charset="0"/>
                <a:cs typeface="Calibri" pitchFamily="34" charset="0"/>
              </a:rPr>
              <a:t> - Hallelujah </a:t>
            </a:r>
            <a:r>
              <a:rPr lang="en-US" sz="2800" b="1" kern="0" dirty="0" err="1">
                <a:latin typeface="Calibri" pitchFamily="34" charset="0"/>
                <a:ea typeface="Ebrima" pitchFamily="2" charset="0"/>
                <a:cs typeface="Calibri" pitchFamily="34" charset="0"/>
              </a:rPr>
              <a:t>oo</a:t>
            </a:r>
            <a:r>
              <a:rPr lang="en-US" sz="2800" b="1" kern="0" dirty="0">
                <a:latin typeface="Calibri" pitchFamily="34" charset="0"/>
                <a:ea typeface="Ebrima" pitchFamily="2" charset="0"/>
                <a:cs typeface="Calibri" pitchFamily="34" charset="0"/>
              </a:rPr>
              <a:t> Hallelujah, </a:t>
            </a:r>
            <a:r>
              <a:rPr lang="en-US" sz="2800" b="1" kern="0" dirty="0" err="1">
                <a:latin typeface="Calibri" pitchFamily="34" charset="0"/>
                <a:ea typeface="Ebrima" pitchFamily="2" charset="0"/>
                <a:cs typeface="Calibri" pitchFamily="34" charset="0"/>
              </a:rPr>
              <a:t>suvisheshe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nadathenhame</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1E8DF8EE-6998-B82E-8019-93090A44C48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1AD63A48-1988-E92D-B482-0ED2E755412D}"/>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5DFEB71-EA0D-56B4-5A99-16D83C61B5B0}"/>
              </a:ext>
            </a:extLst>
          </p:cNvPr>
          <p:cNvSpPr txBox="1"/>
          <p:nvPr/>
        </p:nvSpPr>
        <p:spPr>
          <a:xfrm>
            <a:off x="806023" y="4544330"/>
            <a:ext cx="11003786" cy="1477328"/>
          </a:xfrm>
          <a:prstGeom prst="rect">
            <a:avLst/>
          </a:prstGeom>
          <a:noFill/>
        </p:spPr>
        <p:txBody>
          <a:bodyPr wrap="square">
            <a:spAutoFit/>
          </a:bodyPr>
          <a:lstStyle/>
          <a:p>
            <a:pPr algn="ctr">
              <a:spcBef>
                <a:spcPts val="0"/>
              </a:spcBef>
              <a:spcAft>
                <a:spcPts val="0"/>
              </a:spcAft>
            </a:pPr>
            <a:r>
              <a:rPr lang="en-US" sz="3000" b="1" i="1" u="none" strike="noStrike" dirty="0">
                <a:solidFill>
                  <a:srgbClr val="0D0D0D"/>
                </a:solidFill>
                <a:effectLst/>
                <a:latin typeface="+mn-lt"/>
              </a:rPr>
              <a:t>Come, O spirit of truth, shine the word of life - In the hearts of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servants, darkened by sin - Like a lamp to brighten our hearts - Hallelujah O Hallelujah - Lead us with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good news</a:t>
            </a:r>
          </a:p>
        </p:txBody>
      </p:sp>
      <p:sp>
        <p:nvSpPr>
          <p:cNvPr id="7" name="AutoShape 6">
            <a:hlinkClick r:id="rId3" action="ppaction://hlinksldjump"/>
            <a:extLst>
              <a:ext uri="{FF2B5EF4-FFF2-40B4-BE49-F238E27FC236}">
                <a16:creationId xmlns:a16="http://schemas.microsoft.com/office/drawing/2014/main" id="{6688FB87-E0BD-F5A3-034D-8BB3DADE8CA9}"/>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8DF8EE-6998-B82E-8019-93090A44C486}"/>
              </a:ext>
            </a:extLst>
          </p:cNvPr>
          <p:cNvSpPr txBox="1"/>
          <p:nvPr/>
        </p:nvSpPr>
        <p:spPr>
          <a:xfrm>
            <a:off x="0" y="428375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1AD63A48-1988-E92D-B482-0ED2E755412D}"/>
              </a:ext>
            </a:extLst>
          </p:cNvPr>
          <p:cNvCxnSpPr>
            <a:cxnSpLocks/>
            <a:endCxn id="2" idx="0"/>
          </p:cNvCxnSpPr>
          <p:nvPr/>
        </p:nvCxnSpPr>
        <p:spPr>
          <a:xfrm>
            <a:off x="6088859" y="0"/>
            <a:ext cx="7141" cy="428375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5DFEB71-EA0D-56B4-5A99-16D83C61B5B0}"/>
              </a:ext>
            </a:extLst>
          </p:cNvPr>
          <p:cNvSpPr txBox="1"/>
          <p:nvPr/>
        </p:nvSpPr>
        <p:spPr>
          <a:xfrm>
            <a:off x="609601" y="4819000"/>
            <a:ext cx="10972797" cy="1938992"/>
          </a:xfrm>
          <a:prstGeom prst="rect">
            <a:avLst/>
          </a:prstGeom>
          <a:noFill/>
        </p:spPr>
        <p:txBody>
          <a:bodyPr wrap="square">
            <a:spAutoFit/>
          </a:bodyPr>
          <a:lstStyle/>
          <a:p>
            <a:pPr algn="ctr">
              <a:spcBef>
                <a:spcPts val="0"/>
              </a:spcBef>
              <a:spcAft>
                <a:spcPts val="0"/>
              </a:spcAft>
            </a:pPr>
            <a:r>
              <a:rPr lang="en-US" sz="3000" b="1" i="1" u="none" strike="noStrike" dirty="0">
                <a:solidFill>
                  <a:srgbClr val="0D0D0D"/>
                </a:solidFill>
                <a:effectLst/>
                <a:latin typeface="+mn-lt"/>
              </a:rPr>
              <a:t>We thank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Lord, that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have given us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Gospel which is the light of the world, to draw us closer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Enable us by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grace to give praise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through the Living words from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Gospel.</a:t>
            </a:r>
          </a:p>
          <a:p>
            <a:pPr algn="ctr">
              <a:spcBef>
                <a:spcPts val="0"/>
              </a:spcBef>
              <a:spcAft>
                <a:spcPts val="0"/>
              </a:spcAft>
            </a:pPr>
            <a:endParaRPr lang="en-US" sz="3000" b="1" i="1" u="none" strike="noStrike" dirty="0">
              <a:solidFill>
                <a:srgbClr val="0D0D0D"/>
              </a:solidFill>
              <a:effectLst/>
              <a:latin typeface="+mn-lt"/>
            </a:endParaRPr>
          </a:p>
        </p:txBody>
      </p:sp>
      <p:sp>
        <p:nvSpPr>
          <p:cNvPr id="12" name="Rectangle 2">
            <a:extLst>
              <a:ext uri="{FF2B5EF4-FFF2-40B4-BE49-F238E27FC236}">
                <a16:creationId xmlns:a16="http://schemas.microsoft.com/office/drawing/2014/main" id="{29817177-42AE-2086-6142-0D80DD1BCFA8}"/>
              </a:ext>
            </a:extLst>
          </p:cNvPr>
          <p:cNvSpPr>
            <a:spLocks noGrp="1" noChangeArrowheads="1"/>
          </p:cNvSpPr>
          <p:nvPr>
            <p:ph type="ctrTitle"/>
          </p:nvPr>
        </p:nvSpPr>
        <p:spPr>
          <a:xfrm>
            <a:off x="-21425" y="757534"/>
            <a:ext cx="6110284" cy="3606848"/>
          </a:xfrm>
          <a:noFill/>
        </p:spPr>
        <p:txBody>
          <a:bodyPr anchor="ctr">
            <a:noAutofit/>
          </a:bodyPr>
          <a:lstStyle/>
          <a:p>
            <a:pPr>
              <a:lnSpc>
                <a:spcPts val="2940"/>
              </a:lnSpc>
            </a:pPr>
            <a:r>
              <a:rPr lang="ml-IN" altLang="en-US" sz="2500" b="1" dirty="0">
                <a:latin typeface="Malayalam MN" pitchFamily="2" charset="0"/>
                <a:cs typeface="Malayalam MN" pitchFamily="2" charset="0"/>
              </a:rPr>
              <a:t>നിങ്കലേക്ക് അടുത്തു</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വരുവാനായിട്ട്   ലോകത്തിന്റെ</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 പ്രകാശമായ ഏവന്‍ഗേലിയോന്‍ ഞങ്ങള്‍ക്ക് തന്നവനായ കര്‍ത്താവേ, നിനക്ക് സ്തുതി</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 ഇപ്പോള്‍ നിന്റെ സുവിശേഷത്തില്‍ നിന്ന് ഞങ്ങള്‍ കേട്ടിരി</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ക്കുന്ന ജീവനുള്ള വചനങ്ങള്‍ നിമിത്തം</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നിന്നെ മഹത്വീകരിപ്പാന് ഞങ്ങളെ യോഗ്യതയുള്ളവരാക്കി </a:t>
            </a:r>
            <a:r>
              <a:rPr lang="en-US" altLang="en-US" sz="2500" b="1" dirty="0">
                <a:latin typeface="Malayalam MN" pitchFamily="2" charset="0"/>
                <a:cs typeface="Malayalam MN" pitchFamily="2" charset="0"/>
              </a:rPr>
              <a:t> </a:t>
            </a:r>
            <a:r>
              <a:rPr lang="ml-IN" altLang="en-US" sz="2500" b="1" dirty="0">
                <a:latin typeface="Malayalam MN" pitchFamily="2" charset="0"/>
                <a:cs typeface="Malayalam MN" pitchFamily="2" charset="0"/>
              </a:rPr>
              <a:t>ത്തീർക്കണമേ </a:t>
            </a:r>
            <a:br>
              <a:rPr lang="ml-IN" altLang="en-US" sz="2500" b="1" dirty="0">
                <a:latin typeface="Malayalam MN" pitchFamily="2" charset="0"/>
                <a:cs typeface="Malayalam MN" pitchFamily="2" charset="0"/>
              </a:rPr>
            </a:br>
            <a:br>
              <a:rPr lang="ml-IN" altLang="en-US" sz="2500" b="1" dirty="0">
                <a:latin typeface="Malayalam MN" pitchFamily="2" charset="0"/>
                <a:cs typeface="Malayalam MN" pitchFamily="2" charset="0"/>
              </a:rPr>
            </a:br>
            <a:endParaRPr lang="en-US" altLang="en-US" sz="2500" b="1" dirty="0">
              <a:latin typeface="Malayalam MN" pitchFamily="2" charset="0"/>
              <a:cs typeface="Malayalam MN" pitchFamily="2" charset="0"/>
            </a:endParaRPr>
          </a:p>
        </p:txBody>
      </p:sp>
      <p:sp>
        <p:nvSpPr>
          <p:cNvPr id="17" name="Text Box 2">
            <a:extLst>
              <a:ext uri="{FF2B5EF4-FFF2-40B4-BE49-F238E27FC236}">
                <a16:creationId xmlns:a16="http://schemas.microsoft.com/office/drawing/2014/main" id="{64B236EB-50C6-29B8-21A7-3286249C529B}"/>
              </a:ext>
            </a:extLst>
          </p:cNvPr>
          <p:cNvSpPr txBox="1">
            <a:spLocks noChangeArrowheads="1"/>
          </p:cNvSpPr>
          <p:nvPr/>
        </p:nvSpPr>
        <p:spPr bwMode="auto">
          <a:xfrm>
            <a:off x="6088859" y="100008"/>
            <a:ext cx="6096001" cy="4022491"/>
          </a:xfrm>
          <a:prstGeom prst="rect">
            <a:avLst/>
          </a:prstGeom>
          <a:noFill/>
          <a:ln w="9525">
            <a:noFill/>
            <a:miter lim="800000"/>
            <a:headEnd/>
            <a:tailEnd/>
          </a:ln>
          <a:effectLst/>
        </p:spPr>
        <p:txBody>
          <a:bodyPr wrap="square" lIns="111402" tIns="55743" rIns="111402" bIns="55743">
            <a:spAutoFit/>
          </a:bodyPr>
          <a:lstStyle/>
          <a:p>
            <a:pPr algn="ctr">
              <a:lnSpc>
                <a:spcPts val="3399"/>
              </a:lnSpc>
              <a:spcBef>
                <a:spcPts val="0"/>
              </a:spcBef>
            </a:pPr>
            <a:r>
              <a:rPr lang="en-US" sz="2800" b="1" kern="0" dirty="0" err="1">
                <a:latin typeface="Calibri" pitchFamily="34" charset="0"/>
                <a:ea typeface="Ebrima" pitchFamily="2" charset="0"/>
                <a:cs typeface="Calibri" pitchFamily="34" charset="0"/>
              </a:rPr>
              <a:t>Ningalilekku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aduthu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varuvaanaayittu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lokaththinte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Prakaashamaaya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evengelion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njnagalkku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thannavanaaya</a:t>
            </a:r>
            <a:endParaRPr lang="en-US" sz="2800" b="1" kern="0" dirty="0">
              <a:latin typeface="Calibri" pitchFamily="34" charset="0"/>
              <a:ea typeface="Ebrima" pitchFamily="2" charset="0"/>
              <a:cs typeface="Calibri" pitchFamily="34" charset="0"/>
            </a:endParaRPr>
          </a:p>
          <a:p>
            <a:pPr algn="ctr">
              <a:lnSpc>
                <a:spcPts val="3399"/>
              </a:lnSpc>
              <a:spcBef>
                <a:spcPts val="0"/>
              </a:spcBef>
            </a:pPr>
            <a:r>
              <a:rPr lang="en-US" sz="2800" b="1" kern="0" dirty="0" err="1">
                <a:latin typeface="Calibri" pitchFamily="34" charset="0"/>
                <a:ea typeface="Ebrima" pitchFamily="2" charset="0"/>
                <a:cs typeface="Calibri" pitchFamily="34" charset="0"/>
              </a:rPr>
              <a:t>Karththave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 </a:t>
            </a:r>
          </a:p>
          <a:p>
            <a:pPr algn="ctr">
              <a:lnSpc>
                <a:spcPts val="3399"/>
              </a:lnSpc>
              <a:spcBef>
                <a:spcPts val="0"/>
              </a:spcBef>
            </a:pPr>
            <a:r>
              <a:rPr lang="en-US" sz="2800" b="1" kern="0" dirty="0" err="1">
                <a:latin typeface="Calibri" pitchFamily="34" charset="0"/>
                <a:ea typeface="Ebrima" pitchFamily="2" charset="0"/>
                <a:cs typeface="Calibri" pitchFamily="34" charset="0"/>
              </a:rPr>
              <a:t>Ippolh</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suvisheshathil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kettirikunna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jeevanullha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nimiththam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Ninne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mahathwee-karippaan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endParaRPr lang="en-US" sz="2800" b="1" kern="0" dirty="0">
              <a:latin typeface="Calibri" pitchFamily="34" charset="0"/>
              <a:ea typeface="Ebrima" pitchFamily="2" charset="0"/>
              <a:cs typeface="Calibri" pitchFamily="34" charset="0"/>
            </a:endParaRPr>
          </a:p>
          <a:p>
            <a:pPr algn="ctr">
              <a:lnSpc>
                <a:spcPts val="3399"/>
              </a:lnSpc>
              <a:spcBef>
                <a:spcPts val="0"/>
              </a:spcBef>
            </a:pPr>
            <a:r>
              <a:rPr lang="en-US" sz="2800" b="1" kern="0" dirty="0" err="1">
                <a:latin typeface="Calibri" pitchFamily="34" charset="0"/>
                <a:ea typeface="Ebrima" pitchFamily="2" charset="0"/>
                <a:cs typeface="Calibri" pitchFamily="34" charset="0"/>
              </a:rPr>
              <a:t>yogyathayullhavaraaki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theerkenhame</a:t>
            </a:r>
            <a:endParaRPr lang="en-US" sz="2800" b="1" kern="0" dirty="0">
              <a:latin typeface="Calibri" pitchFamily="34" charset="0"/>
              <a:ea typeface="Ebrima" pitchFamily="2" charset="0"/>
              <a:cs typeface="Calibri" pitchFamily="34" charset="0"/>
            </a:endParaRPr>
          </a:p>
        </p:txBody>
      </p:sp>
      <p:sp>
        <p:nvSpPr>
          <p:cNvPr id="6" name="AutoShape 6">
            <a:hlinkClick r:id="rId3" action="ppaction://hlinksldjump"/>
            <a:extLst>
              <a:ext uri="{FF2B5EF4-FFF2-40B4-BE49-F238E27FC236}">
                <a16:creationId xmlns:a16="http://schemas.microsoft.com/office/drawing/2014/main" id="{D7E66273-8095-07C3-E6EE-9706AF51CA4A}"/>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extLst>
      <p:ext uri="{BB962C8B-B14F-4D97-AF65-F5344CB8AC3E}">
        <p14:creationId xmlns:p14="http://schemas.microsoft.com/office/powerpoint/2010/main" val="2466762597"/>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ctrTitle"/>
          </p:nvPr>
        </p:nvSpPr>
        <p:spPr>
          <a:xfrm>
            <a:off x="144820" y="207168"/>
            <a:ext cx="5776584" cy="3429000"/>
          </a:xfrm>
        </p:spPr>
        <p:txBody>
          <a:bodyPr anchor="ctr">
            <a:normAutofit/>
          </a:bodyPr>
          <a:lstStyle/>
          <a:p>
            <a:pPr eaLnBrk="1" hangingPunct="1">
              <a:lnSpc>
                <a:spcPts val="3040"/>
              </a:lnSpc>
            </a:pP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rjS#l-mmk</a:t>
            </a:r>
            <a:r>
              <a:rPr lang="en-US" altLang="en-US" sz="3600" b="1" dirty="0">
                <a:latin typeface="MalayalamAbe" pitchFamily="18" charset="0"/>
              </a:rPr>
              <a:t>/</a:t>
            </a:r>
            <a:r>
              <a:rPr lang="en-US" altLang="en-US" sz="3600" b="1" dirty="0" err="1">
                <a:latin typeface="MalayalamAbe" pitchFamily="18" charset="0"/>
              </a:rPr>
              <a:t>lR</a:t>
            </a:r>
            <a:r>
              <a:rPr lang="en-US" altLang="en-US" sz="3600" b="1" dirty="0">
                <a:latin typeface="MalayalamAbe" pitchFamily="18" charset="0"/>
              </a:rPr>
              <a:t> </a:t>
            </a:r>
            <a:r>
              <a:rPr lang="en-US" altLang="en-US" sz="3600" b="1" dirty="0" err="1">
                <a:latin typeface="MalayalamAbe" pitchFamily="18" charset="0"/>
              </a:rPr>
              <a:t>ijCIsixjv&amp;al</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ckijSC</a:t>
            </a:r>
            <a:r>
              <a:rPr lang="en-US" altLang="en-US" sz="3600" b="1" dirty="0">
                <a:latin typeface="MalayalamAbe" pitchFamily="18" charset="0"/>
              </a:rPr>
              <a:t>&lt;; </a:t>
            </a:r>
            <a:r>
              <a:rPr lang="en-US" altLang="en-US" sz="3600" b="1" dirty="0" err="1">
                <a:latin typeface="MalayalamAbe" pitchFamily="18" charset="0"/>
              </a:rPr>
              <a:t>rJ-f#fjrlH</a:t>
            </a:r>
            <a:r>
              <a:rPr lang="en-US" altLang="en-US" sz="3600" b="1" dirty="0">
                <a:latin typeface="MalayalamAbe" pitchFamily="18" charset="0"/>
              </a:rPr>
              <a:t> c[</a:t>
            </a:r>
            <a:r>
              <a:rPr lang="en-US" altLang="en-US" sz="3600" b="1" dirty="0" err="1">
                <a:latin typeface="MalayalamAbe" pitchFamily="18" charset="0"/>
              </a:rPr>
              <a:t>SflYf</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rj#yjuj</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a:t>
            </a:r>
            <a:r>
              <a:rPr lang="en-US" altLang="en-US" sz="3600" b="1" dirty="0" err="1">
                <a:latin typeface="MalayalamAbe" pitchFamily="18" charset="0"/>
              </a:rPr>
              <a:t>kujGivr</a:t>
            </a:r>
            <a:r>
              <a:rPr lang="en-US" altLang="en-US" sz="3600" b="1" dirty="0">
                <a:latin typeface="MalayalamAbe" pitchFamily="18" charset="0"/>
              </a:rPr>
              <a:t>; </a:t>
            </a:r>
            <a:r>
              <a:rPr lang="en-US" altLang="en-US" sz="3600" b="1" dirty="0" err="1">
                <a:latin typeface="MalayalamAbe" pitchFamily="18" charset="0"/>
              </a:rPr>
              <a:t>SdX</a:t>
            </a:r>
            <a:r>
              <a:rPr lang="en-US" altLang="en-US" sz="3600" b="1" dirty="0">
                <a:latin typeface="MalayalamAbe" pitchFamily="18" charset="0"/>
              </a:rPr>
              <a:t>)</a:t>
            </a:r>
            <a:r>
              <a:rPr lang="en-US" altLang="en-US" sz="3600" b="1" dirty="0" err="1">
                <a:latin typeface="MalayalamAbe" pitchFamily="18" charset="0"/>
              </a:rPr>
              <a:t>ulH</a:t>
            </a:r>
            <a:r>
              <a:rPr lang="en-US" altLang="en-US" sz="3600" b="1" dirty="0">
                <a:latin typeface="MalayalamAbe" pitchFamily="18" charset="0"/>
              </a:rPr>
              <a:t> </a:t>
            </a:r>
            <a:r>
              <a:rPr lang="en-US" altLang="en-US" sz="3600" b="1" dirty="0" err="1">
                <a:latin typeface="MalayalamAbe" pitchFamily="18" charset="0"/>
              </a:rPr>
              <a:t>rjs</a:t>
            </a:r>
            <a:r>
              <a:rPr lang="en-US" altLang="en-US" sz="3600" b="1" dirty="0">
                <a:latin typeface="MalayalamAbe" pitchFamily="18" charset="0"/>
              </a:rPr>
              <a:t># </a:t>
            </a:r>
            <a:br>
              <a:rPr lang="en-US" altLang="en-US" sz="3600" b="1" dirty="0">
                <a:latin typeface="MalayalamAbe" pitchFamily="18" charset="0"/>
              </a:rPr>
            </a:br>
            <a:r>
              <a:rPr lang="en-US" altLang="en-US" sz="3600" b="1" dirty="0">
                <a:latin typeface="MalayalamAbe" pitchFamily="18" charset="0"/>
              </a:rPr>
              <a:t> </a:t>
            </a:r>
            <a:r>
              <a:rPr lang="en-US" altLang="en-US" sz="3600" b="1" dirty="0" err="1">
                <a:latin typeface="MalayalamAbe" pitchFamily="18" charset="0"/>
              </a:rPr>
              <a:t>a|fIJdgj</a:t>
            </a:r>
            <a:r>
              <a:rPr lang="en-US" altLang="en-US" sz="3600" b="1" dirty="0">
                <a:latin typeface="MalayalamAbe" pitchFamily="18" charset="0"/>
              </a:rPr>
              <a:t>/</a:t>
            </a:r>
            <a:r>
              <a:rPr lang="en-US" altLang="en-US" sz="3600" b="1" dirty="0" err="1">
                <a:latin typeface="MalayalamAbe" pitchFamily="18" charset="0"/>
              </a:rPr>
              <a:t>lR</a:t>
            </a:r>
            <a:r>
              <a:rPr lang="en-US" altLang="en-US" sz="3600" b="1" dirty="0">
                <a:latin typeface="MalayalamAbe" pitchFamily="18" charset="0"/>
              </a:rPr>
              <a:t> </a:t>
            </a:r>
            <a:r>
              <a:rPr lang="en-US" altLang="en-US" sz="3600" b="1" dirty="0" err="1">
                <a:latin typeface="MalayalamAbe" pitchFamily="18" charset="0"/>
              </a:rPr>
              <a:t>SulzUgl</a:t>
            </a:r>
            <a:r>
              <a:rPr lang="en-US" altLang="en-US" sz="3600" b="1" dirty="0">
                <a:latin typeface="MalayalamAbe" pitchFamily="18" charset="0"/>
              </a:rPr>
              <a:t>) B*</a:t>
            </a:r>
            <a:r>
              <a:rPr lang="en-US" altLang="en-US" sz="3600" b="1" dirty="0" err="1">
                <a:latin typeface="MalayalamAbe" pitchFamily="18" charset="0"/>
              </a:rPr>
              <a:t>sx</a:t>
            </a:r>
            <a:endParaRPr lang="en-US" altLang="en-US" sz="3600" b="1" dirty="0">
              <a:latin typeface="MalayalamAbe" pitchFamily="18" charset="0"/>
            </a:endParaRPr>
          </a:p>
        </p:txBody>
      </p:sp>
      <p:sp>
        <p:nvSpPr>
          <p:cNvPr id="6" name="Text Box 2">
            <a:extLst>
              <a:ext uri="{FF2B5EF4-FFF2-40B4-BE49-F238E27FC236}">
                <a16:creationId xmlns:a16="http://schemas.microsoft.com/office/drawing/2014/main" id="{45ECE875-471E-4D6D-98CA-EC07125BACD8}"/>
              </a:ext>
            </a:extLst>
          </p:cNvPr>
          <p:cNvSpPr txBox="1">
            <a:spLocks noChangeArrowheads="1"/>
          </p:cNvSpPr>
          <p:nvPr/>
        </p:nvSpPr>
        <p:spPr bwMode="auto">
          <a:xfrm>
            <a:off x="6336063" y="357275"/>
            <a:ext cx="5855937"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ninnod-aduppaan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vishwa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velhichamaam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Suvishesham</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thannathinaal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sthothram</a:t>
            </a:r>
            <a:r>
              <a:rPr lang="en-US" sz="2800" b="1" kern="0" dirty="0">
                <a:latin typeface="Calibri" pitchFamily="34" charset="0"/>
                <a:ea typeface="Ebrima" pitchFamily="2" charset="0"/>
                <a:cs typeface="Calibri" pitchFamily="34" charset="0"/>
              </a:rPr>
              <a:t> - Nin </a:t>
            </a:r>
            <a:r>
              <a:rPr lang="en-US" sz="2800" b="1" kern="0" dirty="0" err="1">
                <a:latin typeface="Calibri" pitchFamily="34" charset="0"/>
                <a:ea typeface="Ebrima" pitchFamily="2" charset="0"/>
                <a:cs typeface="Calibri" pitchFamily="34" charset="0"/>
              </a:rPr>
              <a:t>arriyippil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ninnuyir</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kelkkayaal</a:t>
            </a:r>
            <a:r>
              <a:rPr lang="en-US" sz="2800" b="1" kern="0" dirty="0">
                <a:latin typeface="Calibri" pitchFamily="34" charset="0"/>
                <a:ea typeface="Ebrima" pitchFamily="2" charset="0"/>
                <a:cs typeface="Calibri" pitchFamily="34" charset="0"/>
              </a:rPr>
              <a:t> nine - </a:t>
            </a:r>
            <a:r>
              <a:rPr lang="en-US" sz="2800" b="1" kern="0" dirty="0" err="1">
                <a:latin typeface="Calibri" pitchFamily="34" charset="0"/>
                <a:ea typeface="Ebrima" pitchFamily="2" charset="0"/>
                <a:cs typeface="Calibri" pitchFamily="34" charset="0"/>
              </a:rPr>
              <a:t>Mahathveekarippaan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yogyaraaka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njangale</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E7016CBE-0907-33A1-CB44-2924FB0A5D69}"/>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300ABA09-1B15-1322-4809-10AF5D98ACF8}"/>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0CF66F3-8DBC-DF75-03C0-08E1B5268E0E}"/>
              </a:ext>
            </a:extLst>
          </p:cNvPr>
          <p:cNvSpPr txBox="1"/>
          <p:nvPr/>
        </p:nvSpPr>
        <p:spPr>
          <a:xfrm>
            <a:off x="609601" y="4523096"/>
            <a:ext cx="10972797" cy="1938992"/>
          </a:xfrm>
          <a:prstGeom prst="rect">
            <a:avLst/>
          </a:prstGeom>
          <a:noFill/>
        </p:spPr>
        <p:txBody>
          <a:bodyPr wrap="square">
            <a:spAutoFit/>
          </a:bodyPr>
          <a:lstStyle/>
          <a:p>
            <a:pPr algn="ctr">
              <a:spcBef>
                <a:spcPts val="0"/>
              </a:spcBef>
              <a:spcAft>
                <a:spcPts val="0"/>
              </a:spcAft>
            </a:pPr>
            <a:r>
              <a:rPr lang="en-US" sz="3000" b="1" i="1" u="none" strike="noStrike" dirty="0">
                <a:solidFill>
                  <a:srgbClr val="0D0D0D"/>
                </a:solidFill>
                <a:effectLst/>
                <a:latin typeface="+mn-lt"/>
              </a:rPr>
              <a:t>We thank you Lord, that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have given us your Gospel which is the light of the world, to draw us closer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Enable us by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grace to give praise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 through the Living words from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Gospel.</a:t>
            </a:r>
          </a:p>
          <a:p>
            <a:pPr algn="ctr">
              <a:spcBef>
                <a:spcPts val="0"/>
              </a:spcBef>
              <a:spcAft>
                <a:spcPts val="0"/>
              </a:spcAft>
            </a:pPr>
            <a:endParaRPr lang="en-US" sz="3000" b="1" i="1" u="none" strike="noStrike" dirty="0">
              <a:solidFill>
                <a:srgbClr val="0D0D0D"/>
              </a:solidFill>
              <a:effectLst/>
              <a:latin typeface="+mn-lt"/>
            </a:endParaRPr>
          </a:p>
        </p:txBody>
      </p:sp>
      <p:sp>
        <p:nvSpPr>
          <p:cNvPr id="7" name="AutoShape 6">
            <a:hlinkClick r:id="rId2" action="ppaction://hlinksldjump"/>
            <a:extLst>
              <a:ext uri="{FF2B5EF4-FFF2-40B4-BE49-F238E27FC236}">
                <a16:creationId xmlns:a16="http://schemas.microsoft.com/office/drawing/2014/main" id="{3246F049-F782-7576-3D08-15307AF57166}"/>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7742B9-1F63-D09C-0606-9BC9EC52F602}"/>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2BE13769-42C6-908C-0ABD-4E2EC56F5D69}"/>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EAAF5365-8270-2611-B20C-B5D53E4197B5}"/>
              </a:ext>
            </a:extLst>
          </p:cNvPr>
          <p:cNvSpPr txBox="1">
            <a:spLocks noChangeArrowheads="1"/>
          </p:cNvSpPr>
          <p:nvPr/>
        </p:nvSpPr>
        <p:spPr bwMode="auto">
          <a:xfrm>
            <a:off x="6224791" y="463237"/>
            <a:ext cx="5855937" cy="2697898"/>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err="1">
                <a:latin typeface="Calibri" pitchFamily="34" charset="0"/>
                <a:ea typeface="Ebrima" pitchFamily="2" charset="0"/>
                <a:cs typeface="Calibri" pitchFamily="34" charset="0"/>
              </a:rPr>
              <a:t>Suvishesha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velhicham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Sakalarkkum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shobhicheeduvaan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vannavanaayya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mahimayezhum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rakshaka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Paapikalham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Andhatha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neengi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shobhippan</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Ee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suvishasham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phalakarama-kkiduka</a:t>
            </a:r>
            <a:endParaRPr lang="en-US" sz="2800" b="1" kern="0" dirty="0">
              <a:latin typeface="Calibri" pitchFamily="34" charset="0"/>
              <a:ea typeface="Ebrima" pitchFamily="2" charset="0"/>
              <a:cs typeface="Calibri" pitchFamily="34" charset="0"/>
            </a:endParaRPr>
          </a:p>
        </p:txBody>
      </p:sp>
      <p:sp>
        <p:nvSpPr>
          <p:cNvPr id="7" name="TextBox 6">
            <a:extLst>
              <a:ext uri="{FF2B5EF4-FFF2-40B4-BE49-F238E27FC236}">
                <a16:creationId xmlns:a16="http://schemas.microsoft.com/office/drawing/2014/main" id="{FB4E8DAE-1BCE-6354-351D-2F8027055381}"/>
              </a:ext>
            </a:extLst>
          </p:cNvPr>
          <p:cNvSpPr txBox="1"/>
          <p:nvPr/>
        </p:nvSpPr>
        <p:spPr>
          <a:xfrm>
            <a:off x="616023" y="4544330"/>
            <a:ext cx="11003786" cy="1477328"/>
          </a:xfrm>
          <a:prstGeom prst="rect">
            <a:avLst/>
          </a:prstGeom>
          <a:noFill/>
        </p:spPr>
        <p:txBody>
          <a:bodyPr wrap="square">
            <a:spAutoFit/>
          </a:bodyPr>
          <a:lstStyle/>
          <a:p>
            <a:pPr algn="ctr">
              <a:spcBef>
                <a:spcPts val="0"/>
              </a:spcBef>
              <a:spcAft>
                <a:spcPts val="0"/>
              </a:spcAft>
            </a:pPr>
            <a:r>
              <a:rPr lang="en-US" sz="3000" b="1" i="1" u="none" strike="noStrike" dirty="0">
                <a:solidFill>
                  <a:srgbClr val="0D0D0D"/>
                </a:solidFill>
                <a:effectLst/>
                <a:latin typeface="+mn-lt"/>
              </a:rPr>
              <a:t>Glory to God our Savior for giving us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gospel, </a:t>
            </a:r>
          </a:p>
          <a:p>
            <a:pPr algn="ctr">
              <a:spcBef>
                <a:spcPts val="0"/>
              </a:spcBef>
              <a:spcAft>
                <a:spcPts val="0"/>
              </a:spcAft>
            </a:pPr>
            <a:r>
              <a:rPr lang="en-US" sz="3000" b="1" i="1" u="none" strike="noStrike" dirty="0">
                <a:solidFill>
                  <a:srgbClr val="0D0D0D"/>
                </a:solidFill>
                <a:effectLst/>
                <a:latin typeface="+mn-lt"/>
              </a:rPr>
              <a:t>which is the light of the world, </a:t>
            </a:r>
            <a:r>
              <a:rPr lang="en-US" sz="3000" b="1" i="1" dirty="0">
                <a:solidFill>
                  <a:srgbClr val="0D0D0D"/>
                </a:solidFill>
                <a:latin typeface="+mn-lt"/>
              </a:rPr>
              <a:t>i</a:t>
            </a:r>
            <a:r>
              <a:rPr lang="en-US" sz="3000" b="1" i="1" u="none" strike="noStrike" dirty="0">
                <a:solidFill>
                  <a:srgbClr val="0D0D0D"/>
                </a:solidFill>
                <a:effectLst/>
                <a:latin typeface="+mn-lt"/>
              </a:rPr>
              <a:t>n the hearts of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solidFill>
                  <a:srgbClr val="0D0D0D"/>
                </a:solidFill>
                <a:effectLst/>
                <a:latin typeface="+mn-lt"/>
              </a:rPr>
              <a:t>our servants, darkened by sin, provide us a lamp to brighten our hearts</a:t>
            </a:r>
          </a:p>
        </p:txBody>
      </p:sp>
      <p:sp>
        <p:nvSpPr>
          <p:cNvPr id="11" name="TextBox 10">
            <a:extLst>
              <a:ext uri="{FF2B5EF4-FFF2-40B4-BE49-F238E27FC236}">
                <a16:creationId xmlns:a16="http://schemas.microsoft.com/office/drawing/2014/main" id="{30517F90-DA8C-4811-64B2-1FBA800506BC}"/>
              </a:ext>
            </a:extLst>
          </p:cNvPr>
          <p:cNvSpPr txBox="1"/>
          <p:nvPr/>
        </p:nvSpPr>
        <p:spPr>
          <a:xfrm>
            <a:off x="161599" y="648904"/>
            <a:ext cx="5772802" cy="2492990"/>
          </a:xfrm>
          <a:prstGeom prst="rect">
            <a:avLst/>
          </a:prstGeom>
          <a:noFill/>
        </p:spPr>
        <p:txBody>
          <a:bodyPr wrap="square">
            <a:spAutoFit/>
          </a:bodyPr>
          <a:lstStyle/>
          <a:p>
            <a:pPr algn="ctr" rtl="0">
              <a:spcBef>
                <a:spcPts val="0"/>
              </a:spcBef>
              <a:spcAft>
                <a:spcPts val="0"/>
              </a:spcAft>
            </a:pPr>
            <a:r>
              <a:rPr lang="ml-IN" sz="2600" b="1" i="0" u="none" strike="noStrike" dirty="0">
                <a:solidFill>
                  <a:srgbClr val="000000"/>
                </a:solidFill>
                <a:effectLst/>
                <a:latin typeface="Malayalam MN" pitchFamily="2" charset="0"/>
                <a:cs typeface="Malayalam MN" pitchFamily="2" charset="0"/>
              </a:rPr>
              <a:t>സുവിശേഷ വെളിച്ചം- സകലര്‍ക്കും ശോഭിച്ചീ ടുവാന്‍ </a:t>
            </a:r>
            <a:r>
              <a:rPr lang="en-US" sz="2600" b="1" i="0" u="none" strike="noStrike" dirty="0">
                <a:solidFill>
                  <a:srgbClr val="000000"/>
                </a:solidFill>
                <a:effectLst/>
                <a:latin typeface="Malayalam MN" pitchFamily="2" charset="0"/>
                <a:cs typeface="Malayalam MN" pitchFamily="2" charset="0"/>
              </a:rPr>
              <a:t>- </a:t>
            </a:r>
            <a:r>
              <a:rPr lang="ml-IN" sz="2600" b="1" i="0" u="none" strike="noStrike" dirty="0">
                <a:solidFill>
                  <a:srgbClr val="000000"/>
                </a:solidFill>
                <a:effectLst/>
                <a:latin typeface="Malayalam MN" pitchFamily="2" charset="0"/>
                <a:cs typeface="Malayalam MN" pitchFamily="2" charset="0"/>
              </a:rPr>
              <a:t>വന്നവനായ മഹിമയെഴും രക്ഷകാ!</a:t>
            </a:r>
            <a:r>
              <a:rPr lang="en-US" sz="2600" b="1" i="0" u="none" strike="noStrike" dirty="0">
                <a:solidFill>
                  <a:srgbClr val="000000"/>
                </a:solidFill>
                <a:effectLst/>
                <a:latin typeface="Malayalam MN" pitchFamily="2" charset="0"/>
                <a:cs typeface="Malayalam MN" pitchFamily="2" charset="0"/>
              </a:rPr>
              <a:t> </a:t>
            </a:r>
            <a:r>
              <a:rPr lang="ml-IN" sz="2600" b="1" i="0" u="none" strike="noStrike" dirty="0">
                <a:solidFill>
                  <a:srgbClr val="000000"/>
                </a:solidFill>
                <a:effectLst/>
                <a:latin typeface="Malayalam MN" pitchFamily="2" charset="0"/>
                <a:cs typeface="Malayalam MN" pitchFamily="2" charset="0"/>
              </a:rPr>
              <a:t>പാപികളാം ഞങ്ങള്‍- അന്ധത നീങ്ങി ശോഭിപ്പാന്‍ ഈ സുവിശേഷം-ഫലകരമാക്കീടുക </a:t>
            </a:r>
          </a:p>
        </p:txBody>
      </p:sp>
      <p:sp>
        <p:nvSpPr>
          <p:cNvPr id="2" name="AutoShape 6">
            <a:hlinkClick r:id="rId3" action="ppaction://hlinksldjump"/>
            <a:extLst>
              <a:ext uri="{FF2B5EF4-FFF2-40B4-BE49-F238E27FC236}">
                <a16:creationId xmlns:a16="http://schemas.microsoft.com/office/drawing/2014/main" id="{E0446881-C3A0-6E19-BCA2-D166EB6787B8}"/>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extLst>
      <p:ext uri="{BB962C8B-B14F-4D97-AF65-F5344CB8AC3E}">
        <p14:creationId xmlns:p14="http://schemas.microsoft.com/office/powerpoint/2010/main" val="15431964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ctrTitle"/>
          </p:nvPr>
        </p:nvSpPr>
        <p:spPr>
          <a:xfrm>
            <a:off x="191416" y="207168"/>
            <a:ext cx="5553929" cy="3429000"/>
          </a:xfrm>
        </p:spPr>
        <p:txBody>
          <a:bodyPr anchor="ctr">
            <a:normAutofit fontScale="90000"/>
          </a:bodyPr>
          <a:lstStyle/>
          <a:p>
            <a:pPr eaLnBrk="1" hangingPunct="1"/>
            <a:r>
              <a:rPr lang="en-US" altLang="en-US" sz="3600" b="1" dirty="0" err="1">
                <a:latin typeface="MalayalamAbe" pitchFamily="18" charset="0"/>
              </a:rPr>
              <a:t>KeSpC</a:t>
            </a:r>
            <a:r>
              <a:rPr lang="en-US" altLang="en-US" sz="3600" b="1" dirty="0">
                <a:latin typeface="MalayalamAbe" pitchFamily="18" charset="0"/>
              </a:rPr>
              <a:t>; </a:t>
            </a:r>
            <a:r>
              <a:rPr lang="en-US" altLang="en-US" sz="3600" b="1" dirty="0" err="1">
                <a:latin typeface="MalayalamAbe" pitchFamily="18" charset="0"/>
              </a:rPr>
              <a:t>Clcr</a:t>
            </a:r>
            <a:r>
              <a:rPr lang="en-US" altLang="en-US" sz="3600" b="1" dirty="0">
                <a:latin typeface="MalayalamAbe" pitchFamily="18" charset="0"/>
              </a:rPr>
              <a:t> - </a:t>
            </a:r>
            <a:r>
              <a:rPr lang="en-US" altLang="en-US" sz="3600" b="1" dirty="0" err="1">
                <a:latin typeface="MalayalamAbe" pitchFamily="18" charset="0"/>
              </a:rPr>
              <a:t>Cj</a:t>
            </a:r>
            <a:r>
              <a:rPr lang="en-US" altLang="en-US" sz="3600" b="1" dirty="0" err="1">
                <a:latin typeface="Kerala" pitchFamily="2" charset="0"/>
              </a:rPr>
              <a:t>f</a:t>
            </a:r>
            <a:r>
              <a:rPr lang="en-US" altLang="en-US" sz="3600" b="1" dirty="0">
                <a:latin typeface="MalayalamAbe" pitchFamily="18" charset="0"/>
              </a:rPr>
              <a:t> </a:t>
            </a:r>
            <a:r>
              <a:rPr lang="en-US" altLang="en-US" sz="3600" b="1" dirty="0" err="1">
                <a:latin typeface="MalayalamAbe" pitchFamily="18" charset="0"/>
              </a:rPr>
              <a:t>rJfjujh</a:t>
            </a:r>
            <a:r>
              <a:rPr lang="en-US" altLang="en-US" sz="3600" b="1" dirty="0">
                <a:latin typeface="MalayalamAbe" pitchFamily="18" charset="0"/>
              </a:rPr>
              <a:t>&gt;</a:t>
            </a:r>
            <a:r>
              <a:rPr lang="en-US" altLang="en-US" sz="3600" b="1" dirty="0" err="1">
                <a:latin typeface="MalayalamAbe" pitchFamily="18" charset="0"/>
              </a:rPr>
              <a:t>Ulc</a:t>
            </a:r>
            <a:r>
              <a:rPr lang="en-US" altLang="en-US" sz="3600" b="1" dirty="0">
                <a:latin typeface="MalayalamAbe" pitchFamily="18" charset="0"/>
              </a:rPr>
              <a:t>;</a:t>
            </a:r>
            <a:br>
              <a:rPr lang="en-US" altLang="en-US" sz="3600" b="1" dirty="0">
                <a:latin typeface="MalayalamAbe" pitchFamily="18" charset="0"/>
              </a:rPr>
            </a:br>
            <a:r>
              <a:rPr lang="en-US" altLang="en-US" sz="3600" b="1" dirty="0">
                <a:latin typeface="MalayalamAbe" pitchFamily="18" charset="0"/>
              </a:rPr>
              <a:t>TO </a:t>
            </a:r>
            <a:r>
              <a:rPr lang="en-US" altLang="en-US" sz="3600" b="1" dirty="0" err="1">
                <a:latin typeface="MalayalamAbe" pitchFamily="18" charset="0"/>
              </a:rPr>
              <a:t>ivr</a:t>
            </a:r>
            <a:r>
              <a:rPr lang="en-US" altLang="en-US" sz="3600" b="1" dirty="0">
                <a:latin typeface="MalayalamAbe" pitchFamily="18" charset="0"/>
              </a:rPr>
              <a:t>\</a:t>
            </a:r>
            <a:r>
              <a:rPr lang="en-US" altLang="en-US" sz="3600" b="1" dirty="0" err="1">
                <a:latin typeface="MalayalamAbe" pitchFamily="18" charset="0"/>
              </a:rPr>
              <a:t>lH</a:t>
            </a:r>
            <a:r>
              <a:rPr lang="en-US" altLang="en-US" sz="3600" b="1" dirty="0">
                <a:latin typeface="MalayalamAbe" pitchFamily="18" charset="0"/>
              </a:rPr>
              <a:t> </a:t>
            </a:r>
            <a:r>
              <a:rPr lang="en-US" altLang="en-US" sz="3600" b="1" dirty="0" err="1">
                <a:latin typeface="MalayalamAbe" pitchFamily="18" charset="0"/>
              </a:rPr>
              <a:t>LmjulG</a:t>
            </a:r>
            <a:r>
              <a:rPr lang="en-US" altLang="en-US" sz="3600" b="1" dirty="0">
                <a:latin typeface="MalayalamAbe" pitchFamily="18" charset="0"/>
              </a:rPr>
              <a:t>)[ h&gt;j/</a:t>
            </a:r>
            <a:r>
              <a:rPr lang="en-US" altLang="en-US" sz="3600" b="1" dirty="0" err="1">
                <a:latin typeface="MalayalamAbe" pitchFamily="18" charset="0"/>
              </a:rPr>
              <a:t>lR</a:t>
            </a:r>
            <a:r>
              <a:rPr lang="en-US" altLang="en-US" sz="3600" b="1" dirty="0">
                <a:latin typeface="MalayalamAbe" pitchFamily="18" charset="0"/>
              </a:rPr>
              <a:t> - d{</a:t>
            </a:r>
            <a:r>
              <a:rPr lang="en-US" altLang="en-US" sz="3600" b="1" dirty="0" err="1">
                <a:latin typeface="MalayalamAbe" pitchFamily="18" charset="0"/>
              </a:rPr>
              <a:t>euk</a:t>
            </a:r>
            <a:r>
              <a:rPr lang="en-US" altLang="en-US" sz="3600" b="1" dirty="0">
                <a:latin typeface="MalayalamAbe" pitchFamily="18" charset="0"/>
              </a:rPr>
              <a:t>=</a:t>
            </a:r>
            <a:r>
              <a:rPr lang="en-US" altLang="en-US" sz="3600" b="1" dirty="0" err="1">
                <a:latin typeface="MalayalamAbe" pitchFamily="18" charset="0"/>
              </a:rPr>
              <a:t>irlu</a:t>
            </a:r>
            <a:r>
              <a:rPr lang="en-US" altLang="en-US" sz="3600" b="1" dirty="0">
                <a:latin typeface="MalayalamAbe" pitchFamily="18" charset="0"/>
              </a:rPr>
              <a:t> - </a:t>
            </a:r>
            <a:r>
              <a:rPr lang="en-US" altLang="en-US" sz="3600" b="1" dirty="0" err="1">
                <a:latin typeface="MalayalamAbe" pitchFamily="18" charset="0"/>
              </a:rPr>
              <a:t>egaejflSi</a:t>
            </a:r>
            <a:r>
              <a:rPr lang="en-US" altLang="en-US" sz="3600" b="1" dirty="0">
                <a:latin typeface="MalayalamAbe" pitchFamily="18" charset="0"/>
              </a:rPr>
              <a:t> </a:t>
            </a:r>
            <a:r>
              <a:rPr lang="en-US" altLang="en-US" sz="3600" b="1" dirty="0" err="1">
                <a:latin typeface="MalayalamAbe" pitchFamily="18" charset="0"/>
              </a:rPr>
              <a:t>Siz</a:t>
            </a:r>
            <a:r>
              <a:rPr lang="en-US" altLang="en-US" sz="3600" b="1" dirty="0">
                <a:latin typeface="MalayalamAbe" pitchFamily="18" charset="0"/>
              </a:rPr>
              <a:t>; </a:t>
            </a:r>
            <a:r>
              <a:rPr lang="en-US" altLang="en-US" sz="3600" b="1" dirty="0" err="1">
                <a:latin typeface="MalayalamAbe" pitchFamily="18" charset="0"/>
              </a:rPr>
              <a:t>rJ</a:t>
            </a:r>
            <a:br>
              <a:rPr lang="en-US" altLang="en-US" sz="3600" b="1" dirty="0">
                <a:latin typeface="MalayalamAbe" pitchFamily="18" charset="0"/>
              </a:rPr>
            </a:br>
            <a:r>
              <a:rPr lang="en-US" altLang="en-US" sz="3600" b="1" dirty="0" err="1">
                <a:latin typeface="MalayalamAbe" pitchFamily="18" charset="0"/>
              </a:rPr>
              <a:t>yo|lulSh</a:t>
            </a:r>
            <a:r>
              <a:rPr lang="en-US" altLang="en-US" sz="3600" b="1" dirty="0">
                <a:latin typeface="MalayalamAbe" pitchFamily="18" charset="0"/>
              </a:rPr>
              <a:t> - </a:t>
            </a:r>
            <a:r>
              <a:rPr lang="en-US" altLang="en-US" sz="3600" b="1" dirty="0" err="1">
                <a:latin typeface="MalayalamAbe" pitchFamily="18" charset="0"/>
              </a:rPr>
              <a:t>LgkxJmnsa#k</a:t>
            </a:r>
            <a:r>
              <a:rPr lang="en-US" altLang="en-US" sz="3600" b="1" dirty="0">
                <a:latin typeface="MalayalamAbe" pitchFamily="18" charset="0"/>
              </a:rPr>
              <a:t>;</a:t>
            </a:r>
          </a:p>
        </p:txBody>
      </p:sp>
      <p:sp>
        <p:nvSpPr>
          <p:cNvPr id="6" name="Text Box 2">
            <a:extLst>
              <a:ext uri="{FF2B5EF4-FFF2-40B4-BE49-F238E27FC236}">
                <a16:creationId xmlns:a16="http://schemas.microsoft.com/office/drawing/2014/main" id="{6DEC595E-594C-4884-9301-8EFDCF104FAF}"/>
              </a:ext>
            </a:extLst>
          </p:cNvPr>
          <p:cNvSpPr txBox="1">
            <a:spLocks noChangeArrowheads="1"/>
          </p:cNvSpPr>
          <p:nvPr/>
        </p:nvSpPr>
        <p:spPr bwMode="auto">
          <a:xfrm>
            <a:off x="6563032" y="357276"/>
            <a:ext cx="5338916"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err="1">
                <a:latin typeface="Calibri" pitchFamily="34" charset="0"/>
                <a:ea typeface="Ebrima" pitchFamily="2" charset="0"/>
                <a:cs typeface="Calibri" pitchFamily="34" charset="0"/>
              </a:rPr>
              <a:t>Upadesham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shaasana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shiksha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neethiyil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abhyaasam</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Ee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vachanathaal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adiyaarkku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lebhippaan</a:t>
            </a:r>
            <a:r>
              <a:rPr lang="en-US" sz="2800" b="1" kern="0" dirty="0">
                <a:latin typeface="Calibri" pitchFamily="34" charset="0"/>
                <a:ea typeface="Ebrima" pitchFamily="2" charset="0"/>
                <a:cs typeface="Calibri" pitchFamily="34" charset="0"/>
              </a:rPr>
              <a:t> - Krupa-</a:t>
            </a:r>
            <a:r>
              <a:rPr lang="en-US" sz="2800" b="1" kern="0" dirty="0" err="1">
                <a:latin typeface="Calibri" pitchFamily="34" charset="0"/>
                <a:ea typeface="Ebrima" pitchFamily="2" charset="0"/>
                <a:cs typeface="Calibri" pitchFamily="34" charset="0"/>
              </a:rPr>
              <a:t>yullhavanaaya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parama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vegam</a:t>
            </a:r>
            <a:r>
              <a:rPr lang="en-US" sz="2800" b="1" kern="0" dirty="0">
                <a:latin typeface="Calibri" pitchFamily="34" charset="0"/>
                <a:ea typeface="Ebrima" pitchFamily="2" charset="0"/>
                <a:cs typeface="Calibri" pitchFamily="34" charset="0"/>
              </a:rPr>
              <a:t> nee - </a:t>
            </a:r>
            <a:r>
              <a:rPr lang="en-US" sz="2800" b="1" kern="0" dirty="0" err="1">
                <a:latin typeface="Calibri" pitchFamily="34" charset="0"/>
                <a:ea typeface="Ebrima" pitchFamily="2" charset="0"/>
                <a:cs typeface="Calibri" pitchFamily="34" charset="0"/>
              </a:rPr>
              <a:t>Roohaayaale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arulheedanham-ennum</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807CD2D4-8122-E0DC-4C3A-F96EDA08DA78}"/>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CD3DD89F-6F9B-5D5E-F868-5993DFE85E13}"/>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65CADA-C4FF-49D9-CBDF-7AEFEE1EFBAB}"/>
              </a:ext>
            </a:extLst>
          </p:cNvPr>
          <p:cNvSpPr txBox="1"/>
          <p:nvPr/>
        </p:nvSpPr>
        <p:spPr>
          <a:xfrm>
            <a:off x="-120926" y="4573724"/>
            <a:ext cx="12433851" cy="1569660"/>
          </a:xfrm>
          <a:prstGeom prst="rect">
            <a:avLst/>
          </a:prstGeom>
          <a:noFill/>
        </p:spPr>
        <p:txBody>
          <a:bodyPr wrap="square">
            <a:spAutoFit/>
          </a:bodyPr>
          <a:lstStyle/>
          <a:p>
            <a:pPr algn="ctr"/>
            <a:r>
              <a:rPr lang="en-US" sz="3200" b="1" i="1" dirty="0">
                <a:latin typeface="Calibri" panose="020F0502020204030204" pitchFamily="34" charset="0"/>
                <a:cs typeface="Calibri" panose="020F0502020204030204" pitchFamily="34" charset="0"/>
              </a:rPr>
              <a:t>O gracious Father, let Your Spirit resound without delay through this Word to Your servants to receive counsel, rebuke, direction, and instruction in righteousness</a:t>
            </a:r>
          </a:p>
        </p:txBody>
      </p:sp>
      <p:sp>
        <p:nvSpPr>
          <p:cNvPr id="5" name="AutoShape 6">
            <a:hlinkClick r:id="rId2" action="ppaction://hlinksldjump"/>
            <a:extLst>
              <a:ext uri="{FF2B5EF4-FFF2-40B4-BE49-F238E27FC236}">
                <a16:creationId xmlns:a16="http://schemas.microsoft.com/office/drawing/2014/main" id="{4235E90C-C422-3157-F9EA-C0DBF4BDD85C}"/>
              </a:ext>
            </a:extLst>
          </p:cNvPr>
          <p:cNvSpPr>
            <a:spLocks noChangeArrowheads="1"/>
          </p:cNvSpPr>
          <p:nvPr/>
        </p:nvSpPr>
        <p:spPr bwMode="auto">
          <a:xfrm>
            <a:off x="8850975" y="6065324"/>
            <a:ext cx="3276600" cy="685800"/>
          </a:xfrm>
          <a:prstGeom prst="rightArrow">
            <a:avLst>
              <a:gd name="adj1" fmla="val 50000"/>
              <a:gd name="adj2" fmla="val 50000"/>
            </a:avLst>
          </a:prstGeom>
          <a:noFill/>
          <a:ln w="9525">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000" i="1" dirty="0">
                <a:latin typeface="MalayalamAbe" pitchFamily="18" charset="0"/>
              </a:rPr>
              <a:t>~</a:t>
            </a:r>
            <a:r>
              <a:rPr lang="en-US" altLang="en-US" sz="2000" i="1" dirty="0" err="1">
                <a:latin typeface="MalayalamAbe" pitchFamily="18" charset="0"/>
              </a:rPr>
              <a:t>lsyd</a:t>
            </a:r>
            <a:r>
              <a:rPr lang="en-US" altLang="en-US" sz="2000" i="1" dirty="0">
                <a:latin typeface="MalayalamAbe" pitchFamily="18" charset="0"/>
              </a:rPr>
              <a:t>[</a:t>
            </a:r>
            <a:r>
              <a:rPr lang="en-US" altLang="en-US" sz="2000" i="1" dirty="0" err="1">
                <a:latin typeface="MalayalamAbe" pitchFamily="18" charset="0"/>
              </a:rPr>
              <a:t>alG</a:t>
            </a:r>
            <a:r>
              <a:rPr lang="en-US" altLang="en-US" sz="2000" i="1" dirty="0">
                <a:latin typeface="MalayalamAbe" pitchFamily="18" charset="0"/>
              </a:rPr>
              <a:t>   </a:t>
            </a:r>
            <a:r>
              <a:rPr lang="pt-BR" sz="2000" kern="0" dirty="0">
                <a:ln w="1905"/>
                <a:effectLst>
                  <a:innerShdw blurRad="69850" dist="43180" dir="5400000">
                    <a:srgbClr val="000000">
                      <a:alpha val="65000"/>
                    </a:srgbClr>
                  </a:innerShdw>
                </a:effectLst>
                <a:cs typeface="Calibri" pitchFamily="34" charset="0"/>
              </a:rPr>
              <a:t>(</a:t>
            </a:r>
            <a:r>
              <a:rPr lang="en-US" sz="2000" kern="0" dirty="0" err="1">
                <a:ln w="1905"/>
                <a:effectLst>
                  <a:innerShdw blurRad="69850" dist="43180" dir="5400000">
                    <a:srgbClr val="000000">
                      <a:alpha val="65000"/>
                    </a:srgbClr>
                  </a:innerShdw>
                </a:effectLst>
                <a:ea typeface="Ebrima" pitchFamily="2" charset="0"/>
                <a:cs typeface="Calibri" pitchFamily="34" charset="0"/>
              </a:rPr>
              <a:t>Baarrekmaar</a:t>
            </a:r>
            <a:r>
              <a:rPr lang="en-US" sz="2000" kern="0" dirty="0">
                <a:ln w="1905"/>
                <a:effectLst>
                  <a:innerShdw blurRad="69850" dist="43180" dir="5400000">
                    <a:srgbClr val="000000">
                      <a:alpha val="65000"/>
                    </a:srgbClr>
                  </a:innerShdw>
                </a:effectLst>
                <a:ea typeface="Ebrima" pitchFamily="2" charset="0"/>
                <a:cs typeface="Calibri" pitchFamily="34" charset="0"/>
              </a:rPr>
              <a:t>)</a:t>
            </a:r>
            <a:endParaRPr lang="en-US" altLang="en-US" sz="2000" i="1" dirty="0">
              <a:latin typeface="MalayalamAbe" pitchFamily="18" charset="0"/>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592780" y="176819"/>
            <a:ext cx="5503220" cy="3429000"/>
          </a:xfrm>
        </p:spPr>
        <p:txBody>
          <a:bodyPr anchor="ctr">
            <a:noAutofit/>
          </a:bodyPr>
          <a:lstStyle/>
          <a:p>
            <a:pPr algn="l" eaLnBrk="1" hangingPunct="1"/>
            <a:r>
              <a:rPr lang="en-US" altLang="en-US" sz="3600" b="1" dirty="0">
                <a:solidFill>
                  <a:schemeClr val="accent6">
                    <a:lumMod val="50000"/>
                  </a:schemeClr>
                </a:solidFill>
                <a:latin typeface="MalayalamAbe" pitchFamily="18" charset="0"/>
              </a:rPr>
              <a:t>Ck. </a:t>
            </a:r>
            <a:r>
              <a:rPr lang="en-US" altLang="en-US" sz="3600" b="1" dirty="0">
                <a:latin typeface="MalayalamAbe" pitchFamily="18" charset="0"/>
              </a:rPr>
              <a:t>~</a:t>
            </a:r>
            <a:r>
              <a:rPr lang="en-US" altLang="en-US" sz="3600" b="1" dirty="0" err="1">
                <a:latin typeface="MalayalamAbe" pitchFamily="18" charset="0"/>
              </a:rPr>
              <a:t>lsyd</a:t>
            </a:r>
            <a:r>
              <a:rPr lang="en-US" altLang="en-US" sz="3600" b="1" dirty="0">
                <a:latin typeface="MalayalamAbe" pitchFamily="18" charset="0"/>
              </a:rPr>
              <a:t>[</a:t>
            </a:r>
            <a:r>
              <a:rPr lang="en-US" altLang="en-US" sz="3600" b="1" dirty="0" err="1">
                <a:latin typeface="MalayalamAbe" pitchFamily="18" charset="0"/>
              </a:rPr>
              <a:t>alG</a:t>
            </a:r>
            <a:r>
              <a:rPr lang="en-US" altLang="en-US" sz="3600" b="1" dirty="0">
                <a:latin typeface="MalayalamAbe" pitchFamily="18" charset="0"/>
              </a:rPr>
              <a:t> c[</a:t>
            </a:r>
            <a:r>
              <a:rPr lang="en-US" altLang="en-US" sz="3600" b="1" dirty="0" err="1">
                <a:latin typeface="MalayalamAbe" pitchFamily="18" charset="0"/>
              </a:rPr>
              <a:t>fOaR</a:t>
            </a:r>
            <a:r>
              <a:rPr lang="en-US" altLang="en-US" sz="3600" b="1" dirty="0">
                <a:latin typeface="MalayalamAbe" pitchFamily="18" charset="0"/>
              </a:rPr>
              <a:t> </a:t>
            </a:r>
            <a:r>
              <a:rPr lang="en-US" altLang="en-US" sz="3600" b="1" dirty="0" err="1">
                <a:latin typeface="MalayalamAbe" pitchFamily="18" charset="0"/>
              </a:rPr>
              <a:t>dlShlc</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5" name="Text Box 2">
            <a:extLst>
              <a:ext uri="{FF2B5EF4-FFF2-40B4-BE49-F238E27FC236}">
                <a16:creationId xmlns:a16="http://schemas.microsoft.com/office/drawing/2014/main" id="{2266FDA9-4F3C-44CC-9912-7612EADF351F}"/>
              </a:ext>
            </a:extLst>
          </p:cNvPr>
          <p:cNvSpPr txBox="1">
            <a:spLocks noChangeArrowheads="1"/>
          </p:cNvSpPr>
          <p:nvPr/>
        </p:nvSpPr>
        <p:spPr bwMode="auto">
          <a:xfrm>
            <a:off x="6835713" y="1096368"/>
            <a:ext cx="4980365" cy="1589902"/>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D: </a:t>
            </a:r>
            <a:r>
              <a:rPr lang="en-US" sz="3200" b="1" kern="0" dirty="0" err="1">
                <a:latin typeface="Calibri" pitchFamily="34" charset="0"/>
                <a:ea typeface="Ebrima" pitchFamily="2" charset="0"/>
                <a:cs typeface="Calibri" pitchFamily="34" charset="0"/>
              </a:rPr>
              <a:t>Baarrekmaar</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Sthoumen</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kaalos</a:t>
            </a:r>
            <a:r>
              <a:rPr lang="en-US" sz="3200" b="1" kern="0" dirty="0">
                <a:latin typeface="Calibri" pitchFamily="34" charset="0"/>
                <a:ea typeface="Ebrima" pitchFamily="2" charset="0"/>
                <a:cs typeface="Calibri" pitchFamily="34" charset="0"/>
              </a:rPr>
              <a:t>.</a:t>
            </a:r>
          </a:p>
          <a:p>
            <a:pPr>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2952C04B-5BB5-BF24-1E1A-9E28344FB056}"/>
              </a:ext>
            </a:extLst>
          </p:cNvPr>
          <p:cNvSpPr txBox="1"/>
          <p:nvPr/>
        </p:nvSpPr>
        <p:spPr>
          <a:xfrm>
            <a:off x="2370796" y="4876434"/>
            <a:ext cx="7450407" cy="1098378"/>
          </a:xfrm>
          <a:prstGeom prst="rect">
            <a:avLst/>
          </a:prstGeom>
          <a:noFill/>
        </p:spPr>
        <p:txBody>
          <a:bodyPr wrap="square">
            <a:spAutoFit/>
          </a:bodyPr>
          <a:lstStyle/>
          <a:p>
            <a:pPr>
              <a:lnSpc>
                <a:spcPts val="3999"/>
              </a:lnSpc>
              <a:spcBef>
                <a:spcPts val="0"/>
              </a:spcBef>
            </a:pPr>
            <a:r>
              <a:rPr lang="en-US" sz="3200" b="1" i="1" kern="0" dirty="0">
                <a:solidFill>
                  <a:schemeClr val="accent6">
                    <a:lumMod val="50000"/>
                  </a:schemeClr>
                </a:solidFill>
                <a:latin typeface="+mn-lt"/>
                <a:ea typeface="Ebrima" pitchFamily="2" charset="0"/>
                <a:cs typeface="Times New Roman" panose="02020603050405020304" pitchFamily="18" charset="0"/>
              </a:rPr>
              <a:t>D: </a:t>
            </a:r>
            <a:r>
              <a:rPr lang="en-US" sz="3200" b="1" i="1" kern="0" dirty="0">
                <a:latin typeface="+mn-lt"/>
                <a:ea typeface="Ebrima" pitchFamily="2" charset="0"/>
                <a:cs typeface="Times New Roman" panose="02020603050405020304" pitchFamily="18" charset="0"/>
              </a:rPr>
              <a:t>Bless, O Lord. Let us stand in reverence.</a:t>
            </a:r>
          </a:p>
          <a:p>
            <a:pPr>
              <a:lnSpc>
                <a:spcPts val="3999"/>
              </a:lnSpc>
              <a:spcBef>
                <a:spcPts val="0"/>
              </a:spcBef>
            </a:pPr>
            <a:r>
              <a:rPr lang="en-US" sz="3200" b="1" i="1" kern="0" dirty="0">
                <a:solidFill>
                  <a:schemeClr val="accent6">
                    <a:lumMod val="50000"/>
                  </a:schemeClr>
                </a:solidFill>
                <a:latin typeface="+mn-lt"/>
                <a:ea typeface="Ebrima" pitchFamily="2" charset="0"/>
                <a:cs typeface="Times New Roman" panose="02020603050405020304" pitchFamily="18" charset="0"/>
              </a:rPr>
              <a:t>C: </a:t>
            </a:r>
            <a:r>
              <a:rPr lang="en-US" sz="3200" b="1" i="1" kern="0" dirty="0">
                <a:latin typeface="+mn-lt"/>
                <a:ea typeface="Ebrima" pitchFamily="2" charset="0"/>
                <a:cs typeface="Times New Roman" panose="02020603050405020304" pitchFamily="18" charset="0"/>
              </a:rPr>
              <a:t>Lord, have mercy.</a:t>
            </a:r>
          </a:p>
        </p:txBody>
      </p:sp>
      <p:sp>
        <p:nvSpPr>
          <p:cNvPr id="2" name="TextBox 1">
            <a:extLst>
              <a:ext uri="{FF2B5EF4-FFF2-40B4-BE49-F238E27FC236}">
                <a16:creationId xmlns:a16="http://schemas.microsoft.com/office/drawing/2014/main" id="{759BA773-FD3B-2BB3-676F-C0685DDC05F4}"/>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F214E0B8-1DE7-6464-2517-026C9FD568D1}"/>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663414" y="396183"/>
            <a:ext cx="5115540" cy="3429000"/>
          </a:xfrm>
        </p:spPr>
        <p:txBody>
          <a:bodyPr anchor="ctr">
            <a:noAutofit/>
          </a:bodyPr>
          <a:lstStyle/>
          <a:p>
            <a:pPr algn="l" eaLnBrk="1" hangingPunct="1"/>
            <a:r>
              <a:rPr lang="en-US" altLang="en-US" sz="3600" b="1" dirty="0">
                <a:latin typeface="MalayalamAbe" pitchFamily="18" charset="0"/>
              </a:rPr>
              <a:t>                                 </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err="1">
                <a:latin typeface="MalayalamAbe" pitchFamily="18" charset="0"/>
              </a:rPr>
              <a:t>rlsah^ligk</a:t>
            </a:r>
            <a:r>
              <a:rPr lang="en-US" altLang="en-US" sz="3600" b="1" dirty="0">
                <a:latin typeface="MalayalamAbe" pitchFamily="18" charset="0"/>
              </a:rPr>
              <a:t>;...</a:t>
            </a:r>
            <a:br>
              <a:rPr lang="en-US" altLang="en-US" sz="3600" b="1" dirty="0">
                <a:latin typeface="Arial" panose="020B0604020202020204" pitchFamily="34"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LrkYz|j</a:t>
            </a:r>
            <a:r>
              <a:rPr lang="en-US" altLang="en-US" sz="3600" b="1" dirty="0">
                <a:latin typeface="MalayalamAbe" pitchFamily="18" charset="0"/>
              </a:rPr>
              <a:t>)</a:t>
            </a:r>
            <a:r>
              <a:rPr lang="en-US" altLang="en-US" sz="3600" b="1" dirty="0" err="1">
                <a:latin typeface="MalayalamAbe" pitchFamily="18" charset="0"/>
              </a:rPr>
              <a:t>k#i-rlu</a:t>
            </a:r>
            <a:r>
              <a:rPr lang="en-US" altLang="en-US" sz="3600" b="1" dirty="0">
                <a:latin typeface="MalayalamAbe" pitchFamily="18" charset="0"/>
              </a:rPr>
              <a:t> </a:t>
            </a: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B*</a:t>
            </a:r>
            <a:r>
              <a:rPr lang="en-US" altLang="en-US" sz="3600" b="1" dirty="0" err="1">
                <a:latin typeface="MalayalamAbe" pitchFamily="18" charset="0"/>
              </a:rPr>
              <a:t>sx</a:t>
            </a:r>
            <a:r>
              <a:rPr lang="en-US" altLang="en-US" sz="3600" b="1" dirty="0">
                <a:latin typeface="MalayalamAbe" pitchFamily="18" charset="0"/>
              </a:rPr>
              <a:t> </a:t>
            </a:r>
            <a:r>
              <a:rPr lang="en-US" altLang="en-US" sz="3600" b="1" dirty="0" err="1">
                <a:latin typeface="MalayalamAbe" pitchFamily="18" charset="0"/>
              </a:rPr>
              <a:t>LrkYz|jv&amp;k</a:t>
            </a:r>
            <a:r>
              <a:rPr lang="en-US" altLang="en-US" sz="3600" b="1" dirty="0">
                <a:latin typeface="MalayalamAbe" pitchFamily="18" charset="0"/>
              </a:rPr>
              <a:t> B*</a:t>
            </a:r>
            <a:r>
              <a:rPr lang="en-US" altLang="en-US" sz="3600" b="1" dirty="0" err="1">
                <a:latin typeface="MalayalamAbe" pitchFamily="18" charset="0"/>
              </a:rPr>
              <a:t>sx</a:t>
            </a:r>
            <a:r>
              <a:rPr lang="en-US" altLang="en-US" sz="3600" b="1" dirty="0">
                <a:latin typeface="MalayalamAbe" pitchFamily="18" charset="0"/>
              </a:rPr>
              <a:t> </a:t>
            </a:r>
            <a:r>
              <a:rPr lang="en-US" altLang="en-US" sz="3600" b="1" dirty="0" err="1">
                <a:latin typeface="MalayalamAbe" pitchFamily="18" charset="0"/>
              </a:rPr>
              <a:t>c|luj</a:t>
            </a:r>
            <a:r>
              <a:rPr lang="en-US" altLang="en-US" sz="3600" b="1" dirty="0">
                <a:latin typeface="MalayalamAbe" pitchFamily="18" charset="0"/>
              </a:rPr>
              <a:t>)</a:t>
            </a:r>
            <a:r>
              <a:rPr lang="en-US" altLang="en-US" sz="3600" b="1" dirty="0" err="1">
                <a:latin typeface="MalayalamAbe" pitchFamily="18" charset="0"/>
              </a:rPr>
              <a:t>nSa</a:t>
            </a:r>
            <a:r>
              <a:rPr lang="en-US" altLang="en-US" sz="3600" b="1" dirty="0">
                <a:latin typeface="MalayalamAbe" pitchFamily="18" charset="0"/>
              </a:rPr>
              <a:t>.</a:t>
            </a:r>
            <a:br>
              <a:rPr lang="en-US" altLang="en-US" sz="3600" b="1" dirty="0">
                <a:latin typeface="MalayalamAbe" pitchFamily="18" charset="0"/>
              </a:rPr>
            </a:br>
            <a:endParaRPr lang="en-US" altLang="en-US" sz="3600" b="1" dirty="0">
              <a:latin typeface="MalayalamAbe" pitchFamily="18" charset="0"/>
            </a:endParaRPr>
          </a:p>
        </p:txBody>
      </p:sp>
      <p:sp>
        <p:nvSpPr>
          <p:cNvPr id="4" name="Text Box 2">
            <a:extLst>
              <a:ext uri="{FF2B5EF4-FFF2-40B4-BE49-F238E27FC236}">
                <a16:creationId xmlns:a16="http://schemas.microsoft.com/office/drawing/2014/main" id="{EED31E06-932F-45BF-8633-2DCC9DBA6B19}"/>
              </a:ext>
            </a:extLst>
          </p:cNvPr>
          <p:cNvSpPr txBox="1">
            <a:spLocks noChangeArrowheads="1"/>
          </p:cNvSpPr>
          <p:nvPr/>
        </p:nvSpPr>
        <p:spPr bwMode="auto">
          <a:xfrm>
            <a:off x="6730093" y="983538"/>
            <a:ext cx="5341620" cy="213094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a:latin typeface="Calibri" pitchFamily="34" charset="0"/>
                <a:ea typeface="Ebrima" pitchFamily="2" charset="0"/>
                <a:cs typeface="Calibri" pitchFamily="34" charset="0"/>
              </a:rPr>
              <a:t>Naam </a:t>
            </a:r>
            <a:r>
              <a:rPr lang="en-US" sz="3000" b="1" kern="0" dirty="0" err="1">
                <a:latin typeface="Calibri" pitchFamily="34" charset="0"/>
                <a:ea typeface="Ebrima" pitchFamily="2" charset="0"/>
                <a:cs typeface="Calibri" pitchFamily="34" charset="0"/>
              </a:rPr>
              <a:t>ellaavarum</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Anugrahikkunnavan</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aaya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Karthaave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anugrahichu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sahaayikkenhame</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7226CD9A-C0AB-E2B2-C704-43F926451743}"/>
              </a:ext>
            </a:extLst>
          </p:cNvPr>
          <p:cNvSpPr txBox="1"/>
          <p:nvPr/>
        </p:nvSpPr>
        <p:spPr>
          <a:xfrm>
            <a:off x="2357318" y="4496239"/>
            <a:ext cx="8073705" cy="2062103"/>
          </a:xfrm>
          <a:prstGeom prst="rect">
            <a:avLst/>
          </a:prstGeom>
          <a:noFill/>
        </p:spPr>
        <p:txBody>
          <a:bodyPr wrap="square">
            <a:spAutoFit/>
          </a:bodyPr>
          <a:lstStyle/>
          <a:p>
            <a:r>
              <a:rPr lang="en-US" sz="3200" b="1" i="1" dirty="0">
                <a:solidFill>
                  <a:schemeClr val="accent6">
                    <a:lumMod val="50000"/>
                  </a:schemeClr>
                </a:solidFill>
                <a:latin typeface="+mn-lt"/>
              </a:rPr>
              <a:t>P: </a:t>
            </a:r>
            <a:r>
              <a:rPr lang="en-US" sz="3200" b="1" i="1" dirty="0">
                <a:latin typeface="+mn-lt"/>
              </a:rPr>
              <a:t>Let us pray to the Lord for His blessings and mercy.</a:t>
            </a:r>
          </a:p>
          <a:p>
            <a:r>
              <a:rPr lang="en-US" sz="3200" b="1" i="1" dirty="0">
                <a:solidFill>
                  <a:schemeClr val="accent6">
                    <a:lumMod val="50000"/>
                  </a:schemeClr>
                </a:solidFill>
                <a:latin typeface="+mn-lt"/>
              </a:rPr>
              <a:t>C: </a:t>
            </a:r>
            <a:r>
              <a:rPr lang="en-US" sz="3200" b="1" i="1" dirty="0">
                <a:latin typeface="+mn-lt"/>
              </a:rPr>
              <a:t>O Lord who is the source of all blessings, bless us and help us.</a:t>
            </a:r>
          </a:p>
        </p:txBody>
      </p:sp>
      <p:sp>
        <p:nvSpPr>
          <p:cNvPr id="10" name="TextBox 9">
            <a:extLst>
              <a:ext uri="{FF2B5EF4-FFF2-40B4-BE49-F238E27FC236}">
                <a16:creationId xmlns:a16="http://schemas.microsoft.com/office/drawing/2014/main" id="{E498BBF0-A074-7856-D8BC-3BABDAB888C3}"/>
              </a:ext>
            </a:extLst>
          </p:cNvPr>
          <p:cNvSpPr txBox="1"/>
          <p:nvPr/>
        </p:nvSpPr>
        <p:spPr>
          <a:xfrm>
            <a:off x="0" y="100735"/>
            <a:ext cx="6095993" cy="707886"/>
          </a:xfrm>
          <a:prstGeom prst="rect">
            <a:avLst/>
          </a:prstGeom>
          <a:noFill/>
        </p:spPr>
        <p:txBody>
          <a:bodyPr wrap="square">
            <a:spAutoFit/>
          </a:bodyPr>
          <a:lstStyle/>
          <a:p>
            <a:pPr algn="ctr"/>
            <a:r>
              <a:rPr lang="en-US" altLang="en-US" sz="4000" b="1" u="sng" dirty="0" err="1">
                <a:solidFill>
                  <a:schemeClr val="accent6">
                    <a:lumMod val="50000"/>
                  </a:schemeClr>
                </a:solidFill>
                <a:latin typeface="MalayalamAbe" pitchFamily="18" charset="0"/>
              </a:rPr>
              <a:t>SYelSaUlR</a:t>
            </a:r>
            <a:endParaRPr lang="en-US" sz="4000" b="1" u="sng" dirty="0">
              <a:solidFill>
                <a:schemeClr val="accent6">
                  <a:lumMod val="50000"/>
                </a:schemeClr>
              </a:solidFill>
            </a:endParaRPr>
          </a:p>
        </p:txBody>
      </p:sp>
      <p:sp>
        <p:nvSpPr>
          <p:cNvPr id="5" name="TextBox 4">
            <a:extLst>
              <a:ext uri="{FF2B5EF4-FFF2-40B4-BE49-F238E27FC236}">
                <a16:creationId xmlns:a16="http://schemas.microsoft.com/office/drawing/2014/main" id="{697A394F-BC19-6DC5-817A-A91FB418FF67}"/>
              </a:ext>
            </a:extLst>
          </p:cNvPr>
          <p:cNvSpPr txBox="1"/>
          <p:nvPr/>
        </p:nvSpPr>
        <p:spPr>
          <a:xfrm>
            <a:off x="6095993" y="165409"/>
            <a:ext cx="6096007" cy="584775"/>
          </a:xfrm>
          <a:prstGeom prst="rect">
            <a:avLst/>
          </a:prstGeom>
          <a:noFill/>
        </p:spPr>
        <p:txBody>
          <a:bodyPr wrap="square">
            <a:spAutoFit/>
          </a:bodyPr>
          <a:lstStyle/>
          <a:p>
            <a:pPr algn="ctr"/>
            <a:r>
              <a:rPr lang="en-US" sz="3200" b="1" u="sng" kern="0" dirty="0">
                <a:solidFill>
                  <a:schemeClr val="accent6">
                    <a:lumMod val="50000"/>
                  </a:schemeClr>
                </a:solidFill>
                <a:latin typeface="Calibri" pitchFamily="34" charset="0"/>
                <a:ea typeface="Ebrima" pitchFamily="2" charset="0"/>
                <a:cs typeface="Calibri" pitchFamily="34" charset="0"/>
              </a:rPr>
              <a:t>Promeon</a:t>
            </a:r>
            <a:endParaRPr lang="en-US" sz="3200" u="sng" dirty="0">
              <a:solidFill>
                <a:schemeClr val="accent6">
                  <a:lumMod val="50000"/>
                </a:schemeClr>
              </a:solidFill>
            </a:endParaRPr>
          </a:p>
        </p:txBody>
      </p:sp>
      <p:sp>
        <p:nvSpPr>
          <p:cNvPr id="2" name="TextBox 1">
            <a:extLst>
              <a:ext uri="{FF2B5EF4-FFF2-40B4-BE49-F238E27FC236}">
                <a16:creationId xmlns:a16="http://schemas.microsoft.com/office/drawing/2014/main" id="{B44682DE-C4D3-4234-0131-8567E7916C5E}"/>
              </a:ext>
            </a:extLst>
          </p:cNvPr>
          <p:cNvSpPr txBox="1"/>
          <p:nvPr/>
        </p:nvSpPr>
        <p:spPr>
          <a:xfrm>
            <a:off x="0" y="3825183"/>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Promeon: Preamble</a:t>
            </a:r>
          </a:p>
        </p:txBody>
      </p:sp>
      <p:cxnSp>
        <p:nvCxnSpPr>
          <p:cNvPr id="6" name="Straight Connector 5">
            <a:extLst>
              <a:ext uri="{FF2B5EF4-FFF2-40B4-BE49-F238E27FC236}">
                <a16:creationId xmlns:a16="http://schemas.microsoft.com/office/drawing/2014/main" id="{99C5D92A-737B-5775-D920-4709D7AB1139}"/>
              </a:ext>
            </a:extLst>
          </p:cNvPr>
          <p:cNvCxnSpPr>
            <a:cxnSpLocks/>
            <a:endCxn id="2" idx="0"/>
          </p:cNvCxnSpPr>
          <p:nvPr/>
        </p:nvCxnSpPr>
        <p:spPr>
          <a:xfrm>
            <a:off x="6096000" y="0"/>
            <a:ext cx="0" cy="382518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152949"/>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35631" y="-377751"/>
            <a:ext cx="6095994" cy="2150560"/>
          </a:xfrm>
        </p:spPr>
        <p:txBody>
          <a:bodyPr anchor="ctr">
            <a:noAutofit/>
          </a:bodyPr>
          <a:lstStyle/>
          <a:p>
            <a:pPr algn="l" eaLnBrk="1" hangingPunct="1"/>
            <a:r>
              <a:rPr lang="en-US" altLang="en-US" sz="4000" b="1" spc="-50" dirty="0">
                <a:latin typeface="MalayalamAbe" pitchFamily="18" charset="0"/>
              </a:rPr>
              <a:t>                               </a:t>
            </a:r>
            <a:br>
              <a:rPr lang="en-US" altLang="en-US" sz="4000" b="1" spc="-50" dirty="0">
                <a:latin typeface="MalayalamAbe" pitchFamily="18" charset="0"/>
              </a:rPr>
            </a:br>
            <a:r>
              <a:rPr lang="en-US" altLang="en-US" sz="4000" b="1" spc="-50" dirty="0">
                <a:solidFill>
                  <a:schemeClr val="accent6">
                    <a:lumMod val="50000"/>
                  </a:schemeClr>
                </a:solidFill>
                <a:latin typeface="MalayalamAbe" pitchFamily="18" charset="0"/>
              </a:rPr>
              <a:t>e</a:t>
            </a:r>
            <a:r>
              <a:rPr lang="en-US" altLang="en-US" sz="4000" b="1" spc="-50" dirty="0">
                <a:solidFill>
                  <a:schemeClr val="accent6">
                    <a:lumMod val="50000"/>
                  </a:schemeClr>
                </a:solidFill>
              </a:rPr>
              <a:t>. </a:t>
            </a:r>
            <a:r>
              <a:rPr lang="en-US" altLang="en-US" sz="4000" b="1" spc="-50" dirty="0">
                <a:latin typeface="MalayalamAbe" pitchFamily="18" charset="0"/>
              </a:rPr>
              <a:t>c[</a:t>
            </a:r>
            <a:r>
              <a:rPr lang="en-US" altLang="en-US" sz="4000" b="1" spc="-50" dirty="0" err="1">
                <a:latin typeface="MalayalamAbe" pitchFamily="18" charset="0"/>
              </a:rPr>
              <a:t>fkfjuk</a:t>
            </a:r>
            <a:r>
              <a:rPr lang="en-US" altLang="en-US" sz="4000" b="1" spc="-50" dirty="0">
                <a:latin typeface="MalayalamAbe" pitchFamily="18" charset="0"/>
              </a:rPr>
              <a:t>; Sc[</a:t>
            </a:r>
            <a:r>
              <a:rPr lang="en-US" altLang="en-US" sz="4000" b="1" spc="-50" dirty="0" err="1">
                <a:latin typeface="MalayalamAbe" pitchFamily="18" charset="0"/>
              </a:rPr>
              <a:t>flYfik</a:t>
            </a:r>
            <a:r>
              <a:rPr lang="en-US" altLang="en-US" sz="4000" b="1" spc="-50" dirty="0">
                <a:latin typeface="MalayalamAbe" pitchFamily="18" charset="0"/>
              </a:rPr>
              <a:t>;...</a:t>
            </a:r>
            <a:br>
              <a:rPr lang="en-US" altLang="en-US" sz="4000" b="1" spc="-50" dirty="0">
                <a:latin typeface="MalayalamAbe" pitchFamily="18" charset="0"/>
              </a:rPr>
            </a:br>
            <a:r>
              <a:rPr lang="en-US" altLang="en-US" sz="4000" b="1" spc="-50" dirty="0">
                <a:solidFill>
                  <a:schemeClr val="accent6">
                    <a:lumMod val="50000"/>
                  </a:schemeClr>
                </a:solidFill>
                <a:latin typeface="MalayalamAbe" pitchFamily="18" charset="0"/>
              </a:rPr>
              <a:t>w</a:t>
            </a:r>
            <a:r>
              <a:rPr lang="en-US" altLang="en-US" sz="4000" b="1" spc="-50" dirty="0">
                <a:solidFill>
                  <a:schemeClr val="accent6">
                    <a:lumMod val="50000"/>
                  </a:schemeClr>
                </a:solidFill>
              </a:rPr>
              <a:t>. </a:t>
            </a:r>
            <a:r>
              <a:rPr lang="en-US" altLang="en-US" sz="4000" b="1" spc="-50" dirty="0">
                <a:latin typeface="MalayalamAbe" pitchFamily="18" charset="0"/>
              </a:rPr>
              <a:t>:</a:t>
            </a:r>
            <a:r>
              <a:rPr lang="en-US" altLang="en-US" sz="4000" b="1" spc="-50" dirty="0" err="1">
                <a:latin typeface="MalayalamAbe" pitchFamily="18" charset="0"/>
              </a:rPr>
              <a:t>SaR</a:t>
            </a:r>
            <a:r>
              <a:rPr lang="en-US" altLang="en-US" sz="4000" b="1" spc="-50" dirty="0">
                <a:latin typeface="MalayalamAbe" pitchFamily="18" charset="0"/>
              </a:rPr>
              <a:t>.</a:t>
            </a:r>
          </a:p>
        </p:txBody>
      </p:sp>
      <p:sp>
        <p:nvSpPr>
          <p:cNvPr id="4" name="Text Box 2">
            <a:extLst>
              <a:ext uri="{FF2B5EF4-FFF2-40B4-BE49-F238E27FC236}">
                <a16:creationId xmlns:a16="http://schemas.microsoft.com/office/drawing/2014/main" id="{EED31E06-932F-45BF-8633-2DCC9DBA6B19}"/>
              </a:ext>
            </a:extLst>
          </p:cNvPr>
          <p:cNvSpPr txBox="1">
            <a:spLocks noChangeArrowheads="1"/>
          </p:cNvSpPr>
          <p:nvPr/>
        </p:nvSpPr>
        <p:spPr bwMode="auto">
          <a:xfrm>
            <a:off x="6301695" y="389488"/>
            <a:ext cx="6645071" cy="1118556"/>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600" b="1" kern="0" dirty="0">
                <a:solidFill>
                  <a:schemeClr val="accent6">
                    <a:lumMod val="50000"/>
                  </a:schemeClr>
                </a:solidFill>
                <a:latin typeface="+mn-lt"/>
                <a:ea typeface="Ebrima" pitchFamily="2" charset="0"/>
                <a:cs typeface="Calibri" pitchFamily="34" charset="0"/>
              </a:rPr>
              <a:t>P: </a:t>
            </a:r>
            <a:r>
              <a:rPr lang="en-US" sz="3200" b="1" dirty="0" err="1">
                <a:latin typeface="+mn-lt"/>
              </a:rPr>
              <a:t>Sthuthiyum</a:t>
            </a:r>
            <a:r>
              <a:rPr lang="en-US" sz="3200" b="1" dirty="0">
                <a:latin typeface="+mn-lt"/>
              </a:rPr>
              <a:t> </a:t>
            </a:r>
            <a:r>
              <a:rPr lang="en-US" sz="3200" b="1" dirty="0" err="1">
                <a:latin typeface="+mn-lt"/>
              </a:rPr>
              <a:t>Sthotthravum</a:t>
            </a:r>
            <a:r>
              <a:rPr lang="en-US" sz="3200" b="1" dirty="0">
                <a:latin typeface="+mn-lt"/>
              </a:rPr>
              <a:t>...</a:t>
            </a:r>
          </a:p>
          <a:p>
            <a:pPr>
              <a:lnSpc>
                <a:spcPts val="3999"/>
              </a:lnSpc>
              <a:spcBef>
                <a:spcPts val="0"/>
              </a:spcBef>
            </a:pPr>
            <a:r>
              <a:rPr lang="en-US" sz="3200" b="1" kern="0" dirty="0">
                <a:solidFill>
                  <a:schemeClr val="accent6">
                    <a:lumMod val="50000"/>
                  </a:schemeClr>
                </a:solidFill>
                <a:latin typeface="+mn-lt"/>
                <a:ea typeface="Ebrima" pitchFamily="2" charset="0"/>
                <a:cs typeface="Calibri" pitchFamily="34" charset="0"/>
              </a:rPr>
              <a:t>C: </a:t>
            </a:r>
            <a:r>
              <a:rPr lang="en-US" sz="3200" b="1" kern="0" dirty="0">
                <a:latin typeface="+mn-lt"/>
                <a:ea typeface="Ebrima" pitchFamily="2" charset="0"/>
                <a:cs typeface="Calibri" pitchFamily="34" charset="0"/>
              </a:rPr>
              <a:t>Amen.</a:t>
            </a:r>
            <a:endParaRPr lang="en-US" sz="3600" b="1" kern="0" dirty="0">
              <a:latin typeface="+mn-lt"/>
              <a:ea typeface="Ebrima" pitchFamily="2" charset="0"/>
              <a:cs typeface="Calibri" pitchFamily="34" charset="0"/>
            </a:endParaRPr>
          </a:p>
        </p:txBody>
      </p:sp>
      <p:sp>
        <p:nvSpPr>
          <p:cNvPr id="3" name="TextBox 2">
            <a:extLst>
              <a:ext uri="{FF2B5EF4-FFF2-40B4-BE49-F238E27FC236}">
                <a16:creationId xmlns:a16="http://schemas.microsoft.com/office/drawing/2014/main" id="{CED39B50-DDDC-11B0-BD11-5702C8F28AA3}"/>
              </a:ext>
            </a:extLst>
          </p:cNvPr>
          <p:cNvSpPr txBox="1"/>
          <p:nvPr/>
        </p:nvSpPr>
        <p:spPr>
          <a:xfrm>
            <a:off x="752541" y="2645771"/>
            <a:ext cx="10686918" cy="4452501"/>
          </a:xfrm>
          <a:prstGeom prst="rect">
            <a:avLst/>
          </a:prstGeom>
          <a:noFill/>
        </p:spPr>
        <p:txBody>
          <a:bodyPr wrap="square">
            <a:spAutoFit/>
          </a:bodyPr>
          <a:lstStyle/>
          <a:p>
            <a:pPr>
              <a:lnSpc>
                <a:spcPts val="3400"/>
              </a:lnSpc>
            </a:pPr>
            <a:r>
              <a:rPr lang="en-US" sz="3000" b="1" i="1" dirty="0">
                <a:solidFill>
                  <a:schemeClr val="accent6">
                    <a:lumMod val="50000"/>
                  </a:schemeClr>
                </a:solidFill>
                <a:latin typeface="+mn-lt"/>
              </a:rPr>
              <a:t>*An alternative prayer or the following:</a:t>
            </a:r>
          </a:p>
          <a:p>
            <a:pPr>
              <a:lnSpc>
                <a:spcPts val="3400"/>
              </a:lnSpc>
            </a:pPr>
            <a:r>
              <a:rPr lang="en-US" sz="3000" b="1" i="1" dirty="0">
                <a:solidFill>
                  <a:schemeClr val="accent6">
                    <a:lumMod val="50000"/>
                  </a:schemeClr>
                </a:solidFill>
                <a:latin typeface="+mn-lt"/>
              </a:rPr>
              <a:t>P: </a:t>
            </a:r>
            <a:r>
              <a:rPr lang="en-US" sz="3000" b="1" i="1" dirty="0">
                <a:latin typeface="+mn-lt"/>
              </a:rPr>
              <a:t>O Lord, help us continually to offer praise and thanksgiving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latin typeface="+mn-lt"/>
              </a:rPr>
              <a:t>ou. To Him who absolves us from our debts and pardons our sins. To Him who receives the penitent and rejoices in the return of sinners </a:t>
            </a:r>
            <a:r>
              <a:rPr lang="en-US" sz="3000" b="1" i="1" dirty="0">
                <a:effectLst/>
                <a:latin typeface="Calibri" panose="020F0502020204030204" pitchFamily="34" charset="0"/>
                <a:cs typeface="Calibri" panose="020F0502020204030204" pitchFamily="34" charset="0"/>
              </a:rPr>
              <a:t>-</a:t>
            </a:r>
            <a:r>
              <a:rPr lang="en-US" sz="3000" b="1" i="1" dirty="0">
                <a:latin typeface="+mn-lt"/>
              </a:rPr>
              <a:t> To Him who has promised “Call and I will answer; knock and I will open and stretch forth My hand to pardon your sins and iniquities” </a:t>
            </a:r>
            <a:r>
              <a:rPr lang="en-US" sz="3000" b="1" i="1" dirty="0">
                <a:effectLst/>
                <a:latin typeface="Calibri" panose="020F0502020204030204" pitchFamily="34" charset="0"/>
                <a:cs typeface="Calibri" panose="020F0502020204030204" pitchFamily="34" charset="0"/>
              </a:rPr>
              <a:t>-</a:t>
            </a:r>
            <a:r>
              <a:rPr lang="en-US" sz="3000" b="1" i="1" dirty="0">
                <a:latin typeface="+mn-lt"/>
              </a:rPr>
              <a:t> To Him belong glory and honor and worship at this time and all the days of our lives.</a:t>
            </a:r>
          </a:p>
          <a:p>
            <a:pPr>
              <a:lnSpc>
                <a:spcPts val="3400"/>
              </a:lnSpc>
            </a:pPr>
            <a:r>
              <a:rPr lang="en-US" sz="3000" b="1" i="1" dirty="0">
                <a:solidFill>
                  <a:schemeClr val="accent6">
                    <a:lumMod val="50000"/>
                  </a:schemeClr>
                </a:solidFill>
                <a:latin typeface="+mn-lt"/>
              </a:rPr>
              <a:t>C: </a:t>
            </a:r>
            <a:r>
              <a:rPr lang="en-US" sz="3000" b="1" i="1" dirty="0">
                <a:latin typeface="+mn-lt"/>
              </a:rPr>
              <a:t>Amen.</a:t>
            </a:r>
          </a:p>
          <a:p>
            <a:pPr>
              <a:lnSpc>
                <a:spcPts val="3400"/>
              </a:lnSpc>
            </a:pPr>
            <a:endParaRPr lang="en-US" sz="3000" b="1" dirty="0">
              <a:latin typeface="+mn-lt"/>
            </a:endParaRPr>
          </a:p>
        </p:txBody>
      </p:sp>
      <p:sp>
        <p:nvSpPr>
          <p:cNvPr id="2" name="TextBox 1">
            <a:extLst>
              <a:ext uri="{FF2B5EF4-FFF2-40B4-BE49-F238E27FC236}">
                <a16:creationId xmlns:a16="http://schemas.microsoft.com/office/drawing/2014/main" id="{4EB8EC63-57E2-0E88-C816-C5C6861F56A4}"/>
              </a:ext>
            </a:extLst>
          </p:cNvPr>
          <p:cNvSpPr txBox="1"/>
          <p:nvPr/>
        </p:nvSpPr>
        <p:spPr>
          <a:xfrm>
            <a:off x="-30634" y="1897533"/>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58A262A3-4CDA-96B2-93E9-58B32C4EE42D}"/>
              </a:ext>
            </a:extLst>
          </p:cNvPr>
          <p:cNvCxnSpPr>
            <a:cxnSpLocks/>
            <a:endCxn id="2" idx="0"/>
          </p:cNvCxnSpPr>
          <p:nvPr/>
        </p:nvCxnSpPr>
        <p:spPr>
          <a:xfrm>
            <a:off x="6065366" y="0"/>
            <a:ext cx="0" cy="189753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034758"/>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293915" y="237465"/>
            <a:ext cx="5802085" cy="3429000"/>
          </a:xfrm>
        </p:spPr>
        <p:txBody>
          <a:bodyPr anchor="ctr">
            <a:noAutofit/>
          </a:bodyPr>
          <a:lstStyle/>
          <a:p>
            <a:pPr algn="l" eaLnBrk="1" hangingPunct="1"/>
            <a:r>
              <a:rPr lang="en-US" altLang="en-US" sz="4000" b="1" dirty="0">
                <a:latin typeface="MalayalamAbe" pitchFamily="18" charset="0"/>
              </a:rPr>
              <a:t>                                 </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rlsah^ligk</a:t>
            </a:r>
            <a:r>
              <a:rPr lang="en-US" altLang="en-US" sz="4000" b="1" dirty="0">
                <a:latin typeface="MalayalamAbe" pitchFamily="18" charset="0"/>
              </a:rPr>
              <a:t>;...</a:t>
            </a:r>
            <a:br>
              <a:rPr lang="en-US" altLang="en-US" sz="4000" b="1" dirty="0">
                <a:latin typeface="Arial" panose="020B0604020202020204" pitchFamily="34"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err="1">
                <a:latin typeface="MalayalamAbe" pitchFamily="18" charset="0"/>
              </a:rPr>
              <a:t>LrkYz|j</a:t>
            </a:r>
            <a:r>
              <a:rPr lang="en-US" altLang="en-US" sz="4000" b="1" dirty="0">
                <a:latin typeface="MalayalamAbe" pitchFamily="18" charset="0"/>
              </a:rPr>
              <a:t>)k#-</a:t>
            </a:r>
            <a:r>
              <a:rPr lang="en-US" altLang="en-US" sz="4000" b="1" dirty="0" err="1">
                <a:latin typeface="MalayalamAbe" pitchFamily="18" charset="0"/>
              </a:rPr>
              <a:t>irlu</a:t>
            </a:r>
            <a:r>
              <a:rPr lang="en-US" altLang="en-US" sz="4000" b="1" dirty="0">
                <a:latin typeface="MalayalamAbe" pitchFamily="18" charset="0"/>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B*</a:t>
            </a:r>
            <a:r>
              <a:rPr lang="en-US" altLang="en-US" sz="4000" b="1" dirty="0" err="1">
                <a:latin typeface="MalayalamAbe" pitchFamily="18" charset="0"/>
              </a:rPr>
              <a:t>sx</a:t>
            </a:r>
            <a:r>
              <a:rPr lang="en-US" altLang="en-US" sz="4000" b="1" dirty="0">
                <a:latin typeface="MalayalamAbe" pitchFamily="18" charset="0"/>
              </a:rPr>
              <a:t> </a:t>
            </a:r>
            <a:r>
              <a:rPr lang="en-US" altLang="en-US" sz="4000" b="1" dirty="0" err="1">
                <a:latin typeface="MalayalamAbe" pitchFamily="18" charset="0"/>
              </a:rPr>
              <a:t>LrkYz|jv&amp;k</a:t>
            </a:r>
            <a:r>
              <a:rPr lang="en-US" altLang="en-US" sz="4000" b="1" dirty="0">
                <a:latin typeface="MalayalamAbe" pitchFamily="18" charset="0"/>
              </a:rPr>
              <a:t> B*</a:t>
            </a:r>
            <a:r>
              <a:rPr lang="en-US" altLang="en-US" sz="4000" b="1" dirty="0" err="1">
                <a:latin typeface="MalayalamAbe" pitchFamily="18" charset="0"/>
              </a:rPr>
              <a:t>sx</a:t>
            </a:r>
            <a:r>
              <a:rPr lang="en-US" altLang="en-US" sz="4000" b="1" dirty="0">
                <a:latin typeface="MalayalamAbe" pitchFamily="18" charset="0"/>
              </a:rPr>
              <a:t> </a:t>
            </a:r>
            <a:r>
              <a:rPr lang="en-US" altLang="en-US" sz="4000" b="1" dirty="0" err="1">
                <a:latin typeface="MalayalamAbe" pitchFamily="18" charset="0"/>
              </a:rPr>
              <a:t>c|luj</a:t>
            </a:r>
            <a:r>
              <a:rPr lang="en-US" altLang="en-US" sz="4000" b="1" dirty="0">
                <a:latin typeface="MalayalamAbe" pitchFamily="18" charset="0"/>
              </a:rPr>
              <a:t>)</a:t>
            </a:r>
            <a:r>
              <a:rPr lang="en-US" altLang="en-US" sz="4000" b="1" dirty="0" err="1">
                <a:latin typeface="MalayalamAbe" pitchFamily="18" charset="0"/>
              </a:rPr>
              <a:t>nSa</a:t>
            </a:r>
            <a:r>
              <a:rPr lang="en-US" altLang="en-US" sz="40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4" name="Text Box 2">
            <a:extLst>
              <a:ext uri="{FF2B5EF4-FFF2-40B4-BE49-F238E27FC236}">
                <a16:creationId xmlns:a16="http://schemas.microsoft.com/office/drawing/2014/main" id="{EED31E06-932F-45BF-8633-2DCC9DBA6B19}"/>
              </a:ext>
            </a:extLst>
          </p:cNvPr>
          <p:cNvSpPr txBox="1">
            <a:spLocks noChangeArrowheads="1"/>
          </p:cNvSpPr>
          <p:nvPr/>
        </p:nvSpPr>
        <p:spPr bwMode="auto">
          <a:xfrm>
            <a:off x="6493328" y="638353"/>
            <a:ext cx="5627914" cy="2661991"/>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a:latin typeface="Calibri" pitchFamily="34" charset="0"/>
                <a:ea typeface="Ebrima" pitchFamily="2" charset="0"/>
                <a:cs typeface="Calibri" pitchFamily="34" charset="0"/>
              </a:rPr>
              <a:t>Naam </a:t>
            </a:r>
            <a:r>
              <a:rPr lang="en-US" sz="3333" b="1" kern="0" dirty="0" err="1">
                <a:latin typeface="Calibri" pitchFamily="34" charset="0"/>
                <a:ea typeface="Ebrima" pitchFamily="2" charset="0"/>
                <a:cs typeface="Calibri" pitchFamily="34" charset="0"/>
              </a:rPr>
              <a:t>ellaavarum</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err="1">
                <a:latin typeface="Calibri" pitchFamily="34" charset="0"/>
                <a:ea typeface="Ebrima" pitchFamily="2" charset="0"/>
                <a:cs typeface="Calibri" pitchFamily="34" charset="0"/>
              </a:rPr>
              <a:t>Anugrahikkunnavan</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aaya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Karthaave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njangale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anugrahichu</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njangale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sahaayikkenhame</a:t>
            </a:r>
            <a:r>
              <a:rPr lang="en-US" sz="3333"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7226CD9A-C0AB-E2B2-C704-43F926451743}"/>
              </a:ext>
            </a:extLst>
          </p:cNvPr>
          <p:cNvSpPr txBox="1"/>
          <p:nvPr/>
        </p:nvSpPr>
        <p:spPr>
          <a:xfrm>
            <a:off x="1516330" y="4712333"/>
            <a:ext cx="9159340" cy="1569660"/>
          </a:xfrm>
          <a:prstGeom prst="rect">
            <a:avLst/>
          </a:prstGeom>
          <a:noFill/>
        </p:spPr>
        <p:txBody>
          <a:bodyPr wrap="square">
            <a:spAutoFit/>
          </a:bodyPr>
          <a:lstStyle/>
          <a:p>
            <a:r>
              <a:rPr lang="en-US" sz="3200" b="1" i="1" dirty="0">
                <a:solidFill>
                  <a:schemeClr val="accent6">
                    <a:lumMod val="50000"/>
                  </a:schemeClr>
                </a:solidFill>
                <a:latin typeface="+mn-lt"/>
              </a:rPr>
              <a:t>P: </a:t>
            </a:r>
            <a:r>
              <a:rPr lang="en-US" sz="3200" b="1" i="1" dirty="0">
                <a:latin typeface="+mn-lt"/>
              </a:rPr>
              <a:t>Let us pray to the Lord for His blessings and mercy.</a:t>
            </a:r>
          </a:p>
          <a:p>
            <a:r>
              <a:rPr lang="en-US" sz="3200" b="1" i="1" dirty="0">
                <a:solidFill>
                  <a:schemeClr val="accent6">
                    <a:lumMod val="50000"/>
                  </a:schemeClr>
                </a:solidFill>
                <a:latin typeface="+mn-lt"/>
              </a:rPr>
              <a:t>C: </a:t>
            </a:r>
            <a:r>
              <a:rPr lang="en-US" sz="3200" b="1" i="1" dirty="0">
                <a:latin typeface="+mn-lt"/>
              </a:rPr>
              <a:t>O Lord who is the source of all blessings, bless us and help us.</a:t>
            </a:r>
          </a:p>
        </p:txBody>
      </p:sp>
      <p:sp>
        <p:nvSpPr>
          <p:cNvPr id="2" name="TextBox 1">
            <a:extLst>
              <a:ext uri="{FF2B5EF4-FFF2-40B4-BE49-F238E27FC236}">
                <a16:creationId xmlns:a16="http://schemas.microsoft.com/office/drawing/2014/main" id="{0D8AE9E5-18C6-9EF7-14D0-7D48A22C3D1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10377394-4CC0-CE5B-DDBF-B6F5E77F1369}"/>
              </a:ext>
            </a:extLst>
          </p:cNvPr>
          <p:cNvCxnSpPr>
            <a:cxnSpLocks/>
          </p:cNvCxnSpPr>
          <p:nvPr/>
        </p:nvCxnSpPr>
        <p:spPr>
          <a:xfrm>
            <a:off x="6096000" y="0"/>
            <a:ext cx="0" cy="382518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9850745"/>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545771" y="-1023512"/>
            <a:ext cx="5802085" cy="3429000"/>
          </a:xfrm>
        </p:spPr>
        <p:txBody>
          <a:bodyPr anchor="ctr">
            <a:noAutofit/>
          </a:bodyPr>
          <a:lstStyle/>
          <a:p>
            <a:pPr algn="l" eaLnBrk="1" hangingPunct="1"/>
            <a:r>
              <a:rPr lang="en-US" altLang="en-US" sz="4000" b="1" dirty="0">
                <a:latin typeface="MalayalamAbe" pitchFamily="18" charset="0"/>
              </a:rPr>
              <a:t>                                 </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rJfJdgj</a:t>
            </a:r>
            <a:r>
              <a:rPr lang="en-US" altLang="en-US" sz="4000" b="1" dirty="0">
                <a:latin typeface="MalayalamAbe" pitchFamily="18" charset="0"/>
              </a:rPr>
              <a:t>)</a:t>
            </a:r>
            <a:r>
              <a:rPr lang="en-US" altLang="en-US" sz="4000" b="1" dirty="0" err="1">
                <a:latin typeface="MalayalamAbe" pitchFamily="18" charset="0"/>
              </a:rPr>
              <a:t>k#irk</a:t>
            </a:r>
            <a:r>
              <a:rPr lang="en-US" altLang="en-US" sz="4000" b="1" dirty="0">
                <a:latin typeface="MalayalamAbe" pitchFamily="18" charset="0"/>
              </a:rPr>
              <a:t>; </a:t>
            </a:r>
            <a:r>
              <a:rPr lang="en-US" altLang="en-US" sz="4000" b="1" dirty="0" err="1">
                <a:latin typeface="MalayalamAbe" pitchFamily="18" charset="0"/>
              </a:rPr>
              <a:t>Ck</a:t>
            </a:r>
            <a:r>
              <a:rPr lang="en-US" altLang="en-US" sz="4000" b="1" dirty="0" err="1">
                <a:latin typeface="Kerala" pitchFamily="2" charset="0"/>
              </a:rPr>
              <a:t>i</a:t>
            </a:r>
            <a:r>
              <a:rPr lang="en-US" altLang="en-US" sz="4000" b="1" dirty="0" err="1">
                <a:latin typeface="MalayalamAbe" pitchFamily="18" charset="0"/>
              </a:rPr>
              <a:t>Jdgj</a:t>
            </a:r>
            <a:r>
              <a:rPr lang="en-US" altLang="en-US" sz="4000" b="1" dirty="0">
                <a:latin typeface="MalayalamAbe" pitchFamily="18" charset="0"/>
              </a:rPr>
              <a:t>)</a:t>
            </a:r>
            <a:r>
              <a:rPr lang="en-US" altLang="en-US" sz="4000" b="1" dirty="0" err="1">
                <a:latin typeface="MalayalamAbe" pitchFamily="18" charset="0"/>
              </a:rPr>
              <a:t>k#irk</a:t>
            </a:r>
            <a:r>
              <a:rPr lang="en-US" altLang="en-US" sz="4000" b="1" dirty="0">
                <a:latin typeface="MalayalamAbe" pitchFamily="18" charset="0"/>
              </a:rPr>
              <a:t>;...</a:t>
            </a:r>
            <a:br>
              <a:rPr lang="en-US" altLang="en-US" sz="4000" b="1" dirty="0">
                <a:latin typeface="Arial" panose="020B0604020202020204" pitchFamily="34"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p>
        </p:txBody>
      </p:sp>
      <p:sp>
        <p:nvSpPr>
          <p:cNvPr id="4" name="Text Box 2">
            <a:extLst>
              <a:ext uri="{FF2B5EF4-FFF2-40B4-BE49-F238E27FC236}">
                <a16:creationId xmlns:a16="http://schemas.microsoft.com/office/drawing/2014/main" id="{EED31E06-932F-45BF-8633-2DCC9DBA6B19}"/>
              </a:ext>
            </a:extLst>
          </p:cNvPr>
          <p:cNvSpPr txBox="1">
            <a:spLocks noChangeArrowheads="1"/>
          </p:cNvSpPr>
          <p:nvPr/>
        </p:nvSpPr>
        <p:spPr bwMode="auto">
          <a:xfrm>
            <a:off x="6450867" y="174921"/>
            <a:ext cx="5627914"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err="1">
                <a:latin typeface="Calibri" pitchFamily="34" charset="0"/>
                <a:ea typeface="Ebrima" pitchFamily="2" charset="0"/>
                <a:cs typeface="Calibri" pitchFamily="34" charset="0"/>
              </a:rPr>
              <a:t>Neetheekarikkunnavanum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shudheekarikkunnavanum</a:t>
            </a:r>
            <a:r>
              <a:rPr lang="en-US" sz="3333" b="1" kern="0" dirty="0">
                <a:latin typeface="Calibri" pitchFamily="34" charset="0"/>
                <a:ea typeface="Ebrima" pitchFamily="2" charset="0"/>
                <a:cs typeface="Calibri" pitchFamily="34" charset="0"/>
              </a:rPr>
              <a:t>... </a:t>
            </a: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p>
        </p:txBody>
      </p:sp>
      <p:sp>
        <p:nvSpPr>
          <p:cNvPr id="3" name="TextBox 2">
            <a:extLst>
              <a:ext uri="{FF2B5EF4-FFF2-40B4-BE49-F238E27FC236}">
                <a16:creationId xmlns:a16="http://schemas.microsoft.com/office/drawing/2014/main" id="{7226CD9A-C0AB-E2B2-C704-43F926451743}"/>
              </a:ext>
            </a:extLst>
          </p:cNvPr>
          <p:cNvSpPr txBox="1"/>
          <p:nvPr/>
        </p:nvSpPr>
        <p:spPr>
          <a:xfrm>
            <a:off x="245918" y="2578314"/>
            <a:ext cx="11700163" cy="4069960"/>
          </a:xfrm>
          <a:prstGeom prst="rect">
            <a:avLst/>
          </a:prstGeom>
          <a:noFill/>
        </p:spPr>
        <p:txBody>
          <a:bodyPr wrap="square">
            <a:spAutoFit/>
          </a:bodyPr>
          <a:lstStyle/>
          <a:p>
            <a:pPr>
              <a:lnSpc>
                <a:spcPts val="3100"/>
              </a:lnSpc>
            </a:pPr>
            <a:r>
              <a:rPr lang="en-US" sz="3000" b="1" i="1" dirty="0">
                <a:solidFill>
                  <a:schemeClr val="accent6">
                    <a:lumMod val="50000"/>
                  </a:schemeClr>
                </a:solidFill>
                <a:latin typeface="+mn-lt"/>
              </a:rPr>
              <a:t>P: </a:t>
            </a:r>
            <a:r>
              <a:rPr lang="en-US" sz="3000" b="1" i="1" dirty="0">
                <a:solidFill>
                  <a:srgbClr val="000000"/>
                </a:solidFill>
                <a:effectLst/>
                <a:latin typeface="Calibri" panose="020F0502020204030204" pitchFamily="34" charset="0"/>
                <a:cs typeface="Calibri" panose="020F0502020204030204" pitchFamily="34" charset="0"/>
              </a:rPr>
              <a:t>O Lord God, who alone can make holy, who alone can pardon and remove our sins, blot out my many great and innumerable sins and those of all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solidFill>
                  <a:srgbClr val="000000"/>
                </a:solidFill>
                <a:effectLst/>
                <a:latin typeface="Calibri" panose="020F0502020204030204" pitchFamily="34" charset="0"/>
                <a:cs typeface="Calibri" panose="020F0502020204030204" pitchFamily="34" charset="0"/>
              </a:rPr>
              <a:t>our people. O Lord, in Your goodness have mercy upon us and bless us. Lord, remember us, and our families, our</a:t>
            </a:r>
            <a:r>
              <a:rPr lang="en-US" sz="3000" b="1" i="1" dirty="0">
                <a:solidFill>
                  <a:srgbClr val="000000"/>
                </a:solidFill>
                <a:latin typeface="Calibri" panose="020F0502020204030204" pitchFamily="34" charset="0"/>
                <a:cs typeface="Calibri" panose="020F0502020204030204" pitchFamily="34" charset="0"/>
              </a:rPr>
              <a:t> </a:t>
            </a:r>
            <a:r>
              <a:rPr lang="en-US" sz="3000" b="1" i="1" dirty="0">
                <a:solidFill>
                  <a:srgbClr val="000000"/>
                </a:solidFill>
                <a:effectLst/>
                <a:latin typeface="Calibri" panose="020F0502020204030204" pitchFamily="34" charset="0"/>
                <a:cs typeface="Calibri" panose="020F0502020204030204" pitchFamily="34" charset="0"/>
              </a:rPr>
              <a:t>bishops and clergy, and all faithful members of Your holy church. Strengthen us, we pray, in body and spirit. Ever refresh us with Your grace and mercy. Save us from all evil and lead us Your children to dwell with You forever. May we grow in grace and in knowledge of You. To You we offer praise and thanksgiving, forever and ever.</a:t>
            </a:r>
            <a:endParaRPr lang="en-US" sz="3000" b="1" i="1" dirty="0">
              <a:solidFill>
                <a:schemeClr val="accent6">
                  <a:lumMod val="50000"/>
                </a:schemeClr>
              </a:solidFill>
              <a:latin typeface="+mn-lt"/>
            </a:endParaRPr>
          </a:p>
          <a:p>
            <a:pPr>
              <a:lnSpc>
                <a:spcPts val="3100"/>
              </a:lnSpc>
            </a:pPr>
            <a:r>
              <a:rPr lang="en-US" sz="3000" b="1" i="1" dirty="0">
                <a:solidFill>
                  <a:schemeClr val="accent6">
                    <a:lumMod val="50000"/>
                  </a:schemeClr>
                </a:solidFill>
                <a:latin typeface="+mn-lt"/>
              </a:rPr>
              <a:t>C: </a:t>
            </a:r>
            <a:r>
              <a:rPr lang="en-US" sz="3000" b="1" i="1" dirty="0">
                <a:latin typeface="+mn-lt"/>
              </a:rPr>
              <a:t>Amen.</a:t>
            </a:r>
          </a:p>
        </p:txBody>
      </p:sp>
      <p:sp>
        <p:nvSpPr>
          <p:cNvPr id="2" name="TextBox 1">
            <a:extLst>
              <a:ext uri="{FF2B5EF4-FFF2-40B4-BE49-F238E27FC236}">
                <a16:creationId xmlns:a16="http://schemas.microsoft.com/office/drawing/2014/main" id="{0D8AE9E5-18C6-9EF7-14D0-7D48A22C3D16}"/>
              </a:ext>
            </a:extLst>
          </p:cNvPr>
          <p:cNvSpPr txBox="1"/>
          <p:nvPr/>
        </p:nvSpPr>
        <p:spPr>
          <a:xfrm>
            <a:off x="0" y="192742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10377394-4CC0-CE5B-DDBF-B6F5E77F1369}"/>
              </a:ext>
            </a:extLst>
          </p:cNvPr>
          <p:cNvCxnSpPr>
            <a:cxnSpLocks/>
            <a:endCxn id="2" idx="0"/>
          </p:cNvCxnSpPr>
          <p:nvPr/>
        </p:nvCxnSpPr>
        <p:spPr>
          <a:xfrm>
            <a:off x="6096000" y="0"/>
            <a:ext cx="0" cy="192742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7389208"/>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ctrTitle"/>
          </p:nvPr>
        </p:nvSpPr>
        <p:spPr>
          <a:xfrm>
            <a:off x="131121" y="114301"/>
            <a:ext cx="6831496" cy="3429000"/>
          </a:xfrm>
        </p:spPr>
        <p:txBody>
          <a:bodyPr vert="horz" lIns="91424" tIns="45718" rIns="91424" bIns="45718" rtlCol="0" anchor="ctr">
            <a:noAutofit/>
          </a:bodyPr>
          <a:lstStyle/>
          <a:p>
            <a:pPr algn="l"/>
            <a:r>
              <a:rPr lang="en-US" altLang="en-US" sz="4000" b="1" dirty="0">
                <a:solidFill>
                  <a:schemeClr val="accent6">
                    <a:lumMod val="50000"/>
                  </a:schemeClr>
                </a:solidFill>
                <a:latin typeface="MalayalamAbe" pitchFamily="18" charset="0"/>
              </a:rPr>
              <a:t>e. </a:t>
            </a:r>
            <a:r>
              <a:rPr lang="en-US" altLang="en-US" sz="3600" b="1" dirty="0"/>
              <a:t>(</a:t>
            </a:r>
            <a:r>
              <a:rPr lang="en-US" altLang="en-US" sz="4000" b="1" dirty="0" err="1">
                <a:latin typeface="MalayalamAbe" pitchFamily="18" charset="0"/>
              </a:rPr>
              <a:t>Qgk</a:t>
            </a:r>
            <a:r>
              <a:rPr lang="en-US" altLang="en-US" sz="4000" b="1" dirty="0">
                <a:latin typeface="MalayalamAbe" pitchFamily="18" charset="0"/>
              </a:rPr>
              <a:t> </a:t>
            </a:r>
            <a:r>
              <a:rPr lang="en-US" altLang="en-US" sz="4000" b="1" dirty="0" err="1">
                <a:latin typeface="MalayalamAbe" pitchFamily="18" charset="0"/>
              </a:rPr>
              <a:t>YelG</a:t>
            </a:r>
            <a:r>
              <a:rPr lang="en-US" altLang="en-US" sz="4000" b="1" dirty="0" err="1">
                <a:latin typeface="Kerala" pitchFamily="2" charset="0"/>
              </a:rPr>
              <a:t>j</a:t>
            </a:r>
            <a:r>
              <a:rPr lang="en-US" altLang="en-US" sz="4000" b="1" dirty="0" err="1">
                <a:latin typeface="MalayalamAbe" pitchFamily="18" charset="0"/>
              </a:rPr>
              <a:t>r</a:t>
            </a:r>
            <a:r>
              <a:rPr lang="en-US" altLang="en-US" sz="3600" b="1" dirty="0"/>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e. </a:t>
            </a:r>
            <a:r>
              <a:rPr lang="en-US" altLang="en-US" sz="4000" b="1" dirty="0">
                <a:latin typeface="MalayalamAbe" pitchFamily="18" charset="0"/>
              </a:rPr>
              <a:t>dm*X</a:t>
            </a:r>
            <a:r>
              <a:rPr lang="en-US" sz="4000" b="1" dirty="0">
                <a:latin typeface="MalayalamAbe" pitchFamily="18" charset="0"/>
              </a:rPr>
              <a:t>)[ </a:t>
            </a:r>
            <a:r>
              <a:rPr lang="en-US" sz="4000" b="1" dirty="0" err="1">
                <a:latin typeface="MalayalamAbe" pitchFamily="18" charset="0"/>
              </a:rPr>
              <a:t>egj|lgik</a:t>
            </a:r>
            <a:r>
              <a:rPr 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p>
        </p:txBody>
      </p:sp>
      <p:sp>
        <p:nvSpPr>
          <p:cNvPr id="4" name="Text Box 2">
            <a:extLst>
              <a:ext uri="{FF2B5EF4-FFF2-40B4-BE49-F238E27FC236}">
                <a16:creationId xmlns:a16="http://schemas.microsoft.com/office/drawing/2014/main" id="{96BCE72C-471B-4BDF-8A02-E30F919ECFFC}"/>
              </a:ext>
            </a:extLst>
          </p:cNvPr>
          <p:cNvSpPr txBox="1">
            <a:spLocks noChangeArrowheads="1"/>
          </p:cNvSpPr>
          <p:nvPr/>
        </p:nvSpPr>
        <p:spPr bwMode="auto">
          <a:xfrm>
            <a:off x="6693304" y="710393"/>
            <a:ext cx="5768010" cy="213774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a:latin typeface="Calibri" pitchFamily="34" charset="0"/>
                <a:ea typeface="Ebrima" pitchFamily="2" charset="0"/>
                <a:cs typeface="Calibri" pitchFamily="34" charset="0"/>
              </a:rPr>
              <a:t>(</a:t>
            </a:r>
            <a:r>
              <a:rPr lang="en-US" sz="3200" b="1" kern="0" dirty="0" err="1">
                <a:latin typeface="Calibri" panose="020F0502020204030204" pitchFamily="34" charset="0"/>
                <a:ea typeface="Ebrima" pitchFamily="2" charset="0"/>
                <a:cs typeface="Calibri" pitchFamily="34" charset="0"/>
              </a:rPr>
              <a:t>Oru</a:t>
            </a:r>
            <a:r>
              <a:rPr lang="en-US" sz="3200" b="1" kern="0" dirty="0">
                <a:latin typeface="Calibri" panose="020F0502020204030204" pitchFamily="34" charset="0"/>
                <a:ea typeface="Ebrima" pitchFamily="2" charset="0"/>
                <a:cs typeface="Calibri" pitchFamily="34" charset="0"/>
              </a:rPr>
              <a:t> </a:t>
            </a:r>
            <a:r>
              <a:rPr lang="en-US" sz="3200" b="1" kern="0" dirty="0" err="1">
                <a:latin typeface="Calibri" panose="020F0502020204030204" pitchFamily="34" charset="0"/>
                <a:ea typeface="Ebrima" pitchFamily="2" charset="0"/>
                <a:cs typeface="Calibri" pitchFamily="34" charset="0"/>
              </a:rPr>
              <a:t>Praarthana</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Amen. </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Kadangalku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parihaaravum</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Amen.</a:t>
            </a:r>
          </a:p>
        </p:txBody>
      </p:sp>
      <p:sp>
        <p:nvSpPr>
          <p:cNvPr id="3" name="TextBox 2">
            <a:extLst>
              <a:ext uri="{FF2B5EF4-FFF2-40B4-BE49-F238E27FC236}">
                <a16:creationId xmlns:a16="http://schemas.microsoft.com/office/drawing/2014/main" id="{BF84083F-9D6C-B36F-7C7C-28E1BD590270}"/>
              </a:ext>
            </a:extLst>
          </p:cNvPr>
          <p:cNvSpPr txBox="1"/>
          <p:nvPr/>
        </p:nvSpPr>
        <p:spPr>
          <a:xfrm>
            <a:off x="2351090" y="4114800"/>
            <a:ext cx="8441636" cy="2400657"/>
          </a:xfrm>
          <a:prstGeom prst="rect">
            <a:avLst/>
          </a:prstGeom>
          <a:noFill/>
        </p:spPr>
        <p:txBody>
          <a:bodyPr wrap="square">
            <a:spAutoFit/>
          </a:bodyPr>
          <a:lstStyle/>
          <a:p>
            <a:r>
              <a:rPr lang="en-US" sz="3000" b="1" i="1" dirty="0">
                <a:solidFill>
                  <a:schemeClr val="accent6">
                    <a:lumMod val="50000"/>
                  </a:schemeClr>
                </a:solidFill>
                <a:latin typeface="+mn-lt"/>
              </a:rPr>
              <a:t>P: </a:t>
            </a:r>
            <a:r>
              <a:rPr lang="en-US" sz="3000" b="1" i="1" dirty="0">
                <a:latin typeface="+mn-lt"/>
              </a:rPr>
              <a:t>(A Prayer)</a:t>
            </a:r>
          </a:p>
          <a:p>
            <a:r>
              <a:rPr lang="en-US" sz="3000" b="1" i="1" dirty="0">
                <a:solidFill>
                  <a:schemeClr val="accent6">
                    <a:lumMod val="50000"/>
                  </a:schemeClr>
                </a:solidFill>
                <a:latin typeface="+mn-lt"/>
              </a:rPr>
              <a:t>C: </a:t>
            </a:r>
            <a:r>
              <a:rPr lang="en-US" sz="3000" b="1" i="1" dirty="0">
                <a:latin typeface="+mn-lt"/>
              </a:rPr>
              <a:t>Amen.</a:t>
            </a:r>
          </a:p>
          <a:p>
            <a:r>
              <a:rPr lang="en-US" sz="3000" b="1" i="1" dirty="0">
                <a:solidFill>
                  <a:schemeClr val="accent6">
                    <a:lumMod val="50000"/>
                  </a:schemeClr>
                </a:solidFill>
                <a:latin typeface="+mn-lt"/>
              </a:rPr>
              <a:t>P: </a:t>
            </a:r>
            <a:r>
              <a:rPr lang="en-US" sz="3000" b="1" i="1" dirty="0">
                <a:latin typeface="+mn-lt"/>
              </a:rPr>
              <a:t>May we always receive forgiveness of debts and pardon of sins from the Lord.</a:t>
            </a:r>
          </a:p>
          <a:p>
            <a:r>
              <a:rPr lang="en-US" sz="3000" b="1" i="1" dirty="0">
                <a:solidFill>
                  <a:schemeClr val="accent6">
                    <a:lumMod val="50000"/>
                  </a:schemeClr>
                </a:solidFill>
                <a:latin typeface="+mn-lt"/>
              </a:rPr>
              <a:t>C: </a:t>
            </a:r>
            <a:r>
              <a:rPr lang="en-US" sz="3000" b="1" i="1" dirty="0">
                <a:latin typeface="+mn-lt"/>
              </a:rPr>
              <a:t>Amen.</a:t>
            </a:r>
          </a:p>
        </p:txBody>
      </p:sp>
      <p:sp>
        <p:nvSpPr>
          <p:cNvPr id="2" name="TextBox 1">
            <a:extLst>
              <a:ext uri="{FF2B5EF4-FFF2-40B4-BE49-F238E27FC236}">
                <a16:creationId xmlns:a16="http://schemas.microsoft.com/office/drawing/2014/main" id="{A84C019F-BEB5-75EC-2B3C-93F2EC3F79F7}"/>
              </a:ext>
            </a:extLst>
          </p:cNvPr>
          <p:cNvSpPr txBox="1"/>
          <p:nvPr/>
        </p:nvSpPr>
        <p:spPr>
          <a:xfrm>
            <a:off x="0" y="342083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Sedra: Series of Prayers</a:t>
            </a:r>
            <a:endParaRPr lang="en-US" sz="2800" b="1" dirty="0">
              <a:solidFill>
                <a:srgbClr val="FDF3D1"/>
              </a:solidFill>
              <a:latin typeface="+mn-lt"/>
            </a:endParaRPr>
          </a:p>
        </p:txBody>
      </p:sp>
      <p:cxnSp>
        <p:nvCxnSpPr>
          <p:cNvPr id="6" name="Straight Connector 5">
            <a:extLst>
              <a:ext uri="{FF2B5EF4-FFF2-40B4-BE49-F238E27FC236}">
                <a16:creationId xmlns:a16="http://schemas.microsoft.com/office/drawing/2014/main" id="{A5333BC1-8413-2A3E-3FFD-197784A13ED0}"/>
              </a:ext>
            </a:extLst>
          </p:cNvPr>
          <p:cNvCxnSpPr>
            <a:cxnSpLocks/>
            <a:endCxn id="2" idx="0"/>
          </p:cNvCxnSpPr>
          <p:nvPr/>
        </p:nvCxnSpPr>
        <p:spPr>
          <a:xfrm>
            <a:off x="6096000" y="0"/>
            <a:ext cx="0" cy="342083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7FCD1DE-D9E3-D5FF-2395-D2C333CE7897}"/>
              </a:ext>
            </a:extLst>
          </p:cNvPr>
          <p:cNvSpPr txBox="1"/>
          <p:nvPr/>
        </p:nvSpPr>
        <p:spPr>
          <a:xfrm>
            <a:off x="8465994" y="49866"/>
            <a:ext cx="6250132" cy="585353"/>
          </a:xfrm>
          <a:prstGeom prst="rect">
            <a:avLst/>
          </a:prstGeom>
          <a:noFill/>
        </p:spPr>
        <p:txBody>
          <a:bodyPr wrap="square">
            <a:spAutoFit/>
          </a:bodyPr>
          <a:lstStyle/>
          <a:p>
            <a:pP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Sedra</a:t>
            </a:r>
          </a:p>
        </p:txBody>
      </p:sp>
      <p:sp>
        <p:nvSpPr>
          <p:cNvPr id="9" name="TextBox 8">
            <a:extLst>
              <a:ext uri="{FF2B5EF4-FFF2-40B4-BE49-F238E27FC236}">
                <a16:creationId xmlns:a16="http://schemas.microsoft.com/office/drawing/2014/main" id="{FD425F00-F361-CC81-7704-CA45A40416A4}"/>
              </a:ext>
            </a:extLst>
          </p:cNvPr>
          <p:cNvSpPr txBox="1"/>
          <p:nvPr/>
        </p:nvSpPr>
        <p:spPr>
          <a:xfrm>
            <a:off x="1862337" y="-25308"/>
            <a:ext cx="7413912" cy="707886"/>
          </a:xfrm>
          <a:prstGeom prst="rect">
            <a:avLst/>
          </a:prstGeom>
          <a:noFill/>
        </p:spPr>
        <p:txBody>
          <a:bodyPr wrap="square">
            <a:spAutoFit/>
          </a:bodyPr>
          <a:lstStyle/>
          <a:p>
            <a:r>
              <a:rPr lang="en-US" altLang="en-US" sz="4000" b="1" u="sng" dirty="0" err="1">
                <a:solidFill>
                  <a:schemeClr val="accent6">
                    <a:lumMod val="50000"/>
                  </a:schemeClr>
                </a:solidFill>
                <a:latin typeface="MalayalamAbe" pitchFamily="18" charset="0"/>
              </a:rPr>
              <a:t>scpyl</a:t>
            </a:r>
            <a:endParaRPr lang="en-US" sz="4000" u="sng" dirty="0">
              <a:solidFill>
                <a:schemeClr val="accent6">
                  <a:lumMod val="50000"/>
                </a:schemeClr>
              </a:solidFill>
            </a:endParaRPr>
          </a:p>
        </p:txBody>
      </p:sp>
    </p:spTree>
    <p:extLst>
      <p:ext uri="{BB962C8B-B14F-4D97-AF65-F5344CB8AC3E}">
        <p14:creationId xmlns:p14="http://schemas.microsoft.com/office/powerpoint/2010/main" val="3764223198"/>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ctrTitle"/>
          </p:nvPr>
        </p:nvSpPr>
        <p:spPr>
          <a:xfrm>
            <a:off x="125562" y="1055790"/>
            <a:ext cx="5970442" cy="1710299"/>
          </a:xfrm>
        </p:spPr>
        <p:txBody>
          <a:bodyPr vert="horz" lIns="91424" tIns="45718" rIns="91424" bIns="45718" rtlCol="0" anchor="ctr">
            <a:noAutofit/>
          </a:bodyPr>
          <a:lstStyle/>
          <a:p>
            <a:pPr algn="l"/>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h|Jrgk</a:t>
            </a:r>
            <a:r>
              <a:rPr lang="en-US" altLang="en-US" sz="4000" b="1" dirty="0">
                <a:latin typeface="MalayalamAbe" pitchFamily="18" charset="0"/>
              </a:rPr>
              <a:t>; </a:t>
            </a:r>
            <a:r>
              <a:rPr lang="en-US" altLang="en-US" sz="4000" b="1" dirty="0" err="1">
                <a:latin typeface="MalayalamAbe" pitchFamily="18" charset="0"/>
              </a:rPr>
              <a:t>elejdxk</a:t>
            </a:r>
            <a:r>
              <a:rPr lang="en-US" altLang="en-US" sz="4000" b="1" dirty="0">
                <a:latin typeface="MalayalamAbe" pitchFamily="18" charset="0"/>
              </a:rPr>
              <a:t>;...</a:t>
            </a:r>
            <a:br>
              <a:rPr lang="en-US" altLang="en-US" sz="4000" b="1" dirty="0"/>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4" name="Text Box 2">
            <a:extLst>
              <a:ext uri="{FF2B5EF4-FFF2-40B4-BE49-F238E27FC236}">
                <a16:creationId xmlns:a16="http://schemas.microsoft.com/office/drawing/2014/main" id="{96BCE72C-471B-4BDF-8A02-E30F919ECFFC}"/>
              </a:ext>
            </a:extLst>
          </p:cNvPr>
          <p:cNvSpPr txBox="1">
            <a:spLocks noChangeArrowheads="1"/>
          </p:cNvSpPr>
          <p:nvPr/>
        </p:nvSpPr>
        <p:spPr bwMode="auto">
          <a:xfrm>
            <a:off x="6388254" y="803814"/>
            <a:ext cx="5678184" cy="1624784"/>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endParaRPr lang="en-US" sz="3000" b="1" kern="0" dirty="0">
              <a:latin typeface="Calibri" pitchFamily="34" charset="0"/>
              <a:ea typeface="Ebrima" pitchFamily="2" charset="0"/>
              <a:cs typeface="Calibri" pitchFamily="34" charset="0"/>
            </a:endParaRP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dirty="0" err="1">
                <a:latin typeface="Calibri" panose="020F0502020204030204" pitchFamily="34" charset="0"/>
                <a:cs typeface="Calibri" panose="020F0502020204030204" pitchFamily="34" charset="0"/>
              </a:rPr>
              <a:t>Balaheenarum</a:t>
            </a:r>
            <a:r>
              <a:rPr lang="en-US" sz="3000" b="1" dirty="0">
                <a:latin typeface="Calibri" panose="020F0502020204030204" pitchFamily="34" charset="0"/>
                <a:cs typeface="Calibri" panose="020F0502020204030204" pitchFamily="34" charset="0"/>
              </a:rPr>
              <a:t> </a:t>
            </a:r>
            <a:r>
              <a:rPr lang="en-US" sz="3000" b="1" dirty="0" err="1">
                <a:latin typeface="Calibri" panose="020F0502020204030204" pitchFamily="34" charset="0"/>
                <a:cs typeface="Calibri" panose="020F0502020204030204" pitchFamily="34" charset="0"/>
              </a:rPr>
              <a:t>paapikalhum</a:t>
            </a:r>
            <a:r>
              <a:rPr lang="en-US" sz="3000" b="1" dirty="0">
                <a:latin typeface="Calibri" panose="020F0502020204030204" pitchFamily="34" charset="0"/>
                <a:cs typeface="Calibri" panose="020F0502020204030204" pitchFamily="34" charset="0"/>
              </a:rPr>
              <a:t>...</a:t>
            </a:r>
            <a:endParaRPr lang="en-US" sz="3000" b="1" kern="0" dirty="0">
              <a:latin typeface="Calibri" panose="020F0502020204030204" pitchFamily="34" charset="0"/>
              <a:ea typeface="Ebrima" pitchFamily="2" charset="0"/>
              <a:cs typeface="Calibri" pitchFamily="34" charset="0"/>
            </a:endParaRPr>
          </a:p>
          <a:p>
            <a:pPr>
              <a:lnSpc>
                <a:spcPts val="3999"/>
              </a:lnSpc>
              <a:spcBef>
                <a:spcPts val="0"/>
              </a:spcBef>
            </a:pPr>
            <a:r>
              <a:rPr lang="en-US" sz="3000" b="1" kern="0" dirty="0">
                <a:solidFill>
                  <a:schemeClr val="accent6">
                    <a:lumMod val="50000"/>
                  </a:schemeClr>
                </a:solidFill>
                <a:latin typeface="Calibri" panose="020F0502020204030204" pitchFamily="34" charset="0"/>
                <a:ea typeface="Ebrima" pitchFamily="2" charset="0"/>
                <a:cs typeface="Calibri" pitchFamily="34" charset="0"/>
              </a:rPr>
              <a:t>C: </a:t>
            </a:r>
            <a:r>
              <a:rPr lang="en-US" sz="3000" b="1" kern="0" dirty="0">
                <a:latin typeface="Calibri" panose="020F0502020204030204" pitchFamily="34" charset="0"/>
                <a:ea typeface="Ebrima" pitchFamily="2" charset="0"/>
                <a:cs typeface="Calibri" pitchFamily="34" charset="0"/>
              </a:rPr>
              <a:t>Amen.</a:t>
            </a:r>
          </a:p>
        </p:txBody>
      </p:sp>
      <p:sp>
        <p:nvSpPr>
          <p:cNvPr id="5" name="TextBox 4">
            <a:extLst>
              <a:ext uri="{FF2B5EF4-FFF2-40B4-BE49-F238E27FC236}">
                <a16:creationId xmlns:a16="http://schemas.microsoft.com/office/drawing/2014/main" id="{F6C7379B-054D-AF1A-945D-38671E1EFAB0}"/>
              </a:ext>
            </a:extLst>
          </p:cNvPr>
          <p:cNvSpPr txBox="1"/>
          <p:nvPr/>
        </p:nvSpPr>
        <p:spPr>
          <a:xfrm>
            <a:off x="2410397" y="4507706"/>
            <a:ext cx="7371188" cy="1477328"/>
          </a:xfrm>
          <a:prstGeom prst="rect">
            <a:avLst/>
          </a:prstGeom>
          <a:noFill/>
        </p:spPr>
        <p:txBody>
          <a:bodyPr wrap="square">
            <a:spAutoFit/>
          </a:bodyPr>
          <a:lstStyle/>
          <a:p>
            <a:r>
              <a:rPr lang="en-US" sz="3000" b="1" i="1" dirty="0">
                <a:solidFill>
                  <a:schemeClr val="accent6">
                    <a:lumMod val="50000"/>
                  </a:schemeClr>
                </a:solidFill>
                <a:latin typeface="+mn-lt"/>
              </a:rPr>
              <a:t>P: </a:t>
            </a:r>
            <a:r>
              <a:rPr lang="en-US" sz="3000" b="1" i="1" dirty="0">
                <a:latin typeface="+mn-lt"/>
              </a:rPr>
              <a:t>Weak and sinful as we are, let us confess and together say, Holy is the Holy Father </a:t>
            </a:r>
            <a:r>
              <a:rPr lang="en-US" sz="3000" b="1" dirty="0">
                <a:latin typeface="+mn-lt"/>
              </a:rPr>
              <a:t>(♰).</a:t>
            </a:r>
          </a:p>
          <a:p>
            <a:r>
              <a:rPr lang="en-US" sz="3000" b="1" i="1" dirty="0">
                <a:solidFill>
                  <a:schemeClr val="accent6">
                    <a:lumMod val="50000"/>
                  </a:schemeClr>
                </a:solidFill>
                <a:latin typeface="+mn-lt"/>
              </a:rPr>
              <a:t>C: </a:t>
            </a:r>
            <a:r>
              <a:rPr lang="en-US" sz="3000" b="1" i="1" dirty="0">
                <a:latin typeface="+mn-lt"/>
              </a:rPr>
              <a:t>Amen.</a:t>
            </a:r>
          </a:p>
        </p:txBody>
      </p:sp>
      <p:sp>
        <p:nvSpPr>
          <p:cNvPr id="2" name="TextBox 1">
            <a:extLst>
              <a:ext uri="{FF2B5EF4-FFF2-40B4-BE49-F238E27FC236}">
                <a16:creationId xmlns:a16="http://schemas.microsoft.com/office/drawing/2014/main" id="{1D84822C-B088-4D19-0008-94A4BF2FF0F0}"/>
              </a:ext>
            </a:extLst>
          </p:cNvPr>
          <p:cNvSpPr txBox="1"/>
          <p:nvPr/>
        </p:nvSpPr>
        <p:spPr>
          <a:xfrm>
            <a:off x="0" y="3429000"/>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(Incense: Symbol of Prayers Rising To God- Psalm 141:2)</a:t>
            </a:r>
          </a:p>
        </p:txBody>
      </p:sp>
      <p:cxnSp>
        <p:nvCxnSpPr>
          <p:cNvPr id="3" name="Straight Connector 2">
            <a:extLst>
              <a:ext uri="{FF2B5EF4-FFF2-40B4-BE49-F238E27FC236}">
                <a16:creationId xmlns:a16="http://schemas.microsoft.com/office/drawing/2014/main" id="{BC93106D-7FF3-031D-C3F2-60AFF95ADF12}"/>
              </a:ext>
            </a:extLst>
          </p:cNvPr>
          <p:cNvCxnSpPr>
            <a:cxnSpLocks/>
            <a:endCxn id="2" idx="0"/>
          </p:cNvCxnSpPr>
          <p:nvPr/>
        </p:nvCxnSpPr>
        <p:spPr>
          <a:xfrm>
            <a:off x="6096000" y="-17512"/>
            <a:ext cx="0" cy="344651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93B951B-FA10-BDC6-C379-3858EA3EB4AC}"/>
              </a:ext>
            </a:extLst>
          </p:cNvPr>
          <p:cNvSpPr txBox="1"/>
          <p:nvPr/>
        </p:nvSpPr>
        <p:spPr>
          <a:xfrm>
            <a:off x="6" y="219039"/>
            <a:ext cx="6095990" cy="584775"/>
          </a:xfrm>
          <a:prstGeom prst="rect">
            <a:avLst/>
          </a:prstGeom>
          <a:noFill/>
        </p:spPr>
        <p:txBody>
          <a:bodyPr wrap="square">
            <a:spAutoFit/>
          </a:bodyPr>
          <a:lstStyle/>
          <a:p>
            <a:pPr algn="ctr"/>
            <a:r>
              <a:rPr lang="en-US" sz="3200" b="1" dirty="0">
                <a:solidFill>
                  <a:srgbClr val="004A0A"/>
                </a:solidFill>
                <a:effectLst/>
                <a:latin typeface="Malayalam MN" pitchFamily="2" charset="0"/>
                <a:cs typeface="Malayalam MN" pitchFamily="2" charset="0"/>
              </a:rPr>
              <a:t>(</a:t>
            </a:r>
            <a:r>
              <a:rPr lang="ml-IN" sz="3200" b="1" dirty="0">
                <a:solidFill>
                  <a:srgbClr val="004A0A"/>
                </a:solidFill>
                <a:effectLst/>
                <a:latin typeface="Malayalam MN" pitchFamily="2" charset="0"/>
                <a:cs typeface="Malayalam MN" pitchFamily="2" charset="0"/>
              </a:rPr>
              <a:t>ധൂപം</a:t>
            </a:r>
            <a:r>
              <a:rPr lang="en-US" sz="3200" b="1" dirty="0">
                <a:solidFill>
                  <a:srgbClr val="004A0A"/>
                </a:solidFill>
                <a:effectLst/>
                <a:latin typeface="Malayalam MN" pitchFamily="2" charset="0"/>
                <a:cs typeface="Malayalam MN" pitchFamily="2" charset="0"/>
              </a:rPr>
              <a:t>)</a:t>
            </a:r>
            <a:endParaRPr lang="ml-IN" sz="3600" b="1" dirty="0">
              <a:solidFill>
                <a:srgbClr val="004A0A"/>
              </a:solidFill>
              <a:effectLst/>
              <a:latin typeface="Malayalam MN" pitchFamily="2" charset="0"/>
              <a:cs typeface="Malayalam MN" pitchFamily="2" charset="0"/>
            </a:endParaRPr>
          </a:p>
        </p:txBody>
      </p:sp>
      <p:sp>
        <p:nvSpPr>
          <p:cNvPr id="9" name="TextBox 8">
            <a:extLst>
              <a:ext uri="{FF2B5EF4-FFF2-40B4-BE49-F238E27FC236}">
                <a16:creationId xmlns:a16="http://schemas.microsoft.com/office/drawing/2014/main" id="{5F2F2427-5E95-B15F-7899-81C608D41722}"/>
              </a:ext>
            </a:extLst>
          </p:cNvPr>
          <p:cNvSpPr txBox="1"/>
          <p:nvPr/>
        </p:nvSpPr>
        <p:spPr>
          <a:xfrm>
            <a:off x="6095991" y="289728"/>
            <a:ext cx="6096009" cy="553998"/>
          </a:xfrm>
          <a:prstGeom prst="rect">
            <a:avLst/>
          </a:prstGeom>
          <a:noFill/>
        </p:spPr>
        <p:txBody>
          <a:bodyPr wrap="square">
            <a:spAutoFit/>
          </a:bodyPr>
          <a:lstStyle/>
          <a:p>
            <a:pPr algn="ctr"/>
            <a:r>
              <a:rPr lang="en-US" sz="3000" b="1" dirty="0">
                <a:solidFill>
                  <a:srgbClr val="004A0A"/>
                </a:solidFill>
                <a:latin typeface="+mn-lt"/>
              </a:rPr>
              <a:t>(</a:t>
            </a:r>
            <a:r>
              <a:rPr lang="en-US" sz="3000" b="1" dirty="0" err="1">
                <a:solidFill>
                  <a:srgbClr val="004A0A"/>
                </a:solidFill>
                <a:latin typeface="+mn-lt"/>
              </a:rPr>
              <a:t>D</a:t>
            </a:r>
            <a:r>
              <a:rPr lang="en-US" sz="3000" b="1" dirty="0" err="1">
                <a:solidFill>
                  <a:srgbClr val="004A0A"/>
                </a:solidFill>
                <a:effectLst/>
                <a:latin typeface="+mn-lt"/>
              </a:rPr>
              <a:t>hoopam</a:t>
            </a:r>
            <a:r>
              <a:rPr lang="en-US" sz="3000" b="1" dirty="0">
                <a:solidFill>
                  <a:srgbClr val="004A0A"/>
                </a:solidFill>
                <a:latin typeface="+mn-lt"/>
              </a:rPr>
              <a:t>)</a:t>
            </a:r>
            <a:endParaRPr lang="en-US" sz="3000" b="1" dirty="0">
              <a:solidFill>
                <a:srgbClr val="004A0A"/>
              </a:solidFill>
              <a:effectLst/>
              <a:latin typeface="+mn-lt"/>
            </a:endParaRPr>
          </a:p>
        </p:txBody>
      </p:sp>
    </p:spTree>
    <p:extLst>
      <p:ext uri="{BB962C8B-B14F-4D97-AF65-F5344CB8AC3E}">
        <p14:creationId xmlns:p14="http://schemas.microsoft.com/office/powerpoint/2010/main" val="3111048486"/>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1841D486-9EF7-4667-82A2-7F0965A371A2}"/>
              </a:ext>
            </a:extLst>
          </p:cNvPr>
          <p:cNvSpPr txBox="1">
            <a:spLocks noChangeArrowheads="1"/>
          </p:cNvSpPr>
          <p:nvPr/>
        </p:nvSpPr>
        <p:spPr bwMode="auto">
          <a:xfrm>
            <a:off x="6302194" y="325115"/>
            <a:ext cx="5889806" cy="3174952"/>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Parishudhanaaya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Puthran</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parishudhanaakunnu</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Parishudhanaaya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Roohaayum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parishudhanaakunnu</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p>
        </p:txBody>
      </p:sp>
      <p:sp>
        <p:nvSpPr>
          <p:cNvPr id="57346" name="Rectangle 2"/>
          <p:cNvSpPr>
            <a:spLocks noGrp="1" noChangeArrowheads="1"/>
          </p:cNvSpPr>
          <p:nvPr>
            <p:ph type="ctrTitle"/>
          </p:nvPr>
        </p:nvSpPr>
        <p:spPr>
          <a:xfrm>
            <a:off x="228600" y="395412"/>
            <a:ext cx="5791200" cy="3170088"/>
          </a:xfrm>
          <a:noFill/>
        </p:spPr>
        <p:txBody>
          <a:bodyPr anchor="ctr">
            <a:noAutofit/>
          </a:bodyPr>
          <a:lstStyle/>
          <a:p>
            <a:pPr algn="l" eaLnBrk="1" hangingPunct="1"/>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egjCk</a:t>
            </a:r>
            <a:r>
              <a:rPr lang="en-US" altLang="en-US" sz="4000" b="1" dirty="0" err="1">
                <a:latin typeface="Kerala" pitchFamily="2" charset="0"/>
              </a:rPr>
              <a:t>i</a:t>
            </a:r>
            <a:r>
              <a:rPr lang="en-US" altLang="en-US" sz="4000" b="1" dirty="0" err="1">
                <a:latin typeface="MalayalamAbe" pitchFamily="18" charset="0"/>
              </a:rPr>
              <a:t>rlu</a:t>
            </a:r>
            <a:r>
              <a:rPr lang="en-US" altLang="en-US" sz="4000" b="1" dirty="0">
                <a:latin typeface="MalayalamAbe" pitchFamily="18" charset="0"/>
              </a:rPr>
              <a:t> </a:t>
            </a:r>
            <a:r>
              <a:rPr lang="en-US" altLang="en-US" sz="4000" b="1" dirty="0" err="1">
                <a:latin typeface="MalayalamAbe" pitchFamily="18" charset="0"/>
              </a:rPr>
              <a:t>ekYfR</a:t>
            </a:r>
            <a:r>
              <a:rPr lang="en-US" altLang="en-US" sz="4000" b="1" dirty="0">
                <a:latin typeface="MalayalamAbe" pitchFamily="18" charset="0"/>
              </a:rPr>
              <a:t> </a:t>
            </a:r>
            <a:r>
              <a:rPr lang="en-US" altLang="en-US" sz="4000" b="1" dirty="0" err="1">
                <a:latin typeface="MalayalamAbe" pitchFamily="18" charset="0"/>
              </a:rPr>
              <a:t>egjCk</a:t>
            </a:r>
            <a:r>
              <a:rPr lang="en-US" altLang="en-US" sz="4000" b="1" dirty="0" err="1">
                <a:latin typeface="Kerala" pitchFamily="2" charset="0"/>
              </a:rPr>
              <a:t>i</a:t>
            </a:r>
            <a:r>
              <a:rPr lang="en-US" altLang="en-US" sz="4000" b="1" dirty="0" err="1">
                <a:latin typeface="MalayalamAbe" pitchFamily="18" charset="0"/>
              </a:rPr>
              <a:t>rldk#k</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egjCk</a:t>
            </a:r>
            <a:r>
              <a:rPr lang="en-US" altLang="en-US" sz="4000" b="1" dirty="0" err="1">
                <a:latin typeface="Kerala" pitchFamily="2" charset="0"/>
              </a:rPr>
              <a:t>i</a:t>
            </a:r>
            <a:r>
              <a:rPr lang="en-US" altLang="en-US" sz="4000" b="1" dirty="0" err="1">
                <a:latin typeface="MalayalamAbe" pitchFamily="18" charset="0"/>
              </a:rPr>
              <a:t>rlu</a:t>
            </a:r>
            <a:r>
              <a:rPr lang="en-US" altLang="en-US" sz="4000" b="1" dirty="0">
                <a:latin typeface="MalayalamAbe" pitchFamily="18" charset="0"/>
              </a:rPr>
              <a:t> </a:t>
            </a:r>
            <a:r>
              <a:rPr lang="en-US" altLang="en-US" sz="4000" b="1" dirty="0" err="1">
                <a:latin typeface="MalayalamAbe" pitchFamily="18" charset="0"/>
              </a:rPr>
              <a:t>yo|luk</a:t>
            </a:r>
            <a:r>
              <a:rPr lang="en-US" altLang="en-US" sz="4000" b="1" dirty="0">
                <a:latin typeface="MalayalamAbe" pitchFamily="18" charset="0"/>
              </a:rPr>
              <a:t>; </a:t>
            </a:r>
            <a:r>
              <a:rPr lang="en-US" altLang="en-US" sz="4000" b="1" dirty="0" err="1">
                <a:latin typeface="MalayalamAbe" pitchFamily="18" charset="0"/>
              </a:rPr>
              <a:t>egjCk</a:t>
            </a:r>
            <a:r>
              <a:rPr lang="en-US" altLang="en-US" sz="4000" b="1" dirty="0" err="1">
                <a:latin typeface="Kerala" pitchFamily="2" charset="0"/>
              </a:rPr>
              <a:t>i</a:t>
            </a:r>
            <a:r>
              <a:rPr lang="en-US" altLang="en-US" sz="4000" b="1" dirty="0" err="1">
                <a:latin typeface="MalayalamAbe" pitchFamily="18" charset="0"/>
              </a:rPr>
              <a:t>rldk#k</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p>
        </p:txBody>
      </p:sp>
      <p:sp>
        <p:nvSpPr>
          <p:cNvPr id="3" name="TextBox 2">
            <a:extLst>
              <a:ext uri="{FF2B5EF4-FFF2-40B4-BE49-F238E27FC236}">
                <a16:creationId xmlns:a16="http://schemas.microsoft.com/office/drawing/2014/main" id="{B269C243-D414-CA52-A710-B4DB9DB61702}"/>
              </a:ext>
            </a:extLst>
          </p:cNvPr>
          <p:cNvSpPr txBox="1"/>
          <p:nvPr/>
        </p:nvSpPr>
        <p:spPr>
          <a:xfrm>
            <a:off x="3124200" y="4590604"/>
            <a:ext cx="7239000" cy="2062103"/>
          </a:xfrm>
          <a:prstGeom prst="rect">
            <a:avLst/>
          </a:prstGeom>
          <a:noFill/>
        </p:spPr>
        <p:txBody>
          <a:bodyPr wrap="square">
            <a:spAutoFit/>
          </a:bodyPr>
          <a:lstStyle/>
          <a:p>
            <a:r>
              <a:rPr lang="en-US" sz="3200" b="1" i="1" dirty="0">
                <a:solidFill>
                  <a:schemeClr val="accent6">
                    <a:lumMod val="50000"/>
                  </a:schemeClr>
                </a:solidFill>
                <a:latin typeface="+mn-lt"/>
              </a:rPr>
              <a:t>P: </a:t>
            </a:r>
            <a:r>
              <a:rPr lang="en-US" sz="3200" b="1" i="1" dirty="0">
                <a:latin typeface="+mn-lt"/>
              </a:rPr>
              <a:t>Holy is the Holy Son </a:t>
            </a:r>
            <a:r>
              <a:rPr lang="en-US" sz="3200" b="1" dirty="0">
                <a:latin typeface="+mn-lt"/>
              </a:rPr>
              <a:t>(♰).</a:t>
            </a:r>
            <a:r>
              <a:rPr lang="en-US" sz="3200" b="1" i="1" dirty="0">
                <a:latin typeface="+mn-lt"/>
              </a:rPr>
              <a:t> </a:t>
            </a:r>
          </a:p>
          <a:p>
            <a:r>
              <a:rPr lang="en-US" sz="3200" b="1" i="1" dirty="0">
                <a:solidFill>
                  <a:schemeClr val="accent6">
                    <a:lumMod val="50000"/>
                  </a:schemeClr>
                </a:solidFill>
                <a:latin typeface="+mn-lt"/>
              </a:rPr>
              <a:t>C: </a:t>
            </a:r>
            <a:r>
              <a:rPr lang="en-US" sz="3200" b="1" i="1" dirty="0">
                <a:latin typeface="+mn-lt"/>
              </a:rPr>
              <a:t>Amen.</a:t>
            </a:r>
          </a:p>
          <a:p>
            <a:r>
              <a:rPr lang="en-US" sz="3200" b="1" i="1" dirty="0">
                <a:solidFill>
                  <a:schemeClr val="accent6">
                    <a:lumMod val="50000"/>
                  </a:schemeClr>
                </a:solidFill>
                <a:latin typeface="+mn-lt"/>
              </a:rPr>
              <a:t>P: </a:t>
            </a:r>
            <a:r>
              <a:rPr lang="en-US" sz="3200" b="1" i="1" dirty="0">
                <a:latin typeface="+mn-lt"/>
              </a:rPr>
              <a:t>Holy is the living and Holy Spirit </a:t>
            </a:r>
            <a:r>
              <a:rPr lang="en-US" sz="3200" b="1" dirty="0">
                <a:latin typeface="+mn-lt"/>
              </a:rPr>
              <a:t>(♰).</a:t>
            </a:r>
            <a:r>
              <a:rPr lang="en-US" sz="3200" b="1" i="1" dirty="0">
                <a:latin typeface="+mn-lt"/>
              </a:rPr>
              <a:t> </a:t>
            </a:r>
          </a:p>
          <a:p>
            <a:r>
              <a:rPr lang="en-US" sz="3200" b="1" i="1" dirty="0">
                <a:solidFill>
                  <a:schemeClr val="accent6">
                    <a:lumMod val="50000"/>
                  </a:schemeClr>
                </a:solidFill>
                <a:latin typeface="+mn-lt"/>
              </a:rPr>
              <a:t>C: </a:t>
            </a:r>
            <a:r>
              <a:rPr lang="en-US" sz="3200" b="1" i="1" dirty="0">
                <a:latin typeface="+mn-lt"/>
              </a:rPr>
              <a:t>Amen.</a:t>
            </a:r>
          </a:p>
        </p:txBody>
      </p:sp>
      <p:sp>
        <p:nvSpPr>
          <p:cNvPr id="2" name="TextBox 1">
            <a:extLst>
              <a:ext uri="{FF2B5EF4-FFF2-40B4-BE49-F238E27FC236}">
                <a16:creationId xmlns:a16="http://schemas.microsoft.com/office/drawing/2014/main" id="{589593D8-6C7A-B53D-E4BD-11CCDCBDFABC}"/>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9E508B95-10E8-5CA8-322B-94DB88492260}"/>
              </a:ext>
            </a:extLst>
          </p:cNvPr>
          <p:cNvCxnSpPr>
            <a:cxnSpLocks/>
          </p:cNvCxnSpPr>
          <p:nvPr/>
        </p:nvCxnSpPr>
        <p:spPr>
          <a:xfrm>
            <a:off x="6096000" y="0"/>
            <a:ext cx="0" cy="382518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1A7E5CB2-42DC-4267-A64B-9F1BF8B616E4}"/>
              </a:ext>
            </a:extLst>
          </p:cNvPr>
          <p:cNvSpPr txBox="1">
            <a:spLocks noChangeArrowheads="1"/>
          </p:cNvSpPr>
          <p:nvPr/>
        </p:nvSpPr>
        <p:spPr bwMode="auto">
          <a:xfrm>
            <a:off x="6483213" y="641623"/>
            <a:ext cx="5902394" cy="3067230"/>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b="1" kern="0" dirty="0">
                <a:solidFill>
                  <a:schemeClr val="accent6">
                    <a:lumMod val="50000"/>
                  </a:schemeClr>
                </a:solidFill>
                <a:latin typeface="Calibri" pitchFamily="34" charset="0"/>
                <a:ea typeface="Ebrima" pitchFamily="2" charset="0"/>
                <a:cs typeface="Calibri" pitchFamily="34" charset="0"/>
              </a:rPr>
              <a:t>D: </a:t>
            </a:r>
            <a:r>
              <a:rPr lang="en-US" b="1" kern="0" dirty="0" err="1">
                <a:latin typeface="Calibri" pitchFamily="34" charset="0"/>
                <a:ea typeface="Ebrima" pitchFamily="2" charset="0"/>
                <a:cs typeface="Calibri" pitchFamily="34" charset="0"/>
              </a:rPr>
              <a:t>Njaanam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vilhichu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parrayunnu</a:t>
            </a:r>
            <a:r>
              <a:rPr lang="en-US" b="1" kern="0" dirty="0">
                <a:latin typeface="Calibri" pitchFamily="34" charset="0"/>
                <a:ea typeface="Ebrima" pitchFamily="2" charset="0"/>
                <a:cs typeface="Calibri" pitchFamily="34" charset="0"/>
              </a:rPr>
              <a:t>, naam </a:t>
            </a:r>
            <a:r>
              <a:rPr lang="en-US" b="1" kern="0" dirty="0" err="1">
                <a:latin typeface="Calibri" pitchFamily="34" charset="0"/>
                <a:ea typeface="Ebrima" pitchFamily="2" charset="0"/>
                <a:cs typeface="Calibri" pitchFamily="34" charset="0"/>
              </a:rPr>
              <a:t>ellaavarum</a:t>
            </a:r>
            <a:r>
              <a:rPr lang="en-US" b="1" kern="0" dirty="0">
                <a:latin typeface="Calibri" pitchFamily="34" charset="0"/>
                <a:ea typeface="Ebrima" pitchFamily="2" charset="0"/>
                <a:cs typeface="Calibri" pitchFamily="34" charset="0"/>
              </a:rPr>
              <a:t>.</a:t>
            </a:r>
          </a:p>
          <a:p>
            <a:pPr>
              <a:spcBef>
                <a:spcPts val="0"/>
              </a:spcBef>
            </a:pPr>
            <a:r>
              <a:rPr lang="en-US" b="1" kern="0" dirty="0">
                <a:solidFill>
                  <a:schemeClr val="accent6">
                    <a:lumMod val="50000"/>
                  </a:schemeClr>
                </a:solidFill>
                <a:latin typeface="Calibri" pitchFamily="34" charset="0"/>
                <a:ea typeface="Ebrima" pitchFamily="2" charset="0"/>
                <a:cs typeface="Calibri" pitchFamily="34" charset="0"/>
              </a:rPr>
              <a:t>P: </a:t>
            </a:r>
            <a:r>
              <a:rPr lang="en-US" b="1" kern="0" dirty="0" err="1">
                <a:latin typeface="Calibri" pitchFamily="34" charset="0"/>
                <a:ea typeface="Ebrima" pitchFamily="2" charset="0"/>
                <a:cs typeface="Calibri" pitchFamily="34" charset="0"/>
              </a:rPr>
              <a:t>Pithaavaaya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sarva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shakthanaaya</a:t>
            </a:r>
            <a:r>
              <a:rPr lang="en-US" b="1" kern="0" dirty="0">
                <a:latin typeface="Calibri" pitchFamily="34" charset="0"/>
                <a:ea typeface="Ebrima" pitchFamily="2" charset="0"/>
                <a:cs typeface="Calibri" pitchFamily="34" charset="0"/>
              </a:rPr>
              <a:t>...</a:t>
            </a:r>
          </a:p>
          <a:p>
            <a:pPr>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Aakaashathinteyum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bhoomiyudeyum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kaanhappedunnavayum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kaanhappedaa-thavayum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sakalathinteyum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srish-taavaaya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sathyeka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Daivathil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vishwasikkunnu</a:t>
            </a:r>
            <a:r>
              <a:rPr lang="en-US" b="1" kern="0" dirty="0">
                <a:latin typeface="Calibri" pitchFamily="34" charset="0"/>
                <a:ea typeface="Ebrima" pitchFamily="2" charset="0"/>
                <a:cs typeface="Calibri" pitchFamily="34" charset="0"/>
              </a:rPr>
              <a:t>.</a:t>
            </a:r>
          </a:p>
        </p:txBody>
      </p:sp>
      <p:sp>
        <p:nvSpPr>
          <p:cNvPr id="58370" name="Rectangle 2"/>
          <p:cNvSpPr>
            <a:spLocks noGrp="1" noChangeArrowheads="1"/>
          </p:cNvSpPr>
          <p:nvPr>
            <p:ph type="ctrTitle"/>
          </p:nvPr>
        </p:nvSpPr>
        <p:spPr>
          <a:xfrm>
            <a:off x="387213" y="305834"/>
            <a:ext cx="5708787" cy="3738809"/>
          </a:xfrm>
        </p:spPr>
        <p:txBody>
          <a:bodyPr anchor="ctr">
            <a:noAutofit/>
          </a:bodyPr>
          <a:lstStyle/>
          <a:p>
            <a:pPr algn="l">
              <a:lnSpc>
                <a:spcPts val="2700"/>
              </a:lnSpc>
            </a:pPr>
            <a:r>
              <a:rPr lang="en-US" altLang="en-US" sz="3000" b="1" dirty="0">
                <a:solidFill>
                  <a:schemeClr val="accent6">
                    <a:lumMod val="50000"/>
                  </a:schemeClr>
                </a:solidFill>
                <a:latin typeface="MalayalamAbe" pitchFamily="18" charset="0"/>
              </a:rPr>
              <a:t>Ck. </a:t>
            </a:r>
            <a:r>
              <a:rPr lang="en-US" altLang="en-US" sz="3000" b="1" dirty="0">
                <a:latin typeface="MalayalamAbe" pitchFamily="18" charset="0"/>
              </a:rPr>
              <a:t>w[</a:t>
            </a:r>
            <a:r>
              <a:rPr lang="en-US" altLang="en-US" sz="3000" b="1" dirty="0" err="1">
                <a:latin typeface="MalayalamAbe" pitchFamily="18" charset="0"/>
              </a:rPr>
              <a:t>Blr</a:t>
            </a:r>
            <a:r>
              <a:rPr lang="en-US" altLang="en-US" sz="3000" b="1" dirty="0">
                <a:latin typeface="MalayalamAbe" pitchFamily="18" charset="0"/>
              </a:rPr>
              <a:t>; </a:t>
            </a:r>
            <a:r>
              <a:rPr lang="en-US" altLang="en-US" sz="3000" b="1" dirty="0" err="1">
                <a:latin typeface="MalayalamAbe" pitchFamily="18" charset="0"/>
              </a:rPr>
              <a:t>ijxjv&amp;k</a:t>
            </a:r>
            <a:r>
              <a:rPr lang="en-US" altLang="en-US" sz="3000" b="1" dirty="0">
                <a:latin typeface="MalayalamAbe" pitchFamily="18" charset="0"/>
              </a:rPr>
              <a:t> </a:t>
            </a:r>
            <a:r>
              <a:rPr lang="en-US" altLang="en-US" sz="3000" b="1" dirty="0" err="1">
                <a:latin typeface="MalayalamAbe" pitchFamily="18" charset="0"/>
              </a:rPr>
              <a:t>eyuk#k</a:t>
            </a:r>
            <a:r>
              <a:rPr lang="en-US" altLang="en-US" sz="3000" b="1" dirty="0">
                <a:latin typeface="MalayalamAbe" pitchFamily="18" charset="0"/>
              </a:rPr>
              <a:t> </a:t>
            </a:r>
            <a:r>
              <a:rPr lang="en-US" altLang="en-US" sz="3000" b="1" dirty="0" err="1">
                <a:latin typeface="MalayalamAbe" pitchFamily="18" charset="0"/>
              </a:rPr>
              <a:t>rlsah^ligk</a:t>
            </a:r>
            <a:r>
              <a:rPr lang="en-US" altLang="en-US" sz="3000" b="1" dirty="0">
                <a:latin typeface="MalayalamAbe" pitchFamily="18" charset="0"/>
              </a:rPr>
              <a:t>;.</a:t>
            </a:r>
            <a:br>
              <a:rPr lang="en-US" altLang="en-US" sz="3000" b="1" dirty="0">
                <a:latin typeface="MalayalamAbe" pitchFamily="18" charset="0"/>
              </a:rPr>
            </a:br>
            <a:r>
              <a:rPr lang="en-US" altLang="en-US" sz="3000" b="1" dirty="0">
                <a:solidFill>
                  <a:schemeClr val="accent6">
                    <a:lumMod val="50000"/>
                  </a:schemeClr>
                </a:solidFill>
                <a:latin typeface="MalayalamAbe" pitchFamily="18" charset="0"/>
              </a:rPr>
              <a:t>e</a:t>
            </a:r>
            <a:r>
              <a:rPr lang="en-US" altLang="en-US" sz="3000" b="1" dirty="0">
                <a:solidFill>
                  <a:schemeClr val="accent6">
                    <a:lumMod val="50000"/>
                  </a:schemeClr>
                </a:solidFill>
              </a:rPr>
              <a:t>. </a:t>
            </a:r>
            <a:r>
              <a:rPr lang="en-US" altLang="en-US" sz="3000" b="1" dirty="0" err="1">
                <a:latin typeface="MalayalamAbe" pitchFamily="18" charset="0"/>
              </a:rPr>
              <a:t>ejflilu</a:t>
            </a:r>
            <a:r>
              <a:rPr lang="en-US" altLang="en-US" sz="3000" b="1" dirty="0">
                <a:latin typeface="MalayalamAbe" pitchFamily="18" charset="0"/>
              </a:rPr>
              <a:t>,  </a:t>
            </a:r>
            <a:r>
              <a:rPr lang="en-US" altLang="en-US" sz="3000" b="1" dirty="0" err="1">
                <a:latin typeface="MalayalamAbe" pitchFamily="18" charset="0"/>
              </a:rPr>
              <a:t>cGi&amp;Cd</a:t>
            </a:r>
            <a:r>
              <a:rPr lang="en-US" altLang="en-US" sz="3000" b="1" dirty="0">
                <a:latin typeface="MalayalamAbe" pitchFamily="18" charset="0"/>
              </a:rPr>
              <a:t>[</a:t>
            </a:r>
            <a:r>
              <a:rPr lang="en-US" altLang="en-US" sz="3000" b="1" dirty="0" err="1">
                <a:latin typeface="MalayalamAbe" pitchFamily="18" charset="0"/>
              </a:rPr>
              <a:t>frlu</a:t>
            </a:r>
            <a:r>
              <a:rPr lang="en-US" altLang="en-US" sz="3000" b="1" dirty="0">
                <a:latin typeface="MalayalamAbe" pitchFamily="18" charset="0"/>
              </a:rPr>
              <a:t>...</a:t>
            </a:r>
            <a:br>
              <a:rPr lang="en-US" altLang="en-US" sz="3000" b="1" dirty="0">
                <a:latin typeface="MalayalamAbe" pitchFamily="18" charset="0"/>
              </a:rPr>
            </a:br>
            <a:r>
              <a:rPr lang="en-US" altLang="en-US" sz="3000" b="1" dirty="0">
                <a:solidFill>
                  <a:schemeClr val="accent6">
                    <a:lumMod val="50000"/>
                  </a:schemeClr>
                </a:solidFill>
                <a:latin typeface="MalayalamAbe" pitchFamily="18" charset="0"/>
              </a:rPr>
              <a:t>w</a:t>
            </a:r>
            <a:r>
              <a:rPr lang="en-US" altLang="en-US" sz="3000" b="1" dirty="0">
                <a:solidFill>
                  <a:schemeClr val="accent6">
                    <a:lumMod val="50000"/>
                  </a:schemeClr>
                </a:solidFill>
              </a:rPr>
              <a:t>. </a:t>
            </a:r>
            <a:r>
              <a:rPr lang="en-US" altLang="en-US" sz="3000" b="1" dirty="0">
                <a:latin typeface="MalayalamAbe" pitchFamily="18" charset="0"/>
              </a:rPr>
              <a:t>:</a:t>
            </a:r>
            <a:r>
              <a:rPr lang="en-US" altLang="en-US" sz="3000" b="1" dirty="0" err="1">
                <a:latin typeface="MalayalamAbe" pitchFamily="18" charset="0"/>
              </a:rPr>
              <a:t>dlC</a:t>
            </a:r>
            <a:r>
              <a:rPr lang="en-US" altLang="en-US" sz="3000" b="1" dirty="0">
                <a:latin typeface="MalayalamAbe" pitchFamily="18" charset="0"/>
              </a:rPr>
              <a:t>\</a:t>
            </a:r>
            <a:r>
              <a:rPr lang="en-US" altLang="en-US" sz="3000" b="1" dirty="0" err="1">
                <a:latin typeface="MalayalamAbe" pitchFamily="18" charset="0"/>
              </a:rPr>
              <a:t>jsRyuk</a:t>
            </a:r>
            <a:r>
              <a:rPr lang="en-US" altLang="en-US" sz="3000" b="1" dirty="0">
                <a:latin typeface="MalayalamAbe" pitchFamily="18" charset="0"/>
              </a:rPr>
              <a:t>; &gt;</a:t>
            </a:r>
            <a:r>
              <a:rPr lang="en-US" altLang="en-US" sz="3000" b="1" dirty="0" err="1">
                <a:latin typeface="MalayalamAbe" pitchFamily="18" charset="0"/>
              </a:rPr>
              <a:t>oajuksmuk</a:t>
            </a:r>
            <a:r>
              <a:rPr lang="en-US" altLang="en-US" sz="3000" b="1" dirty="0">
                <a:latin typeface="MalayalamAbe" pitchFamily="18" charset="0"/>
              </a:rPr>
              <a:t>; </a:t>
            </a:r>
            <a:r>
              <a:rPr lang="en-US" altLang="en-US" sz="3000" b="1" dirty="0" err="1">
                <a:latin typeface="MalayalamAbe" pitchFamily="18" charset="0"/>
              </a:rPr>
              <a:t>dlns</a:t>
            </a:r>
            <a:r>
              <a:rPr lang="en-US" altLang="en-US" sz="3000" b="1" dirty="0">
                <a:latin typeface="MalayalamAbe" pitchFamily="18" charset="0"/>
              </a:rPr>
              <a:t>/</a:t>
            </a:r>
            <a:r>
              <a:rPr lang="en-US" altLang="en-US" sz="3000" b="1" dirty="0" err="1">
                <a:latin typeface="MalayalamAbe" pitchFamily="18" charset="0"/>
              </a:rPr>
              <a:t>mk#iuk</a:t>
            </a:r>
            <a:r>
              <a:rPr lang="en-US" altLang="en-US" sz="3000" b="1" dirty="0">
                <a:latin typeface="MalayalamAbe" pitchFamily="18" charset="0"/>
              </a:rPr>
              <a:t>; </a:t>
            </a:r>
            <a:r>
              <a:rPr lang="en-US" altLang="en-US" sz="3000" b="1" dirty="0" err="1">
                <a:latin typeface="MalayalamAbe" pitchFamily="18" charset="0"/>
              </a:rPr>
              <a:t>dlns</a:t>
            </a:r>
            <a:r>
              <a:rPr lang="en-US" altLang="en-US" sz="3000" b="1" dirty="0">
                <a:latin typeface="MalayalamAbe" pitchFamily="18" charset="0"/>
              </a:rPr>
              <a:t>/ml\-</a:t>
            </a:r>
            <a:r>
              <a:rPr lang="en-US" altLang="en-US" sz="3000" b="1" dirty="0" err="1">
                <a:latin typeface="MalayalamAbe" pitchFamily="18" charset="0"/>
              </a:rPr>
              <a:t>iukalu</a:t>
            </a:r>
            <a:r>
              <a:rPr lang="en-US" altLang="en-US" sz="3000" b="1" dirty="0">
                <a:latin typeface="MalayalamAbe" pitchFamily="18" charset="0"/>
              </a:rPr>
              <a:t> </a:t>
            </a:r>
            <a:r>
              <a:rPr lang="en-US" altLang="en-US" sz="3000" b="1" dirty="0" err="1">
                <a:latin typeface="MalayalamAbe" pitchFamily="18" charset="0"/>
              </a:rPr>
              <a:t>cdh</a:t>
            </a:r>
            <a:r>
              <a:rPr lang="en-US" altLang="en-US" sz="3000" b="1" dirty="0">
                <a:latin typeface="MalayalamAbe" pitchFamily="18" charset="0"/>
              </a:rPr>
              <a:t>\</a:t>
            </a:r>
            <a:r>
              <a:rPr lang="en-US" altLang="en-US" sz="3000" b="1" dirty="0" err="1">
                <a:latin typeface="MalayalamAbe" pitchFamily="18" charset="0"/>
              </a:rPr>
              <a:t>jsRyuk</a:t>
            </a:r>
            <a:r>
              <a:rPr lang="en-US" altLang="en-US" sz="3000" b="1" dirty="0">
                <a:latin typeface="MalayalamAbe" pitchFamily="18" charset="0"/>
              </a:rPr>
              <a:t>; c{&lt;[</a:t>
            </a:r>
            <a:r>
              <a:rPr lang="en-US" altLang="en-US" sz="3000" b="1" dirty="0" err="1">
                <a:latin typeface="MalayalamAbe" pitchFamily="18" charset="0"/>
              </a:rPr>
              <a:t>mlikalu</a:t>
            </a:r>
            <a:r>
              <a:rPr lang="en-US" altLang="en-US" sz="3000" b="1" dirty="0">
                <a:latin typeface="MalayalamAbe" pitchFamily="18" charset="0"/>
              </a:rPr>
              <a:t> </a:t>
            </a:r>
            <a:r>
              <a:rPr lang="en-US" altLang="en-US" sz="3000" b="1" dirty="0" err="1">
                <a:latin typeface="MalayalamAbe" pitchFamily="18" charset="0"/>
              </a:rPr>
              <a:t>cssfUd</a:t>
            </a:r>
            <a:r>
              <a:rPr lang="en-US" altLang="en-US" sz="3000" b="1" dirty="0">
                <a:latin typeface="MalayalamAbe" pitchFamily="18" charset="0"/>
              </a:rPr>
              <a:t> </a:t>
            </a:r>
            <a:r>
              <a:rPr lang="en-US" altLang="en-US" sz="3000" b="1" dirty="0" err="1">
                <a:latin typeface="MalayalamAbe" pitchFamily="18" charset="0"/>
              </a:rPr>
              <a:t>sspi</a:t>
            </a:r>
            <a:r>
              <a:rPr lang="en-US" altLang="en-US" sz="3000" b="1" dirty="0">
                <a:latin typeface="MalayalamAbe" pitchFamily="18" charset="0"/>
              </a:rPr>
              <a:t>\</a:t>
            </a:r>
            <a:r>
              <a:rPr lang="en-US" altLang="en-US" sz="3000" b="1" dirty="0" err="1">
                <a:latin typeface="MalayalamAbe" pitchFamily="18" charset="0"/>
              </a:rPr>
              <a:t>jH</a:t>
            </a:r>
            <a:r>
              <a:rPr lang="en-US" altLang="en-US" sz="3000" b="1" dirty="0">
                <a:latin typeface="MalayalamAbe" pitchFamily="18" charset="0"/>
              </a:rPr>
              <a:t> B*X </a:t>
            </a:r>
            <a:r>
              <a:rPr lang="en-US" altLang="en-US" sz="3000" b="1" dirty="0" err="1">
                <a:latin typeface="MalayalamAbe" pitchFamily="18" charset="0"/>
              </a:rPr>
              <a:t>ijCIcj</a:t>
            </a:r>
            <a:r>
              <a:rPr lang="en-US" altLang="en-US" sz="3000" b="1" dirty="0">
                <a:latin typeface="MalayalamAbe" pitchFamily="18" charset="0"/>
              </a:rPr>
              <a:t>)</a:t>
            </a:r>
            <a:r>
              <a:rPr lang="en-US" altLang="en-US" sz="3000" b="1" dirty="0" err="1">
                <a:latin typeface="MalayalamAbe" pitchFamily="18" charset="0"/>
              </a:rPr>
              <a:t>k#k</a:t>
            </a:r>
            <a:r>
              <a:rPr lang="en-US" altLang="en-US" sz="3000" b="1" dirty="0">
                <a:latin typeface="MalayalamAbe" pitchFamily="18" charset="0"/>
              </a:rPr>
              <a:t>.</a:t>
            </a:r>
          </a:p>
        </p:txBody>
      </p:sp>
      <p:sp>
        <p:nvSpPr>
          <p:cNvPr id="6" name="TextBox 5">
            <a:extLst>
              <a:ext uri="{FF2B5EF4-FFF2-40B4-BE49-F238E27FC236}">
                <a16:creationId xmlns:a16="http://schemas.microsoft.com/office/drawing/2014/main" id="{F7B3940F-3825-7816-73D0-AA4D6B0E89E8}"/>
              </a:ext>
            </a:extLst>
          </p:cNvPr>
          <p:cNvSpPr txBox="1"/>
          <p:nvPr/>
        </p:nvSpPr>
        <p:spPr>
          <a:xfrm>
            <a:off x="1028700" y="0"/>
            <a:ext cx="4038600" cy="615553"/>
          </a:xfrm>
          <a:prstGeom prst="rect">
            <a:avLst/>
          </a:prstGeom>
          <a:noFill/>
        </p:spPr>
        <p:txBody>
          <a:bodyPr wrap="square">
            <a:spAutoFit/>
          </a:bodyPr>
          <a:lstStyle/>
          <a:p>
            <a:r>
              <a:rPr lang="en-US" altLang="en-US" sz="3400" b="1" u="sng" dirty="0" err="1">
                <a:solidFill>
                  <a:schemeClr val="accent6">
                    <a:lumMod val="50000"/>
                  </a:schemeClr>
                </a:solidFill>
                <a:latin typeface="MalayalamAbe" pitchFamily="18" charset="0"/>
              </a:rPr>
              <a:t>rjDUlijCIlcYealn</a:t>
            </a:r>
            <a:r>
              <a:rPr lang="en-US" altLang="en-US" sz="3400" b="1" u="sng" dirty="0">
                <a:solidFill>
                  <a:schemeClr val="accent6">
                    <a:lumMod val="50000"/>
                  </a:schemeClr>
                </a:solidFill>
                <a:latin typeface="MalayalamAbe" pitchFamily="18" charset="0"/>
              </a:rPr>
              <a:t>;</a:t>
            </a:r>
            <a:endParaRPr lang="en-US" sz="3400" u="sng" dirty="0">
              <a:solidFill>
                <a:schemeClr val="accent6">
                  <a:lumMod val="50000"/>
                </a:schemeClr>
              </a:solidFill>
            </a:endParaRPr>
          </a:p>
        </p:txBody>
      </p:sp>
      <p:sp>
        <p:nvSpPr>
          <p:cNvPr id="9" name="TextBox 8">
            <a:extLst>
              <a:ext uri="{FF2B5EF4-FFF2-40B4-BE49-F238E27FC236}">
                <a16:creationId xmlns:a16="http://schemas.microsoft.com/office/drawing/2014/main" id="{1BB71982-85FE-6F2B-3A68-6D487F37833D}"/>
              </a:ext>
            </a:extLst>
          </p:cNvPr>
          <p:cNvSpPr txBox="1"/>
          <p:nvPr/>
        </p:nvSpPr>
        <p:spPr>
          <a:xfrm>
            <a:off x="485423" y="4767062"/>
            <a:ext cx="11008620" cy="1785104"/>
          </a:xfrm>
          <a:prstGeom prst="rect">
            <a:avLst/>
          </a:prstGeom>
          <a:noFill/>
        </p:spPr>
        <p:txBody>
          <a:bodyPr wrap="square">
            <a:spAutoFit/>
          </a:bodyPr>
          <a:lstStyle/>
          <a:p>
            <a:pPr>
              <a:lnSpc>
                <a:spcPts val="3260"/>
              </a:lnSpc>
            </a:pPr>
            <a:r>
              <a:rPr lang="en-US" sz="3000" b="1" i="1" dirty="0">
                <a:solidFill>
                  <a:schemeClr val="accent6">
                    <a:lumMod val="50000"/>
                  </a:schemeClr>
                </a:solidFill>
                <a:latin typeface="+mn-lt"/>
              </a:rPr>
              <a:t>D: </a:t>
            </a:r>
            <a:r>
              <a:rPr lang="en-US" sz="3000" b="1" i="1" dirty="0">
                <a:latin typeface="+mn-lt"/>
              </a:rPr>
              <a:t>Wisdom cries aloud. Let us stand in reverence and affirm our faith after the priest/bishop.</a:t>
            </a:r>
          </a:p>
          <a:p>
            <a:pPr>
              <a:lnSpc>
                <a:spcPts val="3260"/>
              </a:lnSpc>
            </a:pPr>
            <a:r>
              <a:rPr lang="en-US" sz="3000" b="1" i="1" dirty="0">
                <a:solidFill>
                  <a:schemeClr val="accent6">
                    <a:lumMod val="50000"/>
                  </a:schemeClr>
                </a:solidFill>
                <a:latin typeface="+mn-lt"/>
              </a:rPr>
              <a:t>P: </a:t>
            </a:r>
            <a:r>
              <a:rPr lang="en-US" sz="3000" b="1" i="1" dirty="0">
                <a:latin typeface="+mn-lt"/>
              </a:rPr>
              <a:t>We believe in the one true God, the Father Almighty...</a:t>
            </a:r>
          </a:p>
          <a:p>
            <a:pPr>
              <a:lnSpc>
                <a:spcPts val="3260"/>
              </a:lnSpc>
            </a:pPr>
            <a:r>
              <a:rPr lang="en-US" sz="3000" b="1" i="1" dirty="0">
                <a:solidFill>
                  <a:schemeClr val="accent6">
                    <a:lumMod val="50000"/>
                  </a:schemeClr>
                </a:solidFill>
                <a:latin typeface="+mn-lt"/>
              </a:rPr>
              <a:t>C: </a:t>
            </a:r>
            <a:r>
              <a:rPr lang="en-US" sz="3000" b="1" i="1" dirty="0">
                <a:latin typeface="+mn-lt"/>
              </a:rPr>
              <a:t>Maker of heaven and earth and of all things visible and invisible.</a:t>
            </a:r>
          </a:p>
        </p:txBody>
      </p:sp>
      <p:sp>
        <p:nvSpPr>
          <p:cNvPr id="3" name="TextBox 2">
            <a:extLst>
              <a:ext uri="{FF2B5EF4-FFF2-40B4-BE49-F238E27FC236}">
                <a16:creationId xmlns:a16="http://schemas.microsoft.com/office/drawing/2014/main" id="{1B1598B9-1C7C-257E-B2A4-FCD58FF5E774}"/>
              </a:ext>
            </a:extLst>
          </p:cNvPr>
          <p:cNvSpPr txBox="1"/>
          <p:nvPr/>
        </p:nvSpPr>
        <p:spPr>
          <a:xfrm>
            <a:off x="0" y="4023687"/>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Nicene Creed</a:t>
            </a:r>
          </a:p>
        </p:txBody>
      </p:sp>
      <p:cxnSp>
        <p:nvCxnSpPr>
          <p:cNvPr id="7" name="Straight Connector 6">
            <a:extLst>
              <a:ext uri="{FF2B5EF4-FFF2-40B4-BE49-F238E27FC236}">
                <a16:creationId xmlns:a16="http://schemas.microsoft.com/office/drawing/2014/main" id="{E7DD305E-6784-93E9-D160-31029E2E69F7}"/>
              </a:ext>
            </a:extLst>
          </p:cNvPr>
          <p:cNvCxnSpPr>
            <a:cxnSpLocks/>
            <a:endCxn id="3" idx="0"/>
          </p:cNvCxnSpPr>
          <p:nvPr/>
        </p:nvCxnSpPr>
        <p:spPr>
          <a:xfrm>
            <a:off x="6096000" y="0"/>
            <a:ext cx="0" cy="402368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3063710-DA98-4D43-086E-CEFBB4B93FA4}"/>
              </a:ext>
            </a:extLst>
          </p:cNvPr>
          <p:cNvSpPr txBox="1"/>
          <p:nvPr/>
        </p:nvSpPr>
        <p:spPr>
          <a:xfrm>
            <a:off x="7051813" y="53258"/>
            <a:ext cx="6192078" cy="523220"/>
          </a:xfrm>
          <a:prstGeom prst="rect">
            <a:avLst/>
          </a:prstGeom>
          <a:noFill/>
        </p:spPr>
        <p:txBody>
          <a:bodyPr wrap="square">
            <a:spAutoFit/>
          </a:bodyPr>
          <a:lstStyle/>
          <a:p>
            <a:pPr algn="l" rtl="0">
              <a:spcBef>
                <a:spcPts val="0"/>
              </a:spcBef>
              <a:spcAft>
                <a:spcPts val="0"/>
              </a:spcAft>
            </a:pPr>
            <a:r>
              <a:rPr lang="en-US" sz="2800" b="1" i="0" u="sng" strike="noStrike" dirty="0" err="1">
                <a:solidFill>
                  <a:schemeClr val="accent6">
                    <a:lumMod val="50000"/>
                  </a:schemeClr>
                </a:solidFill>
                <a:effectLst/>
                <a:latin typeface="+mn-lt"/>
              </a:rPr>
              <a:t>Nikhya</a:t>
            </a:r>
            <a:r>
              <a:rPr lang="en-US" sz="2800" b="1" i="0" u="sng" strike="noStrike" dirty="0">
                <a:solidFill>
                  <a:schemeClr val="accent6">
                    <a:lumMod val="50000"/>
                  </a:schemeClr>
                </a:solidFill>
                <a:effectLst/>
                <a:latin typeface="+mn-lt"/>
              </a:rPr>
              <a:t> </a:t>
            </a:r>
            <a:r>
              <a:rPr lang="en-US" sz="2800" b="1" i="0" u="sng" strike="noStrike" dirty="0" err="1">
                <a:solidFill>
                  <a:schemeClr val="accent6">
                    <a:lumMod val="50000"/>
                  </a:schemeClr>
                </a:solidFill>
                <a:effectLst/>
                <a:latin typeface="+mn-lt"/>
              </a:rPr>
              <a:t>Vishvasa</a:t>
            </a:r>
            <a:r>
              <a:rPr lang="en-US" sz="2800" b="1" i="0" u="sng" strike="noStrike" dirty="0">
                <a:solidFill>
                  <a:schemeClr val="accent6">
                    <a:lumMod val="50000"/>
                  </a:schemeClr>
                </a:solidFill>
                <a:effectLst/>
                <a:latin typeface="+mn-lt"/>
              </a:rPr>
              <a:t> </a:t>
            </a:r>
            <a:r>
              <a:rPr lang="en-US" sz="2800" b="1" i="0" u="sng" strike="noStrike" dirty="0" err="1">
                <a:solidFill>
                  <a:schemeClr val="accent6">
                    <a:lumMod val="50000"/>
                  </a:schemeClr>
                </a:solidFill>
                <a:effectLst/>
                <a:latin typeface="+mn-lt"/>
              </a:rPr>
              <a:t>Pramanam</a:t>
            </a:r>
            <a:endParaRPr lang="en-US" dirty="0"/>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ctrTitle"/>
          </p:nvPr>
        </p:nvSpPr>
        <p:spPr>
          <a:xfrm>
            <a:off x="445214" y="-495272"/>
            <a:ext cx="5650786" cy="4863957"/>
          </a:xfrm>
        </p:spPr>
        <p:txBody>
          <a:bodyPr anchor="ctr">
            <a:noAutofit/>
          </a:bodyPr>
          <a:lstStyle/>
          <a:p>
            <a:pPr algn="l" eaLnBrk="1" hangingPunct="1"/>
            <a:r>
              <a:rPr lang="en-US" altLang="en-US" sz="2800" b="1" dirty="0">
                <a:solidFill>
                  <a:schemeClr val="accent6">
                    <a:lumMod val="50000"/>
                  </a:schemeClr>
                </a:solidFill>
                <a:latin typeface="MalayalamAbe" pitchFamily="18" charset="0"/>
              </a:rPr>
              <a:t>e</a:t>
            </a:r>
            <a:r>
              <a:rPr lang="en-US" altLang="en-US" sz="2800" b="1" dirty="0">
                <a:solidFill>
                  <a:schemeClr val="accent6">
                    <a:lumMod val="50000"/>
                  </a:schemeClr>
                </a:solidFill>
              </a:rPr>
              <a:t>. </a:t>
            </a:r>
            <a:r>
              <a:rPr lang="en-US" altLang="en-US" sz="2800" b="1" dirty="0" err="1">
                <a:latin typeface="MalayalamAbe" pitchFamily="18" charset="0"/>
              </a:rPr>
              <a:t>sspi</a:t>
            </a:r>
            <a:r>
              <a:rPr lang="en-US" altLang="en-US" sz="2800" b="1" dirty="0">
                <a:latin typeface="MalayalamAbe" pitchFamily="18" charset="0"/>
              </a:rPr>
              <a:t>\</a:t>
            </a:r>
            <a:r>
              <a:rPr lang="en-US" altLang="en-US" sz="2800" b="1" dirty="0" err="1">
                <a:latin typeface="MalayalamAbe" pitchFamily="18" charset="0"/>
              </a:rPr>
              <a:t>jsRy</a:t>
            </a:r>
            <a:r>
              <a:rPr lang="en-US" altLang="en-US" sz="2800" b="1" dirty="0">
                <a:latin typeface="MalayalamAbe" pitchFamily="18" charset="0"/>
              </a:rPr>
              <a:t> ]d </a:t>
            </a:r>
            <a:r>
              <a:rPr lang="en-US" altLang="en-US" sz="2800" b="1" dirty="0" err="1">
                <a:latin typeface="MalayalamAbe" pitchFamily="18" charset="0"/>
              </a:rPr>
              <a:t>ekYfrk</a:t>
            </a:r>
            <a:r>
              <a:rPr lang="en-US" altLang="en-US" sz="2800" b="1" dirty="0">
                <a:latin typeface="MalayalamAbe" pitchFamily="18" charset="0"/>
              </a:rPr>
              <a:t>;-</a:t>
            </a:r>
            <a:br>
              <a:rPr lang="ml-IN" altLang="en-US" sz="2800" b="1" dirty="0">
                <a:latin typeface="MalayalamAbe" pitchFamily="18" charset="0"/>
              </a:rPr>
            </a:br>
            <a:r>
              <a:rPr lang="en-US" altLang="en-US" sz="2800" b="1" dirty="0">
                <a:solidFill>
                  <a:schemeClr val="accent6">
                    <a:lumMod val="50000"/>
                  </a:schemeClr>
                </a:solidFill>
                <a:latin typeface="MalayalamAbe" pitchFamily="18" charset="0"/>
              </a:rPr>
              <a:t>w</a:t>
            </a:r>
            <a:r>
              <a:rPr lang="en-US" altLang="en-US" sz="2800" b="1" dirty="0">
                <a:solidFill>
                  <a:schemeClr val="accent6">
                    <a:lumMod val="50000"/>
                  </a:schemeClr>
                </a:solidFill>
              </a:rPr>
              <a:t>. </a:t>
            </a:r>
            <a:r>
              <a:rPr lang="en-US" altLang="en-US" sz="2800" b="1" dirty="0" err="1">
                <a:latin typeface="MalayalamAbe" pitchFamily="18" charset="0"/>
              </a:rPr>
              <a:t>cGi&amp;Shld</a:t>
            </a:r>
            <a:r>
              <a:rPr lang="en-US" altLang="en-US" sz="2800" b="1" dirty="0">
                <a:latin typeface="MalayalamAbe" pitchFamily="18" charset="0"/>
              </a:rPr>
              <a:t>*X)k </a:t>
            </a:r>
            <a:r>
              <a:rPr lang="en-US" altLang="en-US" sz="2800" b="1" dirty="0" err="1">
                <a:latin typeface="MalayalamAbe" pitchFamily="18" charset="0"/>
              </a:rPr>
              <a:t>aks</a:t>
            </a:r>
            <a:r>
              <a:rPr lang="en-US" altLang="en-US" sz="2800" b="1" dirty="0" err="1">
                <a:latin typeface="Kerala" pitchFamily="2" charset="0"/>
              </a:rPr>
              <a:t>O</a:t>
            </a:r>
            <a:r>
              <a:rPr lang="en-US" altLang="en-US" sz="2800" b="1" dirty="0">
                <a:latin typeface="MalayalamAbe" pitchFamily="18" charset="0"/>
              </a:rPr>
              <a:t> </a:t>
            </a:r>
            <a:r>
              <a:rPr lang="en-US" altLang="en-US" sz="2800" b="1" dirty="0" err="1">
                <a:latin typeface="MalayalamAbe" pitchFamily="18" charset="0"/>
              </a:rPr>
              <a:t>ejflijH</a:t>
            </a:r>
            <a:r>
              <a:rPr lang="en-US" altLang="en-US" sz="2800" b="1" dirty="0">
                <a:latin typeface="MalayalamAbe" pitchFamily="18" charset="0"/>
              </a:rPr>
              <a:t> </a:t>
            </a:r>
            <a:r>
              <a:rPr lang="en-US" altLang="en-US" sz="2800" b="1" dirty="0" err="1">
                <a:latin typeface="MalayalamAbe" pitchFamily="18" charset="0"/>
              </a:rPr>
              <a:t>rj#k</a:t>
            </a:r>
            <a:r>
              <a:rPr lang="en-US" altLang="en-US" sz="2800" b="1" dirty="0">
                <a:latin typeface="MalayalamAbe" pitchFamily="18" charset="0"/>
              </a:rPr>
              <a:t> </a:t>
            </a:r>
            <a:r>
              <a:rPr lang="en-US" altLang="en-US" sz="2800" b="1" dirty="0" err="1">
                <a:latin typeface="MalayalamAbe" pitchFamily="18" charset="0"/>
              </a:rPr>
              <a:t>wrjv&amp;irk</a:t>
            </a:r>
            <a:r>
              <a:rPr lang="en-US" altLang="en-US" sz="2800" b="1" dirty="0">
                <a:latin typeface="MalayalamAbe" pitchFamily="18" charset="0"/>
              </a:rPr>
              <a:t>;- </a:t>
            </a:r>
            <a:r>
              <a:rPr lang="en-US" altLang="en-US" sz="2800" b="1" dirty="0" err="1">
                <a:latin typeface="MalayalamAbe" pitchFamily="18" charset="0"/>
              </a:rPr>
              <a:t>YedlC</a:t>
            </a:r>
            <a:r>
              <a:rPr lang="en-US" altLang="en-US" sz="2800" b="1" dirty="0">
                <a:latin typeface="MalayalamAbe" pitchFamily="18" charset="0"/>
              </a:rPr>
              <a:t>\</a:t>
            </a:r>
            <a:r>
              <a:rPr lang="en-US" altLang="en-US" sz="2800" b="1" dirty="0" err="1">
                <a:latin typeface="MalayalamAbe" pitchFamily="18" charset="0"/>
              </a:rPr>
              <a:t>jH</a:t>
            </a:r>
            <a:r>
              <a:rPr lang="en-US" altLang="en-US" sz="2800" b="1" dirty="0">
                <a:latin typeface="MalayalamAbe" pitchFamily="18" charset="0"/>
              </a:rPr>
              <a:t> </a:t>
            </a:r>
            <a:r>
              <a:rPr lang="en-US" altLang="en-US" sz="2800" b="1" dirty="0" err="1">
                <a:latin typeface="MalayalamAbe" pitchFamily="18" charset="0"/>
              </a:rPr>
              <a:t>rj#k</a:t>
            </a:r>
            <a:r>
              <a:rPr lang="en-US" altLang="en-US" sz="2800" b="1" dirty="0">
                <a:latin typeface="MalayalamAbe" pitchFamily="18" charset="0"/>
              </a:rPr>
              <a:t>= </a:t>
            </a:r>
            <a:r>
              <a:rPr lang="en-US" altLang="en-US" sz="2800" b="1" dirty="0" err="1">
                <a:latin typeface="MalayalamAbe" pitchFamily="18" charset="0"/>
              </a:rPr>
              <a:t>YedlCik</a:t>
            </a:r>
            <a:r>
              <a:rPr lang="en-US" altLang="en-US" sz="2800" b="1" dirty="0">
                <a:latin typeface="MalayalamAbe" pitchFamily="18" charset="0"/>
              </a:rPr>
              <a:t>; </a:t>
            </a:r>
            <a:r>
              <a:rPr lang="en-US" altLang="en-US" sz="2800" b="1" dirty="0" err="1">
                <a:latin typeface="MalayalamAbe" pitchFamily="18" charset="0"/>
              </a:rPr>
              <a:t>cfUsspi</a:t>
            </a:r>
            <a:r>
              <a:rPr lang="en-US" altLang="en-US" sz="2800" b="1" dirty="0">
                <a:latin typeface="MalayalamAbe" pitchFamily="18" charset="0"/>
              </a:rPr>
              <a:t>\</a:t>
            </a:r>
            <a:r>
              <a:rPr lang="en-US" altLang="en-US" sz="2800" b="1" dirty="0" err="1">
                <a:latin typeface="MalayalamAbe" pitchFamily="18" charset="0"/>
              </a:rPr>
              <a:t>jH</a:t>
            </a:r>
            <a:r>
              <a:rPr lang="en-US" altLang="en-US" sz="2800" b="1" dirty="0">
                <a:latin typeface="MalayalamAbe" pitchFamily="18" charset="0"/>
              </a:rPr>
              <a:t> </a:t>
            </a:r>
            <a:r>
              <a:rPr lang="en-US" altLang="en-US" sz="2800" b="1" dirty="0" err="1">
                <a:latin typeface="MalayalamAbe" pitchFamily="18" charset="0"/>
              </a:rPr>
              <a:t>rj#k</a:t>
            </a:r>
            <a:r>
              <a:rPr lang="en-US" altLang="en-US" sz="2800" b="1" dirty="0">
                <a:latin typeface="MalayalamAbe" pitchFamily="18" charset="0"/>
              </a:rPr>
              <a:t>= </a:t>
            </a:r>
            <a:r>
              <a:rPr lang="en-US" altLang="en-US" sz="2800" b="1" dirty="0" err="1">
                <a:latin typeface="MalayalamAbe" pitchFamily="18" charset="0"/>
              </a:rPr>
              <a:t>cfU-sspiik</a:t>
            </a:r>
            <a:r>
              <a:rPr lang="en-US" altLang="en-US" sz="2800" b="1" dirty="0">
                <a:latin typeface="MalayalamAbe" pitchFamily="18" charset="0"/>
              </a:rPr>
              <a:t>; </a:t>
            </a:r>
            <a:r>
              <a:rPr lang="en-US" altLang="en-US" sz="2800" b="1" dirty="0" err="1">
                <a:latin typeface="MalayalamAbe" pitchFamily="18" charset="0"/>
              </a:rPr>
              <a:t>wrjv&amp;irk</a:t>
            </a:r>
            <a:r>
              <a:rPr lang="en-US" altLang="en-US" sz="2800" b="1" dirty="0">
                <a:latin typeface="MalayalamAbe" pitchFamily="18" charset="0"/>
              </a:rPr>
              <a:t>; c{&lt;[</a:t>
            </a:r>
            <a:r>
              <a:rPr lang="en-US" altLang="en-US" sz="2800" b="1" dirty="0" err="1">
                <a:latin typeface="MalayalamAbe" pitchFamily="18" charset="0"/>
              </a:rPr>
              <a:t>mju-h^l</a:t>
            </a:r>
            <a:r>
              <a:rPr lang="en-US" altLang="en-US" sz="2800" b="1" dirty="0">
                <a:latin typeface="MalayalamAbe" pitchFamily="18" charset="0"/>
              </a:rPr>
              <a:t>\irk; </a:t>
            </a:r>
            <a:r>
              <a:rPr lang="en-US" altLang="en-US" sz="2800" b="1" dirty="0" err="1">
                <a:latin typeface="MalayalamAbe" pitchFamily="18" charset="0"/>
              </a:rPr>
              <a:t>ffI</a:t>
            </a:r>
            <a:r>
              <a:rPr lang="en-US" altLang="en-US" sz="2800" b="1" dirty="0">
                <a:latin typeface="MalayalamAbe" pitchFamily="18" charset="0"/>
              </a:rPr>
              <a:t>\</a:t>
            </a:r>
            <a:r>
              <a:rPr lang="en-US" altLang="en-US" sz="2800" b="1" dirty="0" err="1">
                <a:latin typeface="MalayalamAbe" pitchFamily="18" charset="0"/>
              </a:rPr>
              <a:t>jH</a:t>
            </a:r>
            <a:r>
              <a:rPr lang="en-US" altLang="en-US" sz="2800" b="1" dirty="0">
                <a:latin typeface="MalayalamAbe" pitchFamily="18" charset="0"/>
              </a:rPr>
              <a:t> </a:t>
            </a:r>
            <a:r>
              <a:rPr lang="en-US" altLang="en-US" sz="2800" b="1" dirty="0" err="1">
                <a:latin typeface="MalayalamAbe" pitchFamily="18" charset="0"/>
              </a:rPr>
              <a:t>ejflij-Srlm</a:t>
            </a:r>
            <a:r>
              <a:rPr lang="en-US" altLang="en-US" sz="2800" b="1" dirty="0">
                <a:latin typeface="MalayalamAbe" pitchFamily="18" charset="0"/>
              </a:rPr>
              <a:t>[ ]</a:t>
            </a:r>
            <a:r>
              <a:rPr lang="en-US" altLang="en-US" sz="2800" b="1" dirty="0" err="1">
                <a:latin typeface="MalayalamAbe" pitchFamily="18" charset="0"/>
              </a:rPr>
              <a:t>dfIak</a:t>
            </a:r>
            <a:r>
              <a:rPr lang="en-US" altLang="en-US" sz="2800" b="1" dirty="0">
                <a:latin typeface="MalayalamAbe" pitchFamily="18" charset="0"/>
              </a:rPr>
              <a:t>=irk; </a:t>
            </a:r>
            <a:r>
              <a:rPr lang="en-US" altLang="en-US" sz="2800" b="1" dirty="0" err="1">
                <a:latin typeface="MalayalamAbe" pitchFamily="18" charset="0"/>
              </a:rPr>
              <a:t>cdh</a:t>
            </a:r>
            <a:r>
              <a:rPr lang="en-US" altLang="en-US" sz="2800" b="1" dirty="0">
                <a:latin typeface="MalayalamAbe" pitchFamily="18" charset="0"/>
              </a:rPr>
              <a:t> c{&lt;[</a:t>
            </a:r>
            <a:r>
              <a:rPr lang="en-US" altLang="en-US" sz="2800" b="1" dirty="0" err="1">
                <a:latin typeface="MalayalamAbe" pitchFamily="18" charset="0"/>
              </a:rPr>
              <a:t>mj</a:t>
            </a:r>
            <a:r>
              <a:rPr lang="en-US" altLang="en-US" sz="2800" b="1" dirty="0">
                <a:latin typeface="MalayalamAbe" pitchFamily="18" charset="0"/>
              </a:rPr>
              <a:t>)k; </a:t>
            </a:r>
            <a:r>
              <a:rPr lang="en-US" altLang="en-US" sz="2800" b="1" dirty="0" err="1">
                <a:latin typeface="MalayalamAbe" pitchFamily="18" charset="0"/>
              </a:rPr>
              <a:t>akDl%galuirk</a:t>
            </a:r>
            <a:r>
              <a:rPr lang="en-US" altLang="en-US" sz="2800" b="1" dirty="0">
                <a:latin typeface="MalayalamAbe" pitchFamily="18" charset="0"/>
              </a:rPr>
              <a:t>;...</a:t>
            </a:r>
          </a:p>
        </p:txBody>
      </p:sp>
      <p:sp>
        <p:nvSpPr>
          <p:cNvPr id="4" name="Text Box 2">
            <a:extLst>
              <a:ext uri="{FF2B5EF4-FFF2-40B4-BE49-F238E27FC236}">
                <a16:creationId xmlns:a16="http://schemas.microsoft.com/office/drawing/2014/main" id="{A3879C48-C377-49CF-94BE-864425A9878C}"/>
              </a:ext>
            </a:extLst>
          </p:cNvPr>
          <p:cNvSpPr txBox="1">
            <a:spLocks noChangeArrowheads="1"/>
          </p:cNvSpPr>
          <p:nvPr/>
        </p:nvSpPr>
        <p:spPr bwMode="auto">
          <a:xfrm>
            <a:off x="6399937" y="166782"/>
            <a:ext cx="5851628" cy="3713561"/>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P: </a:t>
            </a:r>
            <a:r>
              <a:rPr lang="en-US" sz="2600" b="1" kern="0" dirty="0" err="1">
                <a:latin typeface="Calibri" pitchFamily="34" charset="0"/>
                <a:ea typeface="Ebrima" pitchFamily="2" charset="0"/>
                <a:cs typeface="Calibri" pitchFamily="34" charset="0"/>
              </a:rPr>
              <a:t>Daivathinte</a:t>
            </a:r>
            <a:r>
              <a:rPr lang="en-US" sz="2600" b="1" kern="0" dirty="0">
                <a:latin typeface="Calibri" pitchFamily="34" charset="0"/>
                <a:ea typeface="Ebrima" pitchFamily="2" charset="0"/>
                <a:cs typeface="Calibri" pitchFamily="34" charset="0"/>
              </a:rPr>
              <a:t> eka </a:t>
            </a:r>
            <a:r>
              <a:rPr lang="en-US" sz="2600" b="1" kern="0" dirty="0" err="1">
                <a:latin typeface="Calibri" pitchFamily="34" charset="0"/>
                <a:ea typeface="Ebrima" pitchFamily="2" charset="0"/>
                <a:cs typeface="Calibri" pitchFamily="34" charset="0"/>
              </a:rPr>
              <a:t>Puthranum</a:t>
            </a:r>
            <a:r>
              <a:rPr lang="en-US" sz="2600" b="1" kern="0" dirty="0">
                <a:latin typeface="Calibri" pitchFamily="34" charset="0"/>
                <a:ea typeface="Ebrima" pitchFamily="2" charset="0"/>
                <a:cs typeface="Calibri" pitchFamily="34" charset="0"/>
              </a:rPr>
              <a:t>-</a:t>
            </a:r>
            <a:br>
              <a:rPr lang="en-US" sz="2600" b="1" kern="0" dirty="0">
                <a:latin typeface="Calibri" pitchFamily="34" charset="0"/>
                <a:ea typeface="Ebrima" pitchFamily="2" charset="0"/>
                <a:cs typeface="Calibri" pitchFamily="34" charset="0"/>
              </a:rPr>
            </a:br>
            <a:r>
              <a:rPr lang="en-US" sz="2600" b="1" kern="0" dirty="0">
                <a:solidFill>
                  <a:schemeClr val="accent6">
                    <a:lumMod val="50000"/>
                  </a:schemeClr>
                </a:solidFill>
                <a:latin typeface="Calibri" pitchFamily="34" charset="0"/>
                <a:ea typeface="Ebrima" pitchFamily="2" charset="0"/>
                <a:cs typeface="Calibri" pitchFamily="34" charset="0"/>
              </a:rPr>
              <a:t>C: </a:t>
            </a:r>
            <a:r>
              <a:rPr lang="en-US" sz="2600" b="1" kern="0" dirty="0" err="1">
                <a:latin typeface="Calibri" pitchFamily="34" charset="0"/>
                <a:ea typeface="Ebrima" pitchFamily="2" charset="0"/>
                <a:cs typeface="Calibri" pitchFamily="34" charset="0"/>
              </a:rPr>
              <a:t>Sarva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lokangalkkum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munpe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Pithaavil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janichavanum</a:t>
            </a:r>
            <a:r>
              <a:rPr lang="en-US" sz="2600" b="1" kern="0" dirty="0">
                <a:latin typeface="Calibri" pitchFamily="34" charset="0"/>
                <a:ea typeface="Ebrima" pitchFamily="2" charset="0"/>
                <a:cs typeface="Calibri" pitchFamily="34" charset="0"/>
              </a:rPr>
              <a:t> - </a:t>
            </a:r>
            <a:r>
              <a:rPr lang="en-US" sz="2600" b="1" kern="0" dirty="0" err="1">
                <a:latin typeface="Calibri" pitchFamily="34" charset="0"/>
                <a:ea typeface="Ebrima" pitchFamily="2" charset="0"/>
                <a:cs typeface="Calibri" pitchFamily="34" charset="0"/>
              </a:rPr>
              <a:t>Prakaashathil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ninnullha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prakaashavum</a:t>
            </a:r>
            <a:r>
              <a:rPr lang="en-US" sz="2600" b="1" kern="0" dirty="0">
                <a:latin typeface="Calibri" pitchFamily="34" charset="0"/>
                <a:ea typeface="Ebrima" pitchFamily="2" charset="0"/>
                <a:cs typeface="Calibri" pitchFamily="34" charset="0"/>
              </a:rPr>
              <a:t> - Sathya </a:t>
            </a:r>
            <a:r>
              <a:rPr lang="en-US" sz="2600" b="1" kern="0" dirty="0" err="1">
                <a:latin typeface="Calibri" pitchFamily="34" charset="0"/>
                <a:ea typeface="Ebrima" pitchFamily="2" charset="0"/>
                <a:cs typeface="Calibri" pitchFamily="34" charset="0"/>
              </a:rPr>
              <a:t>Daivathil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ninnullha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sathya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Daivavum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Janichavanum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srishti-allaathavanum</a:t>
            </a:r>
            <a:r>
              <a:rPr lang="en-US" sz="2600" b="1" kern="0" dirty="0">
                <a:latin typeface="Calibri" pitchFamily="34" charset="0"/>
                <a:ea typeface="Ebrima" pitchFamily="2" charset="0"/>
                <a:cs typeface="Calibri" pitchFamily="34" charset="0"/>
              </a:rPr>
              <a:t> - </a:t>
            </a:r>
            <a:r>
              <a:rPr lang="en-US" sz="2600" b="1" kern="0" dirty="0" err="1">
                <a:latin typeface="Calibri" pitchFamily="34" charset="0"/>
                <a:ea typeface="Ebrima" pitchFamily="2" charset="0"/>
                <a:cs typeface="Calibri" pitchFamily="34" charset="0"/>
              </a:rPr>
              <a:t>Thathwathil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Pithaavinodu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ekathwam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ullavanum</a:t>
            </a:r>
            <a:r>
              <a:rPr lang="en-US" sz="2600" b="1" kern="0" dirty="0">
                <a:latin typeface="Calibri" pitchFamily="34" charset="0"/>
                <a:ea typeface="Ebrima" pitchFamily="2" charset="0"/>
                <a:cs typeface="Calibri" pitchFamily="34" charset="0"/>
              </a:rPr>
              <a:t> - </a:t>
            </a:r>
            <a:r>
              <a:rPr lang="en-US" sz="2600" b="1" kern="0" dirty="0" err="1">
                <a:latin typeface="Calibri" pitchFamily="34" charset="0"/>
                <a:ea typeface="Ebrima" pitchFamily="2" charset="0"/>
                <a:cs typeface="Calibri" pitchFamily="34" charset="0"/>
              </a:rPr>
              <a:t>Sakala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srishtikkum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mukhaantharam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aayavanum</a:t>
            </a:r>
            <a:r>
              <a:rPr lang="en-US" sz="26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36CAF59A-188F-4AAC-9EDA-89377216D417}"/>
              </a:ext>
            </a:extLst>
          </p:cNvPr>
          <p:cNvSpPr txBox="1"/>
          <p:nvPr/>
        </p:nvSpPr>
        <p:spPr>
          <a:xfrm>
            <a:off x="333022" y="4732694"/>
            <a:ext cx="11525955" cy="1785104"/>
          </a:xfrm>
          <a:prstGeom prst="rect">
            <a:avLst/>
          </a:prstGeom>
          <a:noFill/>
        </p:spPr>
        <p:txBody>
          <a:bodyPr wrap="square">
            <a:spAutoFit/>
          </a:bodyPr>
          <a:lstStyle/>
          <a:p>
            <a:pPr>
              <a:lnSpc>
                <a:spcPts val="3340"/>
              </a:lnSpc>
            </a:pPr>
            <a:r>
              <a:rPr lang="en-US" sz="3000" b="1" i="1" dirty="0">
                <a:solidFill>
                  <a:schemeClr val="accent6">
                    <a:lumMod val="50000"/>
                  </a:schemeClr>
                </a:solidFill>
                <a:latin typeface="+mn-lt"/>
              </a:rPr>
              <a:t>P: </a:t>
            </a:r>
            <a:r>
              <a:rPr lang="en-US" sz="3000" b="1" i="1" dirty="0">
                <a:latin typeface="+mn-lt"/>
              </a:rPr>
              <a:t>We believe in one Lord Jesus Christ...</a:t>
            </a:r>
          </a:p>
          <a:p>
            <a:pPr>
              <a:lnSpc>
                <a:spcPts val="3340"/>
              </a:lnSpc>
            </a:pPr>
            <a:r>
              <a:rPr lang="en-US" sz="3000" b="1" i="1" dirty="0">
                <a:solidFill>
                  <a:schemeClr val="accent6">
                    <a:lumMod val="50000"/>
                  </a:schemeClr>
                </a:solidFill>
                <a:latin typeface="+mn-lt"/>
              </a:rPr>
              <a:t>C: </a:t>
            </a:r>
            <a:r>
              <a:rPr lang="en-US" sz="3000" b="1" i="1" dirty="0">
                <a:latin typeface="+mn-lt"/>
              </a:rPr>
              <a:t>The only begotten Son of God, begotten of the Father before all world. Light of Light, very God of very God, begotten not made, being of one substance with the Father, by Whom all things were made;</a:t>
            </a:r>
          </a:p>
        </p:txBody>
      </p:sp>
      <p:sp>
        <p:nvSpPr>
          <p:cNvPr id="5" name="TextBox 4">
            <a:extLst>
              <a:ext uri="{FF2B5EF4-FFF2-40B4-BE49-F238E27FC236}">
                <a16:creationId xmlns:a16="http://schemas.microsoft.com/office/drawing/2014/main" id="{B8E8585A-04EA-5B0F-FCED-100E781C06D2}"/>
              </a:ext>
            </a:extLst>
          </p:cNvPr>
          <p:cNvSpPr txBox="1"/>
          <p:nvPr/>
        </p:nvSpPr>
        <p:spPr>
          <a:xfrm>
            <a:off x="0" y="400311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4AF7DB83-7DA3-597E-C3C0-093AEC708A7E}"/>
              </a:ext>
            </a:extLst>
          </p:cNvPr>
          <p:cNvCxnSpPr>
            <a:cxnSpLocks/>
          </p:cNvCxnSpPr>
          <p:nvPr/>
        </p:nvCxnSpPr>
        <p:spPr>
          <a:xfrm>
            <a:off x="6096000" y="0"/>
            <a:ext cx="0" cy="402368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ctrTitle"/>
          </p:nvPr>
        </p:nvSpPr>
        <p:spPr>
          <a:xfrm>
            <a:off x="73810" y="383538"/>
            <a:ext cx="5782235" cy="3276600"/>
          </a:xfrm>
        </p:spPr>
        <p:txBody>
          <a:bodyPr anchor="ctr">
            <a:noAutofit/>
          </a:bodyPr>
          <a:lstStyle/>
          <a:p>
            <a:pPr eaLnBrk="1" hangingPunct="1">
              <a:lnSpc>
                <a:spcPts val="2840"/>
              </a:lnSpc>
            </a:pP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a:latin typeface="MalayalamAbe" pitchFamily="18" charset="0"/>
              </a:rPr>
              <a:t>ark&lt;</a:t>
            </a:r>
            <a:r>
              <a:rPr lang="en-US" altLang="en-US" sz="3200" b="1" dirty="0" err="1">
                <a:latin typeface="MalayalamAbe" pitchFamily="18" charset="0"/>
              </a:rPr>
              <a:t>Uglu</a:t>
            </a:r>
            <a:r>
              <a:rPr lang="en-US" altLang="en-US" sz="3200" b="1" dirty="0">
                <a:latin typeface="MalayalamAbe" pitchFamily="18" charset="0"/>
              </a:rPr>
              <a:t> B*X)k;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g</a:t>
            </a:r>
            <a:r>
              <a:rPr lang="en-US" altLang="en-US" sz="3200" b="1" dirty="0" err="1">
                <a:latin typeface="Kerala" pitchFamily="2" charset="0"/>
              </a:rPr>
              <a:t>f</a:t>
            </a:r>
            <a:r>
              <a:rPr lang="en-US" altLang="en-US" sz="3200" b="1" dirty="0" err="1">
                <a:latin typeface="MalayalamAbe" pitchFamily="18" charset="0"/>
              </a:rPr>
              <a:t>u</a:t>
            </a:r>
            <a:r>
              <a:rPr lang="en-US" altLang="en-US" sz="3200" b="1" dirty="0">
                <a:latin typeface="MalayalamAbe" pitchFamily="18" charset="0"/>
              </a:rPr>
              <a:t>[)k; </a:t>
            </a:r>
            <a:r>
              <a:rPr lang="en-US" altLang="en-US" sz="3200" b="1" dirty="0" err="1">
                <a:latin typeface="MalayalamAbe" pitchFamily="18" charset="0"/>
              </a:rPr>
              <a:t>Si!j</a:t>
            </a:r>
            <a:r>
              <a:rPr lang="en-US" altLang="en-US" sz="3200" b="1" dirty="0">
                <a:latin typeface="MalayalamAbe" pitchFamily="18" charset="0"/>
              </a:rPr>
              <a:t> -</a:t>
            </a:r>
            <a:r>
              <a:rPr lang="en-US" altLang="en-US" sz="3200" b="1" dirty="0" err="1">
                <a:latin typeface="MalayalamAbe" pitchFamily="18" charset="0"/>
              </a:rPr>
              <a:t>cIG</a:t>
            </a:r>
            <a:r>
              <a:rPr lang="en-US" altLang="en-US" sz="3200" b="1" dirty="0" err="1">
                <a:latin typeface="Kerala" pitchFamily="2" charset="0"/>
              </a:rPr>
              <a:t>P</a:t>
            </a:r>
            <a:r>
              <a:rPr lang="en-US" altLang="en-US" sz="3200" b="1" dirty="0">
                <a:latin typeface="MalayalamAbe" pitchFamily="18" charset="0"/>
              </a:rPr>
              <a:t>\</a:t>
            </a:r>
            <a:r>
              <a:rPr lang="en-US" altLang="en-US" sz="3200" b="1" dirty="0" err="1">
                <a:latin typeface="MalayalamAbe" pitchFamily="18" charset="0"/>
              </a:rPr>
              <a:t>jH</a:t>
            </a:r>
            <a:r>
              <a:rPr lang="en-US" altLang="en-US" sz="3200" b="1" dirty="0">
                <a:latin typeface="MalayalamAbe" pitchFamily="18" charset="0"/>
              </a:rPr>
              <a:t> </a:t>
            </a:r>
            <a:r>
              <a:rPr lang="en-US" altLang="en-US" sz="3200" b="1" dirty="0" err="1">
                <a:latin typeface="MalayalamAbe" pitchFamily="18" charset="0"/>
              </a:rPr>
              <a:t>rj#k</a:t>
            </a:r>
            <a:r>
              <a:rPr lang="en-US" altLang="en-US" sz="3200" b="1" dirty="0">
                <a:latin typeface="MalayalamAbe" pitchFamily="18" charset="0"/>
              </a:rPr>
              <a:t>; Ty*j </a:t>
            </a:r>
            <a:r>
              <a:rPr lang="en-US" altLang="en-US" sz="3200" b="1" dirty="0" err="1">
                <a:latin typeface="MalayalamAbe" pitchFamily="18" charset="0"/>
              </a:rPr>
              <a:t>ijCk</a:t>
            </a:r>
            <a:r>
              <a:rPr lang="en-US" altLang="en-US" sz="3200" b="1" dirty="0" err="1">
                <a:latin typeface="Kerala" pitchFamily="2" charset="0"/>
              </a:rPr>
              <a:t>i</a:t>
            </a:r>
            <a:r>
              <a:rPr lang="en-US" altLang="en-US" sz="3200" b="1" dirty="0">
                <a:latin typeface="Kerala" pitchFamily="2" charset="0"/>
              </a:rPr>
              <a:t> </a:t>
            </a:r>
            <a:r>
              <a:rPr lang="en-US" altLang="en-US" sz="3200" b="1" dirty="0" err="1">
                <a:latin typeface="MalayalamAbe" pitchFamily="18" charset="0"/>
              </a:rPr>
              <a:t>yo|lulH</a:t>
            </a:r>
            <a:r>
              <a:rPr lang="en-US" altLang="en-US" sz="3200" b="1" dirty="0">
                <a:latin typeface="MalayalamAbe" pitchFamily="18" charset="0"/>
              </a:rPr>
              <a:t> </a:t>
            </a:r>
            <a:r>
              <a:rPr lang="en-US" altLang="en-US" sz="3200" b="1" dirty="0" err="1">
                <a:latin typeface="MalayalamAbe" pitchFamily="18" charset="0"/>
              </a:rPr>
              <a:t>drUdayjulajH</a:t>
            </a:r>
            <a:r>
              <a:rPr lang="en-US" altLang="en-US" sz="3200" b="1" dirty="0">
                <a:latin typeface="MalayalamAbe" pitchFamily="18" charset="0"/>
              </a:rPr>
              <a:t> </a:t>
            </a:r>
            <a:r>
              <a:rPr lang="en-US" altLang="en-US" sz="3200" b="1" dirty="0" err="1">
                <a:latin typeface="MalayalamAbe" pitchFamily="18" charset="0"/>
              </a:rPr>
              <a:t>rj#k</a:t>
            </a:r>
            <a:r>
              <a:rPr lang="en-US" altLang="en-US" sz="3200" b="1" dirty="0">
                <a:latin typeface="MalayalamAbe" pitchFamily="18" charset="0"/>
              </a:rPr>
              <a:t>; w}; </a:t>
            </a:r>
            <a:r>
              <a:rPr lang="en-US" altLang="en-US" sz="3200" b="1" dirty="0" err="1">
                <a:latin typeface="MalayalamAbe" pitchFamily="18" charset="0"/>
              </a:rPr>
              <a:t>Pgjv</a:t>
            </a:r>
            <a:r>
              <a:rPr lang="en-US" altLang="en-US" sz="3200" b="1" dirty="0">
                <a:latin typeface="MalayalamAbe" pitchFamily="18" charset="0"/>
              </a:rPr>
              <a:t>&amp;[ ark&lt;</a:t>
            </a:r>
            <a:r>
              <a:rPr lang="en-US" altLang="en-US" sz="3200" b="1" dirty="0" err="1">
                <a:latin typeface="MalayalamAbe" pitchFamily="18" charset="0"/>
              </a:rPr>
              <a:t>Urluj</a:t>
            </a:r>
            <a:r>
              <a:rPr lang="en-US" altLang="en-US" sz="3200" b="1" dirty="0">
                <a:latin typeface="MalayalamAbe" pitchFamily="18" charset="0"/>
              </a:rPr>
              <a:t> -</a:t>
            </a:r>
            <a:r>
              <a:rPr lang="en-US" altLang="en-US" sz="3200" b="1" dirty="0" err="1">
                <a:latin typeface="MalayalamAbe" pitchFamily="18" charset="0"/>
              </a:rPr>
              <a:t>sel%jSulc</a:t>
            </a:r>
            <a:r>
              <a:rPr lang="en-US" altLang="en-US" sz="3200" b="1" dirty="0">
                <a:latin typeface="MalayalamAbe" pitchFamily="18" charset="0"/>
              </a:rPr>
              <a:t>[ </a:t>
            </a:r>
            <a:r>
              <a:rPr lang="en-US" altLang="en-US" sz="3200" b="1" dirty="0" err="1">
                <a:latin typeface="MalayalamAbe" pitchFamily="18" charset="0"/>
              </a:rPr>
              <a:t>eJhlS</a:t>
            </a:r>
            <a:r>
              <a:rPr lang="en-US" altLang="en-US" sz="3200" b="1" dirty="0">
                <a:latin typeface="MalayalamAbe" pitchFamily="18" charset="0"/>
              </a:rPr>
              <a:t>\</a:t>
            </a:r>
            <a:r>
              <a:rPr lang="en-US" altLang="en-US" sz="3200" b="1" dirty="0" err="1">
                <a:latin typeface="MalayalamAbe" pitchFamily="18" charset="0"/>
              </a:rPr>
              <a:t>lcjsRy</a:t>
            </a:r>
            <a:r>
              <a:rPr lang="en-US" altLang="en-US" sz="3200" b="1" dirty="0">
                <a:latin typeface="MalayalamAbe" pitchFamily="18" charset="0"/>
              </a:rPr>
              <a:t> </a:t>
            </a:r>
            <a:r>
              <a:rPr lang="en-US" altLang="en-US" sz="3200" b="1" dirty="0" err="1">
                <a:latin typeface="MalayalamAbe" pitchFamily="18" charset="0"/>
              </a:rPr>
              <a:t>rlxkdxjH</a:t>
            </a:r>
            <a:r>
              <a:rPr lang="en-US" altLang="en-US" sz="3200" b="1" dirty="0">
                <a:latin typeface="MalayalamAbe" pitchFamily="18" charset="0"/>
              </a:rPr>
              <a:t> B*X)k </a:t>
            </a:r>
            <a:r>
              <a:rPr lang="en-US" altLang="en-US" sz="3200" b="1" dirty="0" err="1">
                <a:latin typeface="MalayalamAbe" pitchFamily="18" charset="0"/>
              </a:rPr>
              <a:t>Si!j</a:t>
            </a:r>
            <a:r>
              <a:rPr lang="en-US" altLang="en-US" sz="3200" b="1" dirty="0">
                <a:latin typeface="MalayalamAbe" pitchFamily="18" charset="0"/>
              </a:rPr>
              <a:t> </a:t>
            </a:r>
            <a:r>
              <a:rPr lang="en-US" altLang="en-US" sz="3200" b="1" dirty="0" err="1">
                <a:latin typeface="MalayalamAbe" pitchFamily="18" charset="0"/>
              </a:rPr>
              <a:t>YdoCj</a:t>
            </a:r>
            <a:r>
              <a:rPr lang="en-US" altLang="en-US" sz="3200" b="1" dirty="0">
                <a:latin typeface="MalayalamAbe" pitchFamily="18" charset="0"/>
              </a:rPr>
              <a:t>)s/M[ d&lt;[</a:t>
            </a:r>
            <a:r>
              <a:rPr lang="en-US" altLang="en-US" sz="3200" b="1" dirty="0" err="1">
                <a:latin typeface="MalayalamAbe" pitchFamily="18" charset="0"/>
              </a:rPr>
              <a:t>mfurk</a:t>
            </a:r>
            <a:r>
              <a:rPr lang="en-US" altLang="en-US" sz="3200" b="1" dirty="0">
                <a:latin typeface="MalayalamAbe" pitchFamily="18" charset="0"/>
              </a:rPr>
              <a:t>&gt;</a:t>
            </a:r>
            <a:r>
              <a:rPr lang="en-US" altLang="en-US" sz="3200" b="1" dirty="0" err="1">
                <a:latin typeface="MalayalamAbe" pitchFamily="18" charset="0"/>
              </a:rPr>
              <a:t>ijv</a:t>
            </a:r>
            <a:r>
              <a:rPr lang="en-US" altLang="en-US" sz="3200" b="1" dirty="0">
                <a:latin typeface="MalayalamAbe" pitchFamily="18" charset="0"/>
              </a:rPr>
              <a:t>&amp;[ </a:t>
            </a:r>
            <a:r>
              <a:rPr lang="en-US" altLang="en-US" sz="3200" b="1" dirty="0" err="1">
                <a:latin typeface="MalayalamAbe" pitchFamily="18" charset="0"/>
              </a:rPr>
              <a:t>agjv</a:t>
            </a:r>
            <a:r>
              <a:rPr lang="en-US" altLang="en-US" sz="3200" b="1" dirty="0">
                <a:latin typeface="MalayalamAbe" pitchFamily="18" charset="0"/>
              </a:rPr>
              <a:t>&amp;[ </a:t>
            </a:r>
            <a:r>
              <a:rPr lang="en-US" altLang="en-US" sz="3200" b="1" dirty="0" err="1">
                <a:latin typeface="MalayalamAbe" pitchFamily="18" charset="0"/>
              </a:rPr>
              <a:t>Lm</a:t>
            </a:r>
            <a:r>
              <a:rPr lang="en-US" altLang="en-US" sz="3200" b="1" dirty="0">
                <a:latin typeface="MalayalamAbe" pitchFamily="18" charset="0"/>
              </a:rPr>
              <a:t>)s/M[ </a:t>
            </a:r>
            <a:r>
              <a:rPr lang="en-US" altLang="en-US" sz="3200" b="1" dirty="0" err="1">
                <a:latin typeface="MalayalamAbe" pitchFamily="18" charset="0"/>
              </a:rPr>
              <a:t>fjgk|jfYedlg</a:t>
            </a:r>
            <a:r>
              <a:rPr lang="en-US" altLang="en-US" sz="3200" b="1" dirty="0">
                <a:latin typeface="MalayalamAbe" pitchFamily="18" charset="0"/>
              </a:rPr>
              <a:t>; </a:t>
            </a:r>
            <a:r>
              <a:rPr lang="en-US" altLang="en-US" sz="3200" b="1" dirty="0" err="1">
                <a:latin typeface="MalayalamAbe" pitchFamily="18" charset="0"/>
              </a:rPr>
              <a:t>ao#l</a:t>
            </a:r>
            <a:r>
              <a:rPr lang="en-US" altLang="en-US" sz="3200" b="1" dirty="0">
                <a:latin typeface="MalayalamAbe" pitchFamily="18" charset="0"/>
              </a:rPr>
              <a:t>; </a:t>
            </a:r>
            <a:r>
              <a:rPr lang="en-US" altLang="en-US" sz="3200" b="1" dirty="0" err="1">
                <a:latin typeface="MalayalamAbe" pitchFamily="18" charset="0"/>
              </a:rPr>
              <a:t>pjic</a:t>
            </a:r>
            <a:r>
              <a:rPr lang="en-US" altLang="en-US" sz="3200" b="1" dirty="0">
                <a:latin typeface="MalayalamAbe" pitchFamily="18" charset="0"/>
              </a:rPr>
              <a:t>; </a:t>
            </a:r>
            <a:r>
              <a:rPr lang="en-US" altLang="en-US" sz="3200" b="1" dirty="0" err="1">
                <a:latin typeface="MalayalamAbe" pitchFamily="18" charset="0"/>
              </a:rPr>
              <a:t>KujGs</a:t>
            </a:r>
            <a:r>
              <a:rPr lang="en-US" altLang="en-US" sz="3200" b="1" dirty="0">
                <a:latin typeface="MalayalamAbe" pitchFamily="18" charset="0"/>
              </a:rPr>
              <a:t>\</a:t>
            </a:r>
            <a:r>
              <a:rPr lang="en-US" altLang="en-US" sz="3200" b="1" dirty="0" err="1">
                <a:latin typeface="MalayalamAbe" pitchFamily="18" charset="0"/>
              </a:rPr>
              <a:t>qkS#</a:t>
            </a:r>
            <a:r>
              <a:rPr lang="en-US" altLang="en-US" sz="3200" b="1" dirty="0" err="1">
                <a:latin typeface="Kerala" pitchFamily="2" charset="0"/>
              </a:rPr>
              <a:t>x</a:t>
            </a:r>
            <a:r>
              <a:rPr lang="en-US" altLang="en-US" sz="3200" b="1" dirty="0">
                <a:latin typeface="MalayalamAbe" pitchFamily="18" charset="0"/>
              </a:rPr>
              <a:t>[...</a:t>
            </a:r>
          </a:p>
        </p:txBody>
      </p:sp>
      <p:sp>
        <p:nvSpPr>
          <p:cNvPr id="4" name="Text Box 2">
            <a:extLst>
              <a:ext uri="{FF2B5EF4-FFF2-40B4-BE49-F238E27FC236}">
                <a16:creationId xmlns:a16="http://schemas.microsoft.com/office/drawing/2014/main" id="{937F3CE4-C998-4FC9-9480-DC5BF01A0DE7}"/>
              </a:ext>
            </a:extLst>
          </p:cNvPr>
          <p:cNvSpPr txBox="1">
            <a:spLocks noChangeArrowheads="1"/>
          </p:cNvSpPr>
          <p:nvPr/>
        </p:nvSpPr>
        <p:spPr bwMode="auto">
          <a:xfrm>
            <a:off x="6096000" y="321005"/>
            <a:ext cx="6096002" cy="343656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Manushyaraaya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njangalkum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njangalhude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rekshakkum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vendi</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Sworgathil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ninnum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irrangi</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Vishudha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Roohayaal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kanyaka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Marriyaamil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ninnu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jedam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dharichu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manushyanaayi</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Ponthiyos</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Peelaathosinte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naalhukalhil</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Njangalku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vendi</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krooshikkapettu</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Kashtatha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anubhavichu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marichu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adakkapettu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Thiru-hitha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prakaaram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moonnam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divasam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uyarth-ezhunnettu</a:t>
            </a:r>
            <a:r>
              <a:rPr lang="en-US"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4DCB8A4C-B8DA-E105-EBB1-D1FF4E6809B2}"/>
              </a:ext>
            </a:extLst>
          </p:cNvPr>
          <p:cNvSpPr txBox="1"/>
          <p:nvPr/>
        </p:nvSpPr>
        <p:spPr>
          <a:xfrm>
            <a:off x="269240" y="4658580"/>
            <a:ext cx="11653519" cy="1938992"/>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Who for us and for our salvation came down from heaven and was incarnate by the Holy Spirit of the Virgin Mary and was made human. He was crucified also for us in the days of Pontius Pilate, suffered and died and was buried. The third day He rose again by His own will...</a:t>
            </a:r>
          </a:p>
        </p:txBody>
      </p:sp>
      <p:sp>
        <p:nvSpPr>
          <p:cNvPr id="2" name="TextBox 1">
            <a:extLst>
              <a:ext uri="{FF2B5EF4-FFF2-40B4-BE49-F238E27FC236}">
                <a16:creationId xmlns:a16="http://schemas.microsoft.com/office/drawing/2014/main" id="{E2DB9F59-7681-9416-2286-A0C1AD8ABE62}"/>
              </a:ext>
            </a:extLst>
          </p:cNvPr>
          <p:cNvSpPr txBox="1"/>
          <p:nvPr/>
        </p:nvSpPr>
        <p:spPr>
          <a:xfrm>
            <a:off x="0" y="396999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B6D4F4DE-8E26-BA59-A20B-4E65B9166475}"/>
              </a:ext>
            </a:extLst>
          </p:cNvPr>
          <p:cNvCxnSpPr>
            <a:cxnSpLocks/>
          </p:cNvCxnSpPr>
          <p:nvPr/>
        </p:nvCxnSpPr>
        <p:spPr>
          <a:xfrm>
            <a:off x="6096000" y="0"/>
            <a:ext cx="0" cy="395224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3129039"/>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ctrTitle"/>
          </p:nvPr>
        </p:nvSpPr>
        <p:spPr>
          <a:xfrm>
            <a:off x="336176" y="124958"/>
            <a:ext cx="5440039" cy="3429000"/>
          </a:xfrm>
        </p:spPr>
        <p:txBody>
          <a:bodyPr anchor="ctr">
            <a:noAutofit/>
          </a:bodyPr>
          <a:lstStyle/>
          <a:p>
            <a:pPr eaLnBrk="1" hangingPunct="1">
              <a:lnSpc>
                <a:spcPts val="2600"/>
              </a:lnSpc>
            </a:pPr>
            <a:r>
              <a:rPr lang="en-US" altLang="en-US" sz="3000" b="1" dirty="0">
                <a:solidFill>
                  <a:schemeClr val="accent6">
                    <a:lumMod val="50000"/>
                  </a:schemeClr>
                </a:solidFill>
                <a:latin typeface="MalayalamAbe" pitchFamily="18" charset="0"/>
              </a:rPr>
              <a:t>w. </a:t>
            </a:r>
            <a:r>
              <a:rPr lang="en-US" altLang="en-US" sz="3000" b="1" dirty="0" err="1">
                <a:latin typeface="MalayalamAbe" pitchFamily="18" charset="0"/>
              </a:rPr>
              <a:t>cIG</a:t>
            </a:r>
            <a:r>
              <a:rPr lang="en-US" altLang="en-US" sz="3000" b="1" dirty="0" err="1">
                <a:latin typeface="Kerala" pitchFamily="2" charset="0"/>
              </a:rPr>
              <a:t>P</a:t>
            </a:r>
            <a:r>
              <a:rPr lang="en-US" altLang="en-US" sz="3000" b="1" dirty="0">
                <a:latin typeface="MalayalamAbe" pitchFamily="18" charset="0"/>
              </a:rPr>
              <a:t>\</a:t>
            </a:r>
            <a:r>
              <a:rPr lang="en-US" altLang="en-US" sz="3000" b="1" dirty="0" err="1">
                <a:latin typeface="MalayalamAbe" pitchFamily="18" charset="0"/>
              </a:rPr>
              <a:t>jSh</a:t>
            </a:r>
            <a:r>
              <a:rPr lang="en-US" altLang="en-US" sz="3000" b="1" dirty="0">
                <a:latin typeface="MalayalamAbe" pitchFamily="18" charset="0"/>
              </a:rPr>
              <a:t>)k </a:t>
            </a:r>
            <a:r>
              <a:rPr lang="en-US" altLang="en-US" sz="3000" b="1" dirty="0" err="1">
                <a:latin typeface="MalayalamAbe" pitchFamily="18" charset="0"/>
              </a:rPr>
              <a:t>dSgyj</a:t>
            </a:r>
            <a:r>
              <a:rPr lang="en-US" altLang="en-US" sz="3000" b="1" dirty="0">
                <a:latin typeface="MalayalamAbe" pitchFamily="18" charset="0"/>
              </a:rPr>
              <a:t> - </a:t>
            </a:r>
            <a:r>
              <a:rPr lang="en-US" altLang="en-US" sz="3000" b="1" dirty="0" err="1">
                <a:latin typeface="MalayalamAbe" pitchFamily="18" charset="0"/>
              </a:rPr>
              <a:t>fsRy</a:t>
            </a:r>
            <a:r>
              <a:rPr lang="en-US" altLang="en-US" sz="3000" b="1" dirty="0">
                <a:latin typeface="MalayalamAbe" pitchFamily="18" charset="0"/>
              </a:rPr>
              <a:t> </a:t>
            </a:r>
            <a:r>
              <a:rPr lang="en-US" altLang="en-US" sz="3000" b="1" dirty="0" err="1">
                <a:latin typeface="MalayalamAbe" pitchFamily="18" charset="0"/>
              </a:rPr>
              <a:t>ejflijsRy</a:t>
            </a:r>
            <a:r>
              <a:rPr lang="en-US" altLang="en-US" sz="3000" b="1" dirty="0">
                <a:latin typeface="MalayalamAbe" pitchFamily="18" charset="0"/>
              </a:rPr>
              <a:t> </a:t>
            </a:r>
            <a:r>
              <a:rPr lang="en-US" altLang="en-US" sz="3000" b="1" dirty="0" err="1">
                <a:latin typeface="MalayalamAbe" pitchFamily="18" charset="0"/>
              </a:rPr>
              <a:t>ih</a:t>
            </a:r>
            <a:r>
              <a:rPr lang="en-US" altLang="en-US" sz="3000" b="1" dirty="0">
                <a:latin typeface="MalayalamAbe" pitchFamily="18" charset="0"/>
              </a:rPr>
              <a:t>\k &gt;</a:t>
            </a:r>
            <a:r>
              <a:rPr lang="en-US" altLang="en-US" sz="3000" b="1" dirty="0" err="1">
                <a:latin typeface="MalayalamAbe" pitchFamily="18" charset="0"/>
              </a:rPr>
              <a:t>lz</a:t>
            </a:r>
            <a:r>
              <a:rPr lang="en-US" altLang="en-US" sz="3000" b="1" dirty="0">
                <a:latin typeface="MalayalamAbe" pitchFamily="18" charset="0"/>
              </a:rPr>
              <a:t>\j-</a:t>
            </a:r>
            <a:r>
              <a:rPr lang="en-US" altLang="en-US" sz="3000" b="1" dirty="0" err="1">
                <a:latin typeface="MalayalamAbe" pitchFamily="18" charset="0"/>
              </a:rPr>
              <a:t>gj</a:t>
            </a:r>
            <a:r>
              <a:rPr lang="en-US" altLang="en-US" sz="3000" b="1" dirty="0">
                <a:latin typeface="MalayalamAbe" pitchFamily="18" charset="0"/>
              </a:rPr>
              <a:t>)</a:t>
            </a:r>
            <a:r>
              <a:rPr lang="en-US" altLang="en-US" sz="3000" b="1" dirty="0" err="1">
                <a:latin typeface="MalayalamAbe" pitchFamily="18" charset="0"/>
              </a:rPr>
              <a:t>k#irk</a:t>
            </a:r>
            <a:r>
              <a:rPr lang="en-US" altLang="en-US" sz="3000" b="1" dirty="0">
                <a:latin typeface="MalayalamAbe" pitchFamily="18" charset="0"/>
              </a:rPr>
              <a:t>; </a:t>
            </a:r>
            <a:r>
              <a:rPr lang="en-US" altLang="en-US" sz="3000" b="1" dirty="0" err="1">
                <a:latin typeface="MalayalamAbe" pitchFamily="18" charset="0"/>
              </a:rPr>
              <a:t>Licl-rajh^l</a:t>
            </a:r>
            <a:r>
              <a:rPr lang="en-US" altLang="en-US" sz="3000" b="1" dirty="0">
                <a:latin typeface="MalayalamAbe" pitchFamily="18" charset="0"/>
              </a:rPr>
              <a:t>\ </a:t>
            </a:r>
            <a:r>
              <a:rPr lang="en-US" altLang="en-US" sz="3000" b="1" dirty="0" err="1">
                <a:latin typeface="MalayalamAbe" pitchFamily="18" charset="0"/>
              </a:rPr>
              <a:t>glwfIak</a:t>
            </a:r>
            <a:r>
              <a:rPr lang="en-US" altLang="en-US" sz="3000" b="1" dirty="0">
                <a:latin typeface="MalayalamAbe" pitchFamily="18" charset="0"/>
              </a:rPr>
              <a:t>=irk; </a:t>
            </a:r>
            <a:r>
              <a:rPr lang="en-US" altLang="en-US" sz="3000" b="1" dirty="0" err="1">
                <a:latin typeface="MalayalamAbe" pitchFamily="18" charset="0"/>
              </a:rPr>
              <a:t>wJijv&amp;jgj</a:t>
            </a:r>
            <a:r>
              <a:rPr lang="en-US" altLang="en-US" sz="3000" b="1" dirty="0">
                <a:latin typeface="MalayalamAbe" pitchFamily="18" charset="0"/>
              </a:rPr>
              <a:t> )</a:t>
            </a:r>
            <a:r>
              <a:rPr lang="en-US" altLang="en-US" sz="3000" b="1" dirty="0" err="1">
                <a:latin typeface="MalayalamAbe" pitchFamily="18" charset="0"/>
              </a:rPr>
              <a:t>k#isguk</a:t>
            </a:r>
            <a:r>
              <a:rPr lang="en-US" altLang="en-US" sz="3000" b="1" dirty="0">
                <a:latin typeface="MalayalamAbe" pitchFamily="18" charset="0"/>
              </a:rPr>
              <a:t>; </a:t>
            </a:r>
            <a:r>
              <a:rPr lang="en-US" altLang="en-US" sz="3000" b="1" dirty="0" err="1">
                <a:latin typeface="MalayalamAbe" pitchFamily="18" charset="0"/>
              </a:rPr>
              <a:t>agjv&amp;isguk</a:t>
            </a:r>
            <a:r>
              <a:rPr lang="en-US" altLang="en-US" sz="3000" b="1" dirty="0">
                <a:latin typeface="MalayalamAbe" pitchFamily="18" charset="0"/>
              </a:rPr>
              <a:t>; </a:t>
            </a:r>
            <a:r>
              <a:rPr lang="en-US" altLang="en-US" sz="3000" b="1" dirty="0" err="1">
                <a:latin typeface="MalayalamAbe" pitchFamily="18" charset="0"/>
              </a:rPr>
              <a:t>ijPj</a:t>
            </a:r>
            <a:r>
              <a:rPr lang="en-US" altLang="en-US" sz="3000" b="1" dirty="0">
                <a:latin typeface="MalayalamAbe" pitchFamily="18" charset="0"/>
              </a:rPr>
              <a:t>/</a:t>
            </a:r>
            <a:r>
              <a:rPr lang="en-US" altLang="en-US" sz="3000" b="1" dirty="0" err="1">
                <a:latin typeface="MalayalamAbe" pitchFamily="18" charset="0"/>
              </a:rPr>
              <a:t>lR</a:t>
            </a:r>
            <a:r>
              <a:rPr lang="en-US" altLang="en-US" sz="3000" b="1" dirty="0">
                <a:latin typeface="MalayalamAbe" pitchFamily="18" charset="0"/>
              </a:rPr>
              <a:t> </a:t>
            </a:r>
            <a:r>
              <a:rPr lang="en-US" altLang="en-US" sz="3000" b="1" dirty="0" err="1">
                <a:latin typeface="MalayalamAbe" pitchFamily="18" charset="0"/>
              </a:rPr>
              <a:t>fsRy</a:t>
            </a:r>
            <a:r>
              <a:rPr lang="en-US" altLang="en-US" sz="3000" b="1" dirty="0">
                <a:latin typeface="MalayalamAbe" pitchFamily="18" charset="0"/>
              </a:rPr>
              <a:t> </a:t>
            </a:r>
            <a:r>
              <a:rPr lang="en-US" altLang="en-US" sz="3000" b="1" dirty="0" err="1">
                <a:latin typeface="MalayalamAbe" pitchFamily="18" charset="0"/>
              </a:rPr>
              <a:t>a|lYe</a:t>
            </a:r>
            <a:r>
              <a:rPr lang="en-US" altLang="en-US" sz="3000" b="1" dirty="0">
                <a:latin typeface="MalayalamAbe" pitchFamily="18" charset="0"/>
              </a:rPr>
              <a:t>&gt;</a:t>
            </a:r>
            <a:r>
              <a:rPr lang="en-US" altLang="en-US" sz="3000" b="1" dirty="0" err="1">
                <a:latin typeface="MalayalamAbe" pitchFamily="18" charset="0"/>
              </a:rPr>
              <a:t>liS</a:t>
            </a:r>
            <a:r>
              <a:rPr lang="en-US" altLang="en-US" sz="3000" b="1" dirty="0">
                <a:latin typeface="MalayalamAbe" pitchFamily="18" charset="0"/>
              </a:rPr>
              <a:t>\</a:t>
            </a:r>
            <a:r>
              <a:rPr lang="en-US" altLang="en-US" sz="3000" b="1" dirty="0" err="1">
                <a:latin typeface="MalayalamAbe" pitchFamily="18" charset="0"/>
              </a:rPr>
              <a:t>lsm</a:t>
            </a:r>
            <a:r>
              <a:rPr lang="en-US" altLang="en-US" sz="3000" b="1" dirty="0">
                <a:latin typeface="MalayalamAbe" pitchFamily="18" charset="0"/>
              </a:rPr>
              <a:t> </a:t>
            </a:r>
            <a:r>
              <a:rPr lang="en-US" altLang="en-US" sz="3000" b="1" dirty="0" err="1">
                <a:latin typeface="MalayalamAbe" pitchFamily="18" charset="0"/>
              </a:rPr>
              <a:t>Trjuk</a:t>
            </a:r>
            <a:r>
              <a:rPr lang="en-US" altLang="en-US" sz="3000" b="1" dirty="0">
                <a:latin typeface="MalayalamAbe" pitchFamily="18" charset="0"/>
              </a:rPr>
              <a:t>; </a:t>
            </a:r>
            <a:r>
              <a:rPr lang="en-US" altLang="en-US" sz="3000" b="1" dirty="0" err="1">
                <a:latin typeface="MalayalamAbe" pitchFamily="18" charset="0"/>
              </a:rPr>
              <a:t>igkilrjgj</a:t>
            </a:r>
            <a:r>
              <a:rPr lang="en-US" altLang="en-US" sz="3000" b="1" dirty="0">
                <a:latin typeface="MalayalamAbe" pitchFamily="18" charset="0"/>
              </a:rPr>
              <a:t>)</a:t>
            </a:r>
            <a:r>
              <a:rPr lang="en-US" altLang="en-US" sz="3000" b="1" dirty="0" err="1">
                <a:latin typeface="MalayalamAbe" pitchFamily="18" charset="0"/>
              </a:rPr>
              <a:t>k#irkalu</a:t>
            </a:r>
            <a:r>
              <a:rPr lang="en-US" altLang="en-US" sz="3000" b="1" dirty="0">
                <a:latin typeface="MalayalamAbe" pitchFamily="18" charset="0"/>
              </a:rPr>
              <a:t> </a:t>
            </a:r>
            <a:r>
              <a:rPr lang="en-US" altLang="en-US" sz="3000" b="1" dirty="0" err="1">
                <a:latin typeface="MalayalamAbe" pitchFamily="18" charset="0"/>
              </a:rPr>
              <a:t>SuCk</a:t>
            </a:r>
            <a:r>
              <a:rPr lang="en-US" altLang="en-US" sz="3000" b="1" dirty="0">
                <a:latin typeface="MalayalamAbe" pitchFamily="18" charset="0"/>
              </a:rPr>
              <a:t> a[</a:t>
            </a:r>
            <a:r>
              <a:rPr lang="en-US" altLang="en-US" sz="3000" b="1" dirty="0" err="1">
                <a:latin typeface="MalayalamAbe" pitchFamily="18" charset="0"/>
              </a:rPr>
              <a:t>Cj|l</a:t>
            </a:r>
            <a:r>
              <a:rPr lang="en-US" altLang="en-US" sz="3000" b="1" dirty="0">
                <a:latin typeface="MalayalamAbe" pitchFamily="18" charset="0"/>
              </a:rPr>
              <a:t> :u ]d </a:t>
            </a:r>
            <a:r>
              <a:rPr lang="en-US" altLang="en-US" sz="3000" b="1" dirty="0" err="1">
                <a:latin typeface="MalayalamAbe" pitchFamily="18" charset="0"/>
              </a:rPr>
              <a:t>dG</a:t>
            </a:r>
            <a:r>
              <a:rPr lang="en-US" altLang="en-US" sz="3000" b="1" dirty="0">
                <a:latin typeface="MalayalamAbe" pitchFamily="18" charset="0"/>
              </a:rPr>
              <a:t>\</a:t>
            </a:r>
            <a:r>
              <a:rPr lang="en-US" altLang="en-US" sz="3000" b="1" dirty="0" err="1">
                <a:latin typeface="MalayalamAbe" pitchFamily="18" charset="0"/>
              </a:rPr>
              <a:t>lijhk</a:t>
            </a:r>
            <a:r>
              <a:rPr lang="en-US" altLang="en-US" sz="3000" b="1" dirty="0">
                <a:latin typeface="MalayalamAbe" pitchFamily="18" charset="0"/>
              </a:rPr>
              <a:t>; B*X </a:t>
            </a:r>
            <a:r>
              <a:rPr lang="en-US" altLang="en-US" sz="3000" b="1" dirty="0" err="1">
                <a:latin typeface="MalayalamAbe" pitchFamily="18" charset="0"/>
              </a:rPr>
              <a:t>ijCIcj</a:t>
            </a:r>
            <a:r>
              <a:rPr lang="en-US" altLang="en-US" sz="3000" b="1" dirty="0">
                <a:latin typeface="MalayalamAbe" pitchFamily="18" charset="0"/>
              </a:rPr>
              <a:t>)</a:t>
            </a:r>
            <a:r>
              <a:rPr lang="en-US" altLang="en-US" sz="3000" b="1" dirty="0" err="1">
                <a:latin typeface="MalayalamAbe" pitchFamily="18" charset="0"/>
              </a:rPr>
              <a:t>k#k</a:t>
            </a:r>
            <a:r>
              <a:rPr lang="en-US" altLang="en-US" sz="3000" b="1" dirty="0">
                <a:latin typeface="MalayalamAbe" pitchFamily="18" charset="0"/>
              </a:rPr>
              <a:t>.</a:t>
            </a:r>
          </a:p>
        </p:txBody>
      </p:sp>
      <p:sp>
        <p:nvSpPr>
          <p:cNvPr id="4" name="Text Box 2">
            <a:extLst>
              <a:ext uri="{FF2B5EF4-FFF2-40B4-BE49-F238E27FC236}">
                <a16:creationId xmlns:a16="http://schemas.microsoft.com/office/drawing/2014/main" id="{72B26A8A-191C-4B55-B9A1-8F723C8A4910}"/>
              </a:ext>
            </a:extLst>
          </p:cNvPr>
          <p:cNvSpPr txBox="1">
            <a:spLocks noChangeArrowheads="1"/>
          </p:cNvSpPr>
          <p:nvPr/>
        </p:nvSpPr>
        <p:spPr bwMode="auto">
          <a:xfrm>
            <a:off x="6205818" y="124958"/>
            <a:ext cx="5876364" cy="343656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Swargathilekku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karerri</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Thante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Pithaavinte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valathu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bhaagathu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irikkunnavanum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Avasaanam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illaatha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raajyathwam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ullhavanum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Jeevichiri-kkunnavareyum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marichavareyum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vidhippaan</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Thante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maha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prabhaavathodu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iniyum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varuvaan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irikkunn</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avanumaaya</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Yeshumashiha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aaya</a:t>
            </a:r>
            <a:r>
              <a:rPr lang="en-US" b="1" kern="0" dirty="0">
                <a:latin typeface="Calibri" pitchFamily="34" charset="0"/>
                <a:ea typeface="Ebrima" pitchFamily="2" charset="0"/>
                <a:cs typeface="Calibri" pitchFamily="34" charset="0"/>
              </a:rPr>
              <a:t> eka </a:t>
            </a:r>
            <a:r>
              <a:rPr lang="en-US" b="1" kern="0" dirty="0" err="1">
                <a:latin typeface="Calibri" pitchFamily="34" charset="0"/>
                <a:ea typeface="Ebrima" pitchFamily="2" charset="0"/>
                <a:cs typeface="Calibri" pitchFamily="34" charset="0"/>
              </a:rPr>
              <a:t>Karthaavilum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vishwasikkunnu</a:t>
            </a:r>
            <a:r>
              <a:rPr lang="en-US"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749A46D1-854A-E576-1E40-B177E8F04855}"/>
              </a:ext>
            </a:extLst>
          </p:cNvPr>
          <p:cNvSpPr txBox="1"/>
          <p:nvPr/>
        </p:nvSpPr>
        <p:spPr>
          <a:xfrm>
            <a:off x="910547" y="4655934"/>
            <a:ext cx="10370906" cy="1477328"/>
          </a:xfrm>
          <a:prstGeom prst="rect">
            <a:avLst/>
          </a:prstGeom>
          <a:noFill/>
        </p:spPr>
        <p:txBody>
          <a:bodyPr wrap="square">
            <a:spAutoFit/>
          </a:bodyPr>
          <a:lstStyle/>
          <a:p>
            <a:pPr algn="ctr"/>
            <a:r>
              <a:rPr lang="en-US" sz="3000" b="1" i="1" dirty="0">
                <a:solidFill>
                  <a:schemeClr val="accent6">
                    <a:lumMod val="50000"/>
                  </a:schemeClr>
                </a:solidFill>
                <a:latin typeface="+mn-lt"/>
              </a:rPr>
              <a:t>C: </a:t>
            </a:r>
            <a:r>
              <a:rPr lang="en-US" sz="3000" b="1" i="1" dirty="0">
                <a:latin typeface="+mn-lt"/>
              </a:rPr>
              <a:t>Ascended into heaven and sits at the right hand of the Father. He will come again with glory to judge both the living and the dead and of His kingdom there will be no end. </a:t>
            </a:r>
          </a:p>
        </p:txBody>
      </p:sp>
      <p:sp>
        <p:nvSpPr>
          <p:cNvPr id="2" name="TextBox 1">
            <a:extLst>
              <a:ext uri="{FF2B5EF4-FFF2-40B4-BE49-F238E27FC236}">
                <a16:creationId xmlns:a16="http://schemas.microsoft.com/office/drawing/2014/main" id="{1050A947-E395-10E8-8ACF-4C36CC6D910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51BCC38C-37A3-2FD0-408D-42C9400C3012}"/>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ctrTitle"/>
          </p:nvPr>
        </p:nvSpPr>
        <p:spPr>
          <a:xfrm>
            <a:off x="133171" y="483068"/>
            <a:ext cx="5962828" cy="3124201"/>
          </a:xfrm>
        </p:spPr>
        <p:txBody>
          <a:bodyPr anchor="ctr">
            <a:noAutofit/>
          </a:bodyPr>
          <a:lstStyle/>
          <a:p>
            <a:pPr algn="l" eaLnBrk="1" hangingPunct="1">
              <a:lnSpc>
                <a:spcPts val="2560"/>
              </a:lnSpc>
            </a:pPr>
            <a:r>
              <a:rPr lang="en-US" altLang="en-US" sz="2900" b="1" dirty="0">
                <a:solidFill>
                  <a:schemeClr val="accent6">
                    <a:lumMod val="50000"/>
                  </a:schemeClr>
                </a:solidFill>
                <a:latin typeface="MalayalamAbe" pitchFamily="18" charset="0"/>
              </a:rPr>
              <a:t>e</a:t>
            </a:r>
            <a:r>
              <a:rPr lang="en-US" altLang="en-US" sz="2900" b="1" dirty="0">
                <a:solidFill>
                  <a:schemeClr val="accent6">
                    <a:lumMod val="50000"/>
                  </a:schemeClr>
                </a:solidFill>
              </a:rPr>
              <a:t>. </a:t>
            </a:r>
            <a:r>
              <a:rPr lang="en-US" altLang="en-US" sz="2900" b="1" dirty="0" err="1">
                <a:latin typeface="MalayalamAbe" pitchFamily="18" charset="0"/>
              </a:rPr>
              <a:t>cdhs</a:t>
            </a:r>
            <a:r>
              <a:rPr lang="en-US" altLang="en-US" sz="2900" b="1" dirty="0">
                <a:latin typeface="MalayalamAbe" pitchFamily="18" charset="0"/>
              </a:rPr>
              <a:t>\</a:t>
            </a:r>
            <a:r>
              <a:rPr lang="en-US" altLang="en-US" sz="2900" b="1" dirty="0" err="1">
                <a:latin typeface="MalayalamAbe" pitchFamily="18" charset="0"/>
              </a:rPr>
              <a:t>uk</a:t>
            </a:r>
            <a:r>
              <a:rPr lang="en-US" altLang="en-US" sz="2900" b="1" dirty="0">
                <a:latin typeface="MalayalamAbe" pitchFamily="18" charset="0"/>
              </a:rPr>
              <a:t>; </a:t>
            </a:r>
            <a:r>
              <a:rPr lang="en-US" altLang="en-US" sz="2900" b="1" dirty="0" err="1">
                <a:latin typeface="MalayalamAbe" pitchFamily="18" charset="0"/>
              </a:rPr>
              <a:t>wJij</a:t>
            </a:r>
            <a:r>
              <a:rPr lang="en-US" altLang="en-US" sz="2900" b="1" dirty="0">
                <a:latin typeface="MalayalamAbe" pitchFamily="18" charset="0"/>
              </a:rPr>
              <a:t>/j)k# </a:t>
            </a:r>
            <a:r>
              <a:rPr lang="en-US" altLang="en-US" sz="2900" b="1" dirty="0" err="1">
                <a:latin typeface="MalayalamAbe" pitchFamily="18" charset="0"/>
              </a:rPr>
              <a:t>dG</a:t>
            </a:r>
            <a:r>
              <a:rPr lang="en-US" altLang="en-US" sz="2900" b="1" dirty="0">
                <a:latin typeface="MalayalamAbe" pitchFamily="18" charset="0"/>
              </a:rPr>
              <a:t>\</a:t>
            </a:r>
            <a:r>
              <a:rPr lang="en-US" altLang="en-US" sz="2900" b="1" dirty="0" err="1">
                <a:latin typeface="MalayalamAbe" pitchFamily="18" charset="0"/>
              </a:rPr>
              <a:t>lik</a:t>
            </a:r>
            <a:r>
              <a:rPr lang="en-US" altLang="en-US" sz="2900" b="1" dirty="0">
                <a:latin typeface="MalayalamAbe" pitchFamily="18" charset="0"/>
              </a:rPr>
              <a:t>;-</a:t>
            </a:r>
            <a:br>
              <a:rPr lang="en-US" altLang="en-US" sz="2900" b="1" dirty="0">
                <a:latin typeface="MalayalamAbe" pitchFamily="18" charset="0"/>
              </a:rPr>
            </a:br>
            <a:r>
              <a:rPr lang="en-US" altLang="en-US" sz="2900" b="1" dirty="0">
                <a:solidFill>
                  <a:schemeClr val="accent6">
                    <a:lumMod val="50000"/>
                  </a:schemeClr>
                </a:solidFill>
                <a:latin typeface="MalayalamAbe" pitchFamily="18" charset="0"/>
              </a:rPr>
              <a:t>w</a:t>
            </a:r>
            <a:r>
              <a:rPr lang="en-US" altLang="en-US" sz="2900" b="1" dirty="0">
                <a:solidFill>
                  <a:schemeClr val="accent6">
                    <a:lumMod val="50000"/>
                  </a:schemeClr>
                </a:solidFill>
              </a:rPr>
              <a:t>. </a:t>
            </a:r>
            <a:r>
              <a:rPr lang="en-US" altLang="en-US" sz="2900" b="1" dirty="0" err="1">
                <a:latin typeface="MalayalamAbe" pitchFamily="18" charset="0"/>
              </a:rPr>
              <a:t>ejflijH</a:t>
            </a:r>
            <a:r>
              <a:rPr lang="en-US" altLang="en-US" sz="2900" b="1" dirty="0">
                <a:latin typeface="MalayalamAbe" pitchFamily="18" charset="0"/>
              </a:rPr>
              <a:t> </a:t>
            </a:r>
            <a:r>
              <a:rPr lang="en-US" altLang="en-US" sz="2900" b="1" dirty="0" err="1">
                <a:latin typeface="MalayalamAbe" pitchFamily="18" charset="0"/>
              </a:rPr>
              <a:t>rj#k</a:t>
            </a:r>
            <a:r>
              <a:rPr lang="en-US" altLang="en-US" sz="2900" b="1" dirty="0">
                <a:latin typeface="MalayalamAbe" pitchFamily="18" charset="0"/>
              </a:rPr>
              <a:t> </a:t>
            </a:r>
            <a:r>
              <a:rPr lang="en-US" altLang="en-US" sz="2900" b="1" dirty="0" err="1">
                <a:latin typeface="MalayalamAbe" pitchFamily="18" charset="0"/>
              </a:rPr>
              <a:t>ekys</a:t>
            </a:r>
            <a:r>
              <a:rPr lang="en-US" altLang="en-US" sz="2900" b="1" dirty="0">
                <a:latin typeface="MalayalamAbe" pitchFamily="18" charset="0"/>
              </a:rPr>
              <a:t>/M[ - </a:t>
            </a:r>
            <a:r>
              <a:rPr lang="en-US" altLang="en-US" sz="2900" b="1" dirty="0" err="1">
                <a:latin typeface="MalayalamAbe" pitchFamily="18" charset="0"/>
              </a:rPr>
              <a:t>ejflijSrlmk</a:t>
            </a:r>
            <a:r>
              <a:rPr lang="en-US" altLang="en-US" sz="2900" b="1" dirty="0">
                <a:latin typeface="MalayalamAbe" pitchFamily="18" charset="0"/>
              </a:rPr>
              <a:t>; </a:t>
            </a:r>
            <a:r>
              <a:rPr lang="en-US" altLang="en-US" sz="2900" b="1" dirty="0" err="1">
                <a:latin typeface="MalayalamAbe" pitchFamily="18" charset="0"/>
              </a:rPr>
              <a:t>ekYfSrlmk</a:t>
            </a:r>
            <a:r>
              <a:rPr lang="en-US" altLang="en-US" sz="2900" b="1" dirty="0">
                <a:latin typeface="MalayalamAbe" pitchFamily="18" charset="0"/>
              </a:rPr>
              <a:t>; </a:t>
            </a:r>
            <a:r>
              <a:rPr lang="en-US" altLang="en-US" sz="2900" b="1" dirty="0" err="1">
                <a:latin typeface="MalayalamAbe" pitchFamily="18" charset="0"/>
              </a:rPr>
              <a:t>dosm</a:t>
            </a:r>
            <a:r>
              <a:rPr lang="en-US" altLang="en-US" sz="2900" b="1" dirty="0">
                <a:latin typeface="MalayalamAbe" pitchFamily="18" charset="0"/>
              </a:rPr>
              <a:t> </a:t>
            </a:r>
            <a:r>
              <a:rPr lang="en-US" altLang="en-US" sz="2900" b="1" dirty="0" err="1">
                <a:latin typeface="MalayalamAbe" pitchFamily="18" charset="0"/>
              </a:rPr>
              <a:t>i$j</a:t>
            </a:r>
            <a:r>
              <a:rPr lang="en-US" altLang="en-US" sz="2900" b="1" dirty="0">
                <a:latin typeface="MalayalamAbe" pitchFamily="18" charset="0"/>
              </a:rPr>
              <a:t>)s/M[ c[</a:t>
            </a:r>
            <a:r>
              <a:rPr lang="en-US" altLang="en-US" sz="2900" b="1" dirty="0" err="1">
                <a:latin typeface="MalayalamAbe" pitchFamily="18" charset="0"/>
              </a:rPr>
              <a:t>fkfj</a:t>
            </a:r>
            <a:r>
              <a:rPr lang="en-US" altLang="en-US" sz="2900" b="1" dirty="0">
                <a:latin typeface="MalayalamAbe" pitchFamily="18" charset="0"/>
              </a:rPr>
              <a:t>)s/</a:t>
            </a:r>
            <a:r>
              <a:rPr lang="en-US" altLang="en-US" sz="2900" b="1" dirty="0" err="1">
                <a:latin typeface="MalayalamAbe" pitchFamily="18" charset="0"/>
              </a:rPr>
              <a:t>mk#irk</a:t>
            </a:r>
            <a:r>
              <a:rPr lang="en-US" altLang="en-US" sz="2900" b="1" dirty="0">
                <a:latin typeface="MalayalamAbe" pitchFamily="18" charset="0"/>
              </a:rPr>
              <a:t>; - </a:t>
            </a:r>
            <a:r>
              <a:rPr lang="en-US" altLang="en-US" sz="2900" b="1" dirty="0" err="1">
                <a:latin typeface="MalayalamAbe" pitchFamily="18" charset="0"/>
              </a:rPr>
              <a:t>rj~U</a:t>
            </a:r>
            <a:r>
              <a:rPr lang="en-US" altLang="en-US" sz="2900" b="1" dirty="0" err="1">
                <a:latin typeface="Kerala" pitchFamily="2" charset="0"/>
              </a:rPr>
              <a:t>z</a:t>
            </a:r>
            <a:r>
              <a:rPr lang="en-US" altLang="en-US" sz="2900" b="1" dirty="0" err="1">
                <a:latin typeface="MalayalamAbe" pitchFamily="18" charset="0"/>
              </a:rPr>
              <a:t>lgk</a:t>
            </a:r>
            <a:r>
              <a:rPr lang="en-US" altLang="en-US" sz="2900" b="1" dirty="0">
                <a:latin typeface="MalayalamAbe" pitchFamily="18" charset="0"/>
              </a:rPr>
              <a:t>; </a:t>
            </a:r>
            <a:r>
              <a:rPr lang="en-US" altLang="en-US" sz="2900" b="1" dirty="0" err="1">
                <a:latin typeface="MalayalamAbe" pitchFamily="18" charset="0"/>
              </a:rPr>
              <a:t>C^J|</a:t>
            </a:r>
            <a:r>
              <a:rPr lang="en-US" altLang="en-US" sz="2900" b="1" dirty="0" err="1">
                <a:latin typeface="Kerala" pitchFamily="2" charset="0"/>
              </a:rPr>
              <a:t>z</a:t>
            </a:r>
            <a:r>
              <a:rPr lang="en-US" altLang="en-US" sz="2900" b="1" dirty="0" err="1">
                <a:latin typeface="MalayalamAbe" pitchFamily="18" charset="0"/>
              </a:rPr>
              <a:t>lgk</a:t>
            </a:r>
            <a:r>
              <a:rPr lang="en-US" altLang="en-US" sz="2900" b="1" dirty="0">
                <a:latin typeface="MalayalamAbe" pitchFamily="18" charset="0"/>
              </a:rPr>
              <a:t>; </a:t>
            </a:r>
            <a:r>
              <a:rPr lang="en-US" altLang="en-US" sz="2900" b="1" dirty="0" err="1">
                <a:latin typeface="MalayalamAbe" pitchFamily="18" charset="0"/>
              </a:rPr>
              <a:t>akDl%g</a:t>
            </a:r>
            <a:r>
              <a:rPr lang="en-US" altLang="en-US" sz="2900" b="1" dirty="0">
                <a:latin typeface="MalayalamAbe" pitchFamily="18" charset="0"/>
              </a:rPr>
              <a:t>; </a:t>
            </a:r>
            <a:r>
              <a:rPr lang="en-US" altLang="en-US" sz="2900" b="1" dirty="0" err="1">
                <a:latin typeface="MalayalamAbe" pitchFamily="18" charset="0"/>
              </a:rPr>
              <a:t>c;clgjv&amp;irkalu</a:t>
            </a:r>
            <a:r>
              <a:rPr lang="en-US" altLang="en-US" sz="2900" b="1" dirty="0">
                <a:latin typeface="MalayalamAbe" pitchFamily="18" charset="0"/>
              </a:rPr>
              <a:t> </a:t>
            </a:r>
            <a:r>
              <a:rPr lang="en-US" altLang="en-US" sz="2900" b="1" dirty="0" err="1">
                <a:latin typeface="MalayalamAbe" pitchFamily="18" charset="0"/>
              </a:rPr>
              <a:t>wJirk</a:t>
            </a:r>
            <a:r>
              <a:rPr lang="en-US" altLang="en-US" sz="2900" b="1" dirty="0">
                <a:latin typeface="MalayalamAbe" pitchFamily="18" charset="0"/>
              </a:rPr>
              <a:t>; </a:t>
            </a:r>
            <a:r>
              <a:rPr lang="en-US" altLang="en-US" sz="2900" b="1" dirty="0" err="1">
                <a:latin typeface="MalayalamAbe" pitchFamily="18" charset="0"/>
              </a:rPr>
              <a:t>ijCk</a:t>
            </a:r>
            <a:r>
              <a:rPr lang="en-US" altLang="en-US" sz="2900" b="1" dirty="0" err="1">
                <a:latin typeface="Kerala" pitchFamily="2" charset="0"/>
              </a:rPr>
              <a:t>i</a:t>
            </a:r>
            <a:r>
              <a:rPr lang="en-US" altLang="en-US" sz="2900" b="1" dirty="0" err="1">
                <a:latin typeface="MalayalamAbe" pitchFamily="18" charset="0"/>
              </a:rPr>
              <a:t>jukak</a:t>
            </a:r>
            <a:r>
              <a:rPr lang="en-US" altLang="en-US" sz="2900" b="1" dirty="0">
                <a:latin typeface="MalayalamAbe" pitchFamily="18" charset="0"/>
              </a:rPr>
              <a:t>= ]d </a:t>
            </a:r>
            <a:r>
              <a:rPr lang="en-US" altLang="en-US" sz="2900" b="1" dirty="0" err="1">
                <a:latin typeface="MalayalamAbe" pitchFamily="18" charset="0"/>
              </a:rPr>
              <a:t>yo|lujhk</a:t>
            </a:r>
            <a:r>
              <a:rPr lang="en-US" altLang="en-US" sz="2900" b="1" dirty="0">
                <a:latin typeface="MalayalamAbe" pitchFamily="18" charset="0"/>
              </a:rPr>
              <a:t>; - </a:t>
            </a:r>
            <a:r>
              <a:rPr lang="en-US" altLang="en-US" sz="2900" b="1" dirty="0" err="1">
                <a:latin typeface="MalayalamAbe" pitchFamily="18" charset="0"/>
              </a:rPr>
              <a:t>dlSflhjdik</a:t>
            </a:r>
            <a:r>
              <a:rPr lang="en-US" altLang="en-US" sz="2900" b="1" dirty="0">
                <a:latin typeface="MalayalamAbe" pitchFamily="18" charset="0"/>
              </a:rPr>
              <a:t>; Ls/</a:t>
            </a:r>
            <a:r>
              <a:rPr lang="en-US" altLang="en-US" sz="2900" b="1" dirty="0" err="1">
                <a:latin typeface="MalayalamAbe" pitchFamily="18" charset="0"/>
              </a:rPr>
              <a:t>lsc</a:t>
            </a:r>
            <a:r>
              <a:rPr lang="en-US" altLang="en-US" sz="2900" b="1" dirty="0">
                <a:latin typeface="MalayalamAbe" pitchFamily="18" charset="0"/>
              </a:rPr>
              <a:t>[- </a:t>
            </a:r>
            <a:r>
              <a:rPr lang="en-US" altLang="en-US" sz="2900" b="1" dirty="0" err="1">
                <a:latin typeface="MalayalamAbe" pitchFamily="18" charset="0"/>
              </a:rPr>
              <a:t>flhjdikalu</a:t>
            </a:r>
            <a:r>
              <a:rPr lang="en-US" altLang="en-US" sz="2900" b="1" dirty="0">
                <a:latin typeface="MalayalamAbe" pitchFamily="18" charset="0"/>
              </a:rPr>
              <a:t> ]d </a:t>
            </a:r>
            <a:r>
              <a:rPr lang="en-US" altLang="en-US" sz="2900" b="1" dirty="0" err="1">
                <a:latin typeface="MalayalamAbe" pitchFamily="18" charset="0"/>
              </a:rPr>
              <a:t>ijCk</a:t>
            </a:r>
            <a:r>
              <a:rPr lang="en-US" altLang="en-US" sz="2900" b="1" dirty="0" err="1">
                <a:latin typeface="Kerala" pitchFamily="2" charset="0"/>
              </a:rPr>
              <a:t>i</a:t>
            </a:r>
            <a:r>
              <a:rPr lang="en-US" altLang="en-US" sz="2900" b="1" dirty="0">
                <a:latin typeface="MalayalamAbe" pitchFamily="18" charset="0"/>
              </a:rPr>
              <a:t> c&gt;</a:t>
            </a:r>
            <a:r>
              <a:rPr lang="en-US" altLang="en-US" sz="2900" b="1" dirty="0" err="1">
                <a:latin typeface="MalayalamAbe" pitchFamily="18" charset="0"/>
              </a:rPr>
              <a:t>ujhk</a:t>
            </a:r>
            <a:r>
              <a:rPr lang="en-US" altLang="en-US" sz="2900" b="1" dirty="0">
                <a:latin typeface="MalayalamAbe" pitchFamily="18" charset="0"/>
              </a:rPr>
              <a:t>; B*X </a:t>
            </a:r>
            <a:r>
              <a:rPr lang="en-US" altLang="en-US" sz="2900" b="1" dirty="0" err="1">
                <a:latin typeface="MalayalamAbe" pitchFamily="18" charset="0"/>
              </a:rPr>
              <a:t>ijCIcj</a:t>
            </a:r>
            <a:r>
              <a:rPr lang="en-US" altLang="en-US" sz="2900" b="1" dirty="0">
                <a:latin typeface="MalayalamAbe" pitchFamily="18" charset="0"/>
              </a:rPr>
              <a:t>)</a:t>
            </a:r>
            <a:r>
              <a:rPr lang="en-US" altLang="en-US" sz="2900" b="1" dirty="0" err="1">
                <a:latin typeface="MalayalamAbe" pitchFamily="18" charset="0"/>
              </a:rPr>
              <a:t>k#k</a:t>
            </a:r>
            <a:r>
              <a:rPr lang="en-US" altLang="en-US" sz="2900" b="1" dirty="0">
                <a:latin typeface="MalayalamAbe" pitchFamily="18" charset="0"/>
              </a:rPr>
              <a:t>.</a:t>
            </a:r>
          </a:p>
        </p:txBody>
      </p:sp>
      <p:sp>
        <p:nvSpPr>
          <p:cNvPr id="4" name="Text Box 2">
            <a:extLst>
              <a:ext uri="{FF2B5EF4-FFF2-40B4-BE49-F238E27FC236}">
                <a16:creationId xmlns:a16="http://schemas.microsoft.com/office/drawing/2014/main" id="{7CC883FD-D55E-4CDF-B6FB-223B834BEE4C}"/>
              </a:ext>
            </a:extLst>
          </p:cNvPr>
          <p:cNvSpPr txBox="1">
            <a:spLocks noChangeArrowheads="1"/>
          </p:cNvSpPr>
          <p:nvPr/>
        </p:nvSpPr>
        <p:spPr bwMode="auto">
          <a:xfrm>
            <a:off x="6096000" y="326887"/>
            <a:ext cx="6096000" cy="3447911"/>
          </a:xfrm>
          <a:prstGeom prst="rect">
            <a:avLst/>
          </a:prstGeom>
          <a:noFill/>
          <a:ln w="9525">
            <a:noFill/>
            <a:miter lim="800000"/>
            <a:headEnd/>
            <a:tailEnd/>
          </a:ln>
          <a:effectLst/>
        </p:spPr>
        <p:txBody>
          <a:bodyPr wrap="square" lIns="111402" tIns="55743" rIns="111402" bIns="55743">
            <a:spAutoFit/>
          </a:bodyPr>
          <a:lstStyle/>
          <a:p>
            <a:pPr>
              <a:lnSpc>
                <a:spcPts val="2880"/>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P: </a:t>
            </a:r>
            <a:r>
              <a:rPr lang="en-US" b="1" kern="0" dirty="0" err="1">
                <a:latin typeface="Calibri" pitchFamily="34" charset="0"/>
                <a:ea typeface="Ebrima" pitchFamily="2" charset="0"/>
                <a:cs typeface="Calibri" pitchFamily="34" charset="0"/>
              </a:rPr>
              <a:t>Sakalatheyum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jeevippikkunna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Karthaavum</a:t>
            </a:r>
            <a:r>
              <a:rPr lang="en-US" b="1" kern="0" dirty="0">
                <a:latin typeface="Calibri" pitchFamily="34" charset="0"/>
                <a:ea typeface="Ebrima" pitchFamily="2" charset="0"/>
                <a:cs typeface="Calibri" pitchFamily="34" charset="0"/>
              </a:rPr>
              <a:t>-</a:t>
            </a:r>
          </a:p>
          <a:p>
            <a:pPr>
              <a:lnSpc>
                <a:spcPts val="2880"/>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Pithaavil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ninnu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purrapettu</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Pithaavinodum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Puthranodum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koode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vannikkapettu</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Sthuthikkappedunnavanum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Nibyanmaarum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Sleehanmaarum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mukhaantharam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samsaarichavanum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aaya</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Jeevanum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vishudhiyum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ullha</a:t>
            </a:r>
            <a:r>
              <a:rPr lang="en-US" b="1" kern="0" dirty="0">
                <a:latin typeface="Calibri" pitchFamily="34" charset="0"/>
                <a:ea typeface="Ebrima" pitchFamily="2" charset="0"/>
                <a:cs typeface="Calibri" pitchFamily="34" charset="0"/>
              </a:rPr>
              <a:t> eka </a:t>
            </a:r>
            <a:r>
              <a:rPr lang="en-US" b="1" kern="0" dirty="0" err="1">
                <a:latin typeface="Calibri" pitchFamily="34" charset="0"/>
                <a:ea typeface="Ebrima" pitchFamily="2" charset="0"/>
                <a:cs typeface="Calibri" pitchFamily="34" charset="0"/>
              </a:rPr>
              <a:t>Roohaayilum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Kaatholikavum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apostholikavum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aaya</a:t>
            </a:r>
            <a:r>
              <a:rPr lang="en-US" b="1" kern="0" dirty="0">
                <a:latin typeface="Calibri" pitchFamily="34" charset="0"/>
                <a:ea typeface="Ebrima" pitchFamily="2" charset="0"/>
                <a:cs typeface="Calibri" pitchFamily="34" charset="0"/>
              </a:rPr>
              <a:t> eka </a:t>
            </a:r>
            <a:r>
              <a:rPr lang="en-US" b="1" kern="0" dirty="0" err="1">
                <a:latin typeface="Calibri" pitchFamily="34" charset="0"/>
                <a:ea typeface="Ebrima" pitchFamily="2" charset="0"/>
                <a:cs typeface="Calibri" pitchFamily="34" charset="0"/>
              </a:rPr>
              <a:t>vishudha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sabhayilum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vishwasikkunnu</a:t>
            </a:r>
            <a:r>
              <a:rPr lang="en-US"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2B4C16E2-B3F3-22B4-BB46-1AE3CDA5A69B}"/>
              </a:ext>
            </a:extLst>
          </p:cNvPr>
          <p:cNvSpPr txBox="1"/>
          <p:nvPr/>
        </p:nvSpPr>
        <p:spPr>
          <a:xfrm>
            <a:off x="133171" y="4680712"/>
            <a:ext cx="11954526" cy="1815882"/>
          </a:xfrm>
          <a:prstGeom prst="rect">
            <a:avLst/>
          </a:prstGeom>
          <a:noFill/>
        </p:spPr>
        <p:txBody>
          <a:bodyPr wrap="square" rtlCol="0">
            <a:spAutoFit/>
          </a:bodyPr>
          <a:lstStyle/>
          <a:p>
            <a:r>
              <a:rPr lang="en-US" sz="2800" b="1" i="1" dirty="0">
                <a:solidFill>
                  <a:schemeClr val="accent6">
                    <a:lumMod val="50000"/>
                  </a:schemeClr>
                </a:solidFill>
                <a:latin typeface="+mn-lt"/>
              </a:rPr>
              <a:t>P: </a:t>
            </a:r>
            <a:r>
              <a:rPr lang="en-US" sz="2800" b="1" i="1" dirty="0">
                <a:latin typeface="+mn-lt"/>
              </a:rPr>
              <a:t>We believe in the Holy Spirit...</a:t>
            </a:r>
          </a:p>
          <a:p>
            <a:r>
              <a:rPr lang="en-US" sz="2800" b="1" i="1" dirty="0">
                <a:solidFill>
                  <a:schemeClr val="accent6">
                    <a:lumMod val="50000"/>
                  </a:schemeClr>
                </a:solidFill>
                <a:latin typeface="+mn-lt"/>
              </a:rPr>
              <a:t>C: </a:t>
            </a:r>
            <a:r>
              <a:rPr lang="en-US" sz="2800" b="1" i="1" dirty="0">
                <a:latin typeface="+mn-lt"/>
              </a:rPr>
              <a:t>The Lord and giver of life, Who proceeds from the Father, Who with the Father and Son together is worshipped and glorified, Who spoke by the prophets and apostles. We believe in one, holy, catholic, and apostolic church...</a:t>
            </a:r>
          </a:p>
        </p:txBody>
      </p:sp>
      <p:sp>
        <p:nvSpPr>
          <p:cNvPr id="5" name="TextBox 4">
            <a:extLst>
              <a:ext uri="{FF2B5EF4-FFF2-40B4-BE49-F238E27FC236}">
                <a16:creationId xmlns:a16="http://schemas.microsoft.com/office/drawing/2014/main" id="{8DF204A9-3CF1-B1B3-1362-D73258369C2D}"/>
              </a:ext>
            </a:extLst>
          </p:cNvPr>
          <p:cNvSpPr txBox="1"/>
          <p:nvPr/>
        </p:nvSpPr>
        <p:spPr>
          <a:xfrm>
            <a:off x="0" y="406689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CC907FB7-4118-FDFD-47CE-32BAEE4BAFA3}"/>
              </a:ext>
            </a:extLst>
          </p:cNvPr>
          <p:cNvCxnSpPr>
            <a:cxnSpLocks/>
          </p:cNvCxnSpPr>
          <p:nvPr/>
        </p:nvCxnSpPr>
        <p:spPr>
          <a:xfrm>
            <a:off x="6096000" y="0"/>
            <a:ext cx="0" cy="425702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37ABE0E-26E3-4BAD-85FB-FB79ED67D2DA}"/>
              </a:ext>
            </a:extLst>
          </p:cNvPr>
          <p:cNvSpPr txBox="1">
            <a:spLocks noChangeArrowheads="1"/>
          </p:cNvSpPr>
          <p:nvPr/>
        </p:nvSpPr>
        <p:spPr bwMode="auto">
          <a:xfrm>
            <a:off x="6575317" y="324158"/>
            <a:ext cx="5842325" cy="3805893"/>
          </a:xfrm>
          <a:prstGeom prst="rect">
            <a:avLst/>
          </a:prstGeom>
          <a:noFill/>
          <a:ln w="9525">
            <a:noFill/>
            <a:miter lim="800000"/>
            <a:headEnd/>
            <a:tailEnd/>
          </a:ln>
          <a:effectLst/>
        </p:spPr>
        <p:txBody>
          <a:bodyPr wrap="square" lIns="111402" tIns="55743" rIns="111402" bIns="55743">
            <a:spAutoFit/>
          </a:bodyPr>
          <a:lstStyle/>
          <a:p>
            <a:pPr>
              <a:lnSpc>
                <a:spcPts val="35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Paapa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mochanathin-ullha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maamodeesa</a:t>
            </a:r>
            <a:r>
              <a:rPr lang="en-US" sz="3000" b="1" kern="0" dirty="0">
                <a:latin typeface="Calibri" pitchFamily="34" charset="0"/>
                <a:ea typeface="Ebrima" pitchFamily="2" charset="0"/>
                <a:cs typeface="Calibri" pitchFamily="34" charset="0"/>
              </a:rPr>
              <a:t>-</a:t>
            </a:r>
          </a:p>
          <a:p>
            <a:pPr>
              <a:lnSpc>
                <a:spcPts val="35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Onnu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maathram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ennu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ettu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parranju</a:t>
            </a:r>
            <a:r>
              <a:rPr lang="en-US" sz="3000" b="1" kern="0" dirty="0">
                <a:latin typeface="Calibri" pitchFamily="34" charset="0"/>
                <a:ea typeface="Ebrima" pitchFamily="2" charset="0"/>
                <a:cs typeface="Calibri" pitchFamily="34" charset="0"/>
              </a:rPr>
              <a:t> - </a:t>
            </a:r>
            <a:r>
              <a:rPr lang="en-US" sz="3000" b="1" kern="0" dirty="0" err="1">
                <a:latin typeface="Calibri" pitchFamily="34" charset="0"/>
                <a:ea typeface="Ebrima" pitchFamily="2" charset="0"/>
                <a:cs typeface="Calibri" pitchFamily="34" charset="0"/>
              </a:rPr>
              <a:t>Marichavarude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uyarthezhunnelppinum</a:t>
            </a:r>
            <a:r>
              <a:rPr lang="en-US" sz="3000" b="1" kern="0" dirty="0">
                <a:latin typeface="Calibri" pitchFamily="34" charset="0"/>
                <a:ea typeface="Ebrima" pitchFamily="2" charset="0"/>
                <a:cs typeface="Calibri" pitchFamily="34" charset="0"/>
              </a:rPr>
              <a:t> - </a:t>
            </a:r>
            <a:r>
              <a:rPr lang="en-US" sz="3000" b="1" kern="0" dirty="0" err="1">
                <a:latin typeface="Calibri" pitchFamily="34" charset="0"/>
                <a:ea typeface="Ebrima" pitchFamily="2" charset="0"/>
                <a:cs typeface="Calibri" pitchFamily="34" charset="0"/>
              </a:rPr>
              <a:t>Varuvaanirikkunna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lokathile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puthiyajeevanum</a:t>
            </a:r>
            <a:r>
              <a:rPr lang="en-US" sz="3000" b="1" kern="0" dirty="0">
                <a:latin typeface="Calibri" pitchFamily="34" charset="0"/>
                <a:ea typeface="Ebrima" pitchFamily="2" charset="0"/>
                <a:cs typeface="Calibri" pitchFamily="34" charset="0"/>
              </a:rPr>
              <a:t> - </a:t>
            </a:r>
            <a:r>
              <a:rPr lang="en-US" sz="3000" b="1" kern="0" dirty="0" err="1">
                <a:latin typeface="Calibri" pitchFamily="34" charset="0"/>
                <a:ea typeface="Ebrima" pitchFamily="2" charset="0"/>
                <a:cs typeface="Calibri" pitchFamily="34" charset="0"/>
              </a:rPr>
              <a:t>Njangal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noki</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paarkayum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cheyyunnu</a:t>
            </a:r>
            <a:r>
              <a:rPr lang="en-US" sz="3000" b="1" kern="0" dirty="0">
                <a:latin typeface="Calibri" pitchFamily="34" charset="0"/>
                <a:ea typeface="Ebrima" pitchFamily="2" charset="0"/>
                <a:cs typeface="Calibri" pitchFamily="34" charset="0"/>
              </a:rPr>
              <a:t>. Amen.</a:t>
            </a:r>
          </a:p>
        </p:txBody>
      </p:sp>
      <p:sp>
        <p:nvSpPr>
          <p:cNvPr id="63490" name="Rectangle 2"/>
          <p:cNvSpPr>
            <a:spLocks noGrp="1" noChangeArrowheads="1"/>
          </p:cNvSpPr>
          <p:nvPr>
            <p:ph type="ctrTitle"/>
          </p:nvPr>
        </p:nvSpPr>
        <p:spPr>
          <a:xfrm>
            <a:off x="199331" y="816240"/>
            <a:ext cx="6005128" cy="3429000"/>
          </a:xfrm>
        </p:spPr>
        <p:txBody>
          <a:bodyPr anchor="ctr">
            <a:noAutofit/>
          </a:bodyPr>
          <a:lstStyle/>
          <a:p>
            <a:pPr algn="l" eaLnBrk="1" hangingPunct="1">
              <a:lnSpc>
                <a:spcPts val="3500"/>
              </a:lnSpc>
            </a:pP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3500" b="1" dirty="0" err="1">
                <a:latin typeface="MalayalamAbe" pitchFamily="18" charset="0"/>
              </a:rPr>
              <a:t>eleSalvr</a:t>
            </a:r>
            <a:r>
              <a:rPr lang="en-US" altLang="en-US" sz="3500" b="1" dirty="0">
                <a:latin typeface="MalayalamAbe" pitchFamily="18" charset="0"/>
              </a:rPr>
              <a:t>\</a:t>
            </a:r>
            <a:r>
              <a:rPr lang="en-US" altLang="en-US" sz="3500" b="1" dirty="0" err="1">
                <a:latin typeface="MalayalamAbe" pitchFamily="18" charset="0"/>
              </a:rPr>
              <a:t>jrk</a:t>
            </a:r>
            <a:r>
              <a:rPr lang="en-US" altLang="en-US" sz="3500" b="1" dirty="0">
                <a:latin typeface="MalayalamAbe" pitchFamily="18" charset="0"/>
              </a:rPr>
              <a:t>= </a:t>
            </a:r>
            <a:r>
              <a:rPr lang="en-US" altLang="en-US" sz="3500" b="1" dirty="0" err="1">
                <a:latin typeface="MalayalamAbe" pitchFamily="18" charset="0"/>
              </a:rPr>
              <a:t>alSalpJcl</a:t>
            </a:r>
            <a:r>
              <a:rPr lang="en-US" altLang="en-US" sz="3500" b="1" dirty="0">
                <a:latin typeface="MalayalamAbe" pitchFamily="18" charset="0"/>
              </a:rPr>
              <a:t> </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3500" b="1" dirty="0" err="1">
                <a:latin typeface="MalayalamAbe" pitchFamily="18" charset="0"/>
              </a:rPr>
              <a:t>Q#k</a:t>
            </a:r>
            <a:r>
              <a:rPr lang="en-US" altLang="en-US" sz="3500" b="1" dirty="0">
                <a:latin typeface="MalayalamAbe" pitchFamily="18" charset="0"/>
              </a:rPr>
              <a:t> </a:t>
            </a:r>
            <a:r>
              <a:rPr lang="en-US" altLang="en-US" sz="3500" b="1" dirty="0" err="1">
                <a:latin typeface="MalayalamAbe" pitchFamily="18" charset="0"/>
              </a:rPr>
              <a:t>alYfsa#k</a:t>
            </a:r>
            <a:r>
              <a:rPr lang="en-US" altLang="en-US" sz="3500" b="1" dirty="0">
                <a:latin typeface="MalayalamAbe" pitchFamily="18" charset="0"/>
              </a:rPr>
              <a:t> B*X ]</a:t>
            </a:r>
            <a:r>
              <a:rPr lang="en-US" altLang="en-US" sz="3500" b="1" dirty="0" err="1">
                <a:latin typeface="Kerala" pitchFamily="2" charset="0"/>
              </a:rPr>
              <a:t>x</a:t>
            </a:r>
            <a:r>
              <a:rPr lang="en-US" altLang="en-US" sz="3500" b="1" dirty="0" err="1">
                <a:latin typeface="MalayalamAbe" pitchFamily="18" charset="0"/>
              </a:rPr>
              <a:t>k</a:t>
            </a:r>
            <a:r>
              <a:rPr lang="en-US" altLang="en-US" sz="3500" b="1" dirty="0">
                <a:latin typeface="MalayalamAbe" pitchFamily="18" charset="0"/>
              </a:rPr>
              <a:t> </a:t>
            </a:r>
            <a:r>
              <a:rPr lang="en-US" altLang="en-US" sz="3500" b="1" dirty="0" err="1">
                <a:latin typeface="MalayalamAbe" pitchFamily="18" charset="0"/>
              </a:rPr>
              <a:t>ey</a:t>
            </a:r>
            <a:r>
              <a:rPr lang="en-US" altLang="en-US" sz="3500" b="1" dirty="0" err="1">
                <a:latin typeface="Kerala" pitchFamily="2" charset="0"/>
              </a:rPr>
              <a:t>E</a:t>
            </a:r>
            <a:r>
              <a:rPr lang="en-US" altLang="en-US" sz="3500" b="1" dirty="0" err="1">
                <a:latin typeface="MalayalamAbe" pitchFamily="18" charset="0"/>
              </a:rPr>
              <a:t>k</a:t>
            </a:r>
            <a:r>
              <a:rPr lang="en-US" altLang="en-US" sz="3500" b="1" dirty="0">
                <a:latin typeface="MalayalamAbe" pitchFamily="18" charset="0"/>
              </a:rPr>
              <a:t>[ - </a:t>
            </a:r>
            <a:r>
              <a:rPr lang="en-US" altLang="en-US" sz="3500" b="1" dirty="0" err="1">
                <a:latin typeface="MalayalamAbe" pitchFamily="18" charset="0"/>
              </a:rPr>
              <a:t>agjv&amp;igksm</a:t>
            </a:r>
            <a:r>
              <a:rPr lang="en-US" altLang="en-US" sz="3500" b="1" dirty="0">
                <a:latin typeface="MalayalamAbe" pitchFamily="18" charset="0"/>
              </a:rPr>
              <a:t> </a:t>
            </a:r>
            <a:r>
              <a:rPr lang="en-US" altLang="en-US" sz="3500" b="1" dirty="0" err="1">
                <a:latin typeface="MalayalamAbe" pitchFamily="18" charset="0"/>
              </a:rPr>
              <a:t>KujGs</a:t>
            </a:r>
            <a:r>
              <a:rPr lang="en-US" altLang="en-US" sz="3500" b="1" dirty="0">
                <a:latin typeface="MalayalamAbe" pitchFamily="18" charset="0"/>
              </a:rPr>
              <a:t>\-</a:t>
            </a:r>
            <a:r>
              <a:rPr lang="en-US" altLang="en-US" sz="3500" b="1" dirty="0" err="1">
                <a:latin typeface="MalayalamAbe" pitchFamily="18" charset="0"/>
              </a:rPr>
              <a:t>qkS#h</a:t>
            </a:r>
            <a:r>
              <a:rPr lang="en-US" altLang="en-US" sz="3500" b="1" dirty="0">
                <a:latin typeface="MalayalamAbe" pitchFamily="18" charset="0"/>
              </a:rPr>
              <a:t>[</a:t>
            </a:r>
            <a:r>
              <a:rPr lang="en-US" altLang="en-US" sz="3500" b="1" dirty="0" err="1">
                <a:latin typeface="MalayalamAbe" pitchFamily="18" charset="0"/>
              </a:rPr>
              <a:t>ejrk</a:t>
            </a:r>
            <a:r>
              <a:rPr lang="en-US" altLang="en-US" sz="3500" b="1" dirty="0">
                <a:latin typeface="MalayalamAbe" pitchFamily="18" charset="0"/>
              </a:rPr>
              <a:t>; - </a:t>
            </a:r>
            <a:r>
              <a:rPr lang="en-US" altLang="en-US" sz="3500" b="1" dirty="0" err="1">
                <a:latin typeface="MalayalamAbe" pitchFamily="18" charset="0"/>
              </a:rPr>
              <a:t>igkilrjgj</a:t>
            </a:r>
            <a:r>
              <a:rPr lang="en-US" altLang="en-US" sz="3500" b="1" dirty="0">
                <a:latin typeface="MalayalamAbe" pitchFamily="18" charset="0"/>
              </a:rPr>
              <a:t>)k# </a:t>
            </a:r>
            <a:r>
              <a:rPr lang="en-US" altLang="en-US" sz="3500" b="1" dirty="0" err="1">
                <a:latin typeface="MalayalamAbe" pitchFamily="18" charset="0"/>
              </a:rPr>
              <a:t>Shld</a:t>
            </a:r>
            <a:r>
              <a:rPr lang="en-US" altLang="en-US" sz="3500" b="1" dirty="0">
                <a:latin typeface="MalayalamAbe" pitchFamily="18" charset="0"/>
              </a:rPr>
              <a:t>\</a:t>
            </a:r>
            <a:r>
              <a:rPr lang="en-US" altLang="en-US" sz="3500" b="1" dirty="0" err="1">
                <a:latin typeface="MalayalamAbe" pitchFamily="18" charset="0"/>
              </a:rPr>
              <a:t>jsh</a:t>
            </a:r>
            <a:r>
              <a:rPr lang="en-US" altLang="en-US" sz="3500" b="1" dirty="0">
                <a:latin typeface="MalayalamAbe" pitchFamily="18" charset="0"/>
              </a:rPr>
              <a:t> </a:t>
            </a:r>
            <a:r>
              <a:rPr lang="en-US" altLang="en-US" sz="3500" b="1" dirty="0" err="1">
                <a:latin typeface="MalayalamAbe" pitchFamily="18" charset="0"/>
              </a:rPr>
              <a:t>ekfju</a:t>
            </a:r>
            <a:r>
              <a:rPr lang="en-US" altLang="en-US" sz="3500" b="1" dirty="0">
                <a:latin typeface="MalayalamAbe" pitchFamily="18" charset="0"/>
              </a:rPr>
              <a:t> </a:t>
            </a:r>
            <a:r>
              <a:rPr lang="en-US" altLang="en-US" sz="3500" b="1" dirty="0" err="1">
                <a:latin typeface="MalayalamAbe" pitchFamily="18" charset="0"/>
              </a:rPr>
              <a:t>wJirk</a:t>
            </a:r>
            <a:r>
              <a:rPr lang="en-US" altLang="en-US" sz="3500" b="1" dirty="0">
                <a:latin typeface="MalayalamAbe" pitchFamily="18" charset="0"/>
              </a:rPr>
              <a:t>; - B*X </a:t>
            </a:r>
            <a:r>
              <a:rPr lang="en-US" altLang="en-US" sz="3500" b="1" dirty="0" err="1">
                <a:latin typeface="MalayalamAbe" pitchFamily="18" charset="0"/>
              </a:rPr>
              <a:t>Srl</a:t>
            </a:r>
            <a:r>
              <a:rPr lang="en-US" altLang="en-US" sz="3500" b="1" dirty="0">
                <a:latin typeface="MalayalamAbe" pitchFamily="18" charset="0"/>
              </a:rPr>
              <a:t>)j/</a:t>
            </a:r>
            <a:r>
              <a:rPr lang="en-US" altLang="en-US" sz="3500" b="1" dirty="0" err="1">
                <a:latin typeface="MalayalamAbe" pitchFamily="18" charset="0"/>
              </a:rPr>
              <a:t>lG</a:t>
            </a:r>
            <a:r>
              <a:rPr lang="en-US" altLang="en-US" sz="3500" b="1" dirty="0">
                <a:latin typeface="MalayalamAbe" pitchFamily="18" charset="0"/>
              </a:rPr>
              <a:t>)</a:t>
            </a:r>
            <a:r>
              <a:rPr lang="en-US" altLang="en-US" sz="3500" b="1" dirty="0" err="1">
                <a:latin typeface="MalayalamAbe" pitchFamily="18" charset="0"/>
              </a:rPr>
              <a:t>kduk</a:t>
            </a:r>
            <a:r>
              <a:rPr lang="en-US" altLang="en-US" sz="3500" b="1" dirty="0">
                <a:latin typeface="MalayalamAbe" pitchFamily="18" charset="0"/>
              </a:rPr>
              <a:t>; </a:t>
            </a:r>
            <a:r>
              <a:rPr lang="en-US" altLang="en-US" sz="3500" b="1" dirty="0" err="1">
                <a:latin typeface="MalayalamAbe" pitchFamily="18" charset="0"/>
              </a:rPr>
              <a:t>svu&amp;k#k</a:t>
            </a:r>
            <a:r>
              <a:rPr lang="en-US" altLang="en-US" sz="3500" b="1" dirty="0">
                <a:latin typeface="MalayalamAbe" pitchFamily="18" charset="0"/>
              </a:rPr>
              <a:t>. :</a:t>
            </a:r>
            <a:r>
              <a:rPr lang="en-US" altLang="en-US" sz="3500" b="1" dirty="0" err="1">
                <a:latin typeface="MalayalamAbe" pitchFamily="18" charset="0"/>
              </a:rPr>
              <a:t>SaR</a:t>
            </a:r>
            <a:r>
              <a:rPr lang="en-US" altLang="en-US" sz="35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3" name="TextBox 2">
            <a:extLst>
              <a:ext uri="{FF2B5EF4-FFF2-40B4-BE49-F238E27FC236}">
                <a16:creationId xmlns:a16="http://schemas.microsoft.com/office/drawing/2014/main" id="{6876B90E-A567-DDF2-6F98-FA72CEF5C335}"/>
              </a:ext>
            </a:extLst>
          </p:cNvPr>
          <p:cNvSpPr txBox="1"/>
          <p:nvPr/>
        </p:nvSpPr>
        <p:spPr>
          <a:xfrm>
            <a:off x="1010965" y="5038949"/>
            <a:ext cx="10351818" cy="1477328"/>
          </a:xfrm>
          <a:prstGeom prst="rect">
            <a:avLst/>
          </a:prstGeom>
          <a:noFill/>
        </p:spPr>
        <p:txBody>
          <a:bodyPr wrap="square">
            <a:spAutoFit/>
          </a:bodyPr>
          <a:lstStyle/>
          <a:p>
            <a:r>
              <a:rPr lang="en-US" sz="3000" b="1" i="1" dirty="0">
                <a:solidFill>
                  <a:schemeClr val="accent6">
                    <a:lumMod val="50000"/>
                  </a:schemeClr>
                </a:solidFill>
                <a:latin typeface="+mn-lt"/>
              </a:rPr>
              <a:t>P: </a:t>
            </a:r>
            <a:r>
              <a:rPr lang="en-US" sz="3000" b="1" i="1" dirty="0">
                <a:latin typeface="+mn-lt"/>
              </a:rPr>
              <a:t>We acknowledge one baptism for the remission of sins...</a:t>
            </a:r>
          </a:p>
          <a:p>
            <a:r>
              <a:rPr lang="en-US" sz="3000" b="1" i="1" dirty="0">
                <a:solidFill>
                  <a:schemeClr val="accent6">
                    <a:lumMod val="50000"/>
                  </a:schemeClr>
                </a:solidFill>
                <a:latin typeface="+mn-lt"/>
              </a:rPr>
              <a:t>C. </a:t>
            </a:r>
            <a:r>
              <a:rPr lang="en-US" sz="3000" b="1" i="1" dirty="0">
                <a:latin typeface="+mn-lt"/>
              </a:rPr>
              <a:t>And look forward to the resurrection of the dead and the new life of the world to come. Amen.</a:t>
            </a:r>
          </a:p>
        </p:txBody>
      </p:sp>
      <p:sp>
        <p:nvSpPr>
          <p:cNvPr id="5" name="TextBox 4">
            <a:extLst>
              <a:ext uri="{FF2B5EF4-FFF2-40B4-BE49-F238E27FC236}">
                <a16:creationId xmlns:a16="http://schemas.microsoft.com/office/drawing/2014/main" id="{F06B6616-C823-F6FD-3AA7-E169ABCBC918}"/>
              </a:ext>
            </a:extLst>
          </p:cNvPr>
          <p:cNvSpPr txBox="1"/>
          <p:nvPr/>
        </p:nvSpPr>
        <p:spPr>
          <a:xfrm>
            <a:off x="0" y="4430769"/>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FD18B78C-6BAB-6005-1E0E-6950FFD68A2D}"/>
              </a:ext>
            </a:extLst>
          </p:cNvPr>
          <p:cNvCxnSpPr>
            <a:cxnSpLocks/>
            <a:endCxn id="5" idx="0"/>
          </p:cNvCxnSpPr>
          <p:nvPr/>
        </p:nvCxnSpPr>
        <p:spPr>
          <a:xfrm>
            <a:off x="6096000" y="0"/>
            <a:ext cx="0" cy="443076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5473203"/>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592780" y="176819"/>
            <a:ext cx="5503220" cy="3429000"/>
          </a:xfrm>
        </p:spPr>
        <p:txBody>
          <a:bodyPr anchor="ctr">
            <a:noAutofit/>
          </a:bodyPr>
          <a:lstStyle/>
          <a:p>
            <a:pPr algn="l" eaLnBrk="1" hangingPunct="1"/>
            <a:r>
              <a:rPr lang="en-US" altLang="en-US" sz="3600" b="1" dirty="0">
                <a:solidFill>
                  <a:schemeClr val="accent6">
                    <a:lumMod val="50000"/>
                  </a:schemeClr>
                </a:solidFill>
                <a:latin typeface="MalayalamAbe" pitchFamily="18" charset="0"/>
              </a:rPr>
              <a:t>Ck. </a:t>
            </a:r>
            <a:r>
              <a:rPr lang="en-US" altLang="en-US" sz="3600" b="1" dirty="0">
                <a:latin typeface="MalayalamAbe" pitchFamily="18" charset="0"/>
              </a:rPr>
              <a:t>~</a:t>
            </a:r>
            <a:r>
              <a:rPr lang="en-US" altLang="en-US" sz="3600" b="1" dirty="0" err="1">
                <a:latin typeface="MalayalamAbe" pitchFamily="18" charset="0"/>
              </a:rPr>
              <a:t>lsyd</a:t>
            </a:r>
            <a:r>
              <a:rPr lang="en-US" altLang="en-US" sz="3600" b="1" dirty="0">
                <a:latin typeface="MalayalamAbe" pitchFamily="18" charset="0"/>
              </a:rPr>
              <a:t>[</a:t>
            </a:r>
            <a:r>
              <a:rPr lang="en-US" altLang="en-US" sz="3600" b="1" dirty="0" err="1">
                <a:latin typeface="MalayalamAbe" pitchFamily="18" charset="0"/>
              </a:rPr>
              <a:t>alG</a:t>
            </a:r>
            <a:r>
              <a:rPr lang="en-US" altLang="en-US" sz="3600" b="1" dirty="0">
                <a:latin typeface="MalayalamAbe" pitchFamily="18" charset="0"/>
              </a:rPr>
              <a:t> c[</a:t>
            </a:r>
            <a:r>
              <a:rPr lang="en-US" altLang="en-US" sz="3600" b="1" dirty="0" err="1">
                <a:latin typeface="MalayalamAbe" pitchFamily="18" charset="0"/>
              </a:rPr>
              <a:t>fOaR</a:t>
            </a:r>
            <a:r>
              <a:rPr lang="en-US" altLang="en-US" sz="3600" b="1" dirty="0">
                <a:latin typeface="MalayalamAbe" pitchFamily="18" charset="0"/>
              </a:rPr>
              <a:t> </a:t>
            </a:r>
            <a:r>
              <a:rPr lang="en-US" altLang="en-US" sz="3600" b="1" dirty="0" err="1">
                <a:latin typeface="MalayalamAbe" pitchFamily="18" charset="0"/>
              </a:rPr>
              <a:t>dlShlc</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5" name="Text Box 2">
            <a:extLst>
              <a:ext uri="{FF2B5EF4-FFF2-40B4-BE49-F238E27FC236}">
                <a16:creationId xmlns:a16="http://schemas.microsoft.com/office/drawing/2014/main" id="{2266FDA9-4F3C-44CC-9912-7612EADF351F}"/>
              </a:ext>
            </a:extLst>
          </p:cNvPr>
          <p:cNvSpPr txBox="1">
            <a:spLocks noChangeArrowheads="1"/>
          </p:cNvSpPr>
          <p:nvPr/>
        </p:nvSpPr>
        <p:spPr bwMode="auto">
          <a:xfrm>
            <a:off x="6835713" y="1096368"/>
            <a:ext cx="4980365" cy="1589902"/>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D: </a:t>
            </a:r>
            <a:r>
              <a:rPr lang="en-US" sz="3200" b="1" kern="0" dirty="0" err="1">
                <a:latin typeface="Calibri" pitchFamily="34" charset="0"/>
                <a:ea typeface="Ebrima" pitchFamily="2" charset="0"/>
                <a:cs typeface="Calibri" pitchFamily="34" charset="0"/>
              </a:rPr>
              <a:t>Baarrekmaar</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Sthoumen</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kaalos</a:t>
            </a:r>
            <a:r>
              <a:rPr lang="en-US" sz="3200" b="1" kern="0" dirty="0">
                <a:latin typeface="Calibri" pitchFamily="34" charset="0"/>
                <a:ea typeface="Ebrima" pitchFamily="2" charset="0"/>
                <a:cs typeface="Calibri" pitchFamily="34" charset="0"/>
              </a:rPr>
              <a:t>.</a:t>
            </a:r>
          </a:p>
          <a:p>
            <a:pPr>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2952C04B-5BB5-BF24-1E1A-9E28344FB056}"/>
              </a:ext>
            </a:extLst>
          </p:cNvPr>
          <p:cNvSpPr txBox="1"/>
          <p:nvPr/>
        </p:nvSpPr>
        <p:spPr>
          <a:xfrm>
            <a:off x="2359222" y="4762885"/>
            <a:ext cx="7473556" cy="1098378"/>
          </a:xfrm>
          <a:prstGeom prst="rect">
            <a:avLst/>
          </a:prstGeom>
          <a:noFill/>
        </p:spPr>
        <p:txBody>
          <a:bodyPr wrap="square">
            <a:spAutoFit/>
          </a:bodyPr>
          <a:lstStyle/>
          <a:p>
            <a:pPr>
              <a:lnSpc>
                <a:spcPts val="3999"/>
              </a:lnSpc>
              <a:spcBef>
                <a:spcPts val="0"/>
              </a:spcBef>
            </a:pPr>
            <a:r>
              <a:rPr lang="en-US" sz="3200" b="1" i="1" kern="0" dirty="0">
                <a:solidFill>
                  <a:schemeClr val="accent6">
                    <a:lumMod val="50000"/>
                  </a:schemeClr>
                </a:solidFill>
                <a:latin typeface="+mn-lt"/>
                <a:ea typeface="Ebrima" pitchFamily="2" charset="0"/>
                <a:cs typeface="Times New Roman" panose="02020603050405020304" pitchFamily="18" charset="0"/>
              </a:rPr>
              <a:t>D: </a:t>
            </a:r>
            <a:r>
              <a:rPr lang="en-US" sz="3200" b="1" i="1" kern="0" dirty="0">
                <a:latin typeface="+mn-lt"/>
                <a:ea typeface="Ebrima" pitchFamily="2" charset="0"/>
                <a:cs typeface="Times New Roman" panose="02020603050405020304" pitchFamily="18" charset="0"/>
              </a:rPr>
              <a:t>Bless, O Lord. Let us stand in reverence.</a:t>
            </a:r>
          </a:p>
          <a:p>
            <a:pPr>
              <a:lnSpc>
                <a:spcPts val="3999"/>
              </a:lnSpc>
              <a:spcBef>
                <a:spcPts val="0"/>
              </a:spcBef>
            </a:pPr>
            <a:r>
              <a:rPr lang="en-US" sz="3200" b="1" i="1" kern="0" dirty="0">
                <a:solidFill>
                  <a:schemeClr val="accent6">
                    <a:lumMod val="50000"/>
                  </a:schemeClr>
                </a:solidFill>
                <a:latin typeface="+mn-lt"/>
                <a:ea typeface="Ebrima" pitchFamily="2" charset="0"/>
                <a:cs typeface="Times New Roman" panose="02020603050405020304" pitchFamily="18" charset="0"/>
              </a:rPr>
              <a:t>C: </a:t>
            </a:r>
            <a:r>
              <a:rPr lang="en-US" sz="3200" b="1" i="1" kern="0" dirty="0">
                <a:latin typeface="+mn-lt"/>
                <a:ea typeface="Ebrima" pitchFamily="2" charset="0"/>
                <a:cs typeface="Times New Roman" panose="02020603050405020304" pitchFamily="18" charset="0"/>
              </a:rPr>
              <a:t>Lord, have mercy.</a:t>
            </a:r>
          </a:p>
        </p:txBody>
      </p:sp>
      <p:sp>
        <p:nvSpPr>
          <p:cNvPr id="2" name="TextBox 1">
            <a:extLst>
              <a:ext uri="{FF2B5EF4-FFF2-40B4-BE49-F238E27FC236}">
                <a16:creationId xmlns:a16="http://schemas.microsoft.com/office/drawing/2014/main" id="{759BA773-FD3B-2BB3-676F-C0685DDC05F4}"/>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F214E0B8-1DE7-6464-2517-026C9FD568D1}"/>
              </a:ext>
            </a:extLst>
          </p:cNvPr>
          <p:cNvCxnSpPr>
            <a:cxnSpLocks/>
          </p:cNvCxnSpPr>
          <p:nvPr/>
        </p:nvCxnSpPr>
        <p:spPr>
          <a:xfrm>
            <a:off x="6096000" y="0"/>
            <a:ext cx="0" cy="405697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2238472"/>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2" name="Google Shape;272;p30" descr="A picture containing text&#10;&#10;Description automatically generated"/>
          <p:cNvPicPr preferRelativeResize="0"/>
          <p:nvPr/>
        </p:nvPicPr>
        <p:blipFill rotWithShape="1">
          <a:blip r:embed="rId3">
            <a:alphaModFix/>
          </a:blip>
          <a:srcRect l="20493" r="24668" b="-1"/>
          <a:stretch/>
        </p:blipFill>
        <p:spPr>
          <a:xfrm>
            <a:off x="6400800" y="1944661"/>
            <a:ext cx="4961095" cy="4515730"/>
          </a:xfrm>
          <a:prstGeom prst="rect">
            <a:avLst/>
          </a:prstGeom>
          <a:noFill/>
          <a:ln>
            <a:noFill/>
          </a:ln>
        </p:spPr>
      </p:pic>
      <p:pic>
        <p:nvPicPr>
          <p:cNvPr id="3" name="Picture 2" descr="A group of balloons and confetti&#10;&#10;Description automatically generated">
            <a:extLst>
              <a:ext uri="{FF2B5EF4-FFF2-40B4-BE49-F238E27FC236}">
                <a16:creationId xmlns:a16="http://schemas.microsoft.com/office/drawing/2014/main" id="{DFA926DC-72F3-D62A-632A-F67F4EAA8BA9}"/>
              </a:ext>
            </a:extLst>
          </p:cNvPr>
          <p:cNvPicPr>
            <a:picLocks noChangeAspect="1"/>
          </p:cNvPicPr>
          <p:nvPr/>
        </p:nvPicPr>
        <p:blipFill rotWithShape="1">
          <a:blip r:embed="rId4">
            <a:extLst>
              <a:ext uri="{28A0092B-C50C-407E-A947-70E740481C1C}">
                <a14:useLocalDpi xmlns:a14="http://schemas.microsoft.com/office/drawing/2010/main" val="0"/>
              </a:ext>
            </a:extLst>
          </a:blip>
          <a:srcRect t="1779" b="13923"/>
          <a:stretch/>
        </p:blipFill>
        <p:spPr>
          <a:xfrm>
            <a:off x="746563" y="1997408"/>
            <a:ext cx="5312036" cy="4434847"/>
          </a:xfrm>
          <a:prstGeom prst="rect">
            <a:avLst/>
          </a:prstGeom>
        </p:spPr>
      </p:pic>
      <p:sp>
        <p:nvSpPr>
          <p:cNvPr id="4" name="Shape 51">
            <a:extLst>
              <a:ext uri="{FF2B5EF4-FFF2-40B4-BE49-F238E27FC236}">
                <a16:creationId xmlns:a16="http://schemas.microsoft.com/office/drawing/2014/main" id="{0CBE5AD5-000F-93C5-45D4-361998A986B8}"/>
              </a:ext>
            </a:extLst>
          </p:cNvPr>
          <p:cNvSpPr txBox="1">
            <a:spLocks/>
          </p:cNvSpPr>
          <p:nvPr/>
        </p:nvSpPr>
        <p:spPr>
          <a:xfrm>
            <a:off x="3190025" y="308780"/>
            <a:ext cx="5833918"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endParaRPr lang="en-US" sz="67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endParaRPr>
          </a:p>
        </p:txBody>
      </p:sp>
      <p:sp>
        <p:nvSpPr>
          <p:cNvPr id="2" name="Shape 51">
            <a:extLst>
              <a:ext uri="{FF2B5EF4-FFF2-40B4-BE49-F238E27FC236}">
                <a16:creationId xmlns:a16="http://schemas.microsoft.com/office/drawing/2014/main" id="{D18328FC-69F3-AE85-4A47-128E1F093745}"/>
              </a:ext>
            </a:extLst>
          </p:cNvPr>
          <p:cNvSpPr txBox="1">
            <a:spLocks/>
          </p:cNvSpPr>
          <p:nvPr/>
        </p:nvSpPr>
        <p:spPr>
          <a:xfrm>
            <a:off x="10984" y="591886"/>
            <a:ext cx="12192000"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lnSpc>
                <a:spcPct val="100000"/>
              </a:lnSpc>
              <a:spcBef>
                <a:spcPts val="0"/>
              </a:spcBef>
              <a:spcAft>
                <a:spcPts val="0"/>
              </a:spcAft>
              <a:buClr>
                <a:schemeClr val="dk2"/>
              </a:buClr>
              <a:buSzPct val="25000"/>
              <a:defRPr/>
            </a:pPr>
            <a:r>
              <a:rPr lang="en-US" sz="60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rPr>
              <a:t>Birthday &amp; Anniversary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09B42293-5D59-4530-8592-9303806F6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5767" y="-26574"/>
            <a:ext cx="12453443" cy="6994932"/>
          </a:xfrm>
          <a:prstGeom prst="rect">
            <a:avLst/>
          </a:prstGeom>
          <a:noFill/>
        </p:spPr>
      </p:pic>
      <p:sp>
        <p:nvSpPr>
          <p:cNvPr id="2" name="TextBox 1">
            <a:extLst>
              <a:ext uri="{FF2B5EF4-FFF2-40B4-BE49-F238E27FC236}">
                <a16:creationId xmlns:a16="http://schemas.microsoft.com/office/drawing/2014/main" id="{F79D3D0E-3B69-4F9F-8B28-F5588E8B1A2A}"/>
              </a:ext>
            </a:extLst>
          </p:cNvPr>
          <p:cNvSpPr txBox="1"/>
          <p:nvPr/>
        </p:nvSpPr>
        <p:spPr>
          <a:xfrm>
            <a:off x="5264238" y="4502104"/>
            <a:ext cx="6477001" cy="1015663"/>
          </a:xfrm>
          <a:prstGeom prst="rect">
            <a:avLst/>
          </a:prstGeom>
          <a:noFill/>
        </p:spPr>
        <p:txBody>
          <a:bodyPr wrap="square" rtlCol="0">
            <a:spAutoFit/>
          </a:bodyPr>
          <a:lstStyle/>
          <a:p>
            <a:pPr algn="ctr"/>
            <a:endParaRPr lang="en-US" sz="6000" dirty="0">
              <a:solidFill>
                <a:srgbClr val="FFFFFF"/>
              </a:solidFill>
              <a:latin typeface="Lucida Handwriting" panose="03010101010101010101" pitchFamily="66" charset="0"/>
            </a:endParaRPr>
          </a:p>
        </p:txBody>
      </p:sp>
      <p:pic>
        <p:nvPicPr>
          <p:cNvPr id="3" name="Picture 2">
            <a:extLst>
              <a:ext uri="{FF2B5EF4-FFF2-40B4-BE49-F238E27FC236}">
                <a16:creationId xmlns:a16="http://schemas.microsoft.com/office/drawing/2014/main" id="{8DB1262C-3DDD-E588-D94E-E6122E9367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05364" y="0"/>
            <a:ext cx="2635875" cy="2635875"/>
          </a:xfrm>
          <a:prstGeom prst="rect">
            <a:avLst/>
          </a:prstGeom>
        </p:spPr>
      </p:pic>
      <p:sp>
        <p:nvSpPr>
          <p:cNvPr id="4" name="Shape 51">
            <a:extLst>
              <a:ext uri="{FF2B5EF4-FFF2-40B4-BE49-F238E27FC236}">
                <a16:creationId xmlns:a16="http://schemas.microsoft.com/office/drawing/2014/main" id="{62BB93AD-5F3B-DBAF-E50E-0C61D7055CF0}"/>
              </a:ext>
            </a:extLst>
          </p:cNvPr>
          <p:cNvSpPr txBox="1">
            <a:spLocks/>
          </p:cNvSpPr>
          <p:nvPr/>
        </p:nvSpPr>
        <p:spPr>
          <a:xfrm>
            <a:off x="4522409" y="5120646"/>
            <a:ext cx="8559748"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6700" i="1" spc="300" dirty="0">
                <a:solidFill>
                  <a:schemeClr val="bg1"/>
                </a:solidFill>
                <a:effectLst>
                  <a:outerShdw blurRad="38100" dist="38100" dir="2700000" algn="tl">
                    <a:srgbClr val="000000">
                      <a:alpha val="43137"/>
                    </a:srgbClr>
                  </a:outerShdw>
                </a:effectLst>
                <a:latin typeface="Elephant" panose="02020904090505020303" pitchFamily="18" charset="0"/>
                <a:sym typeface="Arial"/>
              </a:rPr>
              <a:t>Thanksgiving Offertory</a:t>
            </a:r>
          </a:p>
        </p:txBody>
      </p:sp>
    </p:spTree>
    <p:extLst>
      <p:ext uri="{BB962C8B-B14F-4D97-AF65-F5344CB8AC3E}">
        <p14:creationId xmlns:p14="http://schemas.microsoft.com/office/powerpoint/2010/main" val="13148353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E086719B-D944-45A4-8FF1-BC7378B218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Shape 51">
            <a:extLst>
              <a:ext uri="{FF2B5EF4-FFF2-40B4-BE49-F238E27FC236}">
                <a16:creationId xmlns:a16="http://schemas.microsoft.com/office/drawing/2014/main" id="{7E8A049F-968A-4021-9A43-5D2A19802418}"/>
              </a:ext>
            </a:extLst>
          </p:cNvPr>
          <p:cNvSpPr txBox="1">
            <a:spLocks noGrp="1"/>
          </p:cNvSpPr>
          <p:nvPr>
            <p:ph type="title"/>
          </p:nvPr>
        </p:nvSpPr>
        <p:spPr>
          <a:xfrm>
            <a:off x="5295364" y="2713149"/>
            <a:ext cx="6611571" cy="1122416"/>
          </a:xfrm>
        </p:spPr>
        <p:txBody>
          <a:bodyPr vert="horz" wrap="square" lIns="91358" tIns="45674" rIns="91358" bIns="45674" numCol="1" anchor="ctr" anchorCtr="0" compatLnSpc="1">
            <a:prstTxWarp prst="textNoShape">
              <a:avLst/>
            </a:prstTxWarp>
            <a:noAutofit/>
          </a:bodyPr>
          <a:lstStyle/>
          <a:p>
            <a:pPr algn="ctr">
              <a:spcBef>
                <a:spcPts val="0"/>
              </a:spcBef>
              <a:buClr>
                <a:schemeClr val="dk2"/>
              </a:buClr>
              <a:buSzPct val="25000"/>
              <a:defRPr/>
            </a:pPr>
            <a:r>
              <a:rPr lang="en-US" sz="6700" i="1" spc="300" dirty="0">
                <a:solidFill>
                  <a:srgbClr val="B80003"/>
                </a:solidFill>
                <a:effectLst>
                  <a:outerShdw blurRad="38100" dist="38100" dir="2700000" algn="tl">
                    <a:srgbClr val="000000">
                      <a:alpha val="43137"/>
                    </a:srgbClr>
                  </a:outerShdw>
                </a:effectLst>
                <a:latin typeface="Elephant" panose="02020904090505020303" pitchFamily="18" charset="0"/>
                <a:sym typeface="Arial"/>
              </a:rPr>
              <a:t>Sermon</a:t>
            </a:r>
          </a:p>
        </p:txBody>
      </p:sp>
      <p:pic>
        <p:nvPicPr>
          <p:cNvPr id="2" name="Picture 1">
            <a:extLst>
              <a:ext uri="{FF2B5EF4-FFF2-40B4-BE49-F238E27FC236}">
                <a16:creationId xmlns:a16="http://schemas.microsoft.com/office/drawing/2014/main" id="{C17B5C03-099C-5887-E1CE-F474501215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789" y="0"/>
            <a:ext cx="2343955" cy="2343955"/>
          </a:xfrm>
          <a:prstGeom prst="rect">
            <a:avLst/>
          </a:prstGeom>
        </p:spPr>
      </p:pic>
    </p:spTree>
    <p:extLst>
      <p:ext uri="{BB962C8B-B14F-4D97-AF65-F5344CB8AC3E}">
        <p14:creationId xmlns:p14="http://schemas.microsoft.com/office/powerpoint/2010/main" val="22298047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09B42293-5D59-4530-8592-9303806F6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flipH="1">
            <a:off x="0" y="0"/>
            <a:ext cx="12192000" cy="6858000"/>
          </a:xfrm>
          <a:prstGeom prst="rect">
            <a:avLst/>
          </a:prstGeom>
          <a:noFill/>
        </p:spPr>
      </p:pic>
      <p:sp>
        <p:nvSpPr>
          <p:cNvPr id="7" name="Shape 51">
            <a:extLst>
              <a:ext uri="{FF2B5EF4-FFF2-40B4-BE49-F238E27FC236}">
                <a16:creationId xmlns:a16="http://schemas.microsoft.com/office/drawing/2014/main" id="{7E8A049F-968A-4021-9A43-5D2A19802418}"/>
              </a:ext>
            </a:extLst>
          </p:cNvPr>
          <p:cNvSpPr txBox="1">
            <a:spLocks noGrp="1"/>
          </p:cNvSpPr>
          <p:nvPr>
            <p:ph type="title"/>
          </p:nvPr>
        </p:nvSpPr>
        <p:spPr>
          <a:xfrm>
            <a:off x="7580826" y="5400730"/>
            <a:ext cx="4495800" cy="1122416"/>
          </a:xfrm>
        </p:spPr>
        <p:txBody>
          <a:bodyPr vert="horz" wrap="square" lIns="91358" tIns="45674" rIns="91358" bIns="45674" numCol="1" anchor="ctr" anchorCtr="0" compatLnSpc="1">
            <a:prstTxWarp prst="textNoShape">
              <a:avLst/>
            </a:prstTxWarp>
            <a:noAutofit/>
          </a:bodyPr>
          <a:lstStyle/>
          <a:p>
            <a:pPr algn="ctr">
              <a:spcBef>
                <a:spcPts val="0"/>
              </a:spcBef>
              <a:buClr>
                <a:schemeClr val="dk2"/>
              </a:buClr>
              <a:buSzPct val="25000"/>
              <a:defRPr/>
            </a:pPr>
            <a:r>
              <a:rPr lang="en-US" sz="6700" i="1" spc="300" dirty="0">
                <a:solidFill>
                  <a:srgbClr val="00B0F0"/>
                </a:solidFill>
                <a:effectLst>
                  <a:outerShdw blurRad="38100" dist="38100" dir="2700000" algn="tl">
                    <a:srgbClr val="000000">
                      <a:alpha val="43137"/>
                    </a:srgbClr>
                  </a:outerShdw>
                </a:effectLst>
                <a:latin typeface="Elephant" panose="02020904090505020303" pitchFamily="18" charset="0"/>
                <a:sym typeface="Arial"/>
              </a:rPr>
              <a:t>Prayer</a:t>
            </a:r>
          </a:p>
        </p:txBody>
      </p:sp>
      <p:pic>
        <p:nvPicPr>
          <p:cNvPr id="3" name="Picture 2">
            <a:extLst>
              <a:ext uri="{FF2B5EF4-FFF2-40B4-BE49-F238E27FC236}">
                <a16:creationId xmlns:a16="http://schemas.microsoft.com/office/drawing/2014/main" id="{4B559A1A-971A-6092-F846-30ABC3D774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789" y="0"/>
            <a:ext cx="2343955" cy="2343955"/>
          </a:xfrm>
          <a:prstGeom prst="rect">
            <a:avLst/>
          </a:prstGeom>
        </p:spPr>
      </p:pic>
    </p:spTree>
    <p:extLst>
      <p:ext uri="{BB962C8B-B14F-4D97-AF65-F5344CB8AC3E}">
        <p14:creationId xmlns:p14="http://schemas.microsoft.com/office/powerpoint/2010/main" val="14179397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1">
            <a:extLst>
              <a:ext uri="{FF2B5EF4-FFF2-40B4-BE49-F238E27FC236}">
                <a16:creationId xmlns:a16="http://schemas.microsoft.com/office/drawing/2014/main" id="{7E8A049F-968A-4021-9A43-5D2A19802418}"/>
              </a:ext>
            </a:extLst>
          </p:cNvPr>
          <p:cNvSpPr txBox="1">
            <a:spLocks noGrp="1"/>
          </p:cNvSpPr>
          <p:nvPr>
            <p:ph type="title"/>
          </p:nvPr>
        </p:nvSpPr>
        <p:spPr>
          <a:xfrm>
            <a:off x="7580826" y="5400730"/>
            <a:ext cx="4495800" cy="1122416"/>
          </a:xfrm>
        </p:spPr>
        <p:txBody>
          <a:bodyPr vert="horz" wrap="square" lIns="91358" tIns="45674" rIns="91358" bIns="45674" numCol="1" anchor="ctr" anchorCtr="0" compatLnSpc="1">
            <a:prstTxWarp prst="textNoShape">
              <a:avLst/>
            </a:prstTxWarp>
            <a:noAutofit/>
          </a:bodyPr>
          <a:lstStyle/>
          <a:p>
            <a:pPr algn="ctr">
              <a:spcBef>
                <a:spcPts val="0"/>
              </a:spcBef>
              <a:buClr>
                <a:schemeClr val="dk2"/>
              </a:buClr>
              <a:buSzPct val="25000"/>
              <a:defRPr/>
            </a:pPr>
            <a:r>
              <a:rPr lang="en-US" sz="6700" i="1" spc="300" dirty="0">
                <a:solidFill>
                  <a:srgbClr val="00B0F0"/>
                </a:solidFill>
                <a:effectLst>
                  <a:outerShdw blurRad="38100" dist="38100" dir="2700000" algn="tl">
                    <a:srgbClr val="000000">
                      <a:alpha val="43137"/>
                    </a:srgbClr>
                  </a:outerShdw>
                </a:effectLst>
                <a:latin typeface="Elephant" panose="02020904090505020303" pitchFamily="18" charset="0"/>
                <a:sym typeface="Arial"/>
              </a:rPr>
              <a:t>Prayer</a:t>
            </a:r>
          </a:p>
        </p:txBody>
      </p:sp>
      <p:pic>
        <p:nvPicPr>
          <p:cNvPr id="4" name="Picture 3">
            <a:extLst>
              <a:ext uri="{FF2B5EF4-FFF2-40B4-BE49-F238E27FC236}">
                <a16:creationId xmlns:a16="http://schemas.microsoft.com/office/drawing/2014/main" id="{30D58F41-4ED6-F683-FD8B-0285A3A1527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27" r="23235" b="19807"/>
          <a:stretch/>
        </p:blipFill>
        <p:spPr>
          <a:xfrm>
            <a:off x="0" y="0"/>
            <a:ext cx="12192000" cy="6858000"/>
          </a:xfrm>
          <a:prstGeom prst="rect">
            <a:avLst/>
          </a:prstGeom>
        </p:spPr>
      </p:pic>
      <p:pic>
        <p:nvPicPr>
          <p:cNvPr id="3" name="Picture 2">
            <a:extLst>
              <a:ext uri="{FF2B5EF4-FFF2-40B4-BE49-F238E27FC236}">
                <a16:creationId xmlns:a16="http://schemas.microsoft.com/office/drawing/2014/main" id="{4B559A1A-971A-6092-F846-30ABC3D774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789" y="0"/>
            <a:ext cx="2343955" cy="2343955"/>
          </a:xfrm>
          <a:prstGeom prst="rect">
            <a:avLst/>
          </a:prstGeom>
        </p:spPr>
      </p:pic>
      <p:sp>
        <p:nvSpPr>
          <p:cNvPr id="16" name="Shape 51">
            <a:extLst>
              <a:ext uri="{FF2B5EF4-FFF2-40B4-BE49-F238E27FC236}">
                <a16:creationId xmlns:a16="http://schemas.microsoft.com/office/drawing/2014/main" id="{22BAC352-7071-103F-EC79-FE7D8627615B}"/>
              </a:ext>
            </a:extLst>
          </p:cNvPr>
          <p:cNvSpPr txBox="1">
            <a:spLocks/>
          </p:cNvSpPr>
          <p:nvPr/>
        </p:nvSpPr>
        <p:spPr>
          <a:xfrm>
            <a:off x="545616" y="4839522"/>
            <a:ext cx="5833918" cy="1122416"/>
          </a:xfrm>
          <a:prstGeom prst="rect">
            <a:avLst/>
          </a:prstGeom>
        </p:spPr>
        <p:txBody>
          <a:bodyPr vert="horz" wrap="square" lIns="91358" tIns="45674" rIns="91358" bIns="45674" numCol="1" rtlCol="0" anchor="ctr" anchorCtr="0" compatLnSpc="1">
            <a:prstTxWarp prst="textNoShape">
              <a:avLst/>
            </a:prstTxWarp>
            <a:noAutofit/>
          </a:bodyPr>
          <a:lstStyle>
            <a:lvl1pPr algn="l" defTabSz="914218" rtl="0" eaLnBrk="1" latinLnBrk="0" hangingPunct="1">
              <a:lnSpc>
                <a:spcPct val="90000"/>
              </a:lnSpc>
              <a:spcBef>
                <a:spcPct val="0"/>
              </a:spcBef>
              <a:buNone/>
              <a:defRPr sz="3200" kern="1200">
                <a:solidFill>
                  <a:schemeClr val="tx1"/>
                </a:solidFill>
                <a:latin typeface="+mj-lt"/>
                <a:ea typeface="+mj-ea"/>
                <a:cs typeface="+mj-cs"/>
              </a:defRPr>
            </a:lvl1pPr>
          </a:lstStyle>
          <a:p>
            <a:pPr algn="ctr" fontAlgn="auto">
              <a:spcBef>
                <a:spcPts val="0"/>
              </a:spcBef>
              <a:spcAft>
                <a:spcPts val="0"/>
              </a:spcAft>
              <a:buClr>
                <a:schemeClr val="dk2"/>
              </a:buClr>
              <a:buSzPct val="25000"/>
              <a:defRPr/>
            </a:pPr>
            <a:r>
              <a:rPr lang="en-US" sz="6700" i="1" spc="300" dirty="0">
                <a:solidFill>
                  <a:srgbClr val="FF0002"/>
                </a:solidFill>
                <a:effectLst>
                  <a:outerShdw blurRad="38100" dist="38100" dir="2700000" algn="tl">
                    <a:srgbClr val="000000">
                      <a:alpha val="43137"/>
                    </a:srgbClr>
                  </a:outerShdw>
                </a:effectLst>
                <a:latin typeface="Elephant" panose="02020904090505020303" pitchFamily="18" charset="0"/>
                <a:sym typeface="Arial"/>
              </a:rPr>
              <a:t>Confession</a:t>
            </a:r>
          </a:p>
        </p:txBody>
      </p:sp>
    </p:spTree>
    <p:extLst>
      <p:ext uri="{BB962C8B-B14F-4D97-AF65-F5344CB8AC3E}">
        <p14:creationId xmlns:p14="http://schemas.microsoft.com/office/powerpoint/2010/main" val="6969975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DABDF-80ED-E441-B7EB-6FBAB6CB85FD}"/>
              </a:ext>
            </a:extLst>
          </p:cNvPr>
          <p:cNvSpPr txBox="1"/>
          <p:nvPr/>
        </p:nvSpPr>
        <p:spPr>
          <a:xfrm>
            <a:off x="28427" y="616883"/>
            <a:ext cx="6067573" cy="5940088"/>
          </a:xfrm>
          <a:prstGeom prst="rect">
            <a:avLst/>
          </a:prstGeom>
          <a:noFill/>
        </p:spPr>
        <p:txBody>
          <a:bodyPr wrap="square" rtlCol="0">
            <a:spAutoFit/>
          </a:bodyPr>
          <a:lstStyle/>
          <a:p>
            <a:pPr algn="ctr">
              <a:lnSpc>
                <a:spcPts val="2380"/>
              </a:lnSpc>
            </a:pPr>
            <a:endParaRPr lang="en-US" dirty="0">
              <a:latin typeface="Malayalam MN" pitchFamily="2" charset="0"/>
              <a:cs typeface="Malayalam MN" pitchFamily="2" charset="0"/>
            </a:endParaRPr>
          </a:p>
          <a:p>
            <a:pPr algn="ctr">
              <a:lnSpc>
                <a:spcPts val="2380"/>
              </a:lnSpc>
            </a:pPr>
            <a:r>
              <a:rPr lang="ml-IN" sz="2200" b="1" dirty="0">
                <a:effectLst/>
                <a:latin typeface="Malayalam MN" pitchFamily="2" charset="0"/>
                <a:cs typeface="Malayalam MN" pitchFamily="2" charset="0"/>
              </a:rPr>
              <a:t>സര്‍വ്വശക്തിയുള്ള ബാവാതമ്പുരാനേ, നിനക്കു വിരോധമായും, ലോകത്തെ രക്ഷിപ്പാനായി തന്‍റെ കൃപയാല്‍ വിശുദ്ധ കന്യകമറിയാമില്‍നിന്ന് ജനിച്ചു ഞങ്ങള്‍ക്കു</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വേണ്ടി കഷ്ടത അനുഭവിച്ച് മരിച്ച്</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ഞങ്ങള്‍ക്കു രക്ഷ നല്കിയ</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മ്ശിഹാതമ്പുരാനേ, നിനക്കു</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വിരോധമായും,</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സകലത്തെയും ജീവിപ്പിക്കുന്നവനും</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ആശ്വസിപ്പിച്ചു ശുദ്ധീകരിക്കുന്നവനും ആയ</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പരിശുദ്ധാത്മാവാം തമ്പുരാനേ, നിനക്കു വിരോധമായും, ഞാന്‍ ചെയ്തുപോയ സകല പാപങ്ങളെയും ഏറ്റുപറഞ്ഞ്</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സങ്കടപ്പെടുന്നു. സത്യമായി അനുതപി</a:t>
            </a:r>
            <a:r>
              <a:rPr lang="en-US" sz="2200" b="1" dirty="0">
                <a:effectLst/>
                <a:latin typeface="Malayalam MN" pitchFamily="2" charset="0"/>
                <a:cs typeface="Malayalam MN" pitchFamily="2" charset="0"/>
              </a:rPr>
              <a:t>-</a:t>
            </a:r>
            <a:r>
              <a:rPr lang="ml-IN" sz="2200" b="1" dirty="0">
                <a:effectLst/>
                <a:latin typeface="Malayalam MN" pitchFamily="2" charset="0"/>
                <a:cs typeface="Malayalam MN" pitchFamily="2" charset="0"/>
              </a:rPr>
              <a:t>ക്കുന്നവരെ കൈക്കൊളളുമെന്ന് നീ</a:t>
            </a:r>
            <a:r>
              <a:rPr lang="en-US" sz="2200" b="1" dirty="0">
                <a:effectLst/>
                <a:latin typeface="Malayalam MN" pitchFamily="2" charset="0"/>
                <a:cs typeface="Malayalam MN" pitchFamily="2" charset="0"/>
              </a:rPr>
              <a:t> </a:t>
            </a:r>
            <a:r>
              <a:rPr lang="ml-IN" sz="2200" b="1" dirty="0">
                <a:effectLst/>
                <a:latin typeface="Malayalam MN" pitchFamily="2" charset="0"/>
                <a:cs typeface="Malayalam MN" pitchFamily="2" charset="0"/>
              </a:rPr>
              <a:t>ചെയ്തിരിക്കുന്ന</a:t>
            </a:r>
            <a:r>
              <a:rPr lang="en-US" sz="2200" b="1" dirty="0">
                <a:latin typeface="Malayalam MN" pitchFamily="2" charset="0"/>
                <a:cs typeface="Malayalam MN" pitchFamily="2" charset="0"/>
              </a:rPr>
              <a:t> </a:t>
            </a:r>
            <a:r>
              <a:rPr lang="ml-IN" sz="2200" b="1" dirty="0">
                <a:effectLst/>
                <a:latin typeface="Malayalam MN" pitchFamily="2" charset="0"/>
                <a:cs typeface="Malayalam MN" pitchFamily="2" charset="0"/>
              </a:rPr>
              <a:t>വാഗ്ദാനം ഞാന്‍ വിശ്വസിച്ച് സകലത്തിലും പിഴച്ചു എന്ന് ഞാന്‍ ഏറ്റു പറയുന്നു. </a:t>
            </a:r>
            <a:endParaRPr lang="en-US" sz="2200" b="1" dirty="0">
              <a:latin typeface="Malayalam MN" pitchFamily="2" charset="0"/>
              <a:cs typeface="Malayalam MN" pitchFamily="2" charset="0"/>
            </a:endParaRPr>
          </a:p>
        </p:txBody>
      </p:sp>
      <p:sp>
        <p:nvSpPr>
          <p:cNvPr id="5" name="TextBox 4">
            <a:extLst>
              <a:ext uri="{FF2B5EF4-FFF2-40B4-BE49-F238E27FC236}">
                <a16:creationId xmlns:a16="http://schemas.microsoft.com/office/drawing/2014/main" id="{115C5FED-7833-1015-277D-FF26C187F340}"/>
              </a:ext>
            </a:extLst>
          </p:cNvPr>
          <p:cNvSpPr txBox="1"/>
          <p:nvPr/>
        </p:nvSpPr>
        <p:spPr>
          <a:xfrm>
            <a:off x="6238211" y="1028670"/>
            <a:ext cx="5828771" cy="5652253"/>
          </a:xfrm>
          <a:prstGeom prst="rect">
            <a:avLst/>
          </a:prstGeom>
          <a:noFill/>
        </p:spPr>
        <p:txBody>
          <a:bodyPr wrap="square">
            <a:spAutoFit/>
          </a:bodyPr>
          <a:lstStyle/>
          <a:p>
            <a:pPr algn="ctr">
              <a:lnSpc>
                <a:spcPts val="2920"/>
              </a:lnSpc>
            </a:pPr>
            <a:r>
              <a:rPr lang="en-US" sz="2200" b="1" dirty="0" err="1">
                <a:latin typeface="+mn-lt"/>
              </a:rPr>
              <a:t>Sarva</a:t>
            </a:r>
            <a:r>
              <a:rPr lang="en-US" sz="2200" b="1" dirty="0">
                <a:latin typeface="+mn-lt"/>
              </a:rPr>
              <a:t> </a:t>
            </a:r>
            <a:r>
              <a:rPr lang="en-US" sz="2200" b="1" dirty="0" err="1">
                <a:latin typeface="+mn-lt"/>
              </a:rPr>
              <a:t>shakthiyulla</a:t>
            </a:r>
            <a:r>
              <a:rPr lang="en-US" sz="2200" b="1" dirty="0">
                <a:latin typeface="+mn-lt"/>
              </a:rPr>
              <a:t> </a:t>
            </a:r>
            <a:r>
              <a:rPr lang="en-US" sz="2200" b="1" dirty="0" err="1">
                <a:latin typeface="+mn-lt"/>
              </a:rPr>
              <a:t>baava</a:t>
            </a:r>
            <a:r>
              <a:rPr lang="en-US" sz="2200" b="1" dirty="0">
                <a:latin typeface="+mn-lt"/>
              </a:rPr>
              <a:t> </a:t>
            </a:r>
            <a:r>
              <a:rPr lang="en-US" sz="2200" b="1" dirty="0" err="1">
                <a:latin typeface="+mn-lt"/>
              </a:rPr>
              <a:t>thampuraane</a:t>
            </a:r>
            <a:r>
              <a:rPr lang="en-US" sz="2200" b="1" dirty="0">
                <a:latin typeface="+mn-lt"/>
              </a:rPr>
              <a:t> - </a:t>
            </a:r>
            <a:r>
              <a:rPr lang="en-US" sz="2200" b="1" dirty="0" err="1">
                <a:latin typeface="+mn-lt"/>
              </a:rPr>
              <a:t>ninaku</a:t>
            </a:r>
            <a:r>
              <a:rPr lang="en-US" sz="2200" b="1" dirty="0">
                <a:latin typeface="+mn-lt"/>
              </a:rPr>
              <a:t> </a:t>
            </a:r>
            <a:r>
              <a:rPr lang="en-US" sz="2200" b="1" dirty="0" err="1">
                <a:latin typeface="+mn-lt"/>
              </a:rPr>
              <a:t>virodhamaayum</a:t>
            </a:r>
            <a:r>
              <a:rPr lang="en-US" sz="2200" b="1" dirty="0">
                <a:latin typeface="+mn-lt"/>
              </a:rPr>
              <a:t> - </a:t>
            </a:r>
            <a:r>
              <a:rPr lang="en-US" sz="2200" b="1" dirty="0" err="1">
                <a:latin typeface="+mn-lt"/>
              </a:rPr>
              <a:t>lokathe</a:t>
            </a:r>
            <a:r>
              <a:rPr lang="en-US" sz="2200" b="1" dirty="0">
                <a:latin typeface="+mn-lt"/>
              </a:rPr>
              <a:t> </a:t>
            </a:r>
            <a:r>
              <a:rPr lang="en-US" sz="2200" b="1" dirty="0" err="1">
                <a:latin typeface="+mn-lt"/>
              </a:rPr>
              <a:t>rakshipaanayi</a:t>
            </a:r>
            <a:r>
              <a:rPr lang="en-US" sz="2200" b="1" dirty="0">
                <a:latin typeface="+mn-lt"/>
              </a:rPr>
              <a:t> - </a:t>
            </a:r>
            <a:r>
              <a:rPr lang="en-US" sz="2200" b="1" dirty="0" err="1">
                <a:latin typeface="+mn-lt"/>
              </a:rPr>
              <a:t>thante</a:t>
            </a:r>
            <a:r>
              <a:rPr lang="en-US" sz="2200" b="1" dirty="0">
                <a:latin typeface="+mn-lt"/>
              </a:rPr>
              <a:t> </a:t>
            </a:r>
            <a:r>
              <a:rPr lang="en-US" sz="2200" b="1" dirty="0" err="1">
                <a:latin typeface="+mn-lt"/>
              </a:rPr>
              <a:t>kripayaal</a:t>
            </a:r>
            <a:r>
              <a:rPr lang="en-US" sz="2200" b="1" dirty="0">
                <a:latin typeface="+mn-lt"/>
              </a:rPr>
              <a:t> - </a:t>
            </a:r>
            <a:r>
              <a:rPr lang="en-US" sz="2200" b="1" dirty="0" err="1">
                <a:latin typeface="+mn-lt"/>
              </a:rPr>
              <a:t>vishudha</a:t>
            </a:r>
            <a:r>
              <a:rPr lang="en-US" sz="2200" b="1" dirty="0">
                <a:latin typeface="+mn-lt"/>
              </a:rPr>
              <a:t> </a:t>
            </a:r>
            <a:r>
              <a:rPr lang="en-US" sz="2200" b="1" dirty="0" err="1">
                <a:latin typeface="+mn-lt"/>
              </a:rPr>
              <a:t>kanyaka</a:t>
            </a:r>
            <a:r>
              <a:rPr lang="en-US" sz="2200" b="1" dirty="0">
                <a:latin typeface="+mn-lt"/>
              </a:rPr>
              <a:t> </a:t>
            </a:r>
            <a:r>
              <a:rPr lang="en-US" sz="2200" b="1" dirty="0" err="1">
                <a:latin typeface="+mn-lt"/>
              </a:rPr>
              <a:t>Mariyamil</a:t>
            </a:r>
            <a:r>
              <a:rPr lang="en-US" sz="2200" b="1" dirty="0">
                <a:latin typeface="+mn-lt"/>
              </a:rPr>
              <a:t> </a:t>
            </a:r>
            <a:r>
              <a:rPr lang="en-US" sz="2200" b="1" dirty="0" err="1">
                <a:latin typeface="+mn-lt"/>
              </a:rPr>
              <a:t>ninnu</a:t>
            </a:r>
            <a:r>
              <a:rPr lang="en-US" sz="2200" b="1" dirty="0">
                <a:latin typeface="+mn-lt"/>
              </a:rPr>
              <a:t> </a:t>
            </a:r>
            <a:r>
              <a:rPr lang="en-US" sz="2200" b="1" dirty="0" err="1">
                <a:latin typeface="+mn-lt"/>
              </a:rPr>
              <a:t>janichu</a:t>
            </a:r>
            <a:r>
              <a:rPr lang="en-US" sz="2200" b="1" dirty="0">
                <a:latin typeface="+mn-lt"/>
              </a:rPr>
              <a:t> - </a:t>
            </a:r>
            <a:r>
              <a:rPr lang="en-US" sz="2200" b="1" dirty="0" err="1">
                <a:latin typeface="+mn-lt"/>
              </a:rPr>
              <a:t>njangalku</a:t>
            </a:r>
            <a:r>
              <a:rPr lang="en-US" sz="2200" b="1" dirty="0">
                <a:latin typeface="+mn-lt"/>
              </a:rPr>
              <a:t> </a:t>
            </a:r>
            <a:r>
              <a:rPr lang="en-US" sz="2200" b="1" dirty="0" err="1">
                <a:latin typeface="+mn-lt"/>
              </a:rPr>
              <a:t>vendi</a:t>
            </a:r>
            <a:r>
              <a:rPr lang="en-US" sz="2200" b="1" dirty="0">
                <a:latin typeface="+mn-lt"/>
              </a:rPr>
              <a:t> - </a:t>
            </a:r>
            <a:r>
              <a:rPr lang="en-US" sz="2200" b="1" dirty="0" err="1">
                <a:latin typeface="+mn-lt"/>
              </a:rPr>
              <a:t>kashtatha</a:t>
            </a:r>
            <a:r>
              <a:rPr lang="en-US" sz="2200" b="1" dirty="0">
                <a:latin typeface="+mn-lt"/>
              </a:rPr>
              <a:t> </a:t>
            </a:r>
            <a:r>
              <a:rPr lang="en-US" sz="2200" b="1" dirty="0" err="1">
                <a:latin typeface="+mn-lt"/>
              </a:rPr>
              <a:t>anubhavichu</a:t>
            </a:r>
            <a:r>
              <a:rPr lang="en-US" sz="2200" b="1" dirty="0">
                <a:latin typeface="+mn-lt"/>
              </a:rPr>
              <a:t> </a:t>
            </a:r>
            <a:r>
              <a:rPr lang="en-US" sz="2200" b="1" dirty="0" err="1">
                <a:latin typeface="+mn-lt"/>
              </a:rPr>
              <a:t>marichu</a:t>
            </a:r>
            <a:r>
              <a:rPr lang="en-US" sz="2200" b="1" dirty="0">
                <a:latin typeface="+mn-lt"/>
              </a:rPr>
              <a:t> - </a:t>
            </a:r>
            <a:r>
              <a:rPr lang="en-US" sz="2200" b="1" dirty="0" err="1">
                <a:latin typeface="+mn-lt"/>
              </a:rPr>
              <a:t>njangalku</a:t>
            </a:r>
            <a:r>
              <a:rPr lang="en-US" sz="2200" b="1" dirty="0">
                <a:latin typeface="+mn-lt"/>
              </a:rPr>
              <a:t> </a:t>
            </a:r>
            <a:r>
              <a:rPr lang="en-US" sz="2200" b="1" dirty="0" err="1">
                <a:latin typeface="+mn-lt"/>
              </a:rPr>
              <a:t>raksha</a:t>
            </a:r>
            <a:r>
              <a:rPr lang="en-US" sz="2200" b="1" dirty="0">
                <a:latin typeface="+mn-lt"/>
              </a:rPr>
              <a:t> </a:t>
            </a:r>
            <a:r>
              <a:rPr lang="en-US" sz="2200" b="1" dirty="0" err="1">
                <a:latin typeface="+mn-lt"/>
              </a:rPr>
              <a:t>nalkiya</a:t>
            </a:r>
            <a:r>
              <a:rPr lang="en-US" sz="2200" b="1" dirty="0">
                <a:latin typeface="+mn-lt"/>
              </a:rPr>
              <a:t> </a:t>
            </a:r>
            <a:r>
              <a:rPr lang="en-US" sz="2200" b="1" dirty="0" err="1">
                <a:latin typeface="+mn-lt"/>
              </a:rPr>
              <a:t>mesiha</a:t>
            </a:r>
            <a:r>
              <a:rPr lang="en-US" sz="2200" b="1" dirty="0">
                <a:latin typeface="+mn-lt"/>
              </a:rPr>
              <a:t> </a:t>
            </a:r>
            <a:r>
              <a:rPr lang="en-US" sz="2200" b="1" dirty="0" err="1">
                <a:latin typeface="+mn-lt"/>
              </a:rPr>
              <a:t>thampuraane</a:t>
            </a:r>
            <a:r>
              <a:rPr lang="en-US" sz="2200" b="1" dirty="0">
                <a:latin typeface="+mn-lt"/>
              </a:rPr>
              <a:t> - </a:t>
            </a:r>
            <a:r>
              <a:rPr lang="en-US" sz="2200" b="1" dirty="0" err="1">
                <a:latin typeface="+mn-lt"/>
              </a:rPr>
              <a:t>ninaku</a:t>
            </a:r>
            <a:r>
              <a:rPr lang="en-US" sz="2200" b="1" dirty="0">
                <a:latin typeface="+mn-lt"/>
              </a:rPr>
              <a:t> </a:t>
            </a:r>
            <a:r>
              <a:rPr lang="en-US" sz="2200" b="1" dirty="0" err="1">
                <a:latin typeface="+mn-lt"/>
              </a:rPr>
              <a:t>virodhamaayum</a:t>
            </a:r>
            <a:r>
              <a:rPr lang="en-US" sz="2200" b="1" dirty="0">
                <a:latin typeface="+mn-lt"/>
              </a:rPr>
              <a:t> </a:t>
            </a:r>
            <a:r>
              <a:rPr lang="en-US" sz="2200" b="1" dirty="0" err="1">
                <a:latin typeface="+mn-lt"/>
              </a:rPr>
              <a:t>sakalatheyum</a:t>
            </a:r>
            <a:r>
              <a:rPr lang="en-US" sz="2200" b="1" dirty="0">
                <a:latin typeface="+mn-lt"/>
              </a:rPr>
              <a:t> </a:t>
            </a:r>
            <a:r>
              <a:rPr lang="en-US" sz="2200" b="1" dirty="0" err="1">
                <a:latin typeface="+mn-lt"/>
              </a:rPr>
              <a:t>jeevipikunnavanum</a:t>
            </a:r>
            <a:r>
              <a:rPr lang="en-US" sz="2200" b="1" dirty="0">
                <a:latin typeface="+mn-lt"/>
              </a:rPr>
              <a:t> </a:t>
            </a:r>
            <a:r>
              <a:rPr lang="en-US" sz="2200" b="1" dirty="0" err="1">
                <a:latin typeface="+mn-lt"/>
              </a:rPr>
              <a:t>aashwasipichu</a:t>
            </a:r>
            <a:r>
              <a:rPr lang="en-US" sz="2200" b="1" dirty="0">
                <a:latin typeface="+mn-lt"/>
              </a:rPr>
              <a:t> </a:t>
            </a:r>
            <a:r>
              <a:rPr lang="en-US" sz="2200" b="1" dirty="0" err="1">
                <a:latin typeface="+mn-lt"/>
              </a:rPr>
              <a:t>shudheekarikunnavanum</a:t>
            </a:r>
            <a:r>
              <a:rPr lang="en-US" sz="2200" b="1" dirty="0">
                <a:latin typeface="+mn-lt"/>
              </a:rPr>
              <a:t> </a:t>
            </a:r>
            <a:r>
              <a:rPr lang="en-US" sz="2200" b="1" dirty="0" err="1">
                <a:latin typeface="+mn-lt"/>
              </a:rPr>
              <a:t>aaya</a:t>
            </a:r>
            <a:r>
              <a:rPr lang="en-US" sz="2200" b="1" dirty="0">
                <a:latin typeface="+mn-lt"/>
              </a:rPr>
              <a:t> - </a:t>
            </a:r>
            <a:r>
              <a:rPr lang="en-US" sz="2200" b="1" dirty="0" err="1">
                <a:latin typeface="+mn-lt"/>
              </a:rPr>
              <a:t>Parishudhaamaavam</a:t>
            </a:r>
            <a:r>
              <a:rPr lang="en-US" sz="2200" b="1" dirty="0">
                <a:latin typeface="+mn-lt"/>
              </a:rPr>
              <a:t> </a:t>
            </a:r>
            <a:r>
              <a:rPr lang="en-US" sz="2200" b="1" dirty="0" err="1">
                <a:latin typeface="+mn-lt"/>
              </a:rPr>
              <a:t>thampuraane</a:t>
            </a:r>
            <a:r>
              <a:rPr lang="en-US" sz="2200" b="1" dirty="0">
                <a:latin typeface="+mn-lt"/>
              </a:rPr>
              <a:t> </a:t>
            </a:r>
            <a:r>
              <a:rPr lang="en-US" sz="2200" b="1" dirty="0" err="1">
                <a:latin typeface="+mn-lt"/>
              </a:rPr>
              <a:t>ninakku</a:t>
            </a:r>
            <a:r>
              <a:rPr lang="en-US" sz="2200" b="1" dirty="0">
                <a:latin typeface="+mn-lt"/>
              </a:rPr>
              <a:t> </a:t>
            </a:r>
            <a:r>
              <a:rPr lang="en-US" sz="2200" b="1" dirty="0" err="1">
                <a:latin typeface="+mn-lt"/>
              </a:rPr>
              <a:t>virodhamaayum</a:t>
            </a:r>
            <a:r>
              <a:rPr lang="en-US" sz="2200" b="1" dirty="0">
                <a:latin typeface="+mn-lt"/>
              </a:rPr>
              <a:t> - </a:t>
            </a:r>
            <a:r>
              <a:rPr lang="en-US" sz="2200" b="1" dirty="0" err="1">
                <a:latin typeface="+mn-lt"/>
              </a:rPr>
              <a:t>njaan</a:t>
            </a:r>
            <a:r>
              <a:rPr lang="en-US" sz="2200" b="1" dirty="0">
                <a:latin typeface="+mn-lt"/>
              </a:rPr>
              <a:t> </a:t>
            </a:r>
            <a:r>
              <a:rPr lang="en-US" sz="2200" b="1" dirty="0" err="1">
                <a:latin typeface="+mn-lt"/>
              </a:rPr>
              <a:t>cheithu</a:t>
            </a:r>
            <a:r>
              <a:rPr lang="en-US" sz="2200" b="1" dirty="0">
                <a:latin typeface="+mn-lt"/>
              </a:rPr>
              <a:t> </a:t>
            </a:r>
            <a:r>
              <a:rPr lang="en-US" sz="2200" b="1" dirty="0" err="1">
                <a:latin typeface="+mn-lt"/>
              </a:rPr>
              <a:t>poya</a:t>
            </a:r>
            <a:r>
              <a:rPr lang="en-US" sz="2200" b="1" dirty="0">
                <a:latin typeface="+mn-lt"/>
              </a:rPr>
              <a:t> - </a:t>
            </a:r>
            <a:r>
              <a:rPr lang="en-US" sz="2200" b="1" dirty="0" err="1">
                <a:latin typeface="+mn-lt"/>
              </a:rPr>
              <a:t>sakala</a:t>
            </a:r>
            <a:r>
              <a:rPr lang="en-US" sz="2200" b="1" dirty="0">
                <a:latin typeface="+mn-lt"/>
              </a:rPr>
              <a:t> </a:t>
            </a:r>
            <a:r>
              <a:rPr lang="en-US" sz="2200" b="1" dirty="0" err="1">
                <a:latin typeface="+mn-lt"/>
              </a:rPr>
              <a:t>paapangaleyum</a:t>
            </a:r>
            <a:r>
              <a:rPr lang="en-US" sz="2200" b="1" dirty="0">
                <a:latin typeface="+mn-lt"/>
              </a:rPr>
              <a:t> - </a:t>
            </a:r>
            <a:r>
              <a:rPr lang="en-US" sz="2200" b="1" dirty="0" err="1">
                <a:latin typeface="+mn-lt"/>
              </a:rPr>
              <a:t>ettu</a:t>
            </a:r>
            <a:r>
              <a:rPr lang="en-US" sz="2200" b="1" dirty="0">
                <a:latin typeface="+mn-lt"/>
              </a:rPr>
              <a:t> </a:t>
            </a:r>
            <a:r>
              <a:rPr lang="en-US" sz="2200" b="1" dirty="0" err="1">
                <a:latin typeface="+mn-lt"/>
              </a:rPr>
              <a:t>paranju</a:t>
            </a:r>
            <a:r>
              <a:rPr lang="en-US" sz="2200" b="1" dirty="0">
                <a:latin typeface="+mn-lt"/>
              </a:rPr>
              <a:t> </a:t>
            </a:r>
            <a:r>
              <a:rPr lang="en-US" sz="2200" b="1" dirty="0" err="1">
                <a:latin typeface="+mn-lt"/>
              </a:rPr>
              <a:t>sankadapedunnu</a:t>
            </a:r>
            <a:r>
              <a:rPr lang="en-US" sz="2200" b="1" dirty="0">
                <a:latin typeface="+mn-lt"/>
              </a:rPr>
              <a:t>. </a:t>
            </a:r>
            <a:r>
              <a:rPr lang="en-US" sz="2200" b="1" dirty="0" err="1">
                <a:latin typeface="+mn-lt"/>
              </a:rPr>
              <a:t>Sathyamaayi</a:t>
            </a:r>
            <a:r>
              <a:rPr lang="en-US" sz="2200" b="1" dirty="0">
                <a:latin typeface="+mn-lt"/>
              </a:rPr>
              <a:t> </a:t>
            </a:r>
            <a:r>
              <a:rPr lang="en-US" sz="2200" b="1" dirty="0" err="1">
                <a:latin typeface="+mn-lt"/>
              </a:rPr>
              <a:t>anuthapikkunnavare</a:t>
            </a:r>
            <a:r>
              <a:rPr lang="en-US" sz="2200" b="1" dirty="0">
                <a:latin typeface="+mn-lt"/>
              </a:rPr>
              <a:t> </a:t>
            </a:r>
            <a:r>
              <a:rPr lang="en-US" sz="2200" b="1" dirty="0" err="1">
                <a:latin typeface="+mn-lt"/>
              </a:rPr>
              <a:t>kaikollumennu</a:t>
            </a:r>
            <a:r>
              <a:rPr lang="en-US" sz="2200" b="1" dirty="0">
                <a:latin typeface="+mn-lt"/>
              </a:rPr>
              <a:t> - nee </a:t>
            </a:r>
            <a:r>
              <a:rPr lang="en-US" sz="2200" b="1" dirty="0" err="1">
                <a:latin typeface="+mn-lt"/>
              </a:rPr>
              <a:t>cheithirikkunna</a:t>
            </a:r>
            <a:r>
              <a:rPr lang="en-US" sz="2200" b="1" dirty="0">
                <a:latin typeface="+mn-lt"/>
              </a:rPr>
              <a:t> </a:t>
            </a:r>
            <a:r>
              <a:rPr lang="en-US" sz="2200" b="1" dirty="0" err="1">
                <a:latin typeface="+mn-lt"/>
              </a:rPr>
              <a:t>vaagdaanam</a:t>
            </a:r>
            <a:r>
              <a:rPr lang="en-US" sz="2200" b="1" dirty="0">
                <a:latin typeface="+mn-lt"/>
              </a:rPr>
              <a:t> </a:t>
            </a:r>
            <a:r>
              <a:rPr lang="en-US" sz="2200" b="1" dirty="0" err="1">
                <a:latin typeface="+mn-lt"/>
              </a:rPr>
              <a:t>njaan</a:t>
            </a:r>
            <a:r>
              <a:rPr lang="en-US" sz="2200" b="1" dirty="0">
                <a:latin typeface="+mn-lt"/>
              </a:rPr>
              <a:t> </a:t>
            </a:r>
            <a:r>
              <a:rPr lang="en-US" sz="2200" b="1" dirty="0" err="1">
                <a:latin typeface="+mn-lt"/>
              </a:rPr>
              <a:t>vishwasichu</a:t>
            </a:r>
            <a:r>
              <a:rPr lang="en-US" sz="2200" b="1" dirty="0">
                <a:latin typeface="+mn-lt"/>
              </a:rPr>
              <a:t> - </a:t>
            </a:r>
            <a:r>
              <a:rPr lang="en-US" sz="2200" b="1" dirty="0" err="1">
                <a:latin typeface="+mn-lt"/>
              </a:rPr>
              <a:t>sakalathilum</a:t>
            </a:r>
            <a:r>
              <a:rPr lang="en-US" sz="2200" b="1" dirty="0">
                <a:latin typeface="+mn-lt"/>
              </a:rPr>
              <a:t> </a:t>
            </a:r>
            <a:r>
              <a:rPr lang="en-US" sz="2200" b="1" dirty="0" err="1">
                <a:latin typeface="+mn-lt"/>
              </a:rPr>
              <a:t>pizhachu</a:t>
            </a:r>
            <a:r>
              <a:rPr lang="en-US" sz="2200" b="1" dirty="0">
                <a:latin typeface="+mn-lt"/>
              </a:rPr>
              <a:t> </a:t>
            </a:r>
            <a:r>
              <a:rPr lang="en-US" sz="2200" b="1" dirty="0" err="1">
                <a:latin typeface="+mn-lt"/>
              </a:rPr>
              <a:t>ennu</a:t>
            </a:r>
            <a:r>
              <a:rPr lang="en-US" sz="2200" b="1" dirty="0">
                <a:latin typeface="+mn-lt"/>
              </a:rPr>
              <a:t> </a:t>
            </a:r>
            <a:r>
              <a:rPr lang="en-US" sz="2200" b="1" dirty="0" err="1">
                <a:latin typeface="+mn-lt"/>
              </a:rPr>
              <a:t>njaan</a:t>
            </a:r>
            <a:r>
              <a:rPr lang="en-US" sz="2200" b="1" dirty="0">
                <a:latin typeface="+mn-lt"/>
              </a:rPr>
              <a:t> </a:t>
            </a:r>
            <a:r>
              <a:rPr lang="en-US" sz="2200" b="1" dirty="0" err="1">
                <a:latin typeface="+mn-lt"/>
              </a:rPr>
              <a:t>ettu</a:t>
            </a:r>
            <a:r>
              <a:rPr lang="en-US" sz="2200" b="1" dirty="0">
                <a:latin typeface="+mn-lt"/>
              </a:rPr>
              <a:t> </a:t>
            </a:r>
            <a:r>
              <a:rPr lang="en-US" sz="2200" b="1" dirty="0" err="1">
                <a:latin typeface="+mn-lt"/>
              </a:rPr>
              <a:t>parayunnu</a:t>
            </a:r>
            <a:r>
              <a:rPr lang="en-US" sz="2200" b="1" dirty="0">
                <a:latin typeface="+mn-lt"/>
              </a:rPr>
              <a:t>.</a:t>
            </a:r>
          </a:p>
        </p:txBody>
      </p:sp>
      <p:sp>
        <p:nvSpPr>
          <p:cNvPr id="7" name="TextBox 6">
            <a:extLst>
              <a:ext uri="{FF2B5EF4-FFF2-40B4-BE49-F238E27FC236}">
                <a16:creationId xmlns:a16="http://schemas.microsoft.com/office/drawing/2014/main" id="{2C05E01E-3FB4-E2E3-4A22-678D168FF53E}"/>
              </a:ext>
            </a:extLst>
          </p:cNvPr>
          <p:cNvSpPr txBox="1"/>
          <p:nvPr/>
        </p:nvSpPr>
        <p:spPr>
          <a:xfrm>
            <a:off x="192443" y="105826"/>
            <a:ext cx="5739539" cy="784830"/>
          </a:xfrm>
          <a:prstGeom prst="rect">
            <a:avLst/>
          </a:prstGeom>
          <a:noFill/>
        </p:spPr>
        <p:txBody>
          <a:bodyPr wrap="square">
            <a:spAutoFit/>
          </a:bodyPr>
          <a:lstStyle/>
          <a:p>
            <a:pPr algn="ctr">
              <a:lnSpc>
                <a:spcPts val="2680"/>
              </a:lnSpc>
            </a:pPr>
            <a:r>
              <a:rPr lang="ml-IN" sz="2800" b="1" u="sng" dirty="0">
                <a:solidFill>
                  <a:schemeClr val="accent6">
                    <a:lumMod val="50000"/>
                  </a:schemeClr>
                </a:solidFill>
                <a:effectLst/>
                <a:latin typeface="Malayalam MN" pitchFamily="2" charset="0"/>
                <a:cs typeface="Malayalam MN" pitchFamily="2" charset="0"/>
              </a:rPr>
              <a:t>കുമ്പസാരസമയം ചൊല്ലുന്ന അപേക്ഷ </a:t>
            </a:r>
            <a:endParaRPr lang="en-US" sz="2800" b="1" u="sng" dirty="0">
              <a:solidFill>
                <a:schemeClr val="accent6">
                  <a:lumMod val="50000"/>
                </a:schemeClr>
              </a:solidFill>
              <a:effectLst/>
              <a:latin typeface="Malayalam MN" pitchFamily="2" charset="0"/>
              <a:cs typeface="Malayalam MN" pitchFamily="2" charset="0"/>
            </a:endParaRPr>
          </a:p>
        </p:txBody>
      </p:sp>
      <p:sp>
        <p:nvSpPr>
          <p:cNvPr id="8" name="TextBox 7">
            <a:extLst>
              <a:ext uri="{FF2B5EF4-FFF2-40B4-BE49-F238E27FC236}">
                <a16:creationId xmlns:a16="http://schemas.microsoft.com/office/drawing/2014/main" id="{1E2C46A4-328E-06CC-E987-AC1EA9F9C36F}"/>
              </a:ext>
            </a:extLst>
          </p:cNvPr>
          <p:cNvSpPr txBox="1"/>
          <p:nvPr/>
        </p:nvSpPr>
        <p:spPr>
          <a:xfrm>
            <a:off x="6288159" y="105827"/>
            <a:ext cx="6097656" cy="892552"/>
          </a:xfrm>
          <a:prstGeom prst="rect">
            <a:avLst/>
          </a:prstGeom>
          <a:noFill/>
        </p:spPr>
        <p:txBody>
          <a:bodyPr wrap="square">
            <a:spAutoFit/>
          </a:bodyPr>
          <a:lstStyle/>
          <a:p>
            <a:pPr algn="ctr" rtl="0">
              <a:spcBef>
                <a:spcPts val="0"/>
              </a:spcBef>
              <a:spcAft>
                <a:spcPts val="0"/>
              </a:spcAft>
            </a:pPr>
            <a:r>
              <a:rPr lang="en-US" sz="2600" b="1" i="0" u="sng" strike="noStrike" dirty="0" err="1">
                <a:solidFill>
                  <a:schemeClr val="accent6">
                    <a:lumMod val="50000"/>
                  </a:schemeClr>
                </a:solidFill>
                <a:effectLst/>
                <a:latin typeface="+mn-lt"/>
              </a:rPr>
              <a:t>Kumbasaara</a:t>
            </a:r>
            <a:r>
              <a:rPr lang="en-US" sz="2600" b="1" i="0" u="sng" strike="noStrike" dirty="0">
                <a:solidFill>
                  <a:schemeClr val="accent6">
                    <a:lumMod val="50000"/>
                  </a:schemeClr>
                </a:solidFill>
                <a:effectLst/>
                <a:latin typeface="+mn-lt"/>
              </a:rPr>
              <a:t> </a:t>
            </a:r>
            <a:r>
              <a:rPr lang="en-US" sz="2600" b="1" i="0" u="sng" strike="noStrike" dirty="0" err="1">
                <a:solidFill>
                  <a:schemeClr val="accent6">
                    <a:lumMod val="50000"/>
                  </a:schemeClr>
                </a:solidFill>
                <a:effectLst/>
                <a:latin typeface="+mn-lt"/>
              </a:rPr>
              <a:t>Samayam</a:t>
            </a:r>
            <a:r>
              <a:rPr lang="en-US" sz="2600" b="1" i="0" u="sng" strike="noStrike" dirty="0">
                <a:solidFill>
                  <a:schemeClr val="accent6">
                    <a:lumMod val="50000"/>
                  </a:schemeClr>
                </a:solidFill>
                <a:effectLst/>
                <a:latin typeface="+mn-lt"/>
              </a:rPr>
              <a:t> </a:t>
            </a:r>
            <a:r>
              <a:rPr lang="en-US" sz="2600" b="1" u="sng" dirty="0" err="1">
                <a:solidFill>
                  <a:schemeClr val="accent6">
                    <a:lumMod val="50000"/>
                  </a:schemeClr>
                </a:solidFill>
                <a:latin typeface="+mn-lt"/>
              </a:rPr>
              <a:t>C</a:t>
            </a:r>
            <a:r>
              <a:rPr lang="en-US" sz="2600" b="1" i="0" u="sng" strike="noStrike" dirty="0" err="1">
                <a:solidFill>
                  <a:schemeClr val="accent6">
                    <a:lumMod val="50000"/>
                  </a:schemeClr>
                </a:solidFill>
                <a:effectLst/>
                <a:latin typeface="+mn-lt"/>
              </a:rPr>
              <a:t>hollunna</a:t>
            </a:r>
            <a:endParaRPr lang="en-US" sz="2600" b="1" i="0" u="sng" strike="noStrike" dirty="0">
              <a:solidFill>
                <a:schemeClr val="accent6">
                  <a:lumMod val="50000"/>
                </a:schemeClr>
              </a:solidFill>
              <a:effectLst/>
              <a:latin typeface="+mn-lt"/>
            </a:endParaRPr>
          </a:p>
          <a:p>
            <a:pPr algn="ctr" rtl="0">
              <a:spcBef>
                <a:spcPts val="0"/>
              </a:spcBef>
              <a:spcAft>
                <a:spcPts val="0"/>
              </a:spcAft>
            </a:pPr>
            <a:r>
              <a:rPr lang="en-US" sz="2600" b="1" i="0" u="sng" strike="noStrike" dirty="0">
                <a:solidFill>
                  <a:schemeClr val="accent6">
                    <a:lumMod val="50000"/>
                  </a:schemeClr>
                </a:solidFill>
                <a:effectLst/>
                <a:latin typeface="+mn-lt"/>
              </a:rPr>
              <a:t> </a:t>
            </a:r>
            <a:r>
              <a:rPr lang="en-US" sz="2600" b="1" u="sng" dirty="0" err="1">
                <a:solidFill>
                  <a:schemeClr val="accent6">
                    <a:lumMod val="50000"/>
                  </a:schemeClr>
                </a:solidFill>
                <a:latin typeface="+mn-lt"/>
              </a:rPr>
              <a:t>A</a:t>
            </a:r>
            <a:r>
              <a:rPr lang="en-US" sz="2600" b="1" i="0" u="sng" strike="noStrike" dirty="0" err="1">
                <a:solidFill>
                  <a:schemeClr val="accent6">
                    <a:lumMod val="50000"/>
                  </a:schemeClr>
                </a:solidFill>
                <a:effectLst/>
                <a:latin typeface="+mn-lt"/>
              </a:rPr>
              <a:t>peksha</a:t>
            </a:r>
            <a:endParaRPr lang="en-US" sz="2600" b="1" i="0" u="sng" strike="noStrike" dirty="0">
              <a:solidFill>
                <a:schemeClr val="accent6">
                  <a:lumMod val="50000"/>
                </a:schemeClr>
              </a:solidFill>
              <a:effectLst/>
              <a:latin typeface="+mn-lt"/>
            </a:endParaRPr>
          </a:p>
        </p:txBody>
      </p:sp>
      <p:cxnSp>
        <p:nvCxnSpPr>
          <p:cNvPr id="9" name="Straight Connector 8">
            <a:extLst>
              <a:ext uri="{FF2B5EF4-FFF2-40B4-BE49-F238E27FC236}">
                <a16:creationId xmlns:a16="http://schemas.microsoft.com/office/drawing/2014/main" id="{75CE30BA-330D-7F32-11B7-3591B726BD66}"/>
              </a:ext>
            </a:extLst>
          </p:cNvPr>
          <p:cNvCxnSpPr>
            <a:cxnSpLocks/>
          </p:cNvCxnSpPr>
          <p:nvPr/>
        </p:nvCxnSpPr>
        <p:spPr>
          <a:xfrm>
            <a:off x="6096000" y="0"/>
            <a:ext cx="0" cy="685800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06646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DABDF-80ED-E441-B7EB-6FBAB6CB85FD}"/>
              </a:ext>
            </a:extLst>
          </p:cNvPr>
          <p:cNvSpPr txBox="1"/>
          <p:nvPr/>
        </p:nvSpPr>
        <p:spPr>
          <a:xfrm>
            <a:off x="28285" y="955997"/>
            <a:ext cx="6081785" cy="5760551"/>
          </a:xfrm>
          <a:prstGeom prst="rect">
            <a:avLst/>
          </a:prstGeom>
          <a:noFill/>
        </p:spPr>
        <p:txBody>
          <a:bodyPr wrap="square" rtlCol="0">
            <a:spAutoFit/>
          </a:bodyPr>
          <a:lstStyle/>
          <a:p>
            <a:pPr algn="ctr">
              <a:lnSpc>
                <a:spcPts val="2580"/>
              </a:lnSpc>
            </a:pPr>
            <a:r>
              <a:rPr lang="ml-IN" sz="2200" b="1" dirty="0">
                <a:effectLst/>
                <a:latin typeface="Malayalam MN" pitchFamily="2" charset="0"/>
                <a:cs typeface="Malayalam MN" pitchFamily="2" charset="0"/>
              </a:rPr>
              <a:t>വിചാരത്തിലും വചനത്തിലും പ്രവൃത്തിയിലും ഞാന്‍ പിഴച്ചു. നിന്‍റെ കല്പനകള്‍ എല്ലാം ഞാന്‍ ലംഘിച്ചു. നിന്‍റെ ശിക്ഷയ്ക്ക് പാത്രമാവുകയും ചെയ്തിരിക്കുന്നു. കാരുണ്യവാനും കൃപ നിറഞ്ഞവനുമായ കര്‍ത്താവേ, ചുങ്കക്കാരനെയും ആ പാപിനിയായ സ്ത്രീയേയും കുരിശില്‍ വെച്ചു കള്ളനെയുംകൈക്കൊണ്ട പ്രകാരം എന്നെയും കൈക്കൊണ്ട് നിന്‍റെ തിരുവചനത്തിന്‍റെ തണുപ്പാല്‍ എന്നെ ആശ്വസിപ്പിക്കണമേ. കര്‍ത്താവേ ഞാന്‍ അനുഭവിക്കുന്ന തിരുശരീരവും തിരുരക്തവും എനിക്ക് ശിക്ഷാവിധികും കുറ്റത്തിനും ആയിത്തീരാതെ ജീവനും രക്ഷയ്ക്കും ആക്കിത്തീര്‍ക്കണമേ. ആമേന്‍.</a:t>
            </a:r>
            <a:endParaRPr lang="en-US" sz="2200" b="1" dirty="0">
              <a:latin typeface="Malayalam MN" pitchFamily="2" charset="0"/>
              <a:cs typeface="Malayalam MN" pitchFamily="2" charset="0"/>
            </a:endParaRPr>
          </a:p>
        </p:txBody>
      </p:sp>
      <p:sp>
        <p:nvSpPr>
          <p:cNvPr id="6" name="TextBox 5">
            <a:extLst>
              <a:ext uri="{FF2B5EF4-FFF2-40B4-BE49-F238E27FC236}">
                <a16:creationId xmlns:a16="http://schemas.microsoft.com/office/drawing/2014/main" id="{71552E06-31D4-468B-BE54-1583A245E330}"/>
              </a:ext>
            </a:extLst>
          </p:cNvPr>
          <p:cNvSpPr txBox="1"/>
          <p:nvPr/>
        </p:nvSpPr>
        <p:spPr>
          <a:xfrm>
            <a:off x="6288159" y="998379"/>
            <a:ext cx="5798181" cy="5633017"/>
          </a:xfrm>
          <a:prstGeom prst="rect">
            <a:avLst/>
          </a:prstGeom>
          <a:noFill/>
        </p:spPr>
        <p:txBody>
          <a:bodyPr wrap="square">
            <a:spAutoFit/>
          </a:bodyPr>
          <a:lstStyle/>
          <a:p>
            <a:pPr algn="ctr">
              <a:lnSpc>
                <a:spcPts val="3140"/>
              </a:lnSpc>
            </a:pPr>
            <a:r>
              <a:rPr lang="en-US" sz="2200" b="1" dirty="0" err="1">
                <a:latin typeface="Calibri" panose="020F0502020204030204" pitchFamily="34" charset="0"/>
                <a:cs typeface="Calibri" panose="020F0502020204030204" pitchFamily="34" charset="0"/>
              </a:rPr>
              <a:t>Vichaarathilum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Vachanatliilum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Pravarthiyilum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njaan</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pizhachu</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Ninte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kalpanakal</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ellaam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njaan</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lenkichu</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Ninte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shikshekku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paathramaavukayum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chaithirikunnu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Kaarunyavanum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kripa</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niranjavanumaaya</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Karthaave</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chunkakkaraneyum</a:t>
            </a:r>
            <a:r>
              <a:rPr lang="en-US" sz="2200" b="1" dirty="0">
                <a:latin typeface="Calibri" panose="020F0502020204030204" pitchFamily="34" charset="0"/>
                <a:cs typeface="Calibri" panose="020F0502020204030204" pitchFamily="34" charset="0"/>
              </a:rPr>
              <a:t> - aa </a:t>
            </a:r>
            <a:r>
              <a:rPr lang="en-US" sz="2200" b="1" dirty="0" err="1">
                <a:latin typeface="Calibri" panose="020F0502020204030204" pitchFamily="34" charset="0"/>
                <a:cs typeface="Calibri" panose="020F0502020204030204" pitchFamily="34" charset="0"/>
              </a:rPr>
              <a:t>paapiyaya</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sthreeyeyum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kurishil</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vachu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kallaneyum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kaikonda</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prakaaram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enneyum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kaikondu</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ninte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Thiru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vachanathinte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thanuppaal</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enne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aashwasippikename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Karthaave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njaan</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anubhavikunna</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Thiru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shareeravum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Thiru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raktavum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enikku</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shikshaavidhikum</a:t>
            </a:r>
            <a:r>
              <a:rPr lang="en-US" sz="2200" b="1" dirty="0">
                <a:latin typeface="Calibri" panose="020F0502020204030204" pitchFamily="34" charset="0"/>
                <a:cs typeface="Calibri" panose="020F0502020204030204" pitchFamily="34" charset="0"/>
              </a:rPr>
              <a:t> -</a:t>
            </a:r>
          </a:p>
          <a:p>
            <a:pPr algn="ctr">
              <a:lnSpc>
                <a:spcPts val="3140"/>
              </a:lnSpc>
            </a:pPr>
            <a:r>
              <a:rPr lang="en-US" sz="2200" b="1" dirty="0" err="1">
                <a:latin typeface="Calibri" panose="020F0502020204030204" pitchFamily="34" charset="0"/>
                <a:cs typeface="Calibri" panose="020F0502020204030204" pitchFamily="34" charset="0"/>
              </a:rPr>
              <a:t>kuttathinum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aayitheeraathe</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jeevanum</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rakshakum</a:t>
            </a:r>
            <a:r>
              <a:rPr lang="en-US" sz="2200" b="1" dirty="0">
                <a:latin typeface="Calibri" panose="020F0502020204030204" pitchFamily="34" charset="0"/>
                <a:cs typeface="Calibri" panose="020F0502020204030204" pitchFamily="34" charset="0"/>
              </a:rPr>
              <a:t> - </a:t>
            </a:r>
            <a:r>
              <a:rPr lang="en-US" sz="2200" b="1" dirty="0" err="1">
                <a:latin typeface="Calibri" panose="020F0502020204030204" pitchFamily="34" charset="0"/>
                <a:cs typeface="Calibri" panose="020F0502020204030204" pitchFamily="34" charset="0"/>
              </a:rPr>
              <a:t>aakki</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theerkename</a:t>
            </a:r>
            <a:r>
              <a:rPr lang="en-US" sz="2200" b="1" dirty="0">
                <a:latin typeface="Calibri" panose="020F0502020204030204" pitchFamily="34" charset="0"/>
                <a:cs typeface="Calibri" panose="020F0502020204030204" pitchFamily="34" charset="0"/>
              </a:rPr>
              <a:t>. Amen.</a:t>
            </a:r>
          </a:p>
        </p:txBody>
      </p:sp>
      <p:cxnSp>
        <p:nvCxnSpPr>
          <p:cNvPr id="7" name="Straight Connector 6">
            <a:extLst>
              <a:ext uri="{FF2B5EF4-FFF2-40B4-BE49-F238E27FC236}">
                <a16:creationId xmlns:a16="http://schemas.microsoft.com/office/drawing/2014/main" id="{4267C376-4DA4-CB3C-E6BD-0D1B9CD90B0A}"/>
              </a:ext>
            </a:extLst>
          </p:cNvPr>
          <p:cNvCxnSpPr>
            <a:cxnSpLocks/>
          </p:cNvCxnSpPr>
          <p:nvPr/>
        </p:nvCxnSpPr>
        <p:spPr>
          <a:xfrm>
            <a:off x="6096000" y="0"/>
            <a:ext cx="0" cy="685800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94C96F5-6247-85DC-9228-7EE10A0D0FA6}"/>
              </a:ext>
            </a:extLst>
          </p:cNvPr>
          <p:cNvSpPr txBox="1"/>
          <p:nvPr/>
        </p:nvSpPr>
        <p:spPr>
          <a:xfrm>
            <a:off x="192443" y="105826"/>
            <a:ext cx="5739539" cy="784830"/>
          </a:xfrm>
          <a:prstGeom prst="rect">
            <a:avLst/>
          </a:prstGeom>
          <a:noFill/>
        </p:spPr>
        <p:txBody>
          <a:bodyPr wrap="square">
            <a:spAutoFit/>
          </a:bodyPr>
          <a:lstStyle/>
          <a:p>
            <a:pPr algn="ctr">
              <a:lnSpc>
                <a:spcPts val="2680"/>
              </a:lnSpc>
            </a:pPr>
            <a:r>
              <a:rPr lang="ml-IN" sz="2800" b="1" u="sng" dirty="0">
                <a:solidFill>
                  <a:schemeClr val="accent6">
                    <a:lumMod val="50000"/>
                  </a:schemeClr>
                </a:solidFill>
                <a:effectLst/>
                <a:latin typeface="Malayalam MN" pitchFamily="2" charset="0"/>
                <a:cs typeface="Malayalam MN" pitchFamily="2" charset="0"/>
              </a:rPr>
              <a:t>കുമ്പസാരസമയം ചൊല്ലുന്ന അപേക്ഷ </a:t>
            </a:r>
            <a:endParaRPr lang="en-US" sz="2800" b="1" u="sng" dirty="0">
              <a:solidFill>
                <a:schemeClr val="accent6">
                  <a:lumMod val="50000"/>
                </a:schemeClr>
              </a:solidFill>
              <a:effectLst/>
              <a:latin typeface="Malayalam MN" pitchFamily="2" charset="0"/>
              <a:cs typeface="Malayalam MN" pitchFamily="2" charset="0"/>
            </a:endParaRPr>
          </a:p>
        </p:txBody>
      </p:sp>
      <p:sp>
        <p:nvSpPr>
          <p:cNvPr id="8" name="TextBox 7">
            <a:extLst>
              <a:ext uri="{FF2B5EF4-FFF2-40B4-BE49-F238E27FC236}">
                <a16:creationId xmlns:a16="http://schemas.microsoft.com/office/drawing/2014/main" id="{45A6DF05-F536-F7D7-A1EE-0304121A95B6}"/>
              </a:ext>
            </a:extLst>
          </p:cNvPr>
          <p:cNvSpPr txBox="1"/>
          <p:nvPr/>
        </p:nvSpPr>
        <p:spPr>
          <a:xfrm>
            <a:off x="6288159" y="105827"/>
            <a:ext cx="6097656" cy="892552"/>
          </a:xfrm>
          <a:prstGeom prst="rect">
            <a:avLst/>
          </a:prstGeom>
          <a:noFill/>
        </p:spPr>
        <p:txBody>
          <a:bodyPr wrap="square">
            <a:spAutoFit/>
          </a:bodyPr>
          <a:lstStyle/>
          <a:p>
            <a:pPr algn="ctr" rtl="0">
              <a:spcBef>
                <a:spcPts val="0"/>
              </a:spcBef>
              <a:spcAft>
                <a:spcPts val="0"/>
              </a:spcAft>
            </a:pPr>
            <a:r>
              <a:rPr lang="en-US" sz="2600" b="1" i="0" u="sng" strike="noStrike" dirty="0" err="1">
                <a:solidFill>
                  <a:schemeClr val="accent6">
                    <a:lumMod val="50000"/>
                  </a:schemeClr>
                </a:solidFill>
                <a:effectLst/>
                <a:latin typeface="+mn-lt"/>
              </a:rPr>
              <a:t>Kumbasaara</a:t>
            </a:r>
            <a:r>
              <a:rPr lang="en-US" sz="2600" b="1" i="0" u="sng" strike="noStrike" dirty="0">
                <a:solidFill>
                  <a:schemeClr val="accent6">
                    <a:lumMod val="50000"/>
                  </a:schemeClr>
                </a:solidFill>
                <a:effectLst/>
                <a:latin typeface="+mn-lt"/>
              </a:rPr>
              <a:t> </a:t>
            </a:r>
            <a:r>
              <a:rPr lang="en-US" sz="2600" b="1" i="0" u="sng" strike="noStrike" dirty="0" err="1">
                <a:solidFill>
                  <a:schemeClr val="accent6">
                    <a:lumMod val="50000"/>
                  </a:schemeClr>
                </a:solidFill>
                <a:effectLst/>
                <a:latin typeface="+mn-lt"/>
              </a:rPr>
              <a:t>Samayam</a:t>
            </a:r>
            <a:r>
              <a:rPr lang="en-US" sz="2600" b="1" i="0" u="sng" strike="noStrike" dirty="0">
                <a:solidFill>
                  <a:schemeClr val="accent6">
                    <a:lumMod val="50000"/>
                  </a:schemeClr>
                </a:solidFill>
                <a:effectLst/>
                <a:latin typeface="+mn-lt"/>
              </a:rPr>
              <a:t> </a:t>
            </a:r>
            <a:r>
              <a:rPr lang="en-US" sz="2600" b="1" u="sng" dirty="0" err="1">
                <a:solidFill>
                  <a:schemeClr val="accent6">
                    <a:lumMod val="50000"/>
                  </a:schemeClr>
                </a:solidFill>
                <a:latin typeface="+mn-lt"/>
              </a:rPr>
              <a:t>C</a:t>
            </a:r>
            <a:r>
              <a:rPr lang="en-US" sz="2600" b="1" i="0" u="sng" strike="noStrike" dirty="0" err="1">
                <a:solidFill>
                  <a:schemeClr val="accent6">
                    <a:lumMod val="50000"/>
                  </a:schemeClr>
                </a:solidFill>
                <a:effectLst/>
                <a:latin typeface="+mn-lt"/>
              </a:rPr>
              <a:t>hollunna</a:t>
            </a:r>
            <a:endParaRPr lang="en-US" sz="2600" b="1" i="0" u="sng" strike="noStrike" dirty="0">
              <a:solidFill>
                <a:schemeClr val="accent6">
                  <a:lumMod val="50000"/>
                </a:schemeClr>
              </a:solidFill>
              <a:effectLst/>
              <a:latin typeface="+mn-lt"/>
            </a:endParaRPr>
          </a:p>
          <a:p>
            <a:pPr algn="ctr" rtl="0">
              <a:spcBef>
                <a:spcPts val="0"/>
              </a:spcBef>
              <a:spcAft>
                <a:spcPts val="0"/>
              </a:spcAft>
            </a:pPr>
            <a:r>
              <a:rPr lang="en-US" sz="2600" b="1" i="0" u="sng" strike="noStrike" dirty="0">
                <a:solidFill>
                  <a:schemeClr val="accent6">
                    <a:lumMod val="50000"/>
                  </a:schemeClr>
                </a:solidFill>
                <a:effectLst/>
                <a:latin typeface="+mn-lt"/>
              </a:rPr>
              <a:t> </a:t>
            </a:r>
            <a:r>
              <a:rPr lang="en-US" sz="2600" b="1" u="sng" dirty="0" err="1">
                <a:solidFill>
                  <a:schemeClr val="accent6">
                    <a:lumMod val="50000"/>
                  </a:schemeClr>
                </a:solidFill>
                <a:latin typeface="+mn-lt"/>
              </a:rPr>
              <a:t>A</a:t>
            </a:r>
            <a:r>
              <a:rPr lang="en-US" sz="2600" b="1" i="0" u="sng" strike="noStrike" dirty="0" err="1">
                <a:solidFill>
                  <a:schemeClr val="accent6">
                    <a:lumMod val="50000"/>
                  </a:schemeClr>
                </a:solidFill>
                <a:effectLst/>
                <a:latin typeface="+mn-lt"/>
              </a:rPr>
              <a:t>peksha</a:t>
            </a:r>
            <a:endParaRPr lang="en-US" sz="2600" b="1" i="0" u="sng" strike="noStrike" dirty="0">
              <a:solidFill>
                <a:schemeClr val="accent6">
                  <a:lumMod val="50000"/>
                </a:schemeClr>
              </a:solidFill>
              <a:effectLst/>
              <a:latin typeface="+mn-lt"/>
            </a:endParaRPr>
          </a:p>
        </p:txBody>
      </p:sp>
    </p:spTree>
    <p:extLst>
      <p:ext uri="{BB962C8B-B14F-4D97-AF65-F5344CB8AC3E}">
        <p14:creationId xmlns:p14="http://schemas.microsoft.com/office/powerpoint/2010/main" val="6560738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1483A7-F651-3085-3BDC-0F0ADCDFB3AB}"/>
              </a:ext>
            </a:extLst>
          </p:cNvPr>
          <p:cNvSpPr txBox="1"/>
          <p:nvPr/>
        </p:nvSpPr>
        <p:spPr>
          <a:xfrm>
            <a:off x="84971" y="5152047"/>
            <a:ext cx="12027517" cy="1682512"/>
          </a:xfrm>
          <a:prstGeom prst="rect">
            <a:avLst/>
          </a:prstGeom>
          <a:noFill/>
        </p:spPr>
        <p:txBody>
          <a:bodyPr wrap="square">
            <a:spAutoFit/>
          </a:bodyPr>
          <a:lstStyle/>
          <a:p>
            <a:pPr algn="ctr">
              <a:lnSpc>
                <a:spcPts val="3060"/>
              </a:lnSpc>
            </a:pPr>
            <a:r>
              <a:rPr lang="en-US" sz="2800" b="1" i="1" dirty="0">
                <a:solidFill>
                  <a:schemeClr val="accent6">
                    <a:lumMod val="50000"/>
                  </a:schemeClr>
                </a:solidFill>
                <a:latin typeface="+mn-lt"/>
              </a:rPr>
              <a:t>P. </a:t>
            </a:r>
            <a:r>
              <a:rPr lang="en-US" sz="2800" b="1" i="1" dirty="0">
                <a:latin typeface="+mn-lt"/>
              </a:rPr>
              <a:t>For each one of you who have truly repented and confessed your sins before God, the merciful God has forgiven all your sins. May the Holy Spirit strengthen and guide you to remain in constant fellowship with Him and new life. Amen.</a:t>
            </a:r>
            <a:br>
              <a:rPr lang="en-US" sz="2800" b="1" i="1" dirty="0">
                <a:latin typeface="+mn-lt"/>
              </a:rPr>
            </a:br>
            <a:endParaRPr lang="en-US" sz="2800" b="1" i="1" dirty="0">
              <a:latin typeface="+mn-lt"/>
            </a:endParaRPr>
          </a:p>
        </p:txBody>
      </p:sp>
      <p:sp>
        <p:nvSpPr>
          <p:cNvPr id="4" name="TextBox 3">
            <a:extLst>
              <a:ext uri="{FF2B5EF4-FFF2-40B4-BE49-F238E27FC236}">
                <a16:creationId xmlns:a16="http://schemas.microsoft.com/office/drawing/2014/main" id="{6338511E-E87B-0854-E4A6-E428EB99C8F7}"/>
              </a:ext>
            </a:extLst>
          </p:cNvPr>
          <p:cNvSpPr txBox="1"/>
          <p:nvPr/>
        </p:nvSpPr>
        <p:spPr>
          <a:xfrm>
            <a:off x="0" y="919866"/>
            <a:ext cx="6053193" cy="3041858"/>
          </a:xfrm>
          <a:prstGeom prst="rect">
            <a:avLst/>
          </a:prstGeom>
          <a:noFill/>
        </p:spPr>
        <p:txBody>
          <a:bodyPr wrap="square">
            <a:spAutoFit/>
          </a:bodyPr>
          <a:lstStyle/>
          <a:p>
            <a:pPr algn="ctr">
              <a:lnSpc>
                <a:spcPts val="2260"/>
              </a:lnSpc>
            </a:pPr>
            <a:r>
              <a:rPr lang="ml-IN" sz="2200" b="1" u="none" strike="noStrike" dirty="0">
                <a:solidFill>
                  <a:schemeClr val="accent6">
                    <a:lumMod val="50000"/>
                  </a:schemeClr>
                </a:solidFill>
                <a:effectLst/>
                <a:latin typeface="Malayalam MN" pitchFamily="2" charset="0"/>
                <a:cs typeface="Malayalam MN" pitchFamily="2" charset="0"/>
              </a:rPr>
              <a:t>പ</a:t>
            </a:r>
            <a:r>
              <a:rPr lang="en-US" altLang="en-US" sz="2200" b="1" dirty="0">
                <a:solidFill>
                  <a:schemeClr val="accent6">
                    <a:lumMod val="50000"/>
                  </a:schemeClr>
                </a:solidFill>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സത്യമായി</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അനുതപിച്ച് തങ്ങളുടെ പാപങ്ങളെ</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ദൈവസന്നിധയില്‍ ഏറ്റു പറഞ്ഞിരിക്കുന്ന നിങ്ങള്‍ ഓരോരുത്തരോടും കരുണാസമ്പന്നനായ ദൈവം</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മനസ്സലിഞ്ഞ്</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സകല</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പാപങ്ങളും ക്ഷമിച്ചിരിക്കുന്നു.</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തന്നോടുള്ള നിരന്തരം കൂട്ടായ്മയിലും</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പുതു</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ജീവനിലും നിലനില്പാന്‍</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പരിശുദ്ധാത്മാവ് നിങ്ങളെ ശക്തീകരിച്ച്</a:t>
            </a:r>
            <a:r>
              <a:rPr lang="en-US" sz="2200" b="1" u="none" strike="noStrike" dirty="0">
                <a:effectLst/>
                <a:latin typeface="Malayalam MN" pitchFamily="2" charset="0"/>
                <a:cs typeface="Malayalam MN" pitchFamily="2" charset="0"/>
              </a:rPr>
              <a:t> </a:t>
            </a:r>
            <a:r>
              <a:rPr lang="ml-IN" sz="2200" b="1" u="none" strike="noStrike" dirty="0">
                <a:effectLst/>
                <a:latin typeface="Malayalam MN" pitchFamily="2" charset="0"/>
                <a:cs typeface="Malayalam MN" pitchFamily="2" charset="0"/>
              </a:rPr>
              <a:t>വഴിനടത്തുമാറാകട്ടെ. ആമേന്‍</a:t>
            </a:r>
            <a:r>
              <a:rPr lang="en-US" sz="2200" b="1" u="none" strike="noStrike" dirty="0">
                <a:effectLst/>
                <a:latin typeface="Malayalam MN" pitchFamily="2" charset="0"/>
                <a:cs typeface="Malayalam MN" pitchFamily="2" charset="0"/>
              </a:rPr>
              <a:t>.</a:t>
            </a:r>
            <a:endParaRPr lang="en-US" sz="2200" b="1" dirty="0">
              <a:latin typeface="Malayalam MN" pitchFamily="2" charset="0"/>
              <a:cs typeface="Malayalam MN" pitchFamily="2" charset="0"/>
            </a:endParaRPr>
          </a:p>
        </p:txBody>
      </p:sp>
      <p:sp>
        <p:nvSpPr>
          <p:cNvPr id="6" name="TextBox 5">
            <a:extLst>
              <a:ext uri="{FF2B5EF4-FFF2-40B4-BE49-F238E27FC236}">
                <a16:creationId xmlns:a16="http://schemas.microsoft.com/office/drawing/2014/main" id="{30F545D4-F34D-176E-D08F-F8CDD23C0B58}"/>
              </a:ext>
            </a:extLst>
          </p:cNvPr>
          <p:cNvSpPr txBox="1"/>
          <p:nvPr/>
        </p:nvSpPr>
        <p:spPr>
          <a:xfrm>
            <a:off x="0" y="163992"/>
            <a:ext cx="6138808" cy="523220"/>
          </a:xfrm>
          <a:prstGeom prst="rect">
            <a:avLst/>
          </a:prstGeom>
          <a:noFill/>
        </p:spPr>
        <p:txBody>
          <a:bodyPr wrap="square">
            <a:spAutoFit/>
          </a:bodyPr>
          <a:lstStyle/>
          <a:p>
            <a:pPr algn="ctr" rtl="0">
              <a:spcBef>
                <a:spcPts val="0"/>
              </a:spcBef>
              <a:spcAft>
                <a:spcPts val="0"/>
              </a:spcAft>
            </a:pPr>
            <a:r>
              <a:rPr lang="ml-IN" sz="2800" b="1" u="sng" strike="noStrike" dirty="0">
                <a:solidFill>
                  <a:schemeClr val="accent6">
                    <a:lumMod val="50000"/>
                  </a:schemeClr>
                </a:solidFill>
                <a:effectLst/>
                <a:latin typeface="Malayalam MN" pitchFamily="2" charset="0"/>
                <a:cs typeface="Malayalam MN" pitchFamily="2" charset="0"/>
              </a:rPr>
              <a:t>പാപമോചന പ്രഖ്യാപനം</a:t>
            </a:r>
            <a:endParaRPr lang="ml-IN" sz="3600" b="1" u="sng" dirty="0">
              <a:solidFill>
                <a:schemeClr val="accent6">
                  <a:lumMod val="50000"/>
                </a:schemeClr>
              </a:solidFill>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351DCCF-52BA-BB11-CC52-5D764AFC7161}"/>
              </a:ext>
            </a:extLst>
          </p:cNvPr>
          <p:cNvSpPr txBox="1"/>
          <p:nvPr/>
        </p:nvSpPr>
        <p:spPr>
          <a:xfrm>
            <a:off x="6096000" y="815816"/>
            <a:ext cx="6138808" cy="3416320"/>
          </a:xfrm>
          <a:prstGeom prst="rect">
            <a:avLst/>
          </a:prstGeom>
          <a:noFill/>
        </p:spPr>
        <p:txBody>
          <a:bodyPr wrap="square">
            <a:spAutoFit/>
          </a:bodyPr>
          <a:lstStyle/>
          <a:p>
            <a:pPr algn="ctr"/>
            <a:r>
              <a:rPr lang="en-US" b="1" dirty="0">
                <a:solidFill>
                  <a:schemeClr val="accent6">
                    <a:lumMod val="50000"/>
                  </a:schemeClr>
                </a:solidFill>
                <a:latin typeface="+mn-lt"/>
              </a:rPr>
              <a:t>P: </a:t>
            </a:r>
            <a:r>
              <a:rPr lang="en-US" b="1" dirty="0" err="1">
                <a:latin typeface="+mn-lt"/>
              </a:rPr>
              <a:t>Sathyammayi</a:t>
            </a:r>
            <a:r>
              <a:rPr lang="en-US" b="1" dirty="0">
                <a:latin typeface="+mn-lt"/>
              </a:rPr>
              <a:t> </a:t>
            </a:r>
            <a:r>
              <a:rPr lang="en-US" b="1" dirty="0" err="1">
                <a:latin typeface="+mn-lt"/>
              </a:rPr>
              <a:t>anuthapiche</a:t>
            </a:r>
            <a:r>
              <a:rPr lang="en-US" b="1" dirty="0">
                <a:latin typeface="+mn-lt"/>
              </a:rPr>
              <a:t> </a:t>
            </a:r>
            <a:r>
              <a:rPr lang="en-US" b="1" dirty="0" err="1">
                <a:latin typeface="+mn-lt"/>
              </a:rPr>
              <a:t>thangalude</a:t>
            </a:r>
            <a:endParaRPr lang="en-US" b="1" dirty="0">
              <a:latin typeface="+mn-lt"/>
            </a:endParaRPr>
          </a:p>
          <a:p>
            <a:pPr algn="ctr"/>
            <a:r>
              <a:rPr lang="en-US" b="1" dirty="0" err="1">
                <a:latin typeface="+mn-lt"/>
              </a:rPr>
              <a:t>paapangale</a:t>
            </a:r>
            <a:r>
              <a:rPr lang="en-US" b="1" dirty="0">
                <a:latin typeface="+mn-lt"/>
              </a:rPr>
              <a:t> </a:t>
            </a:r>
            <a:r>
              <a:rPr lang="en-US" b="1" dirty="0" err="1">
                <a:latin typeface="+mn-lt"/>
              </a:rPr>
              <a:t>Daiva</a:t>
            </a:r>
            <a:r>
              <a:rPr lang="en-US" b="1" dirty="0">
                <a:latin typeface="+mn-lt"/>
              </a:rPr>
              <a:t> </a:t>
            </a:r>
            <a:r>
              <a:rPr lang="en-US" b="1" dirty="0" err="1">
                <a:latin typeface="+mn-lt"/>
              </a:rPr>
              <a:t>sannidhiyil</a:t>
            </a:r>
            <a:r>
              <a:rPr lang="en-US" b="1" dirty="0">
                <a:latin typeface="+mn-lt"/>
              </a:rPr>
              <a:t> </a:t>
            </a:r>
            <a:r>
              <a:rPr lang="en-US" b="1" dirty="0" err="1">
                <a:latin typeface="+mn-lt"/>
              </a:rPr>
              <a:t>ettu</a:t>
            </a:r>
            <a:endParaRPr lang="en-US" b="1" dirty="0">
              <a:latin typeface="+mn-lt"/>
            </a:endParaRPr>
          </a:p>
          <a:p>
            <a:pPr algn="ctr"/>
            <a:r>
              <a:rPr lang="en-US" b="1" dirty="0" err="1">
                <a:latin typeface="+mn-lt"/>
              </a:rPr>
              <a:t>paranjirikunna</a:t>
            </a:r>
            <a:r>
              <a:rPr lang="en-US" b="1" dirty="0">
                <a:latin typeface="+mn-lt"/>
              </a:rPr>
              <a:t> </a:t>
            </a:r>
            <a:r>
              <a:rPr lang="en-US" b="1" dirty="0" err="1">
                <a:latin typeface="+mn-lt"/>
              </a:rPr>
              <a:t>ningal</a:t>
            </a:r>
            <a:r>
              <a:rPr lang="en-US" b="1" dirty="0">
                <a:latin typeface="+mn-lt"/>
              </a:rPr>
              <a:t> </a:t>
            </a:r>
            <a:r>
              <a:rPr lang="en-US" b="1" dirty="0" err="1">
                <a:latin typeface="+mn-lt"/>
              </a:rPr>
              <a:t>ooromtharodum</a:t>
            </a:r>
            <a:r>
              <a:rPr lang="en-US" b="1" dirty="0">
                <a:latin typeface="+mn-lt"/>
              </a:rPr>
              <a:t>, karuna </a:t>
            </a:r>
            <a:r>
              <a:rPr lang="en-US" b="1" dirty="0" err="1">
                <a:latin typeface="+mn-lt"/>
              </a:rPr>
              <a:t>sambannanaaya</a:t>
            </a:r>
            <a:r>
              <a:rPr lang="en-US" b="1" dirty="0">
                <a:latin typeface="+mn-lt"/>
              </a:rPr>
              <a:t> </a:t>
            </a:r>
            <a:r>
              <a:rPr lang="en-US" b="1" dirty="0" err="1">
                <a:latin typeface="+mn-lt"/>
              </a:rPr>
              <a:t>Daivam</a:t>
            </a:r>
            <a:r>
              <a:rPr lang="en-US" b="1" dirty="0">
                <a:latin typeface="+mn-lt"/>
              </a:rPr>
              <a:t> </a:t>
            </a:r>
            <a:r>
              <a:rPr lang="en-US" b="1" dirty="0" err="1">
                <a:latin typeface="+mn-lt"/>
              </a:rPr>
              <a:t>manassalinju</a:t>
            </a:r>
            <a:r>
              <a:rPr lang="en-US" b="1" dirty="0">
                <a:latin typeface="+mn-lt"/>
              </a:rPr>
              <a:t> </a:t>
            </a:r>
            <a:r>
              <a:rPr lang="en-US" b="1" dirty="0" err="1">
                <a:latin typeface="+mn-lt"/>
              </a:rPr>
              <a:t>sakala</a:t>
            </a:r>
            <a:r>
              <a:rPr lang="en-US" b="1" dirty="0">
                <a:latin typeface="+mn-lt"/>
              </a:rPr>
              <a:t> </a:t>
            </a:r>
            <a:r>
              <a:rPr lang="en-US" b="1" dirty="0" err="1">
                <a:latin typeface="+mn-lt"/>
              </a:rPr>
              <a:t>paapangalum</a:t>
            </a:r>
            <a:r>
              <a:rPr lang="en-US" b="1" dirty="0">
                <a:latin typeface="+mn-lt"/>
              </a:rPr>
              <a:t> </a:t>
            </a:r>
            <a:r>
              <a:rPr lang="en-US" b="1" dirty="0" err="1">
                <a:latin typeface="+mn-lt"/>
              </a:rPr>
              <a:t>kshamichirikunnu</a:t>
            </a:r>
            <a:r>
              <a:rPr lang="en-US" b="1" dirty="0">
                <a:latin typeface="+mn-lt"/>
              </a:rPr>
              <a:t>. </a:t>
            </a:r>
            <a:r>
              <a:rPr lang="en-US" b="1" dirty="0" err="1">
                <a:latin typeface="+mn-lt"/>
              </a:rPr>
              <a:t>Thannodulla</a:t>
            </a:r>
            <a:r>
              <a:rPr lang="en-US" b="1" dirty="0">
                <a:latin typeface="+mn-lt"/>
              </a:rPr>
              <a:t> </a:t>
            </a:r>
            <a:r>
              <a:rPr lang="en-US" b="1" dirty="0" err="1">
                <a:latin typeface="+mn-lt"/>
              </a:rPr>
              <a:t>nirantharam</a:t>
            </a:r>
            <a:r>
              <a:rPr lang="en-US" b="1" dirty="0">
                <a:latin typeface="+mn-lt"/>
              </a:rPr>
              <a:t> </a:t>
            </a:r>
            <a:r>
              <a:rPr lang="en-US" b="1" dirty="0" err="1">
                <a:latin typeface="+mn-lt"/>
              </a:rPr>
              <a:t>koottayimayilum</a:t>
            </a:r>
            <a:r>
              <a:rPr lang="en-US" b="1" dirty="0">
                <a:latin typeface="+mn-lt"/>
              </a:rPr>
              <a:t> </a:t>
            </a:r>
            <a:r>
              <a:rPr lang="en-US" b="1" dirty="0" err="1">
                <a:latin typeface="+mn-lt"/>
              </a:rPr>
              <a:t>puthu</a:t>
            </a:r>
            <a:r>
              <a:rPr lang="en-US" b="1" dirty="0">
                <a:latin typeface="+mn-lt"/>
              </a:rPr>
              <a:t> </a:t>
            </a:r>
            <a:r>
              <a:rPr lang="en-US" b="1" dirty="0" err="1">
                <a:latin typeface="+mn-lt"/>
              </a:rPr>
              <a:t>jeevanilum</a:t>
            </a:r>
            <a:r>
              <a:rPr lang="en-US" b="1" dirty="0">
                <a:latin typeface="+mn-lt"/>
              </a:rPr>
              <a:t> </a:t>
            </a:r>
            <a:r>
              <a:rPr lang="en-US" b="1" dirty="0" err="1">
                <a:latin typeface="+mn-lt"/>
              </a:rPr>
              <a:t>nila</a:t>
            </a:r>
            <a:r>
              <a:rPr lang="en-US" b="1" dirty="0">
                <a:latin typeface="+mn-lt"/>
              </a:rPr>
              <a:t> </a:t>
            </a:r>
            <a:r>
              <a:rPr lang="en-US" b="1" dirty="0" err="1">
                <a:latin typeface="+mn-lt"/>
              </a:rPr>
              <a:t>nilpaan</a:t>
            </a:r>
            <a:r>
              <a:rPr lang="en-US" b="1" dirty="0">
                <a:latin typeface="+mn-lt"/>
              </a:rPr>
              <a:t> </a:t>
            </a:r>
            <a:r>
              <a:rPr lang="en-US" b="1" dirty="0" err="1">
                <a:latin typeface="+mn-lt"/>
              </a:rPr>
              <a:t>Parishudha</a:t>
            </a:r>
            <a:r>
              <a:rPr lang="en-US" b="1" dirty="0">
                <a:latin typeface="+mn-lt"/>
              </a:rPr>
              <a:t> </a:t>
            </a:r>
            <a:r>
              <a:rPr lang="en-US" b="1" dirty="0" err="1">
                <a:latin typeface="+mn-lt"/>
              </a:rPr>
              <a:t>Athmaavu</a:t>
            </a:r>
            <a:r>
              <a:rPr lang="en-US" b="1" dirty="0">
                <a:latin typeface="+mn-lt"/>
              </a:rPr>
              <a:t> </a:t>
            </a:r>
            <a:r>
              <a:rPr lang="en-US" b="1" dirty="0" err="1">
                <a:latin typeface="+mn-lt"/>
              </a:rPr>
              <a:t>ningale</a:t>
            </a:r>
            <a:r>
              <a:rPr lang="en-US" b="1" dirty="0">
                <a:latin typeface="+mn-lt"/>
              </a:rPr>
              <a:t> </a:t>
            </a:r>
            <a:r>
              <a:rPr lang="en-US" b="1" dirty="0" err="1">
                <a:latin typeface="+mn-lt"/>
              </a:rPr>
              <a:t>shaktheekarichu</a:t>
            </a:r>
            <a:r>
              <a:rPr lang="en-US" b="1" dirty="0">
                <a:latin typeface="+mn-lt"/>
              </a:rPr>
              <a:t> </a:t>
            </a:r>
            <a:r>
              <a:rPr lang="en-US" b="1" dirty="0" err="1">
                <a:latin typeface="+mn-lt"/>
              </a:rPr>
              <a:t>vazhi</a:t>
            </a:r>
            <a:r>
              <a:rPr lang="en-US" b="1" dirty="0">
                <a:latin typeface="+mn-lt"/>
              </a:rPr>
              <a:t> </a:t>
            </a:r>
            <a:r>
              <a:rPr lang="en-US" b="1" dirty="0" err="1">
                <a:latin typeface="+mn-lt"/>
              </a:rPr>
              <a:t>nadathumaaraakate</a:t>
            </a:r>
            <a:r>
              <a:rPr lang="en-US" b="1" dirty="0">
                <a:latin typeface="+mn-lt"/>
              </a:rPr>
              <a:t>. Amen.</a:t>
            </a:r>
          </a:p>
        </p:txBody>
      </p:sp>
      <p:sp>
        <p:nvSpPr>
          <p:cNvPr id="2" name="TextBox 1">
            <a:extLst>
              <a:ext uri="{FF2B5EF4-FFF2-40B4-BE49-F238E27FC236}">
                <a16:creationId xmlns:a16="http://schemas.microsoft.com/office/drawing/2014/main" id="{E34717FA-E386-3040-7DA1-4CFC2747533C}"/>
              </a:ext>
            </a:extLst>
          </p:cNvPr>
          <p:cNvSpPr txBox="1"/>
          <p:nvPr/>
        </p:nvSpPr>
        <p:spPr>
          <a:xfrm>
            <a:off x="0" y="448934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Declaration of Absolution</a:t>
            </a:r>
          </a:p>
        </p:txBody>
      </p:sp>
      <p:cxnSp>
        <p:nvCxnSpPr>
          <p:cNvPr id="5" name="Straight Connector 4">
            <a:extLst>
              <a:ext uri="{FF2B5EF4-FFF2-40B4-BE49-F238E27FC236}">
                <a16:creationId xmlns:a16="http://schemas.microsoft.com/office/drawing/2014/main" id="{FE9044BA-1BBB-C680-D834-0ECAD4F6E7F5}"/>
              </a:ext>
            </a:extLst>
          </p:cNvPr>
          <p:cNvCxnSpPr>
            <a:cxnSpLocks/>
            <a:endCxn id="2" idx="0"/>
          </p:cNvCxnSpPr>
          <p:nvPr/>
        </p:nvCxnSpPr>
        <p:spPr>
          <a:xfrm>
            <a:off x="6096000" y="23441"/>
            <a:ext cx="0" cy="446590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FA57CE6-F544-7478-1DD0-1F4BE384C374}"/>
              </a:ext>
            </a:extLst>
          </p:cNvPr>
          <p:cNvSpPr txBox="1"/>
          <p:nvPr/>
        </p:nvSpPr>
        <p:spPr>
          <a:xfrm>
            <a:off x="6689181" y="131959"/>
            <a:ext cx="4952446" cy="523220"/>
          </a:xfrm>
          <a:prstGeom prst="rect">
            <a:avLst/>
          </a:prstGeom>
          <a:noFill/>
        </p:spPr>
        <p:txBody>
          <a:bodyPr wrap="none" rtlCol="0">
            <a:spAutoFit/>
          </a:bodyPr>
          <a:lstStyle/>
          <a:p>
            <a:r>
              <a:rPr lang="en-US" sz="2800" b="1" u="sng" dirty="0" err="1">
                <a:solidFill>
                  <a:schemeClr val="accent6">
                    <a:lumMod val="50000"/>
                  </a:schemeClr>
                </a:solidFill>
                <a:latin typeface="Calibri" panose="020F0502020204030204" pitchFamily="34" charset="0"/>
                <a:cs typeface="Calibri" panose="020F0502020204030204" pitchFamily="34" charset="0"/>
              </a:rPr>
              <a:t>Paapamochana</a:t>
            </a:r>
            <a:r>
              <a:rPr lang="en-US" sz="2800" b="1" u="sng" dirty="0">
                <a:solidFill>
                  <a:schemeClr val="accent6">
                    <a:lumMod val="50000"/>
                  </a:schemeClr>
                </a:solidFill>
                <a:latin typeface="Calibri" panose="020F0502020204030204" pitchFamily="34" charset="0"/>
                <a:cs typeface="Calibri" panose="020F0502020204030204" pitchFamily="34" charset="0"/>
              </a:rPr>
              <a:t> </a:t>
            </a:r>
            <a:r>
              <a:rPr lang="en-US" sz="2800" b="1" u="sng" dirty="0" err="1">
                <a:solidFill>
                  <a:schemeClr val="accent6">
                    <a:lumMod val="50000"/>
                  </a:schemeClr>
                </a:solidFill>
                <a:latin typeface="Calibri" panose="020F0502020204030204" pitchFamily="34" charset="0"/>
                <a:cs typeface="Calibri" panose="020F0502020204030204" pitchFamily="34" charset="0"/>
              </a:rPr>
              <a:t>Prakhyaapanam</a:t>
            </a:r>
            <a:endParaRPr lang="en-US" sz="2800" b="1" u="sng" dirty="0">
              <a:solidFill>
                <a:schemeClr val="accent6">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03919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72D7B1-BCD0-BBDC-3A55-25B9EBAC4DBE}"/>
              </a:ext>
            </a:extLst>
          </p:cNvPr>
          <p:cNvSpPr txBox="1"/>
          <p:nvPr/>
        </p:nvSpPr>
        <p:spPr>
          <a:xfrm>
            <a:off x="1130253" y="1036704"/>
            <a:ext cx="9931494" cy="4832092"/>
          </a:xfrm>
          <a:prstGeom prst="rect">
            <a:avLst/>
          </a:prstGeom>
          <a:noFill/>
        </p:spPr>
        <p:txBody>
          <a:bodyPr wrap="square">
            <a:spAutoFit/>
          </a:bodyPr>
          <a:lstStyle/>
          <a:p>
            <a:pPr marL="0" marR="0" lvl="0" indent="0" algn="l" rtl="0">
              <a:lnSpc>
                <a:spcPct val="100000"/>
              </a:lnSpc>
              <a:spcBef>
                <a:spcPts val="0"/>
              </a:spcBef>
              <a:spcAft>
                <a:spcPts val="0"/>
              </a:spcAft>
              <a:buClr>
                <a:srgbClr val="C00000"/>
              </a:buClr>
              <a:buSzPts val="2800"/>
              <a:buFont typeface="Arial"/>
              <a:buNone/>
            </a:pPr>
            <a:r>
              <a:rPr lang="en-US" sz="2800" b="1" i="1" u="none" strike="noStrike" cap="none" dirty="0">
                <a:latin typeface="+mn-lt"/>
                <a:ea typeface="Calibri"/>
                <a:cs typeface="Times New Roman" panose="02020603050405020304" pitchFamily="18" charset="0"/>
                <a:sym typeface="Calibri"/>
              </a:rPr>
              <a:t>I confess that I have sinned against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800" b="1" i="1" u="none" strike="noStrike" cap="none" dirty="0">
                <a:latin typeface="+mn-lt"/>
                <a:ea typeface="Calibri"/>
                <a:cs typeface="Times New Roman" panose="02020603050405020304" pitchFamily="18" charset="0"/>
                <a:sym typeface="Calibri"/>
              </a:rPr>
              <a:t>ou, O Father, Son, and Holy Spirit, in thought, word, and deed. I am sorry with all my heart for these my sins. I believe in Your promise that You will receive those who truly repent. O Lord, who is merciful and full of grace, accept me even as You accepted the tax collector, the woman who was a sinner, and the thief on the cross. </a:t>
            </a:r>
          </a:p>
          <a:p>
            <a:pPr marL="0" marR="0" lvl="0" indent="0" algn="l" rtl="0">
              <a:lnSpc>
                <a:spcPct val="100000"/>
              </a:lnSpc>
              <a:spcBef>
                <a:spcPts val="0"/>
              </a:spcBef>
              <a:spcAft>
                <a:spcPts val="0"/>
              </a:spcAft>
              <a:buClr>
                <a:srgbClr val="C00000"/>
              </a:buClr>
              <a:buSzPts val="2800"/>
              <a:buFont typeface="Arial"/>
              <a:buNone/>
            </a:pPr>
            <a:endParaRPr lang="en-US" sz="2800" b="1" i="1" u="none" strike="noStrike" cap="none" dirty="0">
              <a:latin typeface="+mn-lt"/>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C00000"/>
              </a:buClr>
              <a:buSzPts val="2800"/>
              <a:buFont typeface="Arial"/>
              <a:buNone/>
            </a:pPr>
            <a:r>
              <a:rPr lang="en-US" sz="2800" b="1" i="1" u="none" strike="noStrike" cap="none" dirty="0">
                <a:latin typeface="+mn-lt"/>
                <a:ea typeface="Calibri"/>
                <a:cs typeface="Times New Roman" panose="02020603050405020304" pitchFamily="18" charset="0"/>
                <a:sym typeface="Calibri"/>
              </a:rPr>
              <a:t>Comfort me with the consolation of Your word. O Lord, grant that Your holy body and holy blood in which I now partake may redeem me from judgment and condemnation, and bring me to life and wholeness. Amen.</a:t>
            </a:r>
            <a:endParaRPr lang="en-US" sz="2800" b="1" i="1" dirty="0">
              <a:latin typeface="+mn-lt"/>
              <a:cs typeface="Times New Roman" panose="02020603050405020304" pitchFamily="18" charset="0"/>
            </a:endParaRPr>
          </a:p>
        </p:txBody>
      </p:sp>
      <p:sp>
        <p:nvSpPr>
          <p:cNvPr id="7" name="TextBox 6">
            <a:extLst>
              <a:ext uri="{FF2B5EF4-FFF2-40B4-BE49-F238E27FC236}">
                <a16:creationId xmlns:a16="http://schemas.microsoft.com/office/drawing/2014/main" id="{D06301A0-20A7-D5EA-98B3-49277CF5A47F}"/>
              </a:ext>
            </a:extLst>
          </p:cNvPr>
          <p:cNvSpPr txBox="1"/>
          <p:nvPr/>
        </p:nvSpPr>
        <p:spPr>
          <a:xfrm>
            <a:off x="3047048" y="222786"/>
            <a:ext cx="6097904" cy="646331"/>
          </a:xfrm>
          <a:prstGeom prst="rect">
            <a:avLst/>
          </a:prstGeom>
          <a:noFill/>
        </p:spPr>
        <p:txBody>
          <a:bodyPr wrap="square">
            <a:spAutoFit/>
          </a:bodyPr>
          <a:lstStyle/>
          <a:p>
            <a:pPr algn="ctr" rtl="0">
              <a:spcBef>
                <a:spcPts val="1200"/>
              </a:spcBef>
              <a:spcAft>
                <a:spcPts val="0"/>
              </a:spcAft>
            </a:pPr>
            <a:r>
              <a:rPr lang="en-US" sz="3600" b="1" u="sng" dirty="0">
                <a:solidFill>
                  <a:schemeClr val="accent6">
                    <a:lumMod val="50000"/>
                  </a:schemeClr>
                </a:solidFill>
                <a:effectLst/>
                <a:latin typeface="+mn-lt"/>
              </a:rPr>
              <a:t>Confession</a:t>
            </a:r>
            <a:endParaRPr lang="en-US" sz="2800" b="0" dirty="0">
              <a:solidFill>
                <a:schemeClr val="accent6">
                  <a:lumMod val="50000"/>
                </a:schemeClr>
              </a:solidFill>
              <a:effectLst/>
              <a:latin typeface="+mn-lt"/>
            </a:endParaRPr>
          </a:p>
        </p:txBody>
      </p:sp>
    </p:spTree>
    <p:extLst>
      <p:ext uri="{BB962C8B-B14F-4D97-AF65-F5344CB8AC3E}">
        <p14:creationId xmlns:p14="http://schemas.microsoft.com/office/powerpoint/2010/main" val="16826506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72D7B1-BCD0-BBDC-3A55-25B9EBAC4DBE}"/>
              </a:ext>
            </a:extLst>
          </p:cNvPr>
          <p:cNvSpPr txBox="1"/>
          <p:nvPr/>
        </p:nvSpPr>
        <p:spPr>
          <a:xfrm>
            <a:off x="1130253" y="1473720"/>
            <a:ext cx="9931494" cy="2425279"/>
          </a:xfrm>
          <a:prstGeom prst="rect">
            <a:avLst/>
          </a:prstGeom>
          <a:noFill/>
        </p:spPr>
        <p:txBody>
          <a:bodyPr wrap="square">
            <a:spAutoFit/>
          </a:bodyPr>
          <a:lstStyle/>
          <a:p>
            <a:pPr marL="403225" marR="0" lvl="0" indent="-403225" algn="just" rtl="0">
              <a:lnSpc>
                <a:spcPct val="120000"/>
              </a:lnSpc>
              <a:spcBef>
                <a:spcPts val="1200"/>
              </a:spcBef>
              <a:spcAft>
                <a:spcPts val="0"/>
              </a:spcAft>
              <a:buClr>
                <a:schemeClr val="dk1"/>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solidFill>
                  <a:schemeClr val="dk1"/>
                </a:solidFill>
                <a:latin typeface="Calibri" panose="020F0502020204030204" pitchFamily="34" charset="0"/>
                <a:ea typeface="Calibri"/>
                <a:cs typeface="Calibri" panose="020F0502020204030204" pitchFamily="34" charset="0"/>
                <a:sym typeface="Calibri"/>
              </a:rPr>
              <a:t>May God Almighty be compassionate to you who have truly confessed your sins. God has freely forgiven your sins to make you worthy to partake in this Holy Communion.</a:t>
            </a:r>
          </a:p>
          <a:p>
            <a:pPr marL="403225" marR="0" lvl="0" indent="-403225" algn="just" rtl="0">
              <a:lnSpc>
                <a:spcPct val="120000"/>
              </a:lnSpc>
              <a:spcBef>
                <a:spcPts val="1200"/>
              </a:spcBef>
              <a:spcAft>
                <a:spcPts val="0"/>
              </a:spcAft>
              <a:buClr>
                <a:srgbClr val="C00000"/>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solidFill>
                  <a:schemeClr val="dk1"/>
                </a:solidFill>
                <a:latin typeface="Calibri" panose="020F0502020204030204" pitchFamily="34" charset="0"/>
                <a:ea typeface="Calibri"/>
                <a:cs typeface="Calibri" panose="020F0502020204030204" pitchFamily="34" charset="0"/>
                <a:sym typeface="Calibri"/>
              </a:rPr>
              <a:t>Amen.</a:t>
            </a:r>
            <a:endParaRPr lang="en-US" sz="3000" b="1" i="1" u="none" strike="noStrike" cap="none" dirty="0">
              <a:solidFill>
                <a:schemeClr val="dk1"/>
              </a:solidFill>
              <a:latin typeface="Calibri" panose="020F0502020204030204" pitchFamily="34" charset="0"/>
              <a:ea typeface="Arial"/>
              <a:cs typeface="Calibri" panose="020F0502020204030204" pitchFamily="34" charset="0"/>
              <a:sym typeface="Arial"/>
            </a:endParaRPr>
          </a:p>
        </p:txBody>
      </p:sp>
      <p:sp>
        <p:nvSpPr>
          <p:cNvPr id="7" name="TextBox 6">
            <a:extLst>
              <a:ext uri="{FF2B5EF4-FFF2-40B4-BE49-F238E27FC236}">
                <a16:creationId xmlns:a16="http://schemas.microsoft.com/office/drawing/2014/main" id="{D06301A0-20A7-D5EA-98B3-49277CF5A47F}"/>
              </a:ext>
            </a:extLst>
          </p:cNvPr>
          <p:cNvSpPr txBox="1"/>
          <p:nvPr/>
        </p:nvSpPr>
        <p:spPr>
          <a:xfrm>
            <a:off x="3047048" y="601927"/>
            <a:ext cx="6097904" cy="646331"/>
          </a:xfrm>
          <a:prstGeom prst="rect">
            <a:avLst/>
          </a:prstGeom>
          <a:noFill/>
        </p:spPr>
        <p:txBody>
          <a:bodyPr wrap="square">
            <a:spAutoFit/>
          </a:bodyPr>
          <a:lstStyle/>
          <a:p>
            <a:pPr algn="ctr">
              <a:spcBef>
                <a:spcPts val="1200"/>
              </a:spcBef>
              <a:spcAft>
                <a:spcPts val="0"/>
              </a:spcAft>
            </a:pPr>
            <a:r>
              <a:rPr lang="en-US" sz="3600" b="1" u="sng" dirty="0">
                <a:solidFill>
                  <a:schemeClr val="accent6">
                    <a:lumMod val="50000"/>
                  </a:schemeClr>
                </a:solidFill>
                <a:effectLst/>
                <a:latin typeface="+mn-lt"/>
              </a:rPr>
              <a:t>Declaration of Absolution</a:t>
            </a:r>
          </a:p>
        </p:txBody>
      </p:sp>
    </p:spTree>
    <p:extLst>
      <p:ext uri="{BB962C8B-B14F-4D97-AF65-F5344CB8AC3E}">
        <p14:creationId xmlns:p14="http://schemas.microsoft.com/office/powerpoint/2010/main" val="31998163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0" y="200083"/>
            <a:ext cx="6010759" cy="3429000"/>
          </a:xfrm>
        </p:spPr>
        <p:txBody>
          <a:bodyPr anchor="ctr">
            <a:noAutofit/>
          </a:bodyPr>
          <a:lstStyle/>
          <a:p>
            <a:pPr eaLnBrk="1" hangingPunct="1">
              <a:lnSpc>
                <a:spcPts val="4420"/>
              </a:lnSpc>
            </a:pPr>
            <a:r>
              <a:rPr lang="ml-IN" altLang="en-US" sz="2800" b="1" dirty="0">
                <a:solidFill>
                  <a:schemeClr val="accent6">
                    <a:lumMod val="50000"/>
                  </a:schemeClr>
                </a:solidFill>
                <a:latin typeface="Malayalam MN" pitchFamily="2" charset="0"/>
                <a:cs typeface="Malayalam MN" pitchFamily="2" charset="0"/>
              </a:rPr>
              <a:t>പ</a:t>
            </a:r>
            <a:r>
              <a:rPr lang="en-US" altLang="en-US" sz="2800" b="1" dirty="0">
                <a:solidFill>
                  <a:schemeClr val="accent6">
                    <a:lumMod val="50000"/>
                  </a:schemeClr>
                </a:solidFill>
                <a:latin typeface="Malayalam MN" pitchFamily="2" charset="0"/>
                <a:cs typeface="Malayalam MN" pitchFamily="2" charset="0"/>
              </a:rPr>
              <a:t>. </a:t>
            </a:r>
            <a:r>
              <a:rPr lang="ml-IN" sz="2800" b="1" u="none" strike="noStrike" dirty="0">
                <a:solidFill>
                  <a:srgbClr val="000000"/>
                </a:solidFill>
                <a:effectLst/>
                <a:latin typeface="Malayalam MN" pitchFamily="2" charset="0"/>
                <a:cs typeface="Malayalam MN" pitchFamily="2" charset="0"/>
              </a:rPr>
              <a:t>എന്‍റെ സഹോദരരും പ്രീയപ്പെട്ടവരുമേ, ഈ ശുശ്രൂഷ കൈക്കൊ ള്ളപ്പെടുവാനായി എന്നോടുകൂടെ നിങ്ങളും പ്രാര്‍ത്ഥിപ്പിന്‍.</a:t>
            </a:r>
            <a:endParaRPr lang="en-US" altLang="en-US" sz="2800" b="1" dirty="0">
              <a:latin typeface="Malayalam MN" pitchFamily="2" charset="0"/>
              <a:cs typeface="Malayalam MN" pitchFamily="2" charset="0"/>
            </a:endParaRPr>
          </a:p>
        </p:txBody>
      </p:sp>
      <p:sp>
        <p:nvSpPr>
          <p:cNvPr id="4" name="Text Box 2">
            <a:extLst>
              <a:ext uri="{FF2B5EF4-FFF2-40B4-BE49-F238E27FC236}">
                <a16:creationId xmlns:a16="http://schemas.microsoft.com/office/drawing/2014/main" id="{26B062C7-FF5B-4BBA-9A0C-DB17203E57B3}"/>
              </a:ext>
            </a:extLst>
          </p:cNvPr>
          <p:cNvSpPr txBox="1">
            <a:spLocks noChangeArrowheads="1"/>
          </p:cNvSpPr>
          <p:nvPr/>
        </p:nvSpPr>
        <p:spPr bwMode="auto">
          <a:xfrm>
            <a:off x="6584578" y="592628"/>
            <a:ext cx="5118844" cy="2643909"/>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mn-lt"/>
                <a:ea typeface="Ebrima" pitchFamily="2" charset="0"/>
                <a:cs typeface="Calibri" pitchFamily="34" charset="0"/>
              </a:rPr>
              <a:t>P: </a:t>
            </a:r>
            <a:r>
              <a:rPr lang="en-US" sz="2800" b="1" kern="0" dirty="0" err="1">
                <a:latin typeface="+mn-lt"/>
                <a:ea typeface="Ebrima" pitchFamily="2" charset="0"/>
                <a:cs typeface="Calibri" pitchFamily="34" charset="0"/>
              </a:rPr>
              <a:t>Ente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sahodararum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preeyappettavarume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ee</a:t>
            </a:r>
            <a:endParaRPr lang="en-US" sz="2800" b="1" kern="0" dirty="0">
              <a:latin typeface="+mn-lt"/>
              <a:ea typeface="Ebrima" pitchFamily="2" charset="0"/>
              <a:cs typeface="Calibri" pitchFamily="34" charset="0"/>
            </a:endParaRPr>
          </a:p>
          <a:p>
            <a:pPr algn="ctr">
              <a:lnSpc>
                <a:spcPts val="3999"/>
              </a:lnSpc>
              <a:spcBef>
                <a:spcPts val="0"/>
              </a:spcBef>
            </a:pPr>
            <a:r>
              <a:rPr lang="en-US" sz="2800" b="1" kern="0" dirty="0" err="1">
                <a:latin typeface="+mn-lt"/>
                <a:ea typeface="Ebrima" pitchFamily="2" charset="0"/>
                <a:cs typeface="Calibri" pitchFamily="34" charset="0"/>
              </a:rPr>
              <a:t>shushroosha</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kaikkollappeduvaanaayi</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ennodu</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koode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ningalum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prarthipeen</a:t>
            </a:r>
            <a:r>
              <a:rPr lang="en-US" sz="2800" b="1" kern="0" dirty="0">
                <a:latin typeface="+mn-lt"/>
                <a:ea typeface="Ebrima" pitchFamily="2" charset="0"/>
                <a:cs typeface="Calibri" pitchFamily="34" charset="0"/>
              </a:rPr>
              <a:t>. </a:t>
            </a:r>
          </a:p>
        </p:txBody>
      </p:sp>
      <p:sp>
        <p:nvSpPr>
          <p:cNvPr id="3" name="TextBox 2">
            <a:extLst>
              <a:ext uri="{FF2B5EF4-FFF2-40B4-BE49-F238E27FC236}">
                <a16:creationId xmlns:a16="http://schemas.microsoft.com/office/drawing/2014/main" id="{9375337C-5B98-9836-50AE-2B47902D0C2A}"/>
              </a:ext>
            </a:extLst>
          </p:cNvPr>
          <p:cNvSpPr txBox="1"/>
          <p:nvPr/>
        </p:nvSpPr>
        <p:spPr>
          <a:xfrm>
            <a:off x="1476214" y="4766722"/>
            <a:ext cx="9575369" cy="1015663"/>
          </a:xfrm>
          <a:prstGeom prst="rect">
            <a:avLst/>
          </a:prstGeom>
          <a:noFill/>
        </p:spPr>
        <p:txBody>
          <a:bodyPr wrap="square">
            <a:spAutoFit/>
          </a:bodyPr>
          <a:lstStyle/>
          <a:p>
            <a:pPr algn="ctr"/>
            <a:r>
              <a:rPr lang="en-US" sz="3000" b="1" i="1" dirty="0">
                <a:solidFill>
                  <a:schemeClr val="accent6">
                    <a:lumMod val="50000"/>
                  </a:schemeClr>
                </a:solidFill>
                <a:latin typeface="+mn-lt"/>
              </a:rPr>
              <a:t>P: </a:t>
            </a:r>
            <a:r>
              <a:rPr lang="en-US" sz="3000" b="1" i="1" dirty="0">
                <a:latin typeface="+mn-lt"/>
              </a:rPr>
              <a:t>Dearly beloved, pray with me that this service may be acceptable to the Lord. </a:t>
            </a:r>
          </a:p>
        </p:txBody>
      </p:sp>
      <p:sp>
        <p:nvSpPr>
          <p:cNvPr id="2" name="TextBox 1">
            <a:extLst>
              <a:ext uri="{FF2B5EF4-FFF2-40B4-BE49-F238E27FC236}">
                <a16:creationId xmlns:a16="http://schemas.microsoft.com/office/drawing/2014/main" id="{CD9ADB15-C68C-C263-31FF-47547100406F}"/>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1F75124F-CD36-878E-C079-BA3F7A7941E9}"/>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138871" y="23441"/>
            <a:ext cx="5634316" cy="3429000"/>
          </a:xfrm>
        </p:spPr>
        <p:txBody>
          <a:bodyPr anchor="ctr">
            <a:noAutofit/>
          </a:bodyPr>
          <a:lstStyle/>
          <a:p>
            <a:pPr eaLnBrk="1" hangingPunct="1"/>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lSi</a:t>
            </a:r>
            <a:r>
              <a:rPr lang="en-US" altLang="en-US" sz="3200" b="1" dirty="0">
                <a:latin typeface="MalayalamAbe" pitchFamily="18" charset="0"/>
              </a:rPr>
              <a:t>, </a:t>
            </a:r>
            <a:r>
              <a:rPr lang="en-US" altLang="en-US" sz="3200" b="1" dirty="0" err="1">
                <a:latin typeface="MalayalamAbe" pitchFamily="18" charset="0"/>
              </a:rPr>
              <a:t>rjR</a:t>
            </a:r>
            <a:r>
              <a:rPr lang="en-US" altLang="en-US" sz="3200" b="1" dirty="0">
                <a:latin typeface="MalayalamAbe" pitchFamily="18" charset="0"/>
              </a:rPr>
              <a:t> </a:t>
            </a:r>
            <a:r>
              <a:rPr lang="en-US" altLang="en-US" sz="3200" b="1" dirty="0" err="1">
                <a:latin typeface="MalayalamAbe" pitchFamily="18" charset="0"/>
              </a:rPr>
              <a:t>ilfjhjH</a:t>
            </a:r>
            <a:r>
              <a:rPr lang="en-US" altLang="en-US" sz="3200" b="1" dirty="0">
                <a:latin typeface="MalayalamAbe" pitchFamily="18" charset="0"/>
              </a:rPr>
              <a:t> </a:t>
            </a:r>
            <a:r>
              <a:rPr lang="en-US" altLang="en-US" sz="3200" b="1" dirty="0" err="1">
                <a:latin typeface="MalayalamAbe" pitchFamily="18" charset="0"/>
              </a:rPr>
              <a:t>akMk#k</a:t>
            </a:r>
            <a:r>
              <a:rPr lang="en-US" altLang="en-US" sz="3200" b="1" dirty="0">
                <a:latin typeface="MalayalamAbe" pitchFamily="18" charset="0"/>
              </a:rPr>
              <a:t> -</a:t>
            </a:r>
            <a:r>
              <a:rPr lang="en-US" altLang="en-US" sz="3200" b="1" dirty="0" err="1">
                <a:latin typeface="MalayalamAbe" pitchFamily="18" charset="0"/>
              </a:rPr>
              <a:t>Lmju</a:t>
            </a:r>
            <a:r>
              <a:rPr lang="en-US" altLang="en-US" sz="3200" b="1" dirty="0">
                <a:latin typeface="MalayalamAbe" pitchFamily="18" charset="0"/>
              </a:rPr>
              <a:t>*X </a:t>
            </a:r>
            <a:r>
              <a:rPr lang="en-US" altLang="en-US" sz="3200" b="1" dirty="0" err="1">
                <a:latin typeface="MalayalamAbe" pitchFamily="18" charset="0"/>
              </a:rPr>
              <a:t>rj#lhu</a:t>
            </a:r>
            <a:r>
              <a:rPr lang="en-US" altLang="en-US" sz="3200" b="1" dirty="0">
                <a:latin typeface="MalayalamAbe" pitchFamily="18" charset="0"/>
              </a:rPr>
              <a:t>; </a:t>
            </a:r>
            <a:r>
              <a:rPr lang="en-US" altLang="en-US" sz="3200" b="1" dirty="0" err="1">
                <a:latin typeface="MalayalamAbe" pitchFamily="18" charset="0"/>
              </a:rPr>
              <a:t>SvG#j#k</a:t>
            </a:r>
            <a:r>
              <a:rPr lang="en-US" altLang="en-US" sz="3200" b="1" dirty="0">
                <a:latin typeface="MalayalamAbe" pitchFamily="18" charset="0"/>
              </a:rPr>
              <a:t> B*</a:t>
            </a:r>
            <a:r>
              <a:rPr lang="en-US" altLang="en-US" sz="3200" b="1" dirty="0" err="1">
                <a:latin typeface="MalayalamAbe" pitchFamily="18" charset="0"/>
              </a:rPr>
              <a:t>xrkYz|ajg</a:t>
            </a:r>
            <a:r>
              <a:rPr lang="en-US" altLang="en-US" sz="3200" b="1" dirty="0">
                <a:latin typeface="MalayalamAbe" pitchFamily="18" charset="0"/>
              </a:rPr>
              <a:t>)</a:t>
            </a:r>
            <a:r>
              <a:rPr lang="en-US" altLang="en-US" sz="3200" b="1" dirty="0" err="1">
                <a:latin typeface="MalayalamAbe" pitchFamily="18" charset="0"/>
              </a:rPr>
              <a:t>k#k</a:t>
            </a:r>
            <a:r>
              <a:rPr lang="en-US" altLang="en-US" sz="3200" b="1" dirty="0">
                <a:latin typeface="MalayalamAbe" pitchFamily="18" charset="0"/>
              </a:rPr>
              <a:t>-</a:t>
            </a:r>
            <a:br>
              <a:rPr lang="en-US" altLang="en-US" sz="3200" b="1" dirty="0">
                <a:latin typeface="MalayalamAbe" pitchFamily="18" charset="0"/>
              </a:rPr>
            </a:br>
            <a:r>
              <a:rPr lang="en-US" altLang="en-US" sz="3200" b="1" dirty="0" err="1">
                <a:latin typeface="MalayalamAbe" pitchFamily="18" charset="0"/>
              </a:rPr>
              <a:t>zknilSr</a:t>
            </a:r>
            <a:r>
              <a:rPr lang="en-US" altLang="en-US" sz="3200" b="1" dirty="0">
                <a:latin typeface="MalayalamAbe" pitchFamily="18" charset="0"/>
              </a:rPr>
              <a:t> </a:t>
            </a:r>
            <a:r>
              <a:rPr lang="en-US" altLang="en-US" sz="3200" b="1" dirty="0" err="1">
                <a:latin typeface="MalayalamAbe" pitchFamily="18" charset="0"/>
              </a:rPr>
              <a:t>rjR</a:t>
            </a:r>
            <a:r>
              <a:rPr lang="en-US" altLang="en-US" sz="3200" b="1" dirty="0">
                <a:latin typeface="MalayalamAbe" pitchFamily="18" charset="0"/>
              </a:rPr>
              <a:t> c-</a:t>
            </a:r>
            <a:r>
              <a:rPr lang="en-US" altLang="en-US" sz="3200" b="1" dirty="0" err="1">
                <a:latin typeface="MalayalamAbe" pitchFamily="18" charset="0"/>
              </a:rPr>
              <a:t>fU</a:t>
            </a:r>
            <a:r>
              <a:rPr lang="en-US" altLang="en-US" sz="3200" b="1" dirty="0">
                <a:latin typeface="MalayalamAbe" pitchFamily="18" charset="0"/>
              </a:rPr>
              <a:t>-\</a:t>
            </a:r>
            <a:r>
              <a:rPr lang="en-US" altLang="en-US" sz="3200" b="1" dirty="0" err="1">
                <a:latin typeface="MalayalamAbe" pitchFamily="18" charset="0"/>
              </a:rPr>
              <a:t>lH</a:t>
            </a:r>
            <a:r>
              <a:rPr lang="en-US" altLang="en-US" sz="3200" b="1" dirty="0">
                <a:latin typeface="MalayalamAbe" pitchFamily="18" charset="0"/>
              </a:rPr>
              <a:t> </a:t>
            </a:r>
            <a:r>
              <a:rPr lang="en-US" altLang="en-US" sz="3200" b="1" dirty="0" err="1">
                <a:latin typeface="MalayalamAbe" pitchFamily="18" charset="0"/>
              </a:rPr>
              <a:t>Ck</a:t>
            </a:r>
            <a:r>
              <a:rPr lang="en-US" altLang="en-US" sz="3200" b="1" dirty="0" err="1">
                <a:latin typeface="Kerala" pitchFamily="2" charset="0"/>
              </a:rPr>
              <a:t>i</a:t>
            </a:r>
            <a:r>
              <a:rPr lang="en-US" altLang="en-US" sz="3200" b="1" dirty="0" err="1">
                <a:latin typeface="MalayalamAbe" pitchFamily="18" charset="0"/>
              </a:rPr>
              <a:t>Jdgj</a:t>
            </a:r>
            <a:r>
              <a:rPr lang="en-US" altLang="en-US" sz="3200" b="1" dirty="0">
                <a:latin typeface="MalayalamAbe" pitchFamily="18" charset="0"/>
              </a:rPr>
              <a:t>) </a:t>
            </a:r>
            <a:r>
              <a:rPr lang="en-US" altLang="en-US" sz="3200" b="1" dirty="0" err="1">
                <a:latin typeface="MalayalamAbe" pitchFamily="18" charset="0"/>
              </a:rPr>
              <a:t>rJ</a:t>
            </a:r>
            <a:r>
              <a:rPr lang="en-US" altLang="en-US" sz="3200" b="1" dirty="0">
                <a:latin typeface="MalayalamAbe" pitchFamily="18" charset="0"/>
              </a:rPr>
              <a:t> B*</a:t>
            </a:r>
            <a:r>
              <a:rPr lang="en-US" altLang="en-US" sz="3200" b="1" dirty="0" err="1">
                <a:latin typeface="MalayalamAbe" pitchFamily="18" charset="0"/>
              </a:rPr>
              <a:t>sx</a:t>
            </a:r>
            <a:endParaRPr lang="en-US" altLang="en-US" sz="3200" b="1" dirty="0">
              <a:latin typeface="MalayalamAbe" pitchFamily="18" charset="0"/>
            </a:endParaRPr>
          </a:p>
        </p:txBody>
      </p:sp>
      <p:sp>
        <p:nvSpPr>
          <p:cNvPr id="4" name="Text Box 2">
            <a:extLst>
              <a:ext uri="{FF2B5EF4-FFF2-40B4-BE49-F238E27FC236}">
                <a16:creationId xmlns:a16="http://schemas.microsoft.com/office/drawing/2014/main" id="{26B062C7-FF5B-4BBA-9A0C-DB17203E57B3}"/>
              </a:ext>
            </a:extLst>
          </p:cNvPr>
          <p:cNvSpPr txBox="1">
            <a:spLocks noChangeArrowheads="1"/>
          </p:cNvSpPr>
          <p:nvPr/>
        </p:nvSpPr>
        <p:spPr bwMode="auto">
          <a:xfrm>
            <a:off x="6418814" y="611434"/>
            <a:ext cx="5688096" cy="2643909"/>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vaathilil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muttunnu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adiyangal</a:t>
            </a:r>
            <a:r>
              <a:rPr lang="en-US" sz="2800" b="1" kern="0" dirty="0">
                <a:latin typeface="Calibri" pitchFamily="34" charset="0"/>
                <a:ea typeface="Ebrima" pitchFamily="2" charset="0"/>
                <a:cs typeface="Calibri" pitchFamily="34" charset="0"/>
              </a:rPr>
              <a:t> - Nin </a:t>
            </a:r>
            <a:r>
              <a:rPr lang="en-US" sz="2800" b="1" kern="0" dirty="0" err="1">
                <a:latin typeface="Calibri" pitchFamily="34" charset="0"/>
                <a:ea typeface="Ebrima" pitchFamily="2" charset="0"/>
                <a:cs typeface="Calibri" pitchFamily="34" charset="0"/>
              </a:rPr>
              <a:t>aalayam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cherninnu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irakkunnu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Gunhavaane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sathyathaal</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Shudheekarikka</a:t>
            </a:r>
            <a:r>
              <a:rPr lang="en-US" sz="2800" b="1" kern="0" dirty="0">
                <a:latin typeface="Calibri" pitchFamily="34" charset="0"/>
                <a:ea typeface="Ebrima" pitchFamily="2" charset="0"/>
                <a:cs typeface="Calibri" pitchFamily="34" charset="0"/>
              </a:rPr>
              <a:t> nee </a:t>
            </a:r>
            <a:r>
              <a:rPr lang="en-US" sz="2800" b="1" kern="0" dirty="0" err="1">
                <a:latin typeface="Calibri" pitchFamily="34" charset="0"/>
                <a:ea typeface="Ebrima" pitchFamily="2" charset="0"/>
                <a:cs typeface="Calibri" pitchFamily="34" charset="0"/>
              </a:rPr>
              <a:t>njangalhe</a:t>
            </a:r>
            <a:endParaRPr lang="en-US" sz="2800"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9375337C-5B98-9836-50AE-2B47902D0C2A}"/>
              </a:ext>
            </a:extLst>
          </p:cNvPr>
          <p:cNvSpPr txBox="1"/>
          <p:nvPr/>
        </p:nvSpPr>
        <p:spPr>
          <a:xfrm>
            <a:off x="1223076" y="4635894"/>
            <a:ext cx="9575369" cy="1477328"/>
          </a:xfrm>
          <a:prstGeom prst="rect">
            <a:avLst/>
          </a:prstGeom>
          <a:noFill/>
        </p:spPr>
        <p:txBody>
          <a:bodyPr wrap="square">
            <a:spAutoFit/>
          </a:bodyPr>
          <a:lstStyle/>
          <a:p>
            <a:pPr algn="ctr"/>
            <a:r>
              <a:rPr lang="en-US" sz="3000" b="1" i="1" dirty="0">
                <a:solidFill>
                  <a:schemeClr val="accent6">
                    <a:lumMod val="50000"/>
                  </a:schemeClr>
                </a:solidFill>
                <a:latin typeface="+mn-lt"/>
              </a:rPr>
              <a:t>C:</a:t>
            </a:r>
            <a:r>
              <a:rPr lang="en-US" sz="3000" b="1" i="1" dirty="0">
                <a:latin typeface="+mn-lt"/>
              </a:rPr>
              <a:t> Lord, we humbly knock at Your door. We have come to Your house, and we pray for Your blessing. Sanctify Your servants by Your truth. </a:t>
            </a:r>
          </a:p>
        </p:txBody>
      </p:sp>
      <p:sp>
        <p:nvSpPr>
          <p:cNvPr id="2" name="TextBox 1">
            <a:extLst>
              <a:ext uri="{FF2B5EF4-FFF2-40B4-BE49-F238E27FC236}">
                <a16:creationId xmlns:a16="http://schemas.microsoft.com/office/drawing/2014/main" id="{3F0C22C6-DA58-BDE0-3452-B730D8FED11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2E786530-D3B4-E4D1-E711-E719277837E8}"/>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5038282"/>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A0E1-0FC4-068C-4942-F1544E287B6E}"/>
            </a:ext>
          </a:extLst>
        </p:cNvPr>
        <p:cNvGrpSpPr/>
        <p:nvPr/>
      </p:nvGrpSpPr>
      <p:grpSpPr>
        <a:xfrm>
          <a:off x="0" y="0"/>
          <a:ext cx="0" cy="0"/>
          <a:chOff x="0" y="0"/>
          <a:chExt cx="0" cy="0"/>
        </a:xfrm>
      </p:grpSpPr>
      <p:sp>
        <p:nvSpPr>
          <p:cNvPr id="72706" name="Rectangle 2">
            <a:extLst>
              <a:ext uri="{FF2B5EF4-FFF2-40B4-BE49-F238E27FC236}">
                <a16:creationId xmlns:a16="http://schemas.microsoft.com/office/drawing/2014/main" id="{46A281C2-C725-8BCF-F34C-DDB49689C9AD}"/>
              </a:ext>
            </a:extLst>
          </p:cNvPr>
          <p:cNvSpPr>
            <a:spLocks noGrp="1" noChangeArrowheads="1"/>
          </p:cNvSpPr>
          <p:nvPr>
            <p:ph type="ctrTitle"/>
          </p:nvPr>
        </p:nvSpPr>
        <p:spPr>
          <a:xfrm>
            <a:off x="299357" y="-310117"/>
            <a:ext cx="5497287" cy="3429000"/>
          </a:xfrm>
        </p:spPr>
        <p:txBody>
          <a:bodyPr anchor="ctr">
            <a:normAutofit fontScale="90000"/>
          </a:bodyPr>
          <a:lstStyle/>
          <a:p>
            <a:pPr algn="l" eaLnBrk="1" hangingPunct="1"/>
            <a:br>
              <a:rPr lang="en-US" altLang="en-US" sz="4400" b="1" dirty="0">
                <a:latin typeface="MalayalamAbe" pitchFamily="18" charset="0"/>
              </a:rPr>
            </a:b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rj</a:t>
            </a:r>
            <a:r>
              <a:rPr lang="en-US" altLang="en-US" sz="4400" b="1" dirty="0">
                <a:latin typeface="MalayalamAbe" pitchFamily="18" charset="0"/>
              </a:rPr>
              <a:t>*</a:t>
            </a:r>
            <a:r>
              <a:rPr lang="en-US" altLang="en-US" sz="4400" b="1" dirty="0" err="1">
                <a:latin typeface="MalayalamAbe" pitchFamily="18" charset="0"/>
              </a:rPr>
              <a:t>Xs</a:t>
            </a:r>
            <a:r>
              <a:rPr lang="en-US" altLang="en-US" sz="4400" b="1" dirty="0">
                <a:latin typeface="MalayalamAbe" pitchFamily="18" charset="0"/>
              </a:rPr>
              <a:t>)</a:t>
            </a:r>
            <a:r>
              <a:rPr lang="en-US" altLang="en-US" sz="4400" b="1" dirty="0" err="1">
                <a:latin typeface="MalayalamAbe" pitchFamily="18" charset="0"/>
              </a:rPr>
              <a:t>h^liG</a:t>
            </a:r>
            <a:r>
              <a:rPr lang="en-US" altLang="en-US" sz="4400" b="1" dirty="0">
                <a:latin typeface="MalayalamAbe" pitchFamily="18" charset="0"/>
              </a:rPr>
              <a:t>)k; </a:t>
            </a:r>
            <a:r>
              <a:rPr lang="en-US" altLang="en-US" sz="4400" b="1" dirty="0" err="1">
                <a:latin typeface="MalayalamAbe" pitchFamily="18" charset="0"/>
              </a:rPr>
              <a:t>calPlrak!lujgj</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err="1">
                <a:latin typeface="MalayalamAbe" pitchFamily="18" charset="0"/>
              </a:rPr>
              <a:t>rjsRy</a:t>
            </a:r>
            <a:r>
              <a:rPr lang="en-US" altLang="en-US" sz="4400" b="1" dirty="0">
                <a:latin typeface="MalayalamAbe" pitchFamily="18" charset="0"/>
              </a:rPr>
              <a:t> :</a:t>
            </a:r>
            <a:r>
              <a:rPr lang="en-US" altLang="en-US" sz="4400" b="1" dirty="0" err="1">
                <a:latin typeface="Kerala" pitchFamily="2" charset="0"/>
              </a:rPr>
              <a:t>v</a:t>
            </a:r>
            <a:r>
              <a:rPr lang="en-US" altLang="en-US" sz="4400" b="1" dirty="0" err="1">
                <a:latin typeface="MalayalamAbe" pitchFamily="18" charset="0"/>
              </a:rPr>
              <a:t>lSilmk</a:t>
            </a:r>
            <a:r>
              <a:rPr lang="en-US" altLang="en-US" sz="4400" b="1" dirty="0">
                <a:latin typeface="MalayalamAbe" pitchFamily="18" charset="0"/>
              </a:rPr>
              <a:t> </a:t>
            </a:r>
            <a:r>
              <a:rPr lang="en-US" altLang="en-US" sz="4400" b="1" dirty="0" err="1">
                <a:latin typeface="MalayalamAbe" pitchFamily="18" charset="0"/>
              </a:rPr>
              <a:t>dosmuk</a:t>
            </a:r>
            <a:r>
              <a:rPr lang="en-US" altLang="en-US" sz="4400" b="1" dirty="0">
                <a:latin typeface="MalayalamAbe" pitchFamily="18" charset="0"/>
              </a:rPr>
              <a:t>; </a:t>
            </a:r>
            <a:r>
              <a:rPr lang="en-US" altLang="en-US" sz="4400" b="1" dirty="0" err="1">
                <a:latin typeface="MalayalamAbe" pitchFamily="18" charset="0"/>
              </a:rPr>
              <a:t>K!lujgj</a:t>
            </a:r>
            <a:r>
              <a:rPr lang="en-US" altLang="en-US" sz="4400" b="1" dirty="0">
                <a:latin typeface="MalayalamAbe" pitchFamily="18" charset="0"/>
              </a:rPr>
              <a:t>)</a:t>
            </a:r>
            <a:r>
              <a:rPr lang="en-US" altLang="en-US" sz="4400" b="1" dirty="0" err="1">
                <a:latin typeface="MalayalamAbe" pitchFamily="18" charset="0"/>
              </a:rPr>
              <a:t>sM.</a:t>
            </a: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0AC32492-A848-8670-C77C-03603A90EF90}"/>
              </a:ext>
            </a:extLst>
          </p:cNvPr>
          <p:cNvSpPr txBox="1">
            <a:spLocks noChangeArrowheads="1"/>
          </p:cNvSpPr>
          <p:nvPr/>
        </p:nvSpPr>
        <p:spPr bwMode="auto">
          <a:xfrm>
            <a:off x="6423493" y="363959"/>
            <a:ext cx="5768507" cy="265070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000" b="1" kern="0" dirty="0">
                <a:latin typeface="Calibri" pitchFamily="34" charset="0"/>
                <a:ea typeface="Ebrima" pitchFamily="2" charset="0"/>
                <a:cs typeface="Calibri" pitchFamily="34" charset="0"/>
              </a:rPr>
            </a:b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Ningalkk-ellaavarkkum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samaadhaanam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aathmaavodu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koodeyum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808B2C28-AF21-D017-5FD4-BB0C4B12E5BD}"/>
              </a:ext>
            </a:extLst>
          </p:cNvPr>
          <p:cNvSpPr txBox="1"/>
          <p:nvPr/>
        </p:nvSpPr>
        <p:spPr>
          <a:xfrm>
            <a:off x="3685862" y="4793031"/>
            <a:ext cx="4820276" cy="1217769"/>
          </a:xfrm>
          <a:prstGeom prst="rect">
            <a:avLst/>
          </a:prstGeom>
          <a:noFill/>
        </p:spPr>
        <p:txBody>
          <a:bodyPr wrap="square">
            <a:spAutoFit/>
          </a:bodyPr>
          <a:lstStyle/>
          <a:p>
            <a:pPr marL="403225" marR="0" lvl="0" indent="-403225" algn="l" rtl="0">
              <a:lnSpc>
                <a:spcPct val="90000"/>
              </a:lnSpc>
              <a:spcBef>
                <a:spcPts val="0"/>
              </a:spcBef>
              <a:spcAft>
                <a:spcPts val="0"/>
              </a:spcAft>
              <a:buClr>
                <a:schemeClr val="dk1"/>
              </a:buClr>
              <a:buSzPts val="3200"/>
              <a:buFont typeface="Arial"/>
              <a:buNone/>
            </a:pPr>
            <a:r>
              <a:rPr lang="en-US" sz="36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600" b="1" i="1" u="none" strike="noStrike" cap="none" dirty="0">
                <a:latin typeface="+mn-lt"/>
                <a:ea typeface="Calibri"/>
                <a:cs typeface="Times New Roman" panose="02020603050405020304" pitchFamily="18" charset="0"/>
                <a:sym typeface="Calibri"/>
              </a:rPr>
              <a:t>Peace be with you all.</a:t>
            </a:r>
            <a:endParaRPr lang="en-US" sz="3600" b="1" i="1" u="none" strike="noStrike" cap="none" dirty="0">
              <a:latin typeface="+mn-lt"/>
              <a:ea typeface="Arial"/>
              <a:cs typeface="Times New Roman" panose="02020603050405020304" pitchFamily="18" charset="0"/>
              <a:sym typeface="Arial"/>
            </a:endParaRPr>
          </a:p>
          <a:p>
            <a:pPr marL="403225" marR="0" lvl="0" indent="-403225" algn="l" rtl="0">
              <a:lnSpc>
                <a:spcPct val="90000"/>
              </a:lnSpc>
              <a:spcBef>
                <a:spcPts val="1000"/>
              </a:spcBef>
              <a:spcAft>
                <a:spcPts val="0"/>
              </a:spcAft>
              <a:buClr>
                <a:srgbClr val="C00000"/>
              </a:buClr>
              <a:buSzPts val="3200"/>
              <a:buFont typeface="Arial"/>
              <a:buNone/>
            </a:pPr>
            <a:r>
              <a:rPr lang="en-US" sz="36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600" b="1" i="1" u="none" strike="noStrike" cap="none" dirty="0">
                <a:latin typeface="+mn-lt"/>
                <a:ea typeface="Calibri"/>
                <a:cs typeface="Times New Roman" panose="02020603050405020304" pitchFamily="18" charset="0"/>
                <a:sym typeface="Calibri"/>
              </a:rPr>
              <a:t>And also with you.</a:t>
            </a:r>
            <a:endParaRPr lang="en-US" sz="36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46B60153-CEBC-04E2-8494-9327F47A3DE5}"/>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E38FEB79-16CA-52D3-8679-328368E1C190}"/>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0710867"/>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ctrTitle"/>
          </p:nvPr>
        </p:nvSpPr>
        <p:spPr>
          <a:xfrm>
            <a:off x="-2261" y="2157399"/>
            <a:ext cx="6052157" cy="1957227"/>
          </a:xfrm>
        </p:spPr>
        <p:txBody>
          <a:bodyPr anchor="ctr">
            <a:noAutofit/>
          </a:bodyPr>
          <a:lstStyle/>
          <a:p>
            <a:pPr eaLnBrk="1" hangingPunct="1"/>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a:latin typeface="MalayalamAbe" pitchFamily="18" charset="0"/>
              </a:rPr>
              <a:t>a[</a:t>
            </a:r>
            <a:r>
              <a:rPr lang="en-US" altLang="en-US" sz="3200" b="1" dirty="0" err="1">
                <a:latin typeface="MalayalamAbe" pitchFamily="18" charset="0"/>
              </a:rPr>
              <a:t>Cj|lf</a:t>
            </a:r>
            <a:r>
              <a:rPr lang="en-US" altLang="en-US" sz="3200" b="1" dirty="0" err="1">
                <a:latin typeface="Kerala" pitchFamily="2" charset="0"/>
              </a:rPr>
              <a:t>O</a:t>
            </a:r>
            <a:r>
              <a:rPr lang="en-US" altLang="en-US" sz="3200" b="1" dirty="0" err="1">
                <a:latin typeface="MalayalamAbe" pitchFamily="18" charset="0"/>
              </a:rPr>
              <a:t>kglsRy</a:t>
            </a:r>
            <a:r>
              <a:rPr lang="en-US" altLang="en-US" sz="3200" b="1" dirty="0">
                <a:latin typeface="MalayalamAbe" pitchFamily="18" charset="0"/>
              </a:rPr>
              <a:t> c[</a:t>
            </a:r>
            <a:r>
              <a:rPr lang="en-US" altLang="en-US" sz="3200" b="1" dirty="0" err="1">
                <a:latin typeface="MalayalamAbe" pitchFamily="18" charset="0"/>
              </a:rPr>
              <a:t>Sr|ik</a:t>
            </a:r>
            <a:r>
              <a:rPr lang="en-US" altLang="en-US" sz="3200" b="1" dirty="0">
                <a:latin typeface="MalayalamAbe" pitchFamily="18" charset="0"/>
              </a:rPr>
              <a:t>; </a:t>
            </a:r>
            <a:r>
              <a:rPr lang="en-US" altLang="en-US" sz="3200" b="1" dirty="0" err="1">
                <a:latin typeface="MalayalamAbe" pitchFamily="18" charset="0"/>
              </a:rPr>
              <a:t>calPlrik</a:t>
            </a:r>
            <a:r>
              <a:rPr lang="en-US" altLang="en-US" sz="3200" b="1" dirty="0">
                <a:latin typeface="MalayalamAbe" pitchFamily="18" charset="0"/>
              </a:rPr>
              <a:t>; </a:t>
            </a:r>
            <a:r>
              <a:rPr lang="en-US" altLang="en-US" sz="3200" b="1" dirty="0" err="1">
                <a:latin typeface="MalayalamAbe" pitchFamily="18" charset="0"/>
              </a:rPr>
              <a:t>cGi&amp;pl</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TmujH</a:t>
            </a:r>
            <a:r>
              <a:rPr lang="en-US" altLang="en-US" sz="3200" b="1" dirty="0">
                <a:latin typeface="MalayalamAbe" pitchFamily="18" charset="0"/>
              </a:rPr>
              <a:t> </a:t>
            </a:r>
            <a:r>
              <a:rPr lang="en-US" altLang="en-US" sz="3200" b="1" dirty="0" err="1">
                <a:latin typeface="MalayalamAbe" pitchFamily="18" charset="0"/>
              </a:rPr>
              <a:t>icj</a:t>
            </a:r>
            <a:r>
              <a:rPr lang="en-US" altLang="en-US" sz="3200" b="1" dirty="0">
                <a:latin typeface="MalayalamAbe" pitchFamily="18" charset="0"/>
              </a:rPr>
              <a:t>)</a:t>
            </a:r>
            <a:r>
              <a:rPr lang="en-US" altLang="en-US" sz="3200" b="1" dirty="0" err="1">
                <a:latin typeface="MalayalamAbe" pitchFamily="18" charset="0"/>
              </a:rPr>
              <a:t>kalyldnSa</a:t>
            </a:r>
            <a:endParaRPr lang="en-US" altLang="en-US" sz="3200" b="1" dirty="0">
              <a:latin typeface="MalayalamAbe" pitchFamily="18" charset="0"/>
            </a:endParaRPr>
          </a:p>
        </p:txBody>
      </p:sp>
      <p:sp>
        <p:nvSpPr>
          <p:cNvPr id="4" name="Text Box 2">
            <a:extLst>
              <a:ext uri="{FF2B5EF4-FFF2-40B4-BE49-F238E27FC236}">
                <a16:creationId xmlns:a16="http://schemas.microsoft.com/office/drawing/2014/main" id="{F1C05CD3-B322-45BC-A48E-3C616672C7D9}"/>
              </a:ext>
            </a:extLst>
          </p:cNvPr>
          <p:cNvSpPr txBox="1">
            <a:spLocks noChangeArrowheads="1"/>
          </p:cNvSpPr>
          <p:nvPr/>
        </p:nvSpPr>
        <p:spPr bwMode="auto">
          <a:xfrm>
            <a:off x="6106621" y="2472891"/>
            <a:ext cx="6074758" cy="1325727"/>
          </a:xfrm>
          <a:prstGeom prst="rect">
            <a:avLst/>
          </a:prstGeom>
          <a:noFill/>
          <a:ln w="9525">
            <a:noFill/>
            <a:miter lim="800000"/>
            <a:headEnd/>
            <a:tailEnd/>
          </a:ln>
          <a:effectLst/>
        </p:spPr>
        <p:txBody>
          <a:bodyPr wrap="square" lIns="111402" tIns="55743" rIns="111402" bIns="55743">
            <a:spAutoFit/>
          </a:bodyPr>
          <a:lstStyle/>
          <a:p>
            <a:pPr algn="ctr">
              <a:lnSpc>
                <a:spcPts val="3200"/>
              </a:lnSpc>
              <a:spcBef>
                <a:spcPts val="0"/>
              </a:spcBef>
            </a:pPr>
            <a:r>
              <a:rPr lang="en-US" sz="2500" b="1" kern="0" dirty="0">
                <a:solidFill>
                  <a:schemeClr val="accent6">
                    <a:lumMod val="50000"/>
                  </a:schemeClr>
                </a:solidFill>
                <a:latin typeface="Calibri" pitchFamily="34" charset="0"/>
                <a:ea typeface="Ebrima" pitchFamily="2" charset="0"/>
                <a:cs typeface="Calibri" pitchFamily="34" charset="0"/>
              </a:rPr>
              <a:t>C: </a:t>
            </a:r>
            <a:r>
              <a:rPr lang="en-US" sz="2500" b="1" kern="0" dirty="0" err="1">
                <a:latin typeface="Calibri" pitchFamily="34" charset="0"/>
                <a:ea typeface="Ebrima" pitchFamily="2" charset="0"/>
                <a:cs typeface="Calibri" pitchFamily="34" charset="0"/>
              </a:rPr>
              <a:t>Mashihaa</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thampuraante</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snehavum</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samaadhaanavum</a:t>
            </a:r>
            <a:r>
              <a:rPr lang="en-US" sz="2500" b="1" kern="0" dirty="0">
                <a:latin typeface="Calibri" pitchFamily="34" charset="0"/>
                <a:ea typeface="Ebrima" pitchFamily="2" charset="0"/>
                <a:cs typeface="Calibri" pitchFamily="34" charset="0"/>
              </a:rPr>
              <a:t> - </a:t>
            </a:r>
            <a:r>
              <a:rPr lang="en-US" sz="2500" b="1" kern="0" dirty="0" err="1">
                <a:latin typeface="Calibri" pitchFamily="34" charset="0"/>
                <a:ea typeface="Ebrima" pitchFamily="2" charset="0"/>
                <a:cs typeface="Calibri" pitchFamily="34" charset="0"/>
              </a:rPr>
              <a:t>Sarvadhaa</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njangalhude</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idayil</a:t>
            </a:r>
            <a:r>
              <a:rPr lang="en-US" sz="2500" b="1" kern="0" dirty="0">
                <a:latin typeface="Calibri" pitchFamily="34" charset="0"/>
                <a:ea typeface="Ebrima" pitchFamily="2" charset="0"/>
                <a:cs typeface="Calibri" pitchFamily="34" charset="0"/>
              </a:rPr>
              <a:t> </a:t>
            </a:r>
            <a:r>
              <a:rPr lang="en-US" sz="2500" b="1" kern="0" dirty="0" err="1">
                <a:latin typeface="Calibri" pitchFamily="34" charset="0"/>
                <a:ea typeface="Ebrima" pitchFamily="2" charset="0"/>
                <a:cs typeface="Calibri" pitchFamily="34" charset="0"/>
              </a:rPr>
              <a:t>vasikkumaarraakanhame</a:t>
            </a:r>
            <a:r>
              <a:rPr lang="en-US" sz="2500"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A0D72A94-3EFE-D6C8-62E4-109F2D65F98F}"/>
              </a:ext>
            </a:extLst>
          </p:cNvPr>
          <p:cNvSpPr txBox="1"/>
          <p:nvPr/>
        </p:nvSpPr>
        <p:spPr>
          <a:xfrm>
            <a:off x="1" y="6057791"/>
            <a:ext cx="12216864" cy="480131"/>
          </a:xfrm>
          <a:prstGeom prst="rect">
            <a:avLst/>
          </a:prstGeom>
          <a:noFill/>
        </p:spPr>
        <p:txBody>
          <a:bodyPr wrap="square">
            <a:spAutoFit/>
          </a:bodyPr>
          <a:lstStyle/>
          <a:p>
            <a:pPr marL="403225" marR="0" lvl="0" indent="-403225" algn="ctr" rtl="0">
              <a:lnSpc>
                <a:spcPct val="90000"/>
              </a:lnSpc>
              <a:spcBef>
                <a:spcPts val="1000"/>
              </a:spcBef>
              <a:spcAft>
                <a:spcPts val="0"/>
              </a:spcAft>
              <a:buClr>
                <a:srgbClr val="C00000"/>
              </a:buClr>
              <a:buSzPts val="3200"/>
              <a:buFont typeface="Arial"/>
              <a:buNone/>
            </a:pPr>
            <a:r>
              <a:rPr lang="en-US" sz="28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2800" b="1" i="1" u="none" strike="noStrike" cap="none" dirty="0">
                <a:latin typeface="Calibri" panose="020F0502020204030204" pitchFamily="34" charset="0"/>
                <a:ea typeface="Calibri"/>
                <a:cs typeface="Calibri" panose="020F0502020204030204" pitchFamily="34" charset="0"/>
                <a:sym typeface="Calibri"/>
              </a:rPr>
              <a:t>May the love and peace of our Lord Jesus Christ abide with us forever.</a:t>
            </a:r>
            <a:endParaRPr lang="en-US" sz="2800" b="1" i="1" u="none" strike="noStrike" cap="none" dirty="0">
              <a:latin typeface="Calibri" panose="020F0502020204030204" pitchFamily="34" charset="0"/>
              <a:ea typeface="Arial"/>
              <a:cs typeface="Calibri" panose="020F0502020204030204" pitchFamily="34" charset="0"/>
              <a:sym typeface="Arial"/>
            </a:endParaRPr>
          </a:p>
        </p:txBody>
      </p:sp>
      <p:sp>
        <p:nvSpPr>
          <p:cNvPr id="7" name="TextBox 6">
            <a:extLst>
              <a:ext uri="{FF2B5EF4-FFF2-40B4-BE49-F238E27FC236}">
                <a16:creationId xmlns:a16="http://schemas.microsoft.com/office/drawing/2014/main" id="{B4D16B2D-3D66-9DD9-1FB7-A0D4B0737CA2}"/>
              </a:ext>
            </a:extLst>
          </p:cNvPr>
          <p:cNvSpPr txBox="1"/>
          <p:nvPr/>
        </p:nvSpPr>
        <p:spPr>
          <a:xfrm>
            <a:off x="-112993" y="1405685"/>
            <a:ext cx="6052151" cy="904094"/>
          </a:xfrm>
          <a:prstGeom prst="rect">
            <a:avLst/>
          </a:prstGeom>
          <a:noFill/>
        </p:spPr>
        <p:txBody>
          <a:bodyPr wrap="square">
            <a:spAutoFit/>
          </a:bodyPr>
          <a:lstStyle/>
          <a:p>
            <a:pPr algn="ctr">
              <a:lnSpc>
                <a:spcPts val="3020"/>
              </a:lnSpc>
            </a:pPr>
            <a:r>
              <a:rPr lang="en-US" altLang="en-US" sz="3200" b="1" dirty="0">
                <a:solidFill>
                  <a:schemeClr val="accent6">
                    <a:lumMod val="50000"/>
                  </a:schemeClr>
                </a:solidFill>
              </a:rPr>
              <a:t>(</a:t>
            </a:r>
            <a:r>
              <a:rPr lang="en-US" altLang="en-US" sz="3200" b="1" dirty="0" err="1">
                <a:solidFill>
                  <a:schemeClr val="accent6">
                    <a:lumMod val="50000"/>
                  </a:schemeClr>
                </a:solidFill>
                <a:latin typeface="MalayalamAbe" pitchFamily="18" charset="0"/>
              </a:rPr>
              <a:t>Tijsm</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f+jH</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f+jH</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ssdu&amp;cogj</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sdlmk</a:t>
            </a:r>
            <a:r>
              <a:rPr lang="en-US" altLang="en-US" sz="3200" b="1" dirty="0">
                <a:solidFill>
                  <a:schemeClr val="accent6">
                    <a:lumMod val="50000"/>
                  </a:schemeClr>
                </a:solidFill>
                <a:latin typeface="MalayalamAbe" pitchFamily="18" charset="0"/>
              </a:rPr>
              <a:t>)n;</a:t>
            </a:r>
            <a:r>
              <a:rPr lang="en-US" altLang="en-US" sz="3200" b="1" dirty="0">
                <a:solidFill>
                  <a:schemeClr val="accent6">
                    <a:lumMod val="50000"/>
                  </a:schemeClr>
                </a:solidFill>
              </a:rPr>
              <a:t>)</a:t>
            </a:r>
            <a:endParaRPr lang="en-US" sz="3200" b="1" dirty="0">
              <a:solidFill>
                <a:schemeClr val="accent6">
                  <a:lumMod val="50000"/>
                </a:schemeClr>
              </a:solidFill>
            </a:endParaRPr>
          </a:p>
        </p:txBody>
      </p:sp>
      <p:sp>
        <p:nvSpPr>
          <p:cNvPr id="9" name="TextBox 8">
            <a:extLst>
              <a:ext uri="{FF2B5EF4-FFF2-40B4-BE49-F238E27FC236}">
                <a16:creationId xmlns:a16="http://schemas.microsoft.com/office/drawing/2014/main" id="{08F8286C-404B-DF54-8C8B-B4BB21BC5F23}"/>
              </a:ext>
            </a:extLst>
          </p:cNvPr>
          <p:cNvSpPr txBox="1"/>
          <p:nvPr/>
        </p:nvSpPr>
        <p:spPr>
          <a:xfrm>
            <a:off x="-37286" y="224222"/>
            <a:ext cx="5948897" cy="933589"/>
          </a:xfrm>
          <a:prstGeom prst="rect">
            <a:avLst/>
          </a:prstGeom>
          <a:noFill/>
        </p:spPr>
        <p:txBody>
          <a:bodyPr wrap="square">
            <a:spAutoFit/>
          </a:bodyPr>
          <a:lstStyle/>
          <a:p>
            <a:pPr algn="ctr">
              <a:lnSpc>
                <a:spcPts val="3240"/>
              </a:lnSpc>
            </a:pPr>
            <a:r>
              <a:rPr lang="en-US" altLang="en-US" sz="3200" b="1" dirty="0">
                <a:solidFill>
                  <a:schemeClr val="accent6">
                    <a:lumMod val="50000"/>
                  </a:schemeClr>
                </a:solidFill>
                <a:latin typeface="MalayalamAbe" pitchFamily="18" charset="0"/>
              </a:rPr>
              <a:t>Ck. </a:t>
            </a:r>
            <a:r>
              <a:rPr lang="en-US" altLang="en-US" sz="3200" b="1" dirty="0" err="1">
                <a:latin typeface="MalayalamAbe" pitchFamily="18" charset="0"/>
              </a:rPr>
              <a:t>r+ksm</a:t>
            </a:r>
            <a:r>
              <a:rPr lang="en-US" altLang="en-US" sz="3200" b="1" dirty="0">
                <a:latin typeface="MalayalamAbe" pitchFamily="18" charset="0"/>
              </a:rPr>
              <a:t> </a:t>
            </a:r>
            <a:r>
              <a:rPr lang="en-US" altLang="en-US" sz="3200" b="1" dirty="0" err="1">
                <a:latin typeface="MalayalamAbe" pitchFamily="18" charset="0"/>
              </a:rPr>
              <a:t>sspialu</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lijsRy</a:t>
            </a:r>
            <a:r>
              <a:rPr lang="en-US" altLang="en-US" sz="3200" b="1" dirty="0">
                <a:latin typeface="MalayalamAbe" pitchFamily="18" charset="0"/>
              </a:rPr>
              <a:t> c[Sr|\</a:t>
            </a:r>
            <a:r>
              <a:rPr lang="en-US" altLang="en-US" sz="3200" b="1" dirty="0" err="1">
                <a:latin typeface="MalayalamAbe" pitchFamily="18" charset="0"/>
              </a:rPr>
              <a:t>lH</a:t>
            </a:r>
            <a:r>
              <a:rPr lang="en-US" altLang="en-US" sz="3200" b="1" dirty="0">
                <a:latin typeface="MalayalamAbe" pitchFamily="18" charset="0"/>
              </a:rPr>
              <a:t>...</a:t>
            </a:r>
            <a:endParaRPr lang="en-US" sz="3200" dirty="0"/>
          </a:p>
        </p:txBody>
      </p:sp>
      <p:sp>
        <p:nvSpPr>
          <p:cNvPr id="11" name="TextBox 10">
            <a:extLst>
              <a:ext uri="{FF2B5EF4-FFF2-40B4-BE49-F238E27FC236}">
                <a16:creationId xmlns:a16="http://schemas.microsoft.com/office/drawing/2014/main" id="{9276FD0E-96D4-991D-65DF-BC7A87A33426}"/>
              </a:ext>
            </a:extLst>
          </p:cNvPr>
          <p:cNvSpPr txBox="1"/>
          <p:nvPr/>
        </p:nvSpPr>
        <p:spPr>
          <a:xfrm>
            <a:off x="0" y="4853993"/>
            <a:ext cx="12192000" cy="480131"/>
          </a:xfrm>
          <a:prstGeom prst="rect">
            <a:avLst/>
          </a:prstGeom>
          <a:noFill/>
        </p:spPr>
        <p:txBody>
          <a:bodyPr wrap="square">
            <a:spAutoFit/>
          </a:bodyPr>
          <a:lstStyle/>
          <a:p>
            <a:pPr marL="403225" marR="0" lvl="0" indent="-403225" algn="ctr" rtl="0">
              <a:lnSpc>
                <a:spcPct val="90000"/>
              </a:lnSpc>
              <a:spcBef>
                <a:spcPts val="1000"/>
              </a:spcBef>
              <a:spcAft>
                <a:spcPts val="0"/>
              </a:spcAft>
              <a:buClr>
                <a:srgbClr val="3185C2"/>
              </a:buClr>
              <a:buSzPts val="3200"/>
              <a:buFont typeface="Arial"/>
              <a:buNone/>
            </a:pPr>
            <a:r>
              <a:rPr lang="en-US" sz="28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D: </a:t>
            </a:r>
            <a:r>
              <a:rPr lang="en-US" sz="2800" b="1" i="1" u="none" strike="noStrike" cap="none" dirty="0">
                <a:latin typeface="Calibri" panose="020F0502020204030204" pitchFamily="34" charset="0"/>
                <a:ea typeface="Calibri"/>
                <a:cs typeface="Calibri" panose="020F0502020204030204" pitchFamily="34" charset="0"/>
                <a:sym typeface="Calibri"/>
              </a:rPr>
              <a:t>In the Love of our Lord God, let us greet one another in peace.</a:t>
            </a:r>
            <a:endParaRPr lang="en-US" sz="2800" b="1" i="1" u="none" strike="noStrike" cap="none" dirty="0">
              <a:latin typeface="Calibri" panose="020F0502020204030204" pitchFamily="34" charset="0"/>
              <a:ea typeface="Arial"/>
              <a:cs typeface="Calibri" panose="020F0502020204030204" pitchFamily="34" charset="0"/>
              <a:sym typeface="Arial"/>
            </a:endParaRPr>
          </a:p>
        </p:txBody>
      </p:sp>
      <p:sp>
        <p:nvSpPr>
          <p:cNvPr id="8" name="TextBox 7">
            <a:extLst>
              <a:ext uri="{FF2B5EF4-FFF2-40B4-BE49-F238E27FC236}">
                <a16:creationId xmlns:a16="http://schemas.microsoft.com/office/drawing/2014/main" id="{AFD23E0D-60AB-DFF9-1000-A225F8E7FB8B}"/>
              </a:ext>
            </a:extLst>
          </p:cNvPr>
          <p:cNvSpPr txBox="1"/>
          <p:nvPr/>
        </p:nvSpPr>
        <p:spPr>
          <a:xfrm>
            <a:off x="6106621" y="251248"/>
            <a:ext cx="6074753" cy="861774"/>
          </a:xfrm>
          <a:prstGeom prst="rect">
            <a:avLst/>
          </a:prstGeom>
          <a:noFill/>
        </p:spPr>
        <p:txBody>
          <a:bodyPr wrap="square">
            <a:spAutoFit/>
          </a:bodyPr>
          <a:lstStyle/>
          <a:p>
            <a:pPr algn="ctr">
              <a:spcBef>
                <a:spcPts val="0"/>
              </a:spcBef>
            </a:pPr>
            <a:r>
              <a:rPr lang="en-US" sz="2500" b="1" kern="0" spc="20" dirty="0">
                <a:solidFill>
                  <a:schemeClr val="accent6">
                    <a:lumMod val="50000"/>
                  </a:schemeClr>
                </a:solidFill>
                <a:latin typeface="Calibri" pitchFamily="34" charset="0"/>
                <a:ea typeface="Ebrima" pitchFamily="2" charset="0"/>
                <a:cs typeface="Calibri" pitchFamily="34" charset="0"/>
              </a:rPr>
              <a:t>D: </a:t>
            </a:r>
            <a:r>
              <a:rPr lang="en-US" sz="2500" b="1" kern="0" spc="20" dirty="0" err="1">
                <a:latin typeface="Calibri" pitchFamily="34" charset="0"/>
                <a:ea typeface="Ebrima" pitchFamily="2" charset="0"/>
                <a:cs typeface="Calibri" pitchFamily="34" charset="0"/>
              </a:rPr>
              <a:t>Nammude</a:t>
            </a:r>
            <a:r>
              <a:rPr lang="en-US" sz="2500" b="1" kern="0" spc="20" dirty="0">
                <a:latin typeface="Calibri" pitchFamily="34" charset="0"/>
                <a:ea typeface="Ebrima" pitchFamily="2" charset="0"/>
                <a:cs typeface="Calibri" pitchFamily="34" charset="0"/>
              </a:rPr>
              <a:t> </a:t>
            </a:r>
            <a:r>
              <a:rPr lang="en-US" sz="2500" b="1" kern="0" spc="20" dirty="0" err="1">
                <a:latin typeface="Calibri" pitchFamily="34" charset="0"/>
                <a:ea typeface="Ebrima" pitchFamily="2" charset="0"/>
                <a:cs typeface="Calibri" pitchFamily="34" charset="0"/>
              </a:rPr>
              <a:t>daivamaaya</a:t>
            </a:r>
            <a:r>
              <a:rPr lang="en-US" sz="2500" b="1" kern="0" spc="20" dirty="0">
                <a:latin typeface="Calibri" pitchFamily="34" charset="0"/>
                <a:ea typeface="Ebrima" pitchFamily="2" charset="0"/>
                <a:cs typeface="Calibri" pitchFamily="34" charset="0"/>
              </a:rPr>
              <a:t> </a:t>
            </a:r>
          </a:p>
          <a:p>
            <a:pPr algn="ctr">
              <a:spcBef>
                <a:spcPts val="0"/>
              </a:spcBef>
            </a:pPr>
            <a:r>
              <a:rPr lang="en-US" sz="2500" b="1" kern="0" spc="20" dirty="0" err="1">
                <a:latin typeface="Calibri" pitchFamily="34" charset="0"/>
                <a:ea typeface="Ebrima" pitchFamily="2" charset="0"/>
                <a:cs typeface="Calibri" pitchFamily="34" charset="0"/>
              </a:rPr>
              <a:t>Karthaavinte</a:t>
            </a:r>
            <a:r>
              <a:rPr lang="en-US" sz="2500" b="1" kern="0" spc="20" dirty="0">
                <a:latin typeface="Calibri" pitchFamily="34" charset="0"/>
                <a:ea typeface="Ebrima" pitchFamily="2" charset="0"/>
                <a:cs typeface="Calibri" pitchFamily="34" charset="0"/>
              </a:rPr>
              <a:t> </a:t>
            </a:r>
            <a:r>
              <a:rPr lang="en-US" sz="2500" b="1" kern="0" spc="20" dirty="0" err="1">
                <a:latin typeface="Calibri" pitchFamily="34" charset="0"/>
                <a:ea typeface="Ebrima" pitchFamily="2" charset="0"/>
                <a:cs typeface="Calibri" pitchFamily="34" charset="0"/>
              </a:rPr>
              <a:t>snehathaal</a:t>
            </a:r>
            <a:r>
              <a:rPr lang="en-US" sz="2500" b="1" kern="0" spc="20" dirty="0">
                <a:latin typeface="Calibri" pitchFamily="34" charset="0"/>
                <a:ea typeface="Ebrima" pitchFamily="2" charset="0"/>
                <a:cs typeface="Calibri" pitchFamily="34" charset="0"/>
              </a:rPr>
              <a:t>...</a:t>
            </a:r>
          </a:p>
        </p:txBody>
      </p:sp>
      <p:sp>
        <p:nvSpPr>
          <p:cNvPr id="12" name="TextBox 11">
            <a:extLst>
              <a:ext uri="{FF2B5EF4-FFF2-40B4-BE49-F238E27FC236}">
                <a16:creationId xmlns:a16="http://schemas.microsoft.com/office/drawing/2014/main" id="{1770ED5D-099F-309F-FBB0-B6FC012F1AAC}"/>
              </a:ext>
            </a:extLst>
          </p:cNvPr>
          <p:cNvSpPr txBox="1"/>
          <p:nvPr/>
        </p:nvSpPr>
        <p:spPr>
          <a:xfrm>
            <a:off x="-167236" y="5424203"/>
            <a:ext cx="12526471" cy="492443"/>
          </a:xfrm>
          <a:prstGeom prst="rect">
            <a:avLst/>
          </a:prstGeom>
          <a:noFill/>
        </p:spPr>
        <p:txBody>
          <a:bodyPr wrap="square">
            <a:spAutoFit/>
          </a:bodyPr>
          <a:lstStyle/>
          <a:p>
            <a:pPr algn="ctr"/>
            <a:r>
              <a:rPr lang="en-US" sz="2600" b="1" i="1" kern="0" dirty="0">
                <a:solidFill>
                  <a:schemeClr val="accent6">
                    <a:lumMod val="50000"/>
                  </a:schemeClr>
                </a:solidFill>
                <a:latin typeface="Calibri" panose="020F0502020204030204" pitchFamily="34" charset="0"/>
                <a:ea typeface="Ebrima" pitchFamily="2" charset="0"/>
                <a:cs typeface="Calibri" panose="020F0502020204030204" pitchFamily="34" charset="0"/>
              </a:rPr>
              <a:t>(The Following Shall Be Sung As Everyone Greets Their Neighbors In Peace)</a:t>
            </a:r>
          </a:p>
        </p:txBody>
      </p:sp>
      <p:sp>
        <p:nvSpPr>
          <p:cNvPr id="2" name="TextBox 1">
            <a:extLst>
              <a:ext uri="{FF2B5EF4-FFF2-40B4-BE49-F238E27FC236}">
                <a16:creationId xmlns:a16="http://schemas.microsoft.com/office/drawing/2014/main" id="{1157021F-4BCC-8F6D-2365-84B33AAE633F}"/>
              </a:ext>
            </a:extLst>
          </p:cNvPr>
          <p:cNvSpPr txBox="1"/>
          <p:nvPr/>
        </p:nvSpPr>
        <p:spPr>
          <a:xfrm>
            <a:off x="0" y="4138235"/>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Kiss of Peace</a:t>
            </a:r>
          </a:p>
        </p:txBody>
      </p:sp>
      <p:cxnSp>
        <p:nvCxnSpPr>
          <p:cNvPr id="6" name="Straight Connector 5">
            <a:extLst>
              <a:ext uri="{FF2B5EF4-FFF2-40B4-BE49-F238E27FC236}">
                <a16:creationId xmlns:a16="http://schemas.microsoft.com/office/drawing/2014/main" id="{1D5828C5-C858-4500-EF94-BBB79221F76B}"/>
              </a:ext>
            </a:extLst>
          </p:cNvPr>
          <p:cNvCxnSpPr>
            <a:cxnSpLocks/>
            <a:endCxn id="2" idx="0"/>
          </p:cNvCxnSpPr>
          <p:nvPr/>
        </p:nvCxnSpPr>
        <p:spPr>
          <a:xfrm flipH="1">
            <a:off x="6096000" y="0"/>
            <a:ext cx="10621" cy="413823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FE3F12D-7CE4-C59F-2119-AA1D3C1DAB69}"/>
              </a:ext>
            </a:extLst>
          </p:cNvPr>
          <p:cNvSpPr txBox="1"/>
          <p:nvPr/>
        </p:nvSpPr>
        <p:spPr>
          <a:xfrm>
            <a:off x="6095994" y="1378033"/>
            <a:ext cx="6120871" cy="892552"/>
          </a:xfrm>
          <a:prstGeom prst="rect">
            <a:avLst/>
          </a:prstGeom>
          <a:noFill/>
        </p:spPr>
        <p:txBody>
          <a:bodyPr wrap="square">
            <a:spAutoFit/>
          </a:bodyPr>
          <a:lstStyle/>
          <a:p>
            <a:pPr algn="ctr" rtl="0">
              <a:spcBef>
                <a:spcPts val="0"/>
              </a:spcBef>
              <a:spcAft>
                <a:spcPts val="0"/>
              </a:spcAft>
            </a:pP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a:t>
            </a:r>
            <a:r>
              <a:rPr lang="en-US" sz="2600" b="1" i="0" u="none" strike="noStrike" spc="30" dirty="0" err="1">
                <a:solidFill>
                  <a:schemeClr val="accent6">
                    <a:lumMod val="50000"/>
                  </a:schemeClr>
                </a:solidFill>
                <a:effectLst/>
                <a:latin typeface="Calibri" panose="020F0502020204030204" pitchFamily="34" charset="0"/>
                <a:cs typeface="Calibri" panose="020F0502020204030204" pitchFamily="34" charset="0"/>
              </a:rPr>
              <a:t>Evide</a:t>
            </a: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 </a:t>
            </a:r>
            <a:r>
              <a:rPr lang="en-US" sz="2600" b="1" spc="30" dirty="0" err="1">
                <a:solidFill>
                  <a:schemeClr val="accent6">
                    <a:lumMod val="50000"/>
                  </a:schemeClr>
                </a:solidFill>
                <a:latin typeface="Calibri" panose="020F0502020204030204" pitchFamily="34" charset="0"/>
                <a:cs typeface="Calibri" panose="020F0502020204030204" pitchFamily="34" charset="0"/>
              </a:rPr>
              <a:t>T</a:t>
            </a:r>
            <a:r>
              <a:rPr lang="en-US" sz="2600" b="1" i="0" u="none" strike="noStrike" spc="30" dirty="0" err="1">
                <a:solidFill>
                  <a:schemeClr val="accent6">
                    <a:lumMod val="50000"/>
                  </a:schemeClr>
                </a:solidFill>
                <a:effectLst/>
                <a:latin typeface="Calibri" panose="020F0502020204030204" pitchFamily="34" charset="0"/>
                <a:cs typeface="Calibri" panose="020F0502020204030204" pitchFamily="34" charset="0"/>
              </a:rPr>
              <a:t>hammil</a:t>
            </a: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 </a:t>
            </a:r>
            <a:r>
              <a:rPr lang="en-US" sz="2600" b="1" spc="30" dirty="0" err="1">
                <a:solidFill>
                  <a:schemeClr val="accent6">
                    <a:lumMod val="50000"/>
                  </a:schemeClr>
                </a:solidFill>
                <a:latin typeface="Calibri" panose="020F0502020204030204" pitchFamily="34" charset="0"/>
                <a:cs typeface="Calibri" panose="020F0502020204030204" pitchFamily="34" charset="0"/>
              </a:rPr>
              <a:t>T</a:t>
            </a:r>
            <a:r>
              <a:rPr lang="en-US" sz="2600" b="1" i="0" u="none" strike="noStrike" spc="30" dirty="0" err="1">
                <a:solidFill>
                  <a:schemeClr val="accent6">
                    <a:lumMod val="50000"/>
                  </a:schemeClr>
                </a:solidFill>
                <a:effectLst/>
                <a:latin typeface="Calibri" panose="020F0502020204030204" pitchFamily="34" charset="0"/>
                <a:cs typeface="Calibri" panose="020F0502020204030204" pitchFamily="34" charset="0"/>
              </a:rPr>
              <a:t>hammil</a:t>
            </a: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 </a:t>
            </a:r>
            <a:r>
              <a:rPr lang="en-US" sz="2600" b="1" spc="30" dirty="0" err="1">
                <a:solidFill>
                  <a:schemeClr val="accent6">
                    <a:lumMod val="50000"/>
                  </a:schemeClr>
                </a:solidFill>
                <a:latin typeface="Calibri" panose="020F0502020204030204" pitchFamily="34" charset="0"/>
                <a:cs typeface="Calibri" panose="020F0502020204030204" pitchFamily="34" charset="0"/>
              </a:rPr>
              <a:t>K</a:t>
            </a:r>
            <a:r>
              <a:rPr lang="en-US" sz="2600" b="1" i="0" u="none" strike="noStrike" spc="30" dirty="0" err="1">
                <a:solidFill>
                  <a:schemeClr val="accent6">
                    <a:lumMod val="50000"/>
                  </a:schemeClr>
                </a:solidFill>
                <a:effectLst/>
                <a:latin typeface="Calibri" panose="020F0502020204030204" pitchFamily="34" charset="0"/>
                <a:cs typeface="Calibri" panose="020F0502020204030204" pitchFamily="34" charset="0"/>
              </a:rPr>
              <a:t>aiyasoori</a:t>
            </a: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 </a:t>
            </a:r>
            <a:r>
              <a:rPr lang="en-US" sz="2600" b="1" i="0" u="none" strike="noStrike" spc="30" dirty="0" err="1">
                <a:solidFill>
                  <a:schemeClr val="accent6">
                    <a:lumMod val="50000"/>
                  </a:schemeClr>
                </a:solidFill>
                <a:effectLst/>
                <a:latin typeface="Calibri" panose="020F0502020204030204" pitchFamily="34" charset="0"/>
                <a:cs typeface="Calibri" panose="020F0502020204030204" pitchFamily="34" charset="0"/>
              </a:rPr>
              <a:t>Kodukkanam</a:t>
            </a:r>
            <a:r>
              <a:rPr lang="en-US" sz="2600" b="1" i="0" u="none" strike="noStrike" spc="30" dirty="0">
                <a:solidFill>
                  <a:schemeClr val="accent6">
                    <a:lumMod val="50000"/>
                  </a:schemeClr>
                </a:solidFill>
                <a:effectLst/>
                <a:latin typeface="Calibri" panose="020F0502020204030204" pitchFamily="34" charset="0"/>
                <a:cs typeface="Calibri" panose="020F0502020204030204" pitchFamily="34" charset="0"/>
              </a:rPr>
              <a:t>)</a:t>
            </a:r>
            <a:endParaRPr lang="en-US" sz="2600" b="0" i="0" u="none" strike="noStrike" spc="30" dirty="0">
              <a:solidFill>
                <a:schemeClr val="accent6">
                  <a:lumMod val="50000"/>
                </a:schemeClr>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21066226"/>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364758" y="256988"/>
            <a:ext cx="5220559" cy="3352800"/>
          </a:xfrm>
        </p:spPr>
        <p:txBody>
          <a:bodyPr anchor="ctr">
            <a:noAutofit/>
          </a:bodyPr>
          <a:lstStyle/>
          <a:p>
            <a:pPr eaLnBrk="1" hangingPunct="1">
              <a:lnSpc>
                <a:spcPts val="4040"/>
              </a:lnSpc>
            </a:pPr>
            <a:r>
              <a:rPr lang="en-US" altLang="en-US" sz="3200" b="1" dirty="0">
                <a:solidFill>
                  <a:schemeClr val="accent6">
                    <a:lumMod val="50000"/>
                  </a:schemeClr>
                </a:solidFill>
                <a:latin typeface="MalayalamAbe" pitchFamily="18" charset="0"/>
              </a:rPr>
              <a:t>Ck. </a:t>
            </a:r>
            <a:r>
              <a:rPr lang="en-US" altLang="en-US" sz="3200" b="1" dirty="0" err="1">
                <a:latin typeface="MalayalamAbe" pitchFamily="18" charset="0"/>
              </a:rPr>
              <a:t>cS|lpgSg</a:t>
            </a:r>
            <a:r>
              <a:rPr lang="en-US" altLang="en-US" sz="3200" b="1" dirty="0">
                <a:latin typeface="MalayalamAbe" pitchFamily="18" charset="0"/>
              </a:rPr>
              <a:t>, h&gt;</a:t>
            </a:r>
            <a:r>
              <a:rPr lang="en-US" altLang="en-US" sz="3200" b="1" dirty="0" err="1">
                <a:latin typeface="MalayalamAbe" pitchFamily="18" charset="0"/>
              </a:rPr>
              <a:t>jv&amp;jgj</a:t>
            </a:r>
            <a:r>
              <a:rPr lang="en-US" altLang="en-US" sz="3200" b="1" dirty="0">
                <a:latin typeface="MalayalamAbe" pitchFamily="18" charset="0"/>
              </a:rPr>
              <a:t>)k# TO </a:t>
            </a:r>
            <a:r>
              <a:rPr lang="en-US" altLang="en-US" sz="3200" b="1" dirty="0" err="1">
                <a:latin typeface="MalayalamAbe" pitchFamily="18" charset="0"/>
              </a:rPr>
              <a:t>ijCk</a:t>
            </a:r>
            <a:r>
              <a:rPr lang="en-US" altLang="en-US" sz="3200" b="1" dirty="0" err="1">
                <a:latin typeface="Kerala" pitchFamily="2" charset="0"/>
              </a:rPr>
              <a:t>i</a:t>
            </a:r>
            <a:r>
              <a:rPr lang="en-US" altLang="en-US" sz="3200" b="1" dirty="0">
                <a:latin typeface="Kerala" pitchFamily="2" charset="0"/>
              </a:rPr>
              <a:t> </a:t>
            </a:r>
            <a:r>
              <a:rPr lang="en-US" altLang="en-US" sz="3200" b="1" dirty="0" err="1">
                <a:latin typeface="MalayalamAbe" pitchFamily="18" charset="0"/>
              </a:rPr>
              <a:t>calPlr</a:t>
            </a:r>
            <a:r>
              <a:rPr lang="en-US" altLang="en-US" sz="3200" b="1" dirty="0">
                <a:latin typeface="MalayalamAbe" pitchFamily="18" charset="0"/>
              </a:rPr>
              <a:t>\</a:t>
            </a:r>
            <a:r>
              <a:rPr lang="en-US" altLang="en-US" sz="3200" b="1" dirty="0" err="1">
                <a:latin typeface="MalayalamAbe" pitchFamily="18" charset="0"/>
              </a:rPr>
              <a:t>jrk</a:t>
            </a:r>
            <a:r>
              <a:rPr lang="en-US" altLang="en-US" sz="3200" b="1" dirty="0">
                <a:latin typeface="MalayalamAbe" pitchFamily="18" charset="0"/>
              </a:rPr>
              <a:t> SC&lt;; </a:t>
            </a:r>
            <a:r>
              <a:rPr lang="en-US" altLang="en-US" sz="3200" b="1" dirty="0" err="1">
                <a:latin typeface="MalayalamAbe" pitchFamily="18" charset="0"/>
              </a:rPr>
              <a:t>dgknuk</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lijsRy</a:t>
            </a:r>
            <a:r>
              <a:rPr lang="en-US" altLang="en-US" sz="3200" b="1" dirty="0">
                <a:latin typeface="MalayalamAbe" pitchFamily="18" charset="0"/>
              </a:rPr>
              <a:t> </a:t>
            </a:r>
            <a:r>
              <a:rPr lang="en-US" altLang="en-US" sz="3200" b="1" dirty="0" err="1">
                <a:latin typeface="MalayalamAbe" pitchFamily="18" charset="0"/>
              </a:rPr>
              <a:t>ak</a:t>
            </a:r>
            <a:r>
              <a:rPr lang="en-US" altLang="en-US" sz="3200" b="1" dirty="0" err="1">
                <a:latin typeface="Kerala" pitchFamily="2" charset="0"/>
              </a:rPr>
              <a:t>O</a:t>
            </a:r>
            <a:r>
              <a:rPr lang="en-US" altLang="en-US" sz="3200" b="1" dirty="0" err="1">
                <a:latin typeface="MalayalamAbe" pitchFamily="18" charset="0"/>
              </a:rPr>
              <a:t>lsd</a:t>
            </a:r>
            <a:r>
              <a:rPr lang="en-US" altLang="en-US" sz="3200" b="1" dirty="0">
                <a:latin typeface="MalayalamAbe" pitchFamily="18" charset="0"/>
              </a:rPr>
              <a:t> </a:t>
            </a:r>
            <a:r>
              <a:rPr lang="en-US" altLang="en-US" sz="3200" b="1" dirty="0" err="1">
                <a:latin typeface="MalayalamAbe" pitchFamily="18" charset="0"/>
              </a:rPr>
              <a:t>r+ksm</a:t>
            </a:r>
            <a:r>
              <a:rPr lang="en-US" altLang="en-US" sz="3200" b="1" dirty="0">
                <a:latin typeface="MalayalamAbe" pitchFamily="18" charset="0"/>
              </a:rPr>
              <a:t> </a:t>
            </a:r>
            <a:r>
              <a:rPr lang="en-US" altLang="en-US" sz="3200" b="1" dirty="0" err="1">
                <a:latin typeface="MalayalamAbe" pitchFamily="18" charset="0"/>
              </a:rPr>
              <a:t>fhdsx</a:t>
            </a:r>
            <a:r>
              <a:rPr lang="en-US" altLang="en-US" sz="3200" b="1" dirty="0">
                <a:latin typeface="MalayalamAbe" pitchFamily="18" charset="0"/>
              </a:rPr>
              <a:t> </a:t>
            </a:r>
            <a:r>
              <a:rPr lang="en-US" altLang="en-US" sz="3200" b="1" dirty="0" err="1">
                <a:latin typeface="MalayalamAbe" pitchFamily="18" charset="0"/>
              </a:rPr>
              <a:t>rl</a:t>
            </a:r>
            <a:r>
              <a:rPr lang="en-US" altLang="en-US" sz="3200" b="1" dirty="0">
                <a:latin typeface="MalayalamAbe" pitchFamily="18" charset="0"/>
              </a:rPr>
              <a:t>; in)n;. </a:t>
            </a:r>
          </a:p>
        </p:txBody>
      </p:sp>
      <p:sp>
        <p:nvSpPr>
          <p:cNvPr id="4" name="Text Box 2">
            <a:extLst>
              <a:ext uri="{FF2B5EF4-FFF2-40B4-BE49-F238E27FC236}">
                <a16:creationId xmlns:a16="http://schemas.microsoft.com/office/drawing/2014/main" id="{9521C633-FEE0-4D41-B4C4-A9506EFA9C5E}"/>
              </a:ext>
            </a:extLst>
          </p:cNvPr>
          <p:cNvSpPr txBox="1">
            <a:spLocks noChangeArrowheads="1"/>
          </p:cNvSpPr>
          <p:nvPr/>
        </p:nvSpPr>
        <p:spPr bwMode="auto">
          <a:xfrm>
            <a:off x="6533721" y="354953"/>
            <a:ext cx="5220558" cy="3156870"/>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D: </a:t>
            </a:r>
            <a:r>
              <a:rPr lang="en-US" sz="2800" b="1" kern="0" dirty="0" err="1">
                <a:latin typeface="Calibri" pitchFamily="34" charset="0"/>
                <a:ea typeface="Ebrima" pitchFamily="2" charset="0"/>
                <a:cs typeface="Calibri" pitchFamily="34" charset="0"/>
              </a:rPr>
              <a:t>Sahodarare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lebhichirikkunna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visshudha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samaadhaana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thinu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shesham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karunhayullha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karthavinte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munpaake</a:t>
            </a:r>
            <a:r>
              <a:rPr lang="en-US" sz="2800" b="1" kern="0" dirty="0">
                <a:latin typeface="Calibri" pitchFamily="34" charset="0"/>
                <a:ea typeface="Ebrima" pitchFamily="2" charset="0"/>
                <a:cs typeface="Calibri" pitchFamily="34" charset="0"/>
              </a:rPr>
              <a:t> </a:t>
            </a:r>
          </a:p>
          <a:p>
            <a:pPr algn="ctr">
              <a:lnSpc>
                <a:spcPts val="3999"/>
              </a:lnSpc>
              <a:spcBef>
                <a:spcPts val="0"/>
              </a:spcBef>
            </a:pPr>
            <a:r>
              <a:rPr lang="en-US" sz="2800" b="1" kern="0" dirty="0" err="1">
                <a:latin typeface="Calibri" pitchFamily="34" charset="0"/>
                <a:ea typeface="Ebrima" pitchFamily="2" charset="0"/>
                <a:cs typeface="Calibri" pitchFamily="34" charset="0"/>
              </a:rPr>
              <a:t>nammude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thalakalhe</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vanhakkanham</a:t>
            </a:r>
            <a:r>
              <a:rPr lang="en-US" sz="28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208B99AA-C4F5-95DC-47DB-6D013E2C8EAA}"/>
              </a:ext>
            </a:extLst>
          </p:cNvPr>
          <p:cNvSpPr txBox="1"/>
          <p:nvPr/>
        </p:nvSpPr>
        <p:spPr>
          <a:xfrm>
            <a:off x="2324100" y="4698068"/>
            <a:ext cx="7543800" cy="1421928"/>
          </a:xfrm>
          <a:prstGeom prst="rect">
            <a:avLst/>
          </a:prstGeom>
          <a:noFill/>
        </p:spPr>
        <p:txBody>
          <a:bodyPr wrap="square">
            <a:spAutoFit/>
          </a:bodyPr>
          <a:lstStyle/>
          <a:p>
            <a:pPr marL="403225" marR="0" lvl="0" indent="-403225" algn="ctr" rtl="0">
              <a:lnSpc>
                <a:spcPct val="90000"/>
              </a:lnSpc>
              <a:spcBef>
                <a:spcPts val="1000"/>
              </a:spcBef>
              <a:spcAft>
                <a:spcPts val="0"/>
              </a:spcAft>
              <a:buClr>
                <a:srgbClr val="3185C2"/>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D: </a:t>
            </a:r>
            <a:r>
              <a:rPr lang="en-US" sz="3200" b="1" i="1" u="none" strike="noStrike" cap="none" dirty="0">
                <a:latin typeface="Calibri" panose="020F0502020204030204" pitchFamily="34" charset="0"/>
                <a:ea typeface="Calibri"/>
                <a:cs typeface="Calibri" panose="020F0502020204030204" pitchFamily="34" charset="0"/>
                <a:sym typeface="Calibri"/>
              </a:rPr>
              <a:t>Brothers and sisters, having received this holy and divine peace, let us bow our heads before the merciful Lord.</a:t>
            </a:r>
            <a:endParaRPr lang="en-US" sz="3200" b="1" i="1" u="none" strike="noStrike" cap="none" dirty="0">
              <a:latin typeface="Calibri" panose="020F0502020204030204" pitchFamily="34" charset="0"/>
              <a:ea typeface="Arial"/>
              <a:cs typeface="Calibri" panose="020F0502020204030204" pitchFamily="34" charset="0"/>
              <a:sym typeface="Arial"/>
            </a:endParaRPr>
          </a:p>
        </p:txBody>
      </p:sp>
      <p:sp>
        <p:nvSpPr>
          <p:cNvPr id="2" name="TextBox 1">
            <a:extLst>
              <a:ext uri="{FF2B5EF4-FFF2-40B4-BE49-F238E27FC236}">
                <a16:creationId xmlns:a16="http://schemas.microsoft.com/office/drawing/2014/main" id="{0D411FDC-B94F-5396-323D-870E89BA3775}"/>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04C7F9D3-ACE0-616D-182D-E7EC7ABC4367}"/>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311775" y="-133433"/>
            <a:ext cx="5472450" cy="3352800"/>
          </a:xfrm>
        </p:spPr>
        <p:txBody>
          <a:bodyPr anchor="ctr">
            <a:noAutofit/>
          </a:bodyPr>
          <a:lstStyle/>
          <a:p>
            <a:pPr eaLnBrk="1" hangingPunct="1">
              <a:lnSpc>
                <a:spcPts val="4040"/>
              </a:lnSpc>
            </a:pPr>
            <a:br>
              <a:rPr lang="en-US" altLang="en-US" sz="3200" b="1" dirty="0">
                <a:latin typeface="MalayalamAbe" pitchFamily="18" charset="0"/>
              </a:rPr>
            </a:br>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a:latin typeface="MalayalamAbe" pitchFamily="18" charset="0"/>
              </a:rPr>
              <a:t>d{</a:t>
            </a:r>
            <a:r>
              <a:rPr lang="en-US" altLang="en-US" sz="3200" b="1" dirty="0" err="1">
                <a:latin typeface="MalayalamAbe" pitchFamily="18" charset="0"/>
              </a:rPr>
              <a:t>euk</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lik</a:t>
            </a:r>
            <a:r>
              <a:rPr lang="en-US" altLang="en-US" sz="3200" b="1" dirty="0">
                <a:latin typeface="MalayalamAbe" pitchFamily="18" charset="0"/>
              </a:rPr>
              <a:t>; </a:t>
            </a:r>
            <a:r>
              <a:rPr lang="en-US" altLang="en-US" sz="3200" b="1" dirty="0" err="1">
                <a:latin typeface="MalayalamAbe" pitchFamily="18" charset="0"/>
              </a:rPr>
              <a:t>sspiikSa</a:t>
            </a:r>
            <a:r>
              <a:rPr lang="en-US" altLang="en-US" sz="3200" b="1" dirty="0">
                <a:latin typeface="MalayalamAbe" pitchFamily="18" charset="0"/>
              </a:rPr>
              <a:t>, </a:t>
            </a:r>
            <a:r>
              <a:rPr lang="en-US" altLang="en-US" sz="3200" b="1" dirty="0" err="1">
                <a:latin typeface="MalayalamAbe" pitchFamily="18" charset="0"/>
              </a:rPr>
              <a:t>fjgkc#jPjujH</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fhdsx</a:t>
            </a:r>
            <a:r>
              <a:rPr lang="en-US" altLang="en-US" sz="3200" b="1" dirty="0">
                <a:latin typeface="MalayalamAbe" pitchFamily="18" charset="0"/>
              </a:rPr>
              <a:t> B*X in)</a:t>
            </a:r>
            <a:r>
              <a:rPr lang="en-US" altLang="en-US" sz="3200" b="1" dirty="0" err="1">
                <a:latin typeface="MalayalamAbe" pitchFamily="18" charset="0"/>
              </a:rPr>
              <a:t>k#k</a:t>
            </a:r>
            <a:r>
              <a:rPr lang="en-US" altLang="en-US" sz="3200" b="1" dirty="0">
                <a:latin typeface="MalayalamAbe" pitchFamily="18" charset="0"/>
              </a:rPr>
              <a:t>.</a:t>
            </a:r>
          </a:p>
        </p:txBody>
      </p:sp>
      <p:sp>
        <p:nvSpPr>
          <p:cNvPr id="4" name="Text Box 2">
            <a:extLst>
              <a:ext uri="{FF2B5EF4-FFF2-40B4-BE49-F238E27FC236}">
                <a16:creationId xmlns:a16="http://schemas.microsoft.com/office/drawing/2014/main" id="{9521C633-FEE0-4D41-B4C4-A9506EFA9C5E}"/>
              </a:ext>
            </a:extLst>
          </p:cNvPr>
          <p:cNvSpPr txBox="1">
            <a:spLocks noChangeArrowheads="1"/>
          </p:cNvSpPr>
          <p:nvPr/>
        </p:nvSpPr>
        <p:spPr bwMode="auto">
          <a:xfrm>
            <a:off x="6539949" y="1037041"/>
            <a:ext cx="5208102" cy="2130948"/>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Krupayullha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Daivavume</a:t>
            </a:r>
            <a:r>
              <a:rPr lang="en-US" sz="2800" b="1" kern="0" dirty="0">
                <a:latin typeface="Calibri" pitchFamily="34" charset="0"/>
                <a:ea typeface="Ebrima" pitchFamily="2" charset="0"/>
                <a:cs typeface="Calibri" pitchFamily="34" charset="0"/>
              </a:rPr>
              <a:t>,</a:t>
            </a:r>
          </a:p>
          <a:p>
            <a:pPr algn="ctr">
              <a:lnSpc>
                <a:spcPts val="3999"/>
              </a:lnSpc>
              <a:spcBef>
                <a:spcPts val="0"/>
              </a:spcBef>
            </a:pPr>
            <a:r>
              <a:rPr lang="en-US" sz="2800" b="1" kern="0" dirty="0" err="1">
                <a:latin typeface="Calibri" pitchFamily="34" charset="0"/>
                <a:ea typeface="Ebrima" pitchFamily="2" charset="0"/>
                <a:cs typeface="Calibri" pitchFamily="34" charset="0"/>
              </a:rPr>
              <a:t>Thiru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sannidhiyil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thalakalhe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vanhakkunnu</a:t>
            </a:r>
            <a:r>
              <a:rPr lang="en-US" sz="2800" b="1" kern="0" dirty="0">
                <a:latin typeface="Calibri" pitchFamily="34" charset="0"/>
                <a:ea typeface="Ebrima" pitchFamily="2" charset="0"/>
                <a:cs typeface="Calibri" pitchFamily="34" charset="0"/>
              </a:rPr>
              <a:t>. </a:t>
            </a:r>
          </a:p>
        </p:txBody>
      </p:sp>
      <p:sp>
        <p:nvSpPr>
          <p:cNvPr id="3" name="TextBox 2">
            <a:extLst>
              <a:ext uri="{FF2B5EF4-FFF2-40B4-BE49-F238E27FC236}">
                <a16:creationId xmlns:a16="http://schemas.microsoft.com/office/drawing/2014/main" id="{208B99AA-C4F5-95DC-47DB-6D013E2C8EAA}"/>
              </a:ext>
            </a:extLst>
          </p:cNvPr>
          <p:cNvSpPr txBox="1"/>
          <p:nvPr/>
        </p:nvSpPr>
        <p:spPr>
          <a:xfrm>
            <a:off x="1769711" y="4793260"/>
            <a:ext cx="8652578" cy="978729"/>
          </a:xfrm>
          <a:prstGeom prst="rect">
            <a:avLst/>
          </a:prstGeom>
          <a:noFill/>
        </p:spPr>
        <p:txBody>
          <a:bodyPr wrap="square">
            <a:spAutoFit/>
          </a:bodyPr>
          <a:lstStyle/>
          <a:p>
            <a:pPr marL="403225" marR="0" lvl="0" indent="-403225" algn="ctr" rtl="0">
              <a:lnSpc>
                <a:spcPct val="90000"/>
              </a:lnSpc>
              <a:spcBef>
                <a:spcPts val="1000"/>
              </a:spcBef>
              <a:spcAft>
                <a:spcPts val="0"/>
              </a:spcAft>
              <a:buClr>
                <a:srgbClr val="C00000"/>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200" b="1" i="1" u="none" strike="noStrike" cap="none" dirty="0">
                <a:latin typeface="Calibri" panose="020F0502020204030204" pitchFamily="34" charset="0"/>
                <a:ea typeface="Calibri"/>
                <a:cs typeface="Calibri" panose="020F0502020204030204" pitchFamily="34" charset="0"/>
                <a:sym typeface="Calibri"/>
              </a:rPr>
              <a:t>Gracious Lord, our God, in </a:t>
            </a:r>
            <a:r>
              <a:rPr lang="en-US" sz="3200" b="1" i="1" dirty="0">
                <a:latin typeface="Calibri" panose="020F0502020204030204" pitchFamily="34" charset="0"/>
                <a:ea typeface="Calibri"/>
                <a:cs typeface="Calibri" panose="020F0502020204030204" pitchFamily="34" charset="0"/>
                <a:sym typeface="Calibri"/>
              </a:rPr>
              <a:t>Your holy presence </a:t>
            </a:r>
            <a:r>
              <a:rPr lang="en-US" sz="3200" b="1" i="1" u="none" strike="noStrike" cap="none" dirty="0">
                <a:latin typeface="Calibri" panose="020F0502020204030204" pitchFamily="34" charset="0"/>
                <a:ea typeface="Calibri"/>
                <a:cs typeface="Calibri" panose="020F0502020204030204" pitchFamily="34" charset="0"/>
                <a:sym typeface="Calibri"/>
              </a:rPr>
              <a:t>we bow before You.</a:t>
            </a:r>
            <a:endParaRPr lang="en-US" sz="3200" b="1" i="1" u="none" strike="noStrike" cap="none" dirty="0">
              <a:latin typeface="Calibri" panose="020F0502020204030204" pitchFamily="34" charset="0"/>
              <a:ea typeface="Arial"/>
              <a:cs typeface="Calibri" panose="020F0502020204030204" pitchFamily="34" charset="0"/>
              <a:sym typeface="Arial"/>
            </a:endParaRPr>
          </a:p>
        </p:txBody>
      </p:sp>
      <p:sp>
        <p:nvSpPr>
          <p:cNvPr id="7" name="TextBox 6">
            <a:extLst>
              <a:ext uri="{FF2B5EF4-FFF2-40B4-BE49-F238E27FC236}">
                <a16:creationId xmlns:a16="http://schemas.microsoft.com/office/drawing/2014/main" id="{51741271-5266-42F8-C117-1EB890D82205}"/>
              </a:ext>
            </a:extLst>
          </p:cNvPr>
          <p:cNvSpPr txBox="1"/>
          <p:nvPr/>
        </p:nvSpPr>
        <p:spPr>
          <a:xfrm>
            <a:off x="1061229" y="318428"/>
            <a:ext cx="6369976" cy="646331"/>
          </a:xfrm>
          <a:prstGeom prst="rect">
            <a:avLst/>
          </a:prstGeom>
          <a:noFill/>
        </p:spPr>
        <p:txBody>
          <a:bodyPr wrap="square">
            <a:spAutoFit/>
          </a:bodyPr>
          <a:lstStyle/>
          <a:p>
            <a:r>
              <a:rPr lang="en-US" altLang="en-US" sz="3600" b="1" dirty="0">
                <a:solidFill>
                  <a:schemeClr val="accent6">
                    <a:lumMod val="50000"/>
                  </a:schemeClr>
                </a:solidFill>
              </a:rPr>
              <a:t>(</a:t>
            </a:r>
            <a:r>
              <a:rPr lang="en-US" altLang="en-US" sz="3600" b="1" dirty="0" err="1">
                <a:solidFill>
                  <a:schemeClr val="accent6">
                    <a:lumMod val="50000"/>
                  </a:schemeClr>
                </a:solidFill>
                <a:latin typeface="MalayalamAbe" pitchFamily="18" charset="0"/>
              </a:rPr>
              <a:t>fh</a:t>
            </a:r>
            <a:r>
              <a:rPr lang="en-US" altLang="en-US" sz="3600" b="1" dirty="0">
                <a:solidFill>
                  <a:schemeClr val="accent6">
                    <a:lumMod val="50000"/>
                  </a:schemeClr>
                </a:solidFill>
                <a:latin typeface="MalayalamAbe" pitchFamily="18" charset="0"/>
              </a:rPr>
              <a:t> in)</a:t>
            </a:r>
            <a:r>
              <a:rPr lang="en-US" altLang="en-US" sz="3600" b="1" dirty="0" err="1">
                <a:solidFill>
                  <a:schemeClr val="accent6">
                    <a:lumMod val="50000"/>
                  </a:schemeClr>
                </a:solidFill>
                <a:latin typeface="MalayalamAbe" pitchFamily="18" charset="0"/>
              </a:rPr>
              <a:t>js</a:t>
            </a:r>
            <a:r>
              <a:rPr lang="en-US" altLang="en-US" sz="3600" b="1" dirty="0">
                <a:solidFill>
                  <a:schemeClr val="accent6">
                    <a:lumMod val="50000"/>
                  </a:schemeClr>
                </a:solidFill>
                <a:latin typeface="MalayalamAbe" pitchFamily="18" charset="0"/>
              </a:rPr>
              <a:t>)l![</a:t>
            </a:r>
            <a:r>
              <a:rPr lang="en-US" altLang="en-US" sz="3600" b="1" dirty="0">
                <a:solidFill>
                  <a:schemeClr val="accent6">
                    <a:lumMod val="50000"/>
                  </a:schemeClr>
                </a:solidFill>
              </a:rPr>
              <a:t>)</a:t>
            </a:r>
            <a:endParaRPr lang="en-US" sz="3600" dirty="0">
              <a:solidFill>
                <a:schemeClr val="accent6">
                  <a:lumMod val="50000"/>
                </a:schemeClr>
              </a:solidFill>
            </a:endParaRPr>
          </a:p>
        </p:txBody>
      </p:sp>
      <p:sp>
        <p:nvSpPr>
          <p:cNvPr id="8" name="TextBox 7">
            <a:extLst>
              <a:ext uri="{FF2B5EF4-FFF2-40B4-BE49-F238E27FC236}">
                <a16:creationId xmlns:a16="http://schemas.microsoft.com/office/drawing/2014/main" id="{DA4B4E4E-80D8-7A33-30A2-9C9A3F5A927C}"/>
              </a:ext>
            </a:extLst>
          </p:cNvPr>
          <p:cNvSpPr txBox="1"/>
          <p:nvPr/>
        </p:nvSpPr>
        <p:spPr>
          <a:xfrm>
            <a:off x="7494926" y="346653"/>
            <a:ext cx="6200774" cy="523220"/>
          </a:xfrm>
          <a:prstGeom prst="rect">
            <a:avLst/>
          </a:prstGeom>
          <a:noFill/>
        </p:spPr>
        <p:txBody>
          <a:bodyPr wrap="square">
            <a:spAutoFit/>
          </a:bodyPr>
          <a:lstStyle/>
          <a:p>
            <a:pPr rtl="0">
              <a:spcBef>
                <a:spcPts val="0"/>
              </a:spcBef>
              <a:spcAft>
                <a:spcPts val="0"/>
              </a:spcAft>
            </a:pPr>
            <a:r>
              <a:rPr lang="en-US" sz="2800" b="1" i="0" u="none" strike="noStrike" dirty="0">
                <a:solidFill>
                  <a:schemeClr val="accent6">
                    <a:lumMod val="50000"/>
                  </a:schemeClr>
                </a:solidFill>
                <a:effectLst/>
                <a:latin typeface="+mn-lt"/>
              </a:rPr>
              <a:t>(Thala </a:t>
            </a:r>
            <a:r>
              <a:rPr lang="en-US" sz="2800" b="1" i="0" u="none" strike="noStrike" dirty="0" err="1">
                <a:solidFill>
                  <a:schemeClr val="accent6">
                    <a:lumMod val="50000"/>
                  </a:schemeClr>
                </a:solidFill>
                <a:effectLst/>
                <a:latin typeface="+mn-lt"/>
              </a:rPr>
              <a:t>Vanakki</a:t>
            </a:r>
            <a:r>
              <a:rPr lang="en-US" sz="2800" b="1" i="0" u="none" strike="noStrike" dirty="0">
                <a:solidFill>
                  <a:schemeClr val="accent6">
                    <a:lumMod val="50000"/>
                  </a:schemeClr>
                </a:solidFill>
                <a:effectLst/>
                <a:latin typeface="+mn-lt"/>
              </a:rPr>
              <a:t> </a:t>
            </a:r>
            <a:r>
              <a:rPr lang="en-US" sz="2800" b="1" dirty="0" err="1">
                <a:solidFill>
                  <a:schemeClr val="accent6">
                    <a:lumMod val="50000"/>
                  </a:schemeClr>
                </a:solidFill>
                <a:latin typeface="+mn-lt"/>
              </a:rPr>
              <a:t>K</a:t>
            </a:r>
            <a:r>
              <a:rPr lang="en-US" sz="2800" b="1" i="0" u="none" strike="noStrike" dirty="0" err="1">
                <a:solidFill>
                  <a:schemeClr val="accent6">
                    <a:lumMod val="50000"/>
                  </a:schemeClr>
                </a:solidFill>
                <a:effectLst/>
                <a:latin typeface="+mn-lt"/>
              </a:rPr>
              <a:t>ondu</a:t>
            </a:r>
            <a:r>
              <a:rPr lang="en-US" sz="2800" b="1" i="0" u="none" strike="noStrike" dirty="0">
                <a:solidFill>
                  <a:schemeClr val="accent6">
                    <a:lumMod val="50000"/>
                  </a:schemeClr>
                </a:solidFill>
                <a:effectLst/>
                <a:latin typeface="+mn-lt"/>
              </a:rPr>
              <a:t>)</a:t>
            </a:r>
            <a:endParaRPr lang="en-US" sz="2800" b="1" dirty="0">
              <a:solidFill>
                <a:schemeClr val="accent6">
                  <a:lumMod val="50000"/>
                </a:schemeClr>
              </a:solidFill>
              <a:effectLst/>
              <a:latin typeface="+mn-lt"/>
            </a:endParaRPr>
          </a:p>
        </p:txBody>
      </p:sp>
      <p:sp>
        <p:nvSpPr>
          <p:cNvPr id="2" name="TextBox 1">
            <a:extLst>
              <a:ext uri="{FF2B5EF4-FFF2-40B4-BE49-F238E27FC236}">
                <a16:creationId xmlns:a16="http://schemas.microsoft.com/office/drawing/2014/main" id="{9A1A7B1B-A2CB-B9A7-18D0-134CA53AA126}"/>
              </a:ext>
            </a:extLst>
          </p:cNvPr>
          <p:cNvSpPr txBox="1"/>
          <p:nvPr/>
        </p:nvSpPr>
        <p:spPr>
          <a:xfrm>
            <a:off x="0" y="3843735"/>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(Bowing Our Heads)</a:t>
            </a:r>
          </a:p>
        </p:txBody>
      </p:sp>
      <p:cxnSp>
        <p:nvCxnSpPr>
          <p:cNvPr id="5" name="Straight Connector 4">
            <a:extLst>
              <a:ext uri="{FF2B5EF4-FFF2-40B4-BE49-F238E27FC236}">
                <a16:creationId xmlns:a16="http://schemas.microsoft.com/office/drawing/2014/main" id="{C34F8F4A-A095-41BC-827C-B635A571D193}"/>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9601652"/>
      </p:ext>
    </p:extLst>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609600" y="-528280"/>
            <a:ext cx="5486400" cy="34290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 </a:t>
            </a:r>
            <a:r>
              <a:rPr lang="en-US" altLang="en-US" sz="36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t>)</a:t>
            </a:r>
            <a:br>
              <a:rPr lang="en-US" altLang="en-US" sz="4400" b="1" noProof="1">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357685" y="164563"/>
            <a:ext cx="594360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a:latin typeface="Calibri" pitchFamily="34" charset="0"/>
                <a:ea typeface="Ebrima" pitchFamily="2" charset="0"/>
                <a:cs typeface="Calibri" pitchFamily="34" charset="0"/>
              </a:rPr>
              <a:t>(</a:t>
            </a:r>
            <a:r>
              <a:rPr lang="en-US" sz="3600" b="1" kern="0" dirty="0" err="1">
                <a:latin typeface="Calibri" panose="020F0502020204030204" pitchFamily="34" charset="0"/>
                <a:ea typeface="Ebrima" pitchFamily="2" charset="0"/>
                <a:cs typeface="Calibri" pitchFamily="34" charset="0"/>
              </a:rPr>
              <a:t>Oru</a:t>
            </a:r>
            <a:r>
              <a:rPr lang="en-US" sz="3600" b="1" kern="0" dirty="0">
                <a:latin typeface="Calibri" panose="020F0502020204030204" pitchFamily="34" charset="0"/>
                <a:ea typeface="Ebrima" pitchFamily="2" charset="0"/>
                <a:cs typeface="Calibri" pitchFamily="34" charset="0"/>
              </a:rPr>
              <a:t> </a:t>
            </a:r>
            <a:r>
              <a:rPr lang="en-US" sz="3600" b="1" kern="0" dirty="0" err="1">
                <a:latin typeface="Calibri" panose="020F0502020204030204" pitchFamily="34" charset="0"/>
                <a:ea typeface="Ebrima" pitchFamily="2" charset="0"/>
                <a:cs typeface="Calibri" pitchFamily="34" charset="0"/>
              </a:rPr>
              <a:t>Praarthana</a:t>
            </a:r>
            <a:r>
              <a:rPr lang="en-US" sz="3600" b="1" kern="0" dirty="0">
                <a:latin typeface="Calibri" panose="020F0502020204030204" pitchFamily="34" charset="0"/>
                <a:ea typeface="Ebrima" pitchFamily="2" charset="0"/>
                <a:cs typeface="Calibri" pitchFamily="34" charset="0"/>
              </a:rPr>
              <a:t>)</a:t>
            </a:r>
            <a:endParaRPr lang="en-US" sz="3333" b="1" kern="0" dirty="0">
              <a:latin typeface="Calibri" pitchFamily="34" charset="0"/>
              <a:ea typeface="Ebrima" pitchFamily="2" charset="0"/>
              <a:cs typeface="Calibri" pitchFamily="34" charset="0"/>
            </a:endParaRP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br>
              <a:rPr lang="en-US" sz="3333" b="1" kern="0" dirty="0">
                <a:latin typeface="Calibri" pitchFamily="34" charset="0"/>
                <a:ea typeface="Ebrima" pitchFamily="2" charset="0"/>
                <a:cs typeface="Calibri" pitchFamily="34" charset="0"/>
              </a:rPr>
            </a:br>
            <a:endParaRPr lang="en-US" sz="3333"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DA367E24-FDD4-8D1F-66AE-51C65801C420}"/>
              </a:ext>
            </a:extLst>
          </p:cNvPr>
          <p:cNvSpPr txBox="1"/>
          <p:nvPr/>
        </p:nvSpPr>
        <p:spPr>
          <a:xfrm>
            <a:off x="346992" y="3158509"/>
            <a:ext cx="11524520" cy="3399905"/>
          </a:xfrm>
          <a:prstGeom prst="rect">
            <a:avLst/>
          </a:prstGeom>
          <a:noFill/>
        </p:spPr>
        <p:txBody>
          <a:bodyPr wrap="square">
            <a:spAutoFit/>
          </a:bodyPr>
          <a:lstStyle/>
          <a:p>
            <a:pPr>
              <a:lnSpc>
                <a:spcPts val="3999"/>
              </a:lnSpc>
              <a:spcBef>
                <a:spcPts val="0"/>
              </a:spcBef>
            </a:pPr>
            <a:r>
              <a:rPr lang="en-US" sz="3000" b="1" i="1" dirty="0">
                <a:solidFill>
                  <a:schemeClr val="accent6">
                    <a:lumMod val="50000"/>
                  </a:schemeClr>
                </a:solidFill>
                <a:latin typeface="+mn-lt"/>
              </a:rPr>
              <a:t>*An alternative prayer or the following:</a:t>
            </a:r>
            <a:endParaRPr lang="en-US" sz="3000" b="1" i="1" kern="0" dirty="0">
              <a:latin typeface="+mn-lt"/>
              <a:ea typeface="Ebrima" pitchFamily="2" charset="0"/>
              <a:cs typeface="Calibri" pitchFamily="34" charset="0"/>
            </a:endParaRPr>
          </a:p>
          <a:p>
            <a:r>
              <a:rPr lang="en-US" sz="3000" b="1" i="1" kern="0" dirty="0">
                <a:solidFill>
                  <a:schemeClr val="accent6">
                    <a:lumMod val="50000"/>
                  </a:schemeClr>
                </a:solidFill>
                <a:latin typeface="+mn-lt"/>
                <a:ea typeface="Ebrima" pitchFamily="2" charset="0"/>
                <a:cs typeface="Calibri" pitchFamily="34" charset="0"/>
              </a:rPr>
              <a:t>P: </a:t>
            </a:r>
            <a:r>
              <a:rPr lang="en-US" sz="3000" b="1" i="1" kern="0" dirty="0">
                <a:latin typeface="+mn-lt"/>
                <a:ea typeface="Ebrima" pitchFamily="2" charset="0"/>
                <a:cs typeface="Calibri" pitchFamily="34" charset="0"/>
              </a:rPr>
              <a:t>(A Prayer) </a:t>
            </a:r>
            <a:r>
              <a:rPr lang="en-US" sz="3000" b="1" dirty="0">
                <a:solidFill>
                  <a:srgbClr val="000000"/>
                </a:solidFill>
                <a:effectLst/>
                <a:latin typeface="+mn-lt"/>
              </a:rPr>
              <a:t>Merciful Lord,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dirty="0">
                <a:solidFill>
                  <a:srgbClr val="000000"/>
                </a:solidFill>
                <a:effectLst/>
                <a:latin typeface="+mn-lt"/>
              </a:rPr>
              <a:t>ou dwell on high, yet condescend to look upon things that are lowly; bless now those who have bowed their heads in your presence and bless them with the grace of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dirty="0">
                <a:solidFill>
                  <a:srgbClr val="000000"/>
                </a:solidFill>
                <a:effectLst/>
                <a:latin typeface="+mn-lt"/>
              </a:rPr>
              <a:t>our only Son. With him and with the Holy Spirit,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dirty="0">
                <a:solidFill>
                  <a:srgbClr val="000000"/>
                </a:solidFill>
                <a:effectLst/>
                <a:latin typeface="+mn-lt"/>
              </a:rPr>
              <a:t>ou are worthy of all praise and glory, now and forever.</a:t>
            </a:r>
            <a:endParaRPr lang="en-US" sz="3000" b="1" i="1" kern="0" dirty="0">
              <a:latin typeface="+mn-lt"/>
              <a:ea typeface="Ebrima" pitchFamily="2" charset="0"/>
              <a:cs typeface="Calibri" pitchFamily="34" charset="0"/>
            </a:endParaRPr>
          </a:p>
          <a:p>
            <a:pPr>
              <a:lnSpc>
                <a:spcPts val="3999"/>
              </a:lnSpc>
              <a:spcBef>
                <a:spcPts val="0"/>
              </a:spcBef>
            </a:pPr>
            <a:r>
              <a:rPr lang="en-US" sz="3000" b="1" i="1" kern="0" dirty="0">
                <a:solidFill>
                  <a:schemeClr val="accent6">
                    <a:lumMod val="50000"/>
                  </a:schemeClr>
                </a:solidFill>
                <a:latin typeface="+mn-lt"/>
                <a:ea typeface="Ebrima" pitchFamily="2" charset="0"/>
                <a:cs typeface="Calibri" pitchFamily="34" charset="0"/>
              </a:rPr>
              <a:t>C: </a:t>
            </a:r>
            <a:r>
              <a:rPr lang="en-US" sz="3000" b="1" i="1" kern="0" dirty="0">
                <a:latin typeface="+mn-lt"/>
                <a:ea typeface="Ebrima" pitchFamily="2" charset="0"/>
                <a:cs typeface="Calibri" pitchFamily="34" charset="0"/>
              </a:rPr>
              <a:t>Amen.</a:t>
            </a:r>
            <a:endParaRPr lang="en-US" sz="3000" b="1" i="1" dirty="0">
              <a:latin typeface="+mn-lt"/>
            </a:endParaRPr>
          </a:p>
        </p:txBody>
      </p:sp>
      <p:sp>
        <p:nvSpPr>
          <p:cNvPr id="2" name="TextBox 1">
            <a:extLst>
              <a:ext uri="{FF2B5EF4-FFF2-40B4-BE49-F238E27FC236}">
                <a16:creationId xmlns:a16="http://schemas.microsoft.com/office/drawing/2014/main" id="{D729D4CA-60D2-D4BF-A7E8-8B17B047EF15}"/>
              </a:ext>
            </a:extLst>
          </p:cNvPr>
          <p:cNvSpPr txBox="1"/>
          <p:nvPr/>
        </p:nvSpPr>
        <p:spPr>
          <a:xfrm>
            <a:off x="0" y="247444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8D84586-30FB-B834-3D78-AD42A4B8DEE3}"/>
              </a:ext>
            </a:extLst>
          </p:cNvPr>
          <p:cNvCxnSpPr>
            <a:cxnSpLocks/>
          </p:cNvCxnSpPr>
          <p:nvPr/>
        </p:nvCxnSpPr>
        <p:spPr>
          <a:xfrm>
            <a:off x="6096000" y="0"/>
            <a:ext cx="0" cy="247815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330333"/>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19AD9A8-DBD4-4821-AB2A-BA0D97E3A6EB}"/>
              </a:ext>
            </a:extLst>
          </p:cNvPr>
          <p:cNvSpPr txBox="1">
            <a:spLocks noChangeArrowheads="1"/>
          </p:cNvSpPr>
          <p:nvPr/>
        </p:nvSpPr>
        <p:spPr bwMode="auto">
          <a:xfrm>
            <a:off x="6302189" y="697781"/>
            <a:ext cx="5683623" cy="1631517"/>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D: </a:t>
            </a:r>
            <a:r>
              <a:rPr lang="en-US" sz="3200" b="1" kern="0" dirty="0" err="1">
                <a:latin typeface="Calibri" pitchFamily="34" charset="0"/>
                <a:ea typeface="Ebrima" pitchFamily="2" charset="0"/>
                <a:cs typeface="Calibri" pitchFamily="34" charset="0"/>
              </a:rPr>
              <a:t>Sahodarare</a:t>
            </a:r>
            <a:r>
              <a:rPr lang="en-US" sz="3200" b="1" kern="0" dirty="0">
                <a:latin typeface="Calibri" pitchFamily="34" charset="0"/>
                <a:ea typeface="Ebrima" pitchFamily="2" charset="0"/>
                <a:cs typeface="Calibri" pitchFamily="34" charset="0"/>
              </a:rPr>
              <a:t>, naam </a:t>
            </a:r>
            <a:r>
              <a:rPr lang="en-US" sz="3200" b="1" kern="0" dirty="0" err="1">
                <a:latin typeface="Calibri" pitchFamily="34" charset="0"/>
                <a:ea typeface="Ebrima" pitchFamily="2" charset="0"/>
                <a:cs typeface="Calibri" pitchFamily="34" charset="0"/>
              </a:rPr>
              <a:t>ellavaarum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bhangiyodum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bhayathodum</a:t>
            </a:r>
            <a:r>
              <a:rPr lang="en-US" sz="3200" b="1" kern="0" dirty="0">
                <a:latin typeface="Calibri" pitchFamily="34" charset="0"/>
                <a:ea typeface="Ebrima" pitchFamily="2" charset="0"/>
                <a:cs typeface="Calibri" pitchFamily="34" charset="0"/>
              </a:rPr>
              <a:t>…</a:t>
            </a:r>
          </a:p>
        </p:txBody>
      </p:sp>
      <p:sp>
        <p:nvSpPr>
          <p:cNvPr id="76802" name="Rectangle 2"/>
          <p:cNvSpPr>
            <a:spLocks noGrp="1" noChangeArrowheads="1"/>
          </p:cNvSpPr>
          <p:nvPr>
            <p:ph type="ctrTitle"/>
          </p:nvPr>
        </p:nvSpPr>
        <p:spPr>
          <a:xfrm>
            <a:off x="313765" y="513111"/>
            <a:ext cx="5257800" cy="2000855"/>
          </a:xfrm>
        </p:spPr>
        <p:txBody>
          <a:bodyPr anchor="ctr">
            <a:normAutofit/>
          </a:bodyPr>
          <a:lstStyle/>
          <a:p>
            <a:pPr eaLnBrk="1" hangingPunct="1"/>
            <a:r>
              <a:rPr lang="en-US" altLang="en-US" sz="4000" b="1" dirty="0">
                <a:solidFill>
                  <a:schemeClr val="accent6">
                    <a:lumMod val="50000"/>
                  </a:schemeClr>
                </a:solidFill>
                <a:latin typeface="MalayalamAbe" pitchFamily="18" charset="0"/>
              </a:rPr>
              <a:t>Ck. </a:t>
            </a:r>
            <a:r>
              <a:rPr lang="en-US" altLang="en-US" sz="4000" b="1" dirty="0" err="1">
                <a:latin typeface="MalayalamAbe" pitchFamily="18" charset="0"/>
              </a:rPr>
              <a:t>cS|lpgSg</a:t>
            </a:r>
            <a:r>
              <a:rPr lang="en-US" altLang="en-US" sz="4000" b="1" dirty="0">
                <a:latin typeface="MalayalamAbe" pitchFamily="18" charset="0"/>
              </a:rPr>
              <a:t> </a:t>
            </a:r>
            <a:r>
              <a:rPr lang="en-US" altLang="en-US" sz="4000" b="1" dirty="0" err="1">
                <a:latin typeface="MalayalamAbe" pitchFamily="18" charset="0"/>
              </a:rPr>
              <a:t>rl</a:t>
            </a:r>
            <a:r>
              <a:rPr lang="en-US" altLang="en-US" sz="4000" b="1" dirty="0">
                <a:latin typeface="MalayalamAbe" pitchFamily="18" charset="0"/>
              </a:rPr>
              <a:t>; </a:t>
            </a:r>
            <a:r>
              <a:rPr lang="en-US" altLang="en-US" sz="4000" b="1" dirty="0" err="1">
                <a:latin typeface="MalayalamAbe" pitchFamily="18" charset="0"/>
              </a:rPr>
              <a:t>th^ligk</a:t>
            </a:r>
            <a:r>
              <a:rPr lang="en-US" altLang="en-US" sz="4000" b="1" dirty="0">
                <a:latin typeface="MalayalamAbe" pitchFamily="18" charset="0"/>
              </a:rPr>
              <a:t>; &gt;;</a:t>
            </a:r>
            <a:r>
              <a:rPr lang="en-US" altLang="en-US" sz="4000" b="1" dirty="0" err="1">
                <a:latin typeface="MalayalamAbe" pitchFamily="18" charset="0"/>
              </a:rPr>
              <a:t>zjSulmk</a:t>
            </a:r>
            <a:r>
              <a:rPr lang="en-US" altLang="en-US" sz="4000" b="1" dirty="0">
                <a:latin typeface="MalayalamAbe" pitchFamily="18" charset="0"/>
              </a:rPr>
              <a:t>; &gt;</a:t>
            </a:r>
            <a:r>
              <a:rPr lang="en-US" altLang="en-US" sz="4000" b="1" dirty="0" err="1">
                <a:latin typeface="MalayalamAbe" pitchFamily="18" charset="0"/>
              </a:rPr>
              <a:t>uS</a:t>
            </a:r>
            <a:r>
              <a:rPr lang="en-US" altLang="en-US" sz="4000" b="1" dirty="0">
                <a:latin typeface="MalayalamAbe" pitchFamily="18" charset="0"/>
              </a:rPr>
              <a:t>\</a:t>
            </a:r>
            <a:r>
              <a:rPr lang="en-US" altLang="en-US" sz="4000" b="1" dirty="0" err="1">
                <a:latin typeface="MalayalamAbe" pitchFamily="18" charset="0"/>
              </a:rPr>
              <a:t>lmk</a:t>
            </a:r>
            <a:r>
              <a:rPr lang="en-US" altLang="en-US" sz="4000" b="1" dirty="0">
                <a:latin typeface="MalayalamAbe" pitchFamily="18" charset="0"/>
              </a:rPr>
              <a:t>;...</a:t>
            </a:r>
          </a:p>
        </p:txBody>
      </p:sp>
      <p:sp>
        <p:nvSpPr>
          <p:cNvPr id="2" name="TextBox 1">
            <a:extLst>
              <a:ext uri="{FF2B5EF4-FFF2-40B4-BE49-F238E27FC236}">
                <a16:creationId xmlns:a16="http://schemas.microsoft.com/office/drawing/2014/main" id="{4F4C2F76-D5BF-0286-9301-86F59F0368E4}"/>
              </a:ext>
            </a:extLst>
          </p:cNvPr>
          <p:cNvSpPr txBox="1"/>
          <p:nvPr/>
        </p:nvSpPr>
        <p:spPr>
          <a:xfrm>
            <a:off x="685800" y="3843336"/>
            <a:ext cx="10820400" cy="2400657"/>
          </a:xfrm>
          <a:prstGeom prst="rect">
            <a:avLst/>
          </a:prstGeom>
          <a:noFill/>
        </p:spPr>
        <p:txBody>
          <a:bodyPr wrap="square" rtlCol="0">
            <a:spAutoFit/>
          </a:bodyPr>
          <a:lstStyle/>
          <a:p>
            <a:pPr algn="ct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u="none" strike="noStrike" cap="none" dirty="0">
                <a:latin typeface="+mn-lt"/>
                <a:ea typeface="Calibri"/>
                <a:cs typeface="Times New Roman" panose="02020603050405020304" pitchFamily="18" charset="0"/>
                <a:sym typeface="Calibri"/>
              </a:rPr>
              <a:t>Brothers and sisters, let us participate in this Holy Qurbana which is now offered to us, with commitment, reverence, humility, purity of heart, love, true faith, and devotion. To God the Father, to Whom all things belong, is offered this sacrifice of grace, peace and praise in a spirit of unity and concord.</a:t>
            </a:r>
            <a:endParaRPr lang="en-US" sz="3000" b="1" i="1" u="none" strike="noStrike" cap="none" dirty="0">
              <a:latin typeface="+mn-lt"/>
              <a:ea typeface="Aria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0CB44213-37C2-87EE-8A97-38E299DEBF08}"/>
              </a:ext>
            </a:extLst>
          </p:cNvPr>
          <p:cNvSpPr txBox="1"/>
          <p:nvPr/>
        </p:nvSpPr>
        <p:spPr>
          <a:xfrm>
            <a:off x="0" y="3003637"/>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CD1BC357-BC82-9603-9D16-1164780005D6}"/>
              </a:ext>
            </a:extLst>
          </p:cNvPr>
          <p:cNvCxnSpPr>
            <a:cxnSpLocks/>
            <a:endCxn id="3" idx="0"/>
          </p:cNvCxnSpPr>
          <p:nvPr/>
        </p:nvCxnSpPr>
        <p:spPr>
          <a:xfrm>
            <a:off x="6096000" y="0"/>
            <a:ext cx="0" cy="300363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19AD9A8-DBD4-4821-AB2A-BA0D97E3A6EB}"/>
              </a:ext>
            </a:extLst>
          </p:cNvPr>
          <p:cNvSpPr txBox="1">
            <a:spLocks noChangeArrowheads="1"/>
          </p:cNvSpPr>
          <p:nvPr/>
        </p:nvSpPr>
        <p:spPr bwMode="auto">
          <a:xfrm>
            <a:off x="6811840" y="808496"/>
            <a:ext cx="4952999"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Pithaavaaya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daivathinte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snehavum</a:t>
            </a:r>
            <a:r>
              <a:rPr lang="en-US" sz="3200" b="1" kern="0" dirty="0">
                <a:latin typeface="Calibri" pitchFamily="34" charset="0"/>
                <a:ea typeface="Ebrima" pitchFamily="2" charset="0"/>
                <a:cs typeface="Calibri" pitchFamily="34" charset="0"/>
              </a:rPr>
              <a:t> </a:t>
            </a:r>
            <a:r>
              <a:rPr lang="ml-IN" sz="3200" b="1" u="none" strike="noStrike" dirty="0">
                <a:effectLst/>
                <a:latin typeface="Malayalam MN" pitchFamily="2" charset="0"/>
                <a:cs typeface="Malayalam MN" pitchFamily="2" charset="0"/>
              </a:rPr>
              <a:t>♰</a:t>
            </a: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Ninte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aathmaavodu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koodeyum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undaayirikkate</a:t>
            </a:r>
            <a:r>
              <a:rPr lang="en-US" sz="3200" b="1" kern="0" dirty="0">
                <a:latin typeface="Calibri" pitchFamily="34" charset="0"/>
                <a:ea typeface="Ebrima" pitchFamily="2" charset="0"/>
                <a:cs typeface="Calibri" pitchFamily="34" charset="0"/>
              </a:rPr>
              <a:t>.</a:t>
            </a:r>
          </a:p>
        </p:txBody>
      </p:sp>
      <p:sp>
        <p:nvSpPr>
          <p:cNvPr id="76802" name="Rectangle 2"/>
          <p:cNvSpPr>
            <a:spLocks noGrp="1" noChangeArrowheads="1"/>
          </p:cNvSpPr>
          <p:nvPr>
            <p:ph type="ctrTitle"/>
          </p:nvPr>
        </p:nvSpPr>
        <p:spPr>
          <a:xfrm>
            <a:off x="198784" y="165148"/>
            <a:ext cx="6175513" cy="3412762"/>
          </a:xfrm>
        </p:spPr>
        <p:txBody>
          <a:bodyPr anchor="ctr">
            <a:normAutofit/>
          </a:bodyPr>
          <a:lstStyle/>
          <a:p>
            <a:pPr algn="l" rtl="0">
              <a:spcBef>
                <a:spcPts val="0"/>
              </a:spcBef>
              <a:spcAft>
                <a:spcPts val="0"/>
              </a:spcAft>
            </a:pPr>
            <a:r>
              <a:rPr lang="ml-IN" altLang="en-US" sz="3000" b="1" dirty="0">
                <a:solidFill>
                  <a:schemeClr val="accent6">
                    <a:lumMod val="50000"/>
                  </a:schemeClr>
                </a:solidFill>
                <a:latin typeface="Malayalam MN" pitchFamily="2" charset="0"/>
                <a:cs typeface="Malayalam MN" pitchFamily="2" charset="0"/>
              </a:rPr>
              <a:t>പ</a:t>
            </a:r>
            <a:r>
              <a:rPr lang="en-US" altLang="en-US" sz="3000" b="1" dirty="0">
                <a:solidFill>
                  <a:schemeClr val="accent6">
                    <a:lumMod val="50000"/>
                  </a:schemeClr>
                </a:solidFill>
                <a:latin typeface="Malayalam MN" pitchFamily="2" charset="0"/>
                <a:cs typeface="Malayalam MN" pitchFamily="2" charset="0"/>
              </a:rPr>
              <a:t>.</a:t>
            </a:r>
            <a:r>
              <a:rPr lang="ml-IN" sz="3000" b="1" u="none" strike="noStrike" dirty="0">
                <a:effectLst/>
                <a:latin typeface="Malayalam MN" pitchFamily="2" charset="0"/>
                <a:cs typeface="Malayalam MN" pitchFamily="2" charset="0"/>
              </a:rPr>
              <a:t> പിതാവായ ദൈവത്തിന്‍റെ സ്നേഹവും</a:t>
            </a:r>
            <a:r>
              <a:rPr lang="en-US" sz="3000" b="1" u="none" strike="noStrike" dirty="0">
                <a:effectLst/>
                <a:latin typeface="Malayalam MN" pitchFamily="2" charset="0"/>
                <a:cs typeface="Malayalam MN" pitchFamily="2" charset="0"/>
              </a:rPr>
              <a:t> </a:t>
            </a:r>
            <a:r>
              <a:rPr lang="ml-IN" sz="3000" b="1" u="none" strike="noStrike" dirty="0">
                <a:effectLst/>
                <a:latin typeface="Malayalam MN" pitchFamily="2" charset="0"/>
                <a:cs typeface="Malayalam MN" pitchFamily="2" charset="0"/>
              </a:rPr>
              <a:t>♰</a:t>
            </a:r>
            <a:r>
              <a:rPr lang="en-US" sz="3000" b="1" u="none" strike="noStrike" dirty="0">
                <a:effectLst/>
                <a:latin typeface="Malayalam MN" pitchFamily="2" charset="0"/>
                <a:cs typeface="Malayalam MN" pitchFamily="2" charset="0"/>
              </a:rPr>
              <a:t>...</a:t>
            </a:r>
            <a:r>
              <a:rPr lang="ml-IN" sz="3000" b="1" u="none" strike="noStrike" dirty="0">
                <a:effectLst/>
                <a:latin typeface="Malayalam MN" pitchFamily="2" charset="0"/>
                <a:cs typeface="Malayalam MN" pitchFamily="2" charset="0"/>
              </a:rPr>
              <a:t> </a:t>
            </a:r>
            <a:br>
              <a:rPr lang="en-US" sz="2400" b="1" u="none" strike="noStrike" dirty="0">
                <a:effectLst/>
                <a:latin typeface="Arial" panose="020B0604020202020204" pitchFamily="34"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err="1">
                <a:latin typeface="MalayalamAbe" pitchFamily="18" charset="0"/>
              </a:rPr>
              <a:t>rjsRy</a:t>
            </a:r>
            <a:r>
              <a:rPr lang="en-US" altLang="en-US" sz="4000" b="1" dirty="0">
                <a:latin typeface="MalayalamAbe" pitchFamily="18" charset="0"/>
              </a:rPr>
              <a:t> :</a:t>
            </a:r>
            <a:r>
              <a:rPr lang="en-US" altLang="en-US" sz="4000" b="1" dirty="0" err="1">
                <a:latin typeface="Kerala" pitchFamily="2" charset="0"/>
              </a:rPr>
              <a:t>v</a:t>
            </a:r>
            <a:r>
              <a:rPr lang="en-US" altLang="en-US" sz="4000" b="1" dirty="0" err="1">
                <a:latin typeface="MalayalamAbe" pitchFamily="18" charset="0"/>
              </a:rPr>
              <a:t>lSilmk</a:t>
            </a:r>
            <a:r>
              <a:rPr lang="en-US" altLang="en-US" sz="4000" b="1" dirty="0">
                <a:latin typeface="MalayalamAbe" pitchFamily="18" charset="0"/>
              </a:rPr>
              <a:t> </a:t>
            </a:r>
            <a:r>
              <a:rPr lang="en-US" altLang="en-US" sz="4000" b="1" dirty="0" err="1">
                <a:latin typeface="MalayalamAbe" pitchFamily="18" charset="0"/>
              </a:rPr>
              <a:t>dosmuk</a:t>
            </a:r>
            <a:r>
              <a:rPr lang="en-US" altLang="en-US" sz="4000" b="1" dirty="0">
                <a:latin typeface="MalayalamAbe" pitchFamily="18" charset="0"/>
              </a:rPr>
              <a:t>; </a:t>
            </a:r>
            <a:r>
              <a:rPr lang="en-US" altLang="en-US" sz="4000" b="1" dirty="0" err="1">
                <a:latin typeface="MalayalamAbe" pitchFamily="18" charset="0"/>
              </a:rPr>
              <a:t>K!lujgj</a:t>
            </a:r>
            <a:r>
              <a:rPr lang="en-US" altLang="en-US" sz="4000" b="1" dirty="0">
                <a:latin typeface="MalayalamAbe" pitchFamily="18" charset="0"/>
              </a:rPr>
              <a:t>)</a:t>
            </a:r>
            <a:r>
              <a:rPr lang="en-US" altLang="en-US" sz="4000" b="1" dirty="0" err="1">
                <a:latin typeface="MalayalamAbe" pitchFamily="18" charset="0"/>
              </a:rPr>
              <a:t>sM.</a:t>
            </a:r>
            <a:endParaRPr lang="en-US" altLang="en-US" sz="4000" b="1" dirty="0">
              <a:latin typeface="MalayalamAbe" pitchFamily="18" charset="0"/>
            </a:endParaRPr>
          </a:p>
        </p:txBody>
      </p:sp>
      <p:sp>
        <p:nvSpPr>
          <p:cNvPr id="2" name="TextBox 1">
            <a:extLst>
              <a:ext uri="{FF2B5EF4-FFF2-40B4-BE49-F238E27FC236}">
                <a16:creationId xmlns:a16="http://schemas.microsoft.com/office/drawing/2014/main" id="{083677FC-34E0-F3E5-D6C5-CB10613C348B}"/>
              </a:ext>
            </a:extLst>
          </p:cNvPr>
          <p:cNvSpPr txBox="1"/>
          <p:nvPr/>
        </p:nvSpPr>
        <p:spPr>
          <a:xfrm>
            <a:off x="616120" y="4204116"/>
            <a:ext cx="11516353" cy="2485809"/>
          </a:xfrm>
          <a:prstGeom prst="rect">
            <a:avLst/>
          </a:prstGeom>
          <a:noFill/>
        </p:spPr>
        <p:txBody>
          <a:bodyPr wrap="square" rtlCol="0">
            <a:spAutoFit/>
          </a:bodyPr>
          <a:lstStyle/>
          <a:p>
            <a:pPr marL="398463" marR="0" lvl="0" indent="-398463" algn="l" rtl="0">
              <a:lnSpc>
                <a:spcPct val="90000"/>
              </a:lnSpc>
              <a:spcBef>
                <a:spcPts val="0"/>
              </a:spcBef>
              <a:spcAft>
                <a:spcPts val="0"/>
              </a:spcAft>
              <a:buClr>
                <a:schemeClr val="dk1"/>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200" b="1" i="1" u="none" strike="noStrike" cap="none" dirty="0">
                <a:latin typeface="Calibri" panose="020F0502020204030204" pitchFamily="34" charset="0"/>
                <a:ea typeface="Calibri"/>
                <a:cs typeface="Calibri" panose="020F0502020204030204" pitchFamily="34" charset="0"/>
                <a:sym typeface="Calibri"/>
              </a:rPr>
              <a:t>The love of God the Father (</a:t>
            </a:r>
            <a:r>
              <a:rPr lang="ml-IN" sz="3200" b="1" u="none" strike="noStrike" dirty="0">
                <a:effectLst/>
                <a:latin typeface="Malayalam MN" pitchFamily="2" charset="0"/>
                <a:cs typeface="Malayalam MN" pitchFamily="2" charset="0"/>
              </a:rPr>
              <a:t>♰</a:t>
            </a:r>
            <a:r>
              <a:rPr lang="en-US" sz="3200" b="1" i="1" u="none" strike="noStrike" cap="none" dirty="0">
                <a:latin typeface="Calibri" panose="020F0502020204030204" pitchFamily="34" charset="0"/>
                <a:ea typeface="Calibri"/>
                <a:cs typeface="Calibri" panose="020F0502020204030204" pitchFamily="34" charset="0"/>
                <a:sym typeface="Calibri"/>
              </a:rPr>
              <a:t>); the grace of the only begotten Son (</a:t>
            </a:r>
            <a:r>
              <a:rPr lang="ml-IN" sz="3200" b="1" u="none" strike="noStrike" dirty="0">
                <a:effectLst/>
                <a:latin typeface="Malayalam MN" pitchFamily="2" charset="0"/>
                <a:cs typeface="Malayalam MN" pitchFamily="2" charset="0"/>
              </a:rPr>
              <a:t>♰</a:t>
            </a:r>
            <a:r>
              <a:rPr lang="en-US" sz="3200" b="1" i="1" u="none" strike="noStrike" cap="none" dirty="0">
                <a:latin typeface="Calibri" panose="020F0502020204030204" pitchFamily="34" charset="0"/>
                <a:ea typeface="Calibri"/>
                <a:cs typeface="Calibri" panose="020F0502020204030204" pitchFamily="34" charset="0"/>
                <a:sym typeface="Calibri"/>
              </a:rPr>
              <a:t>), and the communion and abiding presence of the Holy Spirit (</a:t>
            </a:r>
            <a:r>
              <a:rPr lang="ml-IN" sz="3200" b="1" u="none" strike="noStrike" dirty="0">
                <a:effectLst/>
                <a:latin typeface="Malayalam MN" pitchFamily="2" charset="0"/>
                <a:cs typeface="Malayalam MN" pitchFamily="2" charset="0"/>
              </a:rPr>
              <a:t>♰</a:t>
            </a:r>
            <a:r>
              <a:rPr lang="en-US" sz="3200" b="1" i="1" u="none" strike="noStrike" cap="none" dirty="0">
                <a:latin typeface="Calibri" panose="020F0502020204030204" pitchFamily="34" charset="0"/>
                <a:ea typeface="Calibri"/>
                <a:cs typeface="Calibri" panose="020F0502020204030204" pitchFamily="34" charset="0"/>
                <a:sym typeface="Calibri"/>
              </a:rPr>
              <a:t>) be with you all, dearly beloved forever.</a:t>
            </a:r>
          </a:p>
          <a:p>
            <a:pPr marL="398463" marR="0" lvl="0" indent="-398463" algn="l" rtl="0">
              <a:lnSpc>
                <a:spcPct val="90000"/>
              </a:lnSpc>
              <a:spcBef>
                <a:spcPts val="1000"/>
              </a:spcBef>
              <a:spcAft>
                <a:spcPts val="0"/>
              </a:spcAft>
              <a:buClr>
                <a:srgbClr val="C00000"/>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200" b="1" i="1" u="none" strike="noStrike" cap="none" dirty="0">
                <a:latin typeface="Calibri" panose="020F0502020204030204" pitchFamily="34" charset="0"/>
                <a:ea typeface="Calibri"/>
                <a:cs typeface="Calibri" panose="020F0502020204030204" pitchFamily="34" charset="0"/>
                <a:sym typeface="Calibri"/>
              </a:rPr>
              <a:t>And also with you.</a:t>
            </a:r>
            <a:endParaRPr lang="en-US" sz="3200" b="1" i="1" u="none" strike="noStrike" cap="none" dirty="0">
              <a:latin typeface="Calibri" panose="020F0502020204030204" pitchFamily="34" charset="0"/>
              <a:ea typeface="Arial"/>
              <a:cs typeface="Calibri" panose="020F0502020204030204" pitchFamily="34" charset="0"/>
              <a:sym typeface="Arial"/>
            </a:endParaRPr>
          </a:p>
          <a:p>
            <a:endParaRPr lang="en-US" sz="3200" b="1" i="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189A931-8C22-590F-DB7A-6698ED549563}"/>
              </a:ext>
            </a:extLst>
          </p:cNvPr>
          <p:cNvSpPr txBox="1"/>
          <p:nvPr/>
        </p:nvSpPr>
        <p:spPr>
          <a:xfrm>
            <a:off x="7610457" y="128823"/>
            <a:ext cx="6272212" cy="523220"/>
          </a:xfrm>
          <a:prstGeom prst="rect">
            <a:avLst/>
          </a:prstGeom>
          <a:noFill/>
        </p:spPr>
        <p:txBody>
          <a:bodyPr wrap="square">
            <a:spAutoFit/>
          </a:bodyPr>
          <a:lstStyle/>
          <a:p>
            <a:pPr rtl="0">
              <a:spcBef>
                <a:spcPts val="0"/>
              </a:spcBef>
              <a:spcAft>
                <a:spcPts val="0"/>
              </a:spcAft>
            </a:pPr>
            <a:r>
              <a:rPr lang="en-US" sz="2800" b="1" i="0" u="sng" strike="noStrike" dirty="0" err="1">
                <a:solidFill>
                  <a:schemeClr val="accent6">
                    <a:lumMod val="50000"/>
                  </a:schemeClr>
                </a:solidFill>
                <a:effectLst/>
                <a:latin typeface="Calibri" panose="020F0502020204030204" pitchFamily="34" charset="0"/>
                <a:cs typeface="Calibri" panose="020F0502020204030204" pitchFamily="34" charset="0"/>
              </a:rPr>
              <a:t>Onnamathe</a:t>
            </a:r>
            <a:r>
              <a:rPr lang="en-US" sz="2800" b="1" i="0" u="sng"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sz="2800" b="1" i="0" u="sng" strike="noStrike" dirty="0" err="1">
                <a:solidFill>
                  <a:schemeClr val="accent6">
                    <a:lumMod val="50000"/>
                  </a:schemeClr>
                </a:solidFill>
                <a:effectLst/>
                <a:latin typeface="Calibri" panose="020F0502020204030204" pitchFamily="34" charset="0"/>
                <a:cs typeface="Calibri" panose="020F0502020204030204" pitchFamily="34" charset="0"/>
              </a:rPr>
              <a:t>Rooshma</a:t>
            </a:r>
            <a:endParaRPr lang="en-US" sz="2800" b="1" u="sng" dirty="0">
              <a:solidFill>
                <a:schemeClr val="accent6">
                  <a:lumMod val="50000"/>
                </a:schemeClr>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4DC5E9E-B552-B55A-678E-A5D7409DAEF3}"/>
              </a:ext>
            </a:extLst>
          </p:cNvPr>
          <p:cNvSpPr txBox="1"/>
          <p:nvPr/>
        </p:nvSpPr>
        <p:spPr>
          <a:xfrm>
            <a:off x="1217554" y="67267"/>
            <a:ext cx="3859677" cy="646331"/>
          </a:xfrm>
          <a:prstGeom prst="rect">
            <a:avLst/>
          </a:prstGeom>
          <a:noFill/>
        </p:spPr>
        <p:txBody>
          <a:bodyPr wrap="square">
            <a:spAutoFit/>
          </a:bodyPr>
          <a:lstStyle/>
          <a:p>
            <a:r>
              <a:rPr lang="en-US" altLang="en-US" sz="3600" b="1" u="sng" dirty="0" err="1">
                <a:solidFill>
                  <a:schemeClr val="accent6">
                    <a:lumMod val="50000"/>
                  </a:schemeClr>
                </a:solidFill>
                <a:latin typeface="MalayalamAbe" pitchFamily="18" charset="0"/>
              </a:rPr>
              <a:t>Q#las</a:t>
            </a:r>
            <a:r>
              <a:rPr lang="en-US" altLang="en-US" sz="3600" b="1" u="sng" dirty="0">
                <a:solidFill>
                  <a:schemeClr val="accent6">
                    <a:lumMod val="50000"/>
                  </a:schemeClr>
                </a:solidFill>
                <a:latin typeface="MalayalamAbe" pitchFamily="18" charset="0"/>
              </a:rPr>
              <a:t>\ </a:t>
            </a:r>
            <a:r>
              <a:rPr lang="en-US" altLang="en-US" sz="3600" b="1" u="sng" dirty="0" err="1">
                <a:solidFill>
                  <a:schemeClr val="accent6">
                    <a:lumMod val="50000"/>
                  </a:schemeClr>
                </a:solidFill>
                <a:latin typeface="MalayalamAbe" pitchFamily="18" charset="0"/>
              </a:rPr>
              <a:t>yoC</a:t>
            </a:r>
            <a:r>
              <a:rPr lang="en-US" altLang="en-US" sz="3600" b="1" u="sng" dirty="0">
                <a:solidFill>
                  <a:schemeClr val="accent6">
                    <a:lumMod val="50000"/>
                  </a:schemeClr>
                </a:solidFill>
                <a:latin typeface="MalayalamAbe" pitchFamily="18" charset="0"/>
              </a:rPr>
              <a:t>[al</a:t>
            </a:r>
            <a:endParaRPr lang="en-US" sz="3600" b="1" u="sng" dirty="0">
              <a:solidFill>
                <a:schemeClr val="accent6">
                  <a:lumMod val="50000"/>
                </a:schemeClr>
              </a:solidFill>
            </a:endParaRPr>
          </a:p>
        </p:txBody>
      </p:sp>
      <p:sp>
        <p:nvSpPr>
          <p:cNvPr id="5" name="TextBox 4">
            <a:extLst>
              <a:ext uri="{FF2B5EF4-FFF2-40B4-BE49-F238E27FC236}">
                <a16:creationId xmlns:a16="http://schemas.microsoft.com/office/drawing/2014/main" id="{3B077CA9-15EC-1BBD-AB28-ACD753458E16}"/>
              </a:ext>
            </a:extLst>
          </p:cNvPr>
          <p:cNvSpPr txBox="1"/>
          <p:nvPr/>
        </p:nvSpPr>
        <p:spPr>
          <a:xfrm>
            <a:off x="0" y="337558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First Blessing</a:t>
            </a:r>
          </a:p>
        </p:txBody>
      </p:sp>
      <p:cxnSp>
        <p:nvCxnSpPr>
          <p:cNvPr id="6" name="Straight Connector 5">
            <a:extLst>
              <a:ext uri="{FF2B5EF4-FFF2-40B4-BE49-F238E27FC236}">
                <a16:creationId xmlns:a16="http://schemas.microsoft.com/office/drawing/2014/main" id="{4DE76154-644A-077F-87D0-71DB9B3CA7E3}"/>
              </a:ext>
            </a:extLst>
          </p:cNvPr>
          <p:cNvCxnSpPr>
            <a:cxnSpLocks/>
            <a:endCxn id="5" idx="0"/>
          </p:cNvCxnSpPr>
          <p:nvPr/>
        </p:nvCxnSpPr>
        <p:spPr>
          <a:xfrm>
            <a:off x="6096000" y="0"/>
            <a:ext cx="0" cy="337558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8158469"/>
      </p:ext>
    </p:extLst>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19AD9A8-DBD4-4821-AB2A-BA0D97E3A6EB}"/>
              </a:ext>
            </a:extLst>
          </p:cNvPr>
          <p:cNvSpPr txBox="1">
            <a:spLocks noChangeArrowheads="1"/>
          </p:cNvSpPr>
          <p:nvPr/>
        </p:nvSpPr>
        <p:spPr bwMode="auto">
          <a:xfrm>
            <a:off x="6717898" y="248364"/>
            <a:ext cx="4852204" cy="317040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200" b="1" kern="0" dirty="0">
                <a:latin typeface="Calibri" pitchFamily="34" charset="0"/>
                <a:ea typeface="Ebrima" pitchFamily="2" charset="0"/>
                <a:cs typeface="Calibri" pitchFamily="34" charset="0"/>
              </a:rPr>
            </a:b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Pithaavaaya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Daiva-thinte</a:t>
            </a:r>
            <a:r>
              <a:rPr lang="en-US" sz="3200" b="1" kern="0" dirty="0">
                <a:latin typeface="Calibri" pitchFamily="34" charset="0"/>
                <a:ea typeface="Ebrima" pitchFamily="2" charset="0"/>
                <a:cs typeface="Calibri" pitchFamily="34" charset="0"/>
              </a:rPr>
              <a:t>...</a:t>
            </a:r>
          </a:p>
          <a:p>
            <a:pPr>
              <a:lnSpc>
                <a:spcPts val="3999"/>
              </a:lnSpc>
              <a:spcBef>
                <a:spcPts val="0"/>
              </a:spcBef>
            </a:pPr>
            <a:r>
              <a:rPr lang="fi-FI" sz="3200" b="1" kern="0" dirty="0">
                <a:solidFill>
                  <a:schemeClr val="accent6">
                    <a:lumMod val="50000"/>
                  </a:schemeClr>
                </a:solidFill>
                <a:latin typeface="Calibri" pitchFamily="34" charset="0"/>
                <a:ea typeface="Ebrima" pitchFamily="2" charset="0"/>
                <a:cs typeface="Calibri" pitchFamily="34" charset="0"/>
              </a:rPr>
              <a:t>C: </a:t>
            </a:r>
            <a:r>
              <a:rPr lang="fi-FI" sz="3200" b="1" kern="0" dirty="0" err="1">
                <a:latin typeface="Calibri" pitchFamily="34" charset="0"/>
                <a:ea typeface="Ebrima" pitchFamily="2" charset="0"/>
                <a:cs typeface="Calibri" pitchFamily="34" charset="0"/>
              </a:rPr>
              <a:t>Daivam</a:t>
            </a:r>
            <a:r>
              <a:rPr lang="fi-FI" sz="3200" b="1" kern="0" dirty="0">
                <a:latin typeface="Calibri" pitchFamily="34" charset="0"/>
                <a:ea typeface="Ebrima" pitchFamily="2" charset="0"/>
                <a:cs typeface="Calibri" pitchFamily="34" charset="0"/>
              </a:rPr>
              <a:t> </a:t>
            </a:r>
            <a:r>
              <a:rPr lang="fi-FI" sz="3200" b="1" kern="0" dirty="0" err="1">
                <a:latin typeface="Calibri" pitchFamily="34" charset="0"/>
                <a:ea typeface="Ebrima" pitchFamily="2" charset="0"/>
                <a:cs typeface="Calibri" pitchFamily="34" charset="0"/>
              </a:rPr>
              <a:t>aaya</a:t>
            </a:r>
            <a:r>
              <a:rPr lang="fi-FI" sz="3200" b="1" kern="0" dirty="0">
                <a:latin typeface="Calibri" pitchFamily="34" charset="0"/>
                <a:ea typeface="Ebrima" pitchFamily="2" charset="0"/>
                <a:cs typeface="Calibri" pitchFamily="34" charset="0"/>
              </a:rPr>
              <a:t> </a:t>
            </a:r>
            <a:r>
              <a:rPr lang="fi-FI" sz="3200" b="1" kern="0" dirty="0" err="1">
                <a:latin typeface="Calibri" pitchFamily="34" charset="0"/>
                <a:ea typeface="Ebrima" pitchFamily="2" charset="0"/>
                <a:cs typeface="Calibri" pitchFamily="34" charset="0"/>
              </a:rPr>
              <a:t>Karthaavil</a:t>
            </a:r>
            <a:r>
              <a:rPr lang="fi-FI" sz="3200" b="1" kern="0" dirty="0">
                <a:latin typeface="Calibri" pitchFamily="34" charset="0"/>
                <a:ea typeface="Ebrima" pitchFamily="2" charset="0"/>
                <a:cs typeface="Calibri" pitchFamily="34" charset="0"/>
              </a:rPr>
              <a:t> </a:t>
            </a:r>
            <a:r>
              <a:rPr lang="fi-FI" sz="3200" b="1" kern="0" dirty="0" err="1">
                <a:latin typeface="Calibri" pitchFamily="34" charset="0"/>
                <a:ea typeface="Ebrima" pitchFamily="2" charset="0"/>
                <a:cs typeface="Calibri" pitchFamily="34" charset="0"/>
              </a:rPr>
              <a:t>avayaakunnu</a:t>
            </a:r>
            <a:r>
              <a:rPr lang="fi-FI" sz="3200" b="1" kern="0" dirty="0">
                <a:latin typeface="Calibri" pitchFamily="34" charset="0"/>
                <a:ea typeface="Ebrima" pitchFamily="2" charset="0"/>
                <a:cs typeface="Calibri" pitchFamily="34" charset="0"/>
              </a:rPr>
              <a:t>.</a:t>
            </a:r>
          </a:p>
          <a:p>
            <a:pPr>
              <a:lnSpc>
                <a:spcPts val="3999"/>
              </a:lnSpc>
              <a:spcBef>
                <a:spcPts val="0"/>
              </a:spcBef>
            </a:pPr>
            <a:endParaRPr lang="fi-FI" sz="3200" b="1" kern="0" dirty="0">
              <a:latin typeface="Calibri" pitchFamily="34" charset="0"/>
              <a:ea typeface="Ebrima" pitchFamily="2" charset="0"/>
              <a:cs typeface="Calibri" pitchFamily="34" charset="0"/>
            </a:endParaRPr>
          </a:p>
        </p:txBody>
      </p:sp>
      <p:sp>
        <p:nvSpPr>
          <p:cNvPr id="76802" name="Rectangle 2"/>
          <p:cNvSpPr>
            <a:spLocks noGrp="1" noChangeArrowheads="1"/>
          </p:cNvSpPr>
          <p:nvPr>
            <p:ph type="ctrTitle"/>
          </p:nvPr>
        </p:nvSpPr>
        <p:spPr>
          <a:xfrm>
            <a:off x="304203" y="652464"/>
            <a:ext cx="5693335" cy="2362200"/>
          </a:xfrm>
        </p:spPr>
        <p:txBody>
          <a:bodyPr anchor="ctr">
            <a:noAutofit/>
          </a:bodyPr>
          <a:lstStyle/>
          <a:p>
            <a:pPr algn="l" eaLnBrk="1" hangingPunct="1"/>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ejflilu</a:t>
            </a:r>
            <a:r>
              <a:rPr lang="en-US" altLang="en-US" sz="4000" b="1" dirty="0">
                <a:latin typeface="MalayalamAbe" pitchFamily="18" charset="0"/>
              </a:rPr>
              <a:t> </a:t>
            </a:r>
            <a:r>
              <a:rPr lang="en-US" altLang="en-US" sz="4000" b="1" dirty="0" err="1">
                <a:latin typeface="MalayalamAbe" pitchFamily="18" charset="0"/>
              </a:rPr>
              <a:t>sspi</a:t>
            </a:r>
            <a:r>
              <a:rPr lang="en-US" altLang="en-US" sz="4000" b="1" dirty="0">
                <a:latin typeface="MalayalamAbe" pitchFamily="18" charset="0"/>
              </a:rPr>
              <a:t>-\</a:t>
            </a:r>
            <a:r>
              <a:rPr lang="en-US" altLang="en-US" sz="4000" b="1" dirty="0" err="1">
                <a:latin typeface="MalayalamAbe" pitchFamily="18" charset="0"/>
              </a:rPr>
              <a:t>jsRy</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 </a:t>
            </a:r>
            <a:r>
              <a:rPr lang="en-US" altLang="en-US" sz="4000" b="1" dirty="0" err="1">
                <a:latin typeface="MalayalamAbe" pitchFamily="18" charset="0"/>
              </a:rPr>
              <a:t>sspialu</a:t>
            </a:r>
            <a:r>
              <a:rPr lang="en-US" altLang="en-US" sz="4000" b="1" dirty="0">
                <a:latin typeface="MalayalamAbe" pitchFamily="18" charset="0"/>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lijH</a:t>
            </a:r>
            <a:r>
              <a:rPr lang="en-US" altLang="en-US" sz="4000" b="1" dirty="0">
                <a:latin typeface="MalayalamAbe" pitchFamily="18" charset="0"/>
              </a:rPr>
              <a:t> </a:t>
            </a:r>
            <a:r>
              <a:rPr lang="en-US" altLang="en-US" sz="4000" b="1" dirty="0" err="1">
                <a:latin typeface="MalayalamAbe" pitchFamily="18" charset="0"/>
              </a:rPr>
              <a:t>Liuldk#k</a:t>
            </a:r>
            <a:r>
              <a:rPr lang="en-US" altLang="en-US" sz="4000" b="1" dirty="0">
                <a:latin typeface="MalayalamAbe" pitchFamily="18" charset="0"/>
              </a:rPr>
              <a:t>.</a:t>
            </a:r>
          </a:p>
        </p:txBody>
      </p:sp>
      <p:sp>
        <p:nvSpPr>
          <p:cNvPr id="3" name="TextBox 2">
            <a:extLst>
              <a:ext uri="{FF2B5EF4-FFF2-40B4-BE49-F238E27FC236}">
                <a16:creationId xmlns:a16="http://schemas.microsoft.com/office/drawing/2014/main" id="{492FC962-9EF4-E560-1EED-1CD0FF195EE8}"/>
              </a:ext>
            </a:extLst>
          </p:cNvPr>
          <p:cNvSpPr txBox="1"/>
          <p:nvPr/>
        </p:nvSpPr>
        <p:spPr>
          <a:xfrm>
            <a:off x="2733011" y="4791128"/>
            <a:ext cx="8458200" cy="1106970"/>
          </a:xfrm>
          <a:prstGeom prst="rect">
            <a:avLst/>
          </a:prstGeom>
          <a:noFill/>
        </p:spPr>
        <p:txBody>
          <a:bodyPr wrap="square">
            <a:spAutoFit/>
          </a:bodyPr>
          <a:lstStyle/>
          <a:p>
            <a:pPr marL="342900" marR="0" lvl="0" indent="-342900" rtl="0">
              <a:lnSpc>
                <a:spcPct val="90000"/>
              </a:lnSpc>
              <a:spcBef>
                <a:spcPts val="0"/>
              </a:spcBef>
              <a:spcAft>
                <a:spcPts val="0"/>
              </a:spcAft>
              <a:buClr>
                <a:schemeClr val="dk1"/>
              </a:buClr>
              <a:buSzPts val="28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200" b="1" i="1" u="none" strike="noStrike" cap="none" dirty="0">
                <a:latin typeface="+mn-lt"/>
                <a:ea typeface="Calibri"/>
                <a:cs typeface="Times New Roman" panose="02020603050405020304" pitchFamily="18" charset="0"/>
                <a:sym typeface="Calibri"/>
              </a:rPr>
              <a:t>May our hearts be with Christ on high.</a:t>
            </a:r>
            <a:endParaRPr lang="en-US" sz="3200" b="1" i="1" u="none" strike="noStrike" cap="none" dirty="0">
              <a:latin typeface="+mn-lt"/>
              <a:ea typeface="Arial"/>
              <a:cs typeface="Times New Roman" panose="02020603050405020304" pitchFamily="18" charset="0"/>
              <a:sym typeface="Arial"/>
            </a:endParaRPr>
          </a:p>
          <a:p>
            <a:pPr marL="342900" marR="0" lvl="0" indent="-342900" rtl="0">
              <a:lnSpc>
                <a:spcPct val="90000"/>
              </a:lnSpc>
              <a:spcBef>
                <a:spcPts val="1000"/>
              </a:spcBef>
              <a:spcAft>
                <a:spcPts val="0"/>
              </a:spcAft>
              <a:buClr>
                <a:srgbClr val="D51900"/>
              </a:buClr>
              <a:buSzPts val="28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200" b="1" i="1" u="none" strike="noStrike" cap="none" dirty="0">
                <a:latin typeface="+mn-lt"/>
                <a:ea typeface="Calibri"/>
                <a:cs typeface="Times New Roman" panose="02020603050405020304" pitchFamily="18" charset="0"/>
                <a:sym typeface="Calibri"/>
              </a:rPr>
              <a:t>Our hearts truly are with the Lord.</a:t>
            </a:r>
          </a:p>
        </p:txBody>
      </p:sp>
      <p:sp>
        <p:nvSpPr>
          <p:cNvPr id="5" name="TextBox 4">
            <a:extLst>
              <a:ext uri="{FF2B5EF4-FFF2-40B4-BE49-F238E27FC236}">
                <a16:creationId xmlns:a16="http://schemas.microsoft.com/office/drawing/2014/main" id="{56EF154A-3D99-DFDC-C5D8-682D52F031DE}"/>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924CAB96-168E-AE3B-1183-5F4D247EDA38}"/>
              </a:ext>
            </a:extLst>
          </p:cNvPr>
          <p:cNvCxnSpPr>
            <a:cxnSpLocks/>
            <a:endCxn id="5"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8751905"/>
      </p:ext>
    </p:extLst>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19AD9A8-DBD4-4821-AB2A-BA0D97E3A6EB}"/>
              </a:ext>
            </a:extLst>
          </p:cNvPr>
          <p:cNvSpPr txBox="1">
            <a:spLocks noChangeArrowheads="1"/>
          </p:cNvSpPr>
          <p:nvPr/>
        </p:nvSpPr>
        <p:spPr bwMode="auto">
          <a:xfrm>
            <a:off x="6588609" y="23441"/>
            <a:ext cx="6033655" cy="267737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200" b="1" kern="0" dirty="0">
                <a:latin typeface="Calibri" pitchFamily="34" charset="0"/>
                <a:ea typeface="Ebrima" pitchFamily="2" charset="0"/>
                <a:cs typeface="Calibri" pitchFamily="34" charset="0"/>
              </a:rPr>
            </a:br>
            <a:endParaRPr lang="fi-FI" sz="3200" b="1" kern="0" dirty="0">
              <a:latin typeface="Calibri" pitchFamily="34" charset="0"/>
              <a:ea typeface="Ebrima" pitchFamily="2" charset="0"/>
              <a:cs typeface="Calibri" pitchFamily="34" charset="0"/>
            </a:endParaRP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Sarvasrishtiyudeyum</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Sathyamaayi</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yogyavum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nyaayavum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aakunnu</a:t>
            </a:r>
            <a:r>
              <a:rPr lang="en-US" sz="3200" b="1" kern="0" dirty="0">
                <a:latin typeface="Calibri" pitchFamily="34" charset="0"/>
                <a:ea typeface="Ebrima" pitchFamily="2" charset="0"/>
                <a:cs typeface="Calibri" pitchFamily="34" charset="0"/>
              </a:rPr>
              <a:t>.</a:t>
            </a:r>
          </a:p>
        </p:txBody>
      </p:sp>
      <p:sp>
        <p:nvSpPr>
          <p:cNvPr id="76802" name="Rectangle 2"/>
          <p:cNvSpPr>
            <a:spLocks noGrp="1" noChangeArrowheads="1"/>
          </p:cNvSpPr>
          <p:nvPr>
            <p:ph type="ctrTitle"/>
          </p:nvPr>
        </p:nvSpPr>
        <p:spPr>
          <a:xfrm>
            <a:off x="242888" y="-398098"/>
            <a:ext cx="5638800" cy="3412762"/>
          </a:xfrm>
        </p:spPr>
        <p:txBody>
          <a:bodyPr anchor="ctr">
            <a:normAutofit fontScale="90000"/>
          </a:bodyPr>
          <a:lstStyle/>
          <a:p>
            <a:pPr algn="l" eaLnBrk="1" hangingPunct="1"/>
            <a:br>
              <a:rPr lang="en-US" altLang="en-US" sz="4400" b="1" dirty="0">
                <a:latin typeface="MalayalamAbe" pitchFamily="18" charset="0"/>
              </a:rPr>
            </a:b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cGi&amp;c</a:t>
            </a:r>
            <a:r>
              <a:rPr lang="en-US" altLang="en-US" sz="4400" b="1" dirty="0">
                <a:latin typeface="MalayalamAbe" pitchFamily="18" charset="0"/>
              </a:rPr>
              <a:t>{&lt;[</a:t>
            </a:r>
            <a:r>
              <a:rPr lang="en-US" altLang="en-US" sz="4400" b="1" dirty="0" err="1">
                <a:latin typeface="MalayalamAbe" pitchFamily="18" charset="0"/>
              </a:rPr>
              <a:t>mjuksmuk</a:t>
            </a:r>
            <a:r>
              <a:rPr lang="en-US" altLang="en-US" sz="4400" b="1" dirty="0">
                <a:latin typeface="MalayalamAbe" pitchFamily="18" charset="0"/>
              </a:rPr>
              <a:t>;...</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 </a:t>
            </a:r>
            <a:r>
              <a:rPr lang="en-US" altLang="en-US" sz="4400" b="1" dirty="0" err="1">
                <a:latin typeface="MalayalamAbe" pitchFamily="18" charset="0"/>
              </a:rPr>
              <a:t>cfUaluj</a:t>
            </a:r>
            <a:r>
              <a:rPr lang="en-US" altLang="en-US" sz="4400" b="1" dirty="0">
                <a:latin typeface="MalayalamAbe" pitchFamily="18" charset="0"/>
              </a:rPr>
              <a:t> </a:t>
            </a:r>
            <a:r>
              <a:rPr lang="en-US" altLang="en-US" sz="4400" b="1" dirty="0" err="1">
                <a:latin typeface="MalayalamAbe" pitchFamily="18" charset="0"/>
              </a:rPr>
              <a:t>SulzUik</a:t>
            </a:r>
            <a:r>
              <a:rPr lang="en-US" altLang="en-US" sz="4400" b="1" dirty="0">
                <a:latin typeface="MalayalamAbe" pitchFamily="18" charset="0"/>
              </a:rPr>
              <a:t>; </a:t>
            </a:r>
            <a:r>
              <a:rPr lang="en-US" altLang="en-US" sz="4400" b="1" dirty="0" err="1">
                <a:latin typeface="MalayalamAbe" pitchFamily="18" charset="0"/>
              </a:rPr>
              <a:t>rUluik</a:t>
            </a:r>
            <a:r>
              <a:rPr lang="en-US" altLang="en-US" sz="4400" b="1" dirty="0">
                <a:latin typeface="MalayalamAbe" pitchFamily="18" charset="0"/>
              </a:rPr>
              <a:t>; :</a:t>
            </a:r>
            <a:r>
              <a:rPr lang="en-US" altLang="en-US" sz="4400" b="1" dirty="0" err="1">
                <a:latin typeface="MalayalamAbe" pitchFamily="18" charset="0"/>
              </a:rPr>
              <a:t>dk#k</a:t>
            </a:r>
            <a:r>
              <a:rPr lang="en-US" altLang="en-US" sz="4400" b="1" dirty="0">
                <a:latin typeface="MalayalamAbe" pitchFamily="18" charset="0"/>
              </a:rPr>
              <a:t>.</a:t>
            </a:r>
          </a:p>
        </p:txBody>
      </p:sp>
      <p:sp>
        <p:nvSpPr>
          <p:cNvPr id="2" name="TextBox 1">
            <a:extLst>
              <a:ext uri="{FF2B5EF4-FFF2-40B4-BE49-F238E27FC236}">
                <a16:creationId xmlns:a16="http://schemas.microsoft.com/office/drawing/2014/main" id="{7651C9A7-7A53-7726-4F5C-FAD320E9F6F3}"/>
              </a:ext>
            </a:extLst>
          </p:cNvPr>
          <p:cNvSpPr txBox="1"/>
          <p:nvPr/>
        </p:nvSpPr>
        <p:spPr>
          <a:xfrm>
            <a:off x="1675880" y="4685488"/>
            <a:ext cx="9362162" cy="1143903"/>
          </a:xfrm>
          <a:prstGeom prst="rect">
            <a:avLst/>
          </a:prstGeom>
          <a:noFill/>
        </p:spPr>
        <p:txBody>
          <a:bodyPr wrap="square" rtlCol="0">
            <a:spAutoFit/>
          </a:bodyPr>
          <a:lstStyle/>
          <a:p>
            <a:pPr marL="342900" marR="0" lvl="0" indent="-342900" rtl="0">
              <a:spcBef>
                <a:spcPts val="1000"/>
              </a:spcBef>
              <a:spcAft>
                <a:spcPts val="0"/>
              </a:spcAft>
              <a:buClr>
                <a:schemeClr val="dk1"/>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To sing praises and worship the Creator of all things.</a:t>
            </a:r>
            <a:endParaRPr lang="en-US" sz="3000" b="1" i="1" u="none" strike="noStrike" cap="none" dirty="0">
              <a:latin typeface="Calibri" panose="020F0502020204030204" pitchFamily="34" charset="0"/>
              <a:ea typeface="Arial"/>
              <a:cs typeface="Calibri" panose="020F0502020204030204" pitchFamily="34" charset="0"/>
              <a:sym typeface="Arial"/>
            </a:endParaRPr>
          </a:p>
          <a:p>
            <a:pPr marL="342900" marR="0" lvl="0" indent="-342900" rtl="0">
              <a:spcBef>
                <a:spcPts val="1000"/>
              </a:spcBef>
              <a:spcAft>
                <a:spcPts val="0"/>
              </a:spcAft>
              <a:buClr>
                <a:srgbClr val="D51900"/>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Assuredly is good and right.</a:t>
            </a:r>
          </a:p>
        </p:txBody>
      </p:sp>
      <p:sp>
        <p:nvSpPr>
          <p:cNvPr id="5" name="TextBox 4">
            <a:extLst>
              <a:ext uri="{FF2B5EF4-FFF2-40B4-BE49-F238E27FC236}">
                <a16:creationId xmlns:a16="http://schemas.microsoft.com/office/drawing/2014/main" id="{155E2E85-1BD0-3CE0-2B55-1AC1949E6BCC}"/>
              </a:ext>
            </a:extLst>
          </p:cNvPr>
          <p:cNvSpPr txBox="1"/>
          <p:nvPr/>
        </p:nvSpPr>
        <p:spPr>
          <a:xfrm>
            <a:off x="0" y="343154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3166965E-89BE-BADE-D9A4-6047F88C8E0A}"/>
              </a:ext>
            </a:extLst>
          </p:cNvPr>
          <p:cNvCxnSpPr>
            <a:cxnSpLocks/>
            <a:endCxn id="5" idx="0"/>
          </p:cNvCxnSpPr>
          <p:nvPr/>
        </p:nvCxnSpPr>
        <p:spPr>
          <a:xfrm>
            <a:off x="6096000" y="0"/>
            <a:ext cx="0" cy="343154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779348"/>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ctrTitle"/>
          </p:nvPr>
        </p:nvSpPr>
        <p:spPr>
          <a:xfrm>
            <a:off x="962730" y="1099227"/>
            <a:ext cx="4639235" cy="676611"/>
          </a:xfrm>
        </p:spPr>
        <p:txBody>
          <a:bodyPr anchor="ctr">
            <a:normAutofit/>
          </a:bodyPr>
          <a:lstStyle/>
          <a:p>
            <a:pPr algn="l" eaLnBrk="1" hangingPunct="1"/>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3600" b="1" dirty="0"/>
              <a:t>(</a:t>
            </a:r>
            <a:r>
              <a:rPr lang="en-US" altLang="en-US" sz="4000" b="1" dirty="0" err="1">
                <a:latin typeface="MalayalamAbe" pitchFamily="18" charset="0"/>
              </a:rPr>
              <a:t>Qgk</a:t>
            </a:r>
            <a:r>
              <a:rPr lang="en-US" altLang="en-US" sz="4000" b="1" dirty="0">
                <a:latin typeface="MalayalamAbe" pitchFamily="18" charset="0"/>
              </a:rPr>
              <a:t> </a:t>
            </a:r>
            <a:r>
              <a:rPr lang="en-US" altLang="en-US" sz="4000" b="1" dirty="0" err="1">
                <a:latin typeface="MalayalamAbe" pitchFamily="18" charset="0"/>
              </a:rPr>
              <a:t>YelG</a:t>
            </a:r>
            <a:r>
              <a:rPr lang="en-US" altLang="en-US" sz="4000" b="1" dirty="0" err="1">
                <a:latin typeface="Kerala" pitchFamily="2" charset="0"/>
              </a:rPr>
              <a:t>j</a:t>
            </a:r>
            <a:r>
              <a:rPr lang="en-US" altLang="en-US" sz="4000" b="1" dirty="0" err="1">
                <a:latin typeface="MalayalamAbe" pitchFamily="18" charset="0"/>
              </a:rPr>
              <a:t>r</a:t>
            </a:r>
            <a:r>
              <a:rPr lang="en-US" altLang="en-US" sz="3600" b="1" dirty="0"/>
              <a:t>)</a:t>
            </a:r>
            <a:endParaRPr lang="en-US" altLang="en-US" sz="4000" b="1" dirty="0">
              <a:latin typeface="MalayalamAbe" pitchFamily="18" charset="0"/>
            </a:endParaRPr>
          </a:p>
        </p:txBody>
      </p:sp>
      <p:sp>
        <p:nvSpPr>
          <p:cNvPr id="4" name="Text Box 2">
            <a:extLst>
              <a:ext uri="{FF2B5EF4-FFF2-40B4-BE49-F238E27FC236}">
                <a16:creationId xmlns:a16="http://schemas.microsoft.com/office/drawing/2014/main" id="{625D9813-FEB8-4C99-852D-E577F354F36E}"/>
              </a:ext>
            </a:extLst>
          </p:cNvPr>
          <p:cNvSpPr txBox="1">
            <a:spLocks noChangeArrowheads="1"/>
          </p:cNvSpPr>
          <p:nvPr/>
        </p:nvSpPr>
        <p:spPr bwMode="auto">
          <a:xfrm>
            <a:off x="7504043" y="1138017"/>
            <a:ext cx="12065330" cy="625536"/>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a:latin typeface="Calibri" pitchFamily="34" charset="0"/>
                <a:ea typeface="Ebrima" pitchFamily="2" charset="0"/>
                <a:cs typeface="Calibri" pitchFamily="34" charset="0"/>
              </a:rPr>
              <a:t>(</a:t>
            </a:r>
            <a:r>
              <a:rPr lang="en-US" sz="3200" b="1" kern="0" dirty="0" err="1">
                <a:latin typeface="Calibri" pitchFamily="34" charset="0"/>
                <a:ea typeface="Ebrima" pitchFamily="2" charset="0"/>
                <a:cs typeface="Calibri" pitchFamily="34" charset="0"/>
              </a:rPr>
              <a:t>Oru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Praarthana</a:t>
            </a:r>
            <a:r>
              <a:rPr lang="en-US" sz="32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B208ED53-5C83-2590-E9E3-57FD237AF390}"/>
              </a:ext>
            </a:extLst>
          </p:cNvPr>
          <p:cNvSpPr txBox="1"/>
          <p:nvPr/>
        </p:nvSpPr>
        <p:spPr>
          <a:xfrm>
            <a:off x="1143000" y="3536554"/>
            <a:ext cx="9906000" cy="2773708"/>
          </a:xfrm>
          <a:prstGeom prst="rect">
            <a:avLst/>
          </a:prstGeom>
          <a:noFill/>
        </p:spPr>
        <p:txBody>
          <a:bodyPr wrap="square">
            <a:spAutoFit/>
          </a:bodyPr>
          <a:lstStyle/>
          <a:p>
            <a:pPr marL="342900" indent="-342900">
              <a:lnSpc>
                <a:spcPct val="110000"/>
              </a:lnSpc>
              <a:spcBef>
                <a:spcPts val="1000"/>
              </a:spcBef>
              <a:spcAft>
                <a:spcPts val="0"/>
              </a:spcAft>
              <a:buClr>
                <a:srgbClr val="000000"/>
              </a:buClr>
              <a:buSzPts val="2800"/>
            </a:pPr>
            <a:r>
              <a:rPr lang="en-US" sz="3200" b="1" i="1" dirty="0">
                <a:solidFill>
                  <a:schemeClr val="accent6">
                    <a:lumMod val="50000"/>
                  </a:schemeClr>
                </a:solidFill>
                <a:latin typeface="+mn-lt"/>
              </a:rPr>
              <a:t>   *An alternative prayer or the following:</a:t>
            </a:r>
            <a:r>
              <a:rPr lang="en-US" sz="3200" b="1" i="1" dirty="0">
                <a:solidFill>
                  <a:schemeClr val="accent6">
                    <a:lumMod val="50000"/>
                  </a:schemeClr>
                </a:solidFill>
                <a:latin typeface="+mn-lt"/>
                <a:cs typeface="Times New Roman" panose="02020603050405020304" pitchFamily="18" charset="0"/>
                <a:sym typeface="Calibri"/>
              </a:rPr>
              <a:t>                           </a:t>
            </a:r>
            <a:r>
              <a:rPr lang="en-US" sz="3200" b="1" i="1" dirty="0">
                <a:solidFill>
                  <a:schemeClr val="accent6">
                    <a:lumMod val="50000"/>
                  </a:schemeClr>
                </a:solidFill>
                <a:latin typeface="+mn-lt"/>
                <a:ea typeface="Calibri"/>
                <a:cs typeface="Times New Roman" panose="02020603050405020304" pitchFamily="18" charset="0"/>
                <a:sym typeface="Calibri"/>
              </a:rPr>
              <a:t>P: </a:t>
            </a:r>
            <a:r>
              <a:rPr lang="en-US" sz="3200" b="1" i="1" dirty="0">
                <a:latin typeface="+mn-lt"/>
                <a:ea typeface="Calibri"/>
                <a:cs typeface="Times New Roman" panose="02020603050405020304" pitchFamily="18" charset="0"/>
                <a:sym typeface="Calibri"/>
              </a:rPr>
              <a:t>(A Prayer) </a:t>
            </a:r>
            <a:r>
              <a:rPr lang="en-US" sz="3200" b="1" i="1" u="none" strike="noStrike" cap="none" dirty="0">
                <a:latin typeface="+mn-lt"/>
                <a:ea typeface="Calibri"/>
                <a:cs typeface="Times New Roman" panose="02020603050405020304" pitchFamily="18" charset="0"/>
                <a:sym typeface="Calibri"/>
              </a:rPr>
              <a:t>Who is adored by the heavenly host, Sun and moon and all the stars, the earth and seas and all that dwell there, angels and archangels, thrones and powers, Cherubim and Seraphim, ever proclaiming:</a:t>
            </a:r>
            <a:endParaRPr lang="en-US" sz="16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52724471-459C-81B7-B4E2-B416AE99F124}"/>
              </a:ext>
            </a:extLst>
          </p:cNvPr>
          <p:cNvSpPr txBox="1"/>
          <p:nvPr/>
        </p:nvSpPr>
        <p:spPr>
          <a:xfrm>
            <a:off x="0" y="2798227"/>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6186653B-F78F-CB2C-0F8F-4A9AE48040E1}"/>
              </a:ext>
            </a:extLst>
          </p:cNvPr>
          <p:cNvCxnSpPr>
            <a:cxnSpLocks/>
          </p:cNvCxnSpPr>
          <p:nvPr/>
        </p:nvCxnSpPr>
        <p:spPr>
          <a:xfrm>
            <a:off x="6096000" y="0"/>
            <a:ext cx="0" cy="301214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4672179"/>
      </p:ext>
    </p:extLst>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ctrTitle"/>
          </p:nvPr>
        </p:nvSpPr>
        <p:spPr>
          <a:xfrm>
            <a:off x="9139" y="491370"/>
            <a:ext cx="5970320" cy="2813462"/>
          </a:xfrm>
        </p:spPr>
        <p:txBody>
          <a:bodyPr anchor="ctr">
            <a:noAutofit/>
          </a:bodyPr>
          <a:lstStyle/>
          <a:p>
            <a:pPr eaLnBrk="1" hangingPunct="1">
              <a:lnSpc>
                <a:spcPts val="3020"/>
              </a:lnSpc>
            </a:pPr>
            <a:br>
              <a:rPr lang="en-US" altLang="en-US" sz="3300" b="1" dirty="0">
                <a:latin typeface="MalayalamAbe" pitchFamily="18" charset="0"/>
              </a:rPr>
            </a:br>
            <a:r>
              <a:rPr lang="en-US" altLang="en-US" sz="3300" b="1" dirty="0">
                <a:solidFill>
                  <a:schemeClr val="accent6">
                    <a:lumMod val="50000"/>
                  </a:schemeClr>
                </a:solidFill>
                <a:latin typeface="MalayalamAbe" pitchFamily="18" charset="0"/>
              </a:rPr>
              <a:t>w</a:t>
            </a:r>
            <a:r>
              <a:rPr lang="en-US" altLang="en-US" sz="3300" b="1" dirty="0">
                <a:solidFill>
                  <a:schemeClr val="accent6">
                    <a:lumMod val="50000"/>
                  </a:schemeClr>
                </a:solidFill>
              </a:rPr>
              <a:t>. </a:t>
            </a:r>
            <a:r>
              <a:rPr lang="en-US" altLang="en-US" sz="3300" b="1" dirty="0">
                <a:latin typeface="MalayalamAbe" pitchFamily="18" charset="0"/>
              </a:rPr>
              <a:t>:</a:t>
            </a:r>
            <a:r>
              <a:rPr lang="en-US" altLang="en-US" sz="3300" b="1" dirty="0" err="1">
                <a:latin typeface="MalayalamAbe" pitchFamily="18" charset="0"/>
              </a:rPr>
              <a:t>dlCik</a:t>
            </a:r>
            <a:r>
              <a:rPr lang="en-US" altLang="en-US" sz="3300" b="1" dirty="0">
                <a:latin typeface="MalayalamAbe" pitchFamily="18" charset="0"/>
              </a:rPr>
              <a:t>; &gt;</a:t>
            </a:r>
            <a:r>
              <a:rPr lang="en-US" altLang="en-US" sz="3300" b="1" dirty="0" err="1">
                <a:latin typeface="MalayalamAbe" pitchFamily="18" charset="0"/>
              </a:rPr>
              <a:t>oajuk</a:t>
            </a:r>
            <a:r>
              <a:rPr lang="en-US" altLang="en-US" sz="3300" b="1" dirty="0">
                <a:latin typeface="MalayalamAbe" pitchFamily="18" charset="0"/>
              </a:rPr>
              <a:t>; </a:t>
            </a:r>
            <a:r>
              <a:rPr lang="en-US" altLang="en-US" sz="3300" b="1" dirty="0" err="1">
                <a:latin typeface="MalayalamAbe" pitchFamily="18" charset="0"/>
              </a:rPr>
              <a:t>fsRy</a:t>
            </a:r>
            <a:r>
              <a:rPr lang="en-US" altLang="en-US" sz="3300" b="1" dirty="0">
                <a:latin typeface="MalayalamAbe" pitchFamily="18" charset="0"/>
              </a:rPr>
              <a:t> </a:t>
            </a:r>
            <a:r>
              <a:rPr lang="en-US" altLang="en-US" sz="3300" b="1" dirty="0" err="1">
                <a:latin typeface="MalayalamAbe" pitchFamily="18" charset="0"/>
              </a:rPr>
              <a:t>a|fI</a:t>
            </a:r>
            <a:r>
              <a:rPr lang="en-US" altLang="en-US" sz="3300" b="1" dirty="0">
                <a:latin typeface="MalayalamAbe" pitchFamily="18" charset="0"/>
              </a:rPr>
              <a:t>; </a:t>
            </a:r>
            <a:r>
              <a:rPr lang="en-US" altLang="en-US" sz="3300" b="1" dirty="0" err="1">
                <a:latin typeface="MalayalamAbe" pitchFamily="18" charset="0"/>
              </a:rPr>
              <a:t>sdl!k</a:t>
            </a:r>
            <a:r>
              <a:rPr lang="en-US" altLang="en-US" sz="3300" b="1" dirty="0">
                <a:latin typeface="MalayalamAbe" pitchFamily="18" charset="0"/>
              </a:rPr>
              <a:t> </a:t>
            </a:r>
            <a:r>
              <a:rPr lang="en-US" altLang="en-US" sz="3300" b="1" dirty="0" err="1">
                <a:latin typeface="MalayalamAbe" pitchFamily="18" charset="0"/>
              </a:rPr>
              <a:t>rjy</a:t>
            </a:r>
            <a:r>
              <a:rPr lang="en-US" altLang="en-US" sz="3300" b="1" dirty="0" err="1">
                <a:latin typeface="Kerala" pitchFamily="2" charset="0"/>
              </a:rPr>
              <a:t>E</a:t>
            </a:r>
            <a:r>
              <a:rPr lang="en-US" altLang="en-US" sz="3300" b="1" dirty="0" err="1">
                <a:latin typeface="MalayalamAbe" pitchFamily="18" charset="0"/>
              </a:rPr>
              <a:t>jgj</a:t>
            </a:r>
            <a:r>
              <a:rPr lang="en-US" altLang="en-US" sz="3300" b="1" dirty="0">
                <a:latin typeface="MalayalamAbe" pitchFamily="18" charset="0"/>
              </a:rPr>
              <a:t>)k# ~</a:t>
            </a:r>
            <a:r>
              <a:rPr lang="en-US" altLang="en-US" sz="3300" b="1" dirty="0" err="1">
                <a:latin typeface="MalayalamAbe" pitchFamily="18" charset="0"/>
              </a:rPr>
              <a:t>hilrlu</a:t>
            </a:r>
            <a:r>
              <a:rPr lang="en-US" altLang="en-US" sz="3300" b="1" dirty="0">
                <a:latin typeface="MalayalamAbe" pitchFamily="18" charset="0"/>
              </a:rPr>
              <a:t> </a:t>
            </a:r>
            <a:r>
              <a:rPr lang="en-US" altLang="en-US" sz="3300" b="1" dirty="0" err="1">
                <a:latin typeface="MalayalamAbe" pitchFamily="18" charset="0"/>
              </a:rPr>
              <a:t>sspi</a:t>
            </a:r>
            <a:r>
              <a:rPr lang="en-US" altLang="en-US" sz="3300" b="1" dirty="0">
                <a:latin typeface="MalayalamAbe" pitchFamily="18" charset="0"/>
              </a:rPr>
              <a:t>; </a:t>
            </a:r>
            <a:r>
              <a:rPr lang="en-US" altLang="en-US" sz="3300" b="1" dirty="0" err="1">
                <a:latin typeface="MalayalamAbe" pitchFamily="18" charset="0"/>
              </a:rPr>
              <a:t>f</a:t>
            </a:r>
            <a:r>
              <a:rPr lang="en-US" altLang="en-US" sz="3300" b="1" dirty="0" err="1">
                <a:latin typeface="Kerala" pitchFamily="2" charset="0"/>
              </a:rPr>
              <a:t>O</a:t>
            </a:r>
            <a:r>
              <a:rPr lang="en-US" altLang="en-US" sz="3300" b="1" dirty="0" err="1">
                <a:latin typeface="MalayalamAbe" pitchFamily="18" charset="0"/>
              </a:rPr>
              <a:t>kglR</a:t>
            </a:r>
            <a:r>
              <a:rPr lang="en-US" altLang="en-US" sz="3300" b="1" dirty="0">
                <a:latin typeface="MalayalamAbe" pitchFamily="18" charset="0"/>
              </a:rPr>
              <a:t> </a:t>
            </a:r>
            <a:r>
              <a:rPr lang="en-US" altLang="en-US" sz="3300" b="1" dirty="0" err="1">
                <a:latin typeface="MalayalamAbe" pitchFamily="18" charset="0"/>
              </a:rPr>
              <a:t>egjCk</a:t>
            </a:r>
            <a:r>
              <a:rPr lang="en-US" altLang="en-US" sz="3300" b="1" dirty="0" err="1">
                <a:latin typeface="Kerala" pitchFamily="2" charset="0"/>
              </a:rPr>
              <a:t>i</a:t>
            </a:r>
            <a:r>
              <a:rPr lang="en-US" altLang="en-US" sz="3300" b="1" dirty="0" err="1">
                <a:latin typeface="MalayalamAbe" pitchFamily="18" charset="0"/>
              </a:rPr>
              <a:t>R</a:t>
            </a:r>
            <a:r>
              <a:rPr lang="en-US" altLang="en-US" sz="3300" b="1" dirty="0">
                <a:latin typeface="MalayalamAbe" pitchFamily="18" charset="0"/>
              </a:rPr>
              <a:t>- </a:t>
            </a:r>
            <a:r>
              <a:rPr lang="en-US" altLang="en-US" sz="3300" b="1" dirty="0" err="1">
                <a:latin typeface="MalayalamAbe" pitchFamily="18" charset="0"/>
              </a:rPr>
              <a:t>egjCk</a:t>
            </a:r>
            <a:r>
              <a:rPr lang="en-US" altLang="en-US" sz="3300" b="1" dirty="0" err="1">
                <a:latin typeface="Kerala" pitchFamily="2" charset="0"/>
              </a:rPr>
              <a:t>i</a:t>
            </a:r>
            <a:r>
              <a:rPr lang="en-US" altLang="en-US" sz="3300" b="1" dirty="0" err="1">
                <a:latin typeface="MalayalamAbe" pitchFamily="18" charset="0"/>
              </a:rPr>
              <a:t>R</a:t>
            </a:r>
            <a:r>
              <a:rPr lang="en-US" altLang="en-US" sz="3300" b="1" dirty="0">
                <a:latin typeface="MalayalamAbe" pitchFamily="18" charset="0"/>
              </a:rPr>
              <a:t>- </a:t>
            </a:r>
            <a:r>
              <a:rPr lang="en-US" altLang="en-US" sz="3300" b="1" dirty="0" err="1">
                <a:latin typeface="MalayalamAbe" pitchFamily="18" charset="0"/>
              </a:rPr>
              <a:t>egjCk</a:t>
            </a:r>
            <a:r>
              <a:rPr lang="en-US" altLang="en-US" sz="3300" b="1" dirty="0" err="1">
                <a:latin typeface="Kerala" pitchFamily="2" charset="0"/>
              </a:rPr>
              <a:t>i</a:t>
            </a:r>
            <a:r>
              <a:rPr lang="en-US" altLang="en-US" sz="3300" b="1" dirty="0" err="1">
                <a:latin typeface="MalayalamAbe" pitchFamily="18" charset="0"/>
              </a:rPr>
              <a:t>R</a:t>
            </a:r>
            <a:r>
              <a:rPr lang="en-US" altLang="en-US" sz="3300" b="1" dirty="0">
                <a:latin typeface="MalayalamAbe" pitchFamily="18" charset="0"/>
              </a:rPr>
              <a:t>  </a:t>
            </a:r>
            <a:r>
              <a:rPr lang="en-US" altLang="en-US" sz="3300" b="1" dirty="0" err="1">
                <a:latin typeface="MalayalamAbe" pitchFamily="18" charset="0"/>
              </a:rPr>
              <a:t>K#f</a:t>
            </a:r>
            <a:r>
              <a:rPr lang="en-US" altLang="en-US" sz="3300" b="1" dirty="0">
                <a:latin typeface="MalayalamAbe" pitchFamily="18" charset="0"/>
              </a:rPr>
              <a:t>*</a:t>
            </a:r>
            <a:r>
              <a:rPr lang="en-US" altLang="en-US" sz="3300" b="1" dirty="0" err="1">
                <a:latin typeface="MalayalamAbe" pitchFamily="18" charset="0"/>
              </a:rPr>
              <a:t>xjH</a:t>
            </a:r>
            <a:r>
              <a:rPr lang="en-US" altLang="en-US" sz="3300" b="1" dirty="0">
                <a:latin typeface="MalayalamAbe" pitchFamily="18" charset="0"/>
              </a:rPr>
              <a:t> c[</a:t>
            </a:r>
            <a:r>
              <a:rPr lang="en-US" altLang="en-US" sz="3300" b="1" dirty="0" err="1">
                <a:latin typeface="MalayalamAbe" pitchFamily="18" charset="0"/>
              </a:rPr>
              <a:t>fkfj</a:t>
            </a:r>
            <a:r>
              <a:rPr lang="en-US" altLang="en-US" sz="3300" b="1" dirty="0">
                <a:latin typeface="MalayalamAbe" pitchFamily="18" charset="0"/>
              </a:rPr>
              <a:t>. </a:t>
            </a:r>
            <a:r>
              <a:rPr lang="en-US" altLang="en-US" sz="3300" b="1" dirty="0" err="1">
                <a:latin typeface="MalayalamAbe" pitchFamily="18" charset="0"/>
              </a:rPr>
              <a:t>dG</a:t>
            </a:r>
            <a:r>
              <a:rPr lang="en-US" altLang="en-US" sz="3300" b="1" dirty="0">
                <a:latin typeface="MalayalamAbe" pitchFamily="18" charset="0"/>
              </a:rPr>
              <a:t>\</a:t>
            </a:r>
            <a:r>
              <a:rPr lang="en-US" altLang="en-US" sz="3300" b="1" dirty="0" err="1">
                <a:latin typeface="MalayalamAbe" pitchFamily="18" charset="0"/>
              </a:rPr>
              <a:t>lijsRy</a:t>
            </a:r>
            <a:r>
              <a:rPr lang="en-US" altLang="en-US" sz="3300" b="1" dirty="0">
                <a:latin typeface="MalayalamAbe" pitchFamily="18" charset="0"/>
              </a:rPr>
              <a:t> </a:t>
            </a:r>
            <a:r>
              <a:rPr lang="en-US" altLang="en-US" sz="3300" b="1" dirty="0" err="1">
                <a:latin typeface="MalayalamAbe" pitchFamily="18" charset="0"/>
              </a:rPr>
              <a:t>fjgkrla</a:t>
            </a:r>
            <a:r>
              <a:rPr lang="en-US" altLang="en-US" sz="3300" b="1" dirty="0">
                <a:latin typeface="MalayalamAbe" pitchFamily="18" charset="0"/>
              </a:rPr>
              <a:t>\</a:t>
            </a:r>
            <a:r>
              <a:rPr lang="en-US" altLang="en-US" sz="3300" b="1" dirty="0" err="1">
                <a:latin typeface="MalayalamAbe" pitchFamily="18" charset="0"/>
              </a:rPr>
              <a:t>jH</a:t>
            </a:r>
            <a:r>
              <a:rPr lang="en-US" altLang="en-US" sz="3300" b="1" dirty="0">
                <a:latin typeface="MalayalamAbe" pitchFamily="18" charset="0"/>
              </a:rPr>
              <a:t> </a:t>
            </a:r>
            <a:r>
              <a:rPr lang="en-US" altLang="en-US" sz="3300" b="1" dirty="0" err="1">
                <a:latin typeface="MalayalamAbe" pitchFamily="18" charset="0"/>
              </a:rPr>
              <a:t>i#irk</a:t>
            </a:r>
            <a:r>
              <a:rPr lang="en-US" altLang="en-US" sz="3300" b="1" dirty="0">
                <a:latin typeface="MalayalamAbe" pitchFamily="18" charset="0"/>
              </a:rPr>
              <a:t>;, </a:t>
            </a:r>
            <a:r>
              <a:rPr lang="en-US" altLang="en-US" sz="3300" b="1" dirty="0" err="1">
                <a:latin typeface="MalayalamAbe" pitchFamily="18" charset="0"/>
              </a:rPr>
              <a:t>igkilrjgj</a:t>
            </a:r>
            <a:r>
              <a:rPr lang="en-US" altLang="en-US" sz="3300" b="1" dirty="0">
                <a:latin typeface="MalayalamAbe" pitchFamily="18" charset="0"/>
              </a:rPr>
              <a:t>)</a:t>
            </a:r>
            <a:r>
              <a:rPr lang="en-US" altLang="en-US" sz="3300" b="1" dirty="0" err="1">
                <a:latin typeface="MalayalamAbe" pitchFamily="18" charset="0"/>
              </a:rPr>
              <a:t>k#irk</a:t>
            </a:r>
            <a:r>
              <a:rPr lang="en-US" altLang="en-US" sz="3300" b="1" dirty="0">
                <a:latin typeface="MalayalamAbe" pitchFamily="18" charset="0"/>
              </a:rPr>
              <a:t>; </a:t>
            </a:r>
            <a:r>
              <a:rPr lang="en-US" altLang="en-US" sz="3300" b="1" dirty="0" err="1">
                <a:latin typeface="MalayalamAbe" pitchFamily="18" charset="0"/>
              </a:rPr>
              <a:t>ilq</a:t>
            </a:r>
            <a:r>
              <a:rPr lang="en-US" altLang="en-US" sz="3300" b="1" dirty="0">
                <a:latin typeface="MalayalamAbe" pitchFamily="18" charset="0"/>
              </a:rPr>
              <a:t>[\s/</a:t>
            </a:r>
            <a:r>
              <a:rPr lang="en-US" altLang="en-US" sz="3300" b="1" dirty="0" err="1">
                <a:latin typeface="MalayalamAbe" pitchFamily="18" charset="0"/>
              </a:rPr>
              <a:t>Mirldk#k</a:t>
            </a:r>
            <a:r>
              <a:rPr lang="en-US" altLang="en-US" sz="3300" b="1" dirty="0">
                <a:latin typeface="MalayalamAbe" pitchFamily="18" charset="0"/>
              </a:rPr>
              <a:t> - </a:t>
            </a:r>
            <a:r>
              <a:rPr lang="en-US" altLang="en-US" sz="3300" b="1" dirty="0" err="1">
                <a:latin typeface="MalayalamAbe" pitchFamily="18" charset="0"/>
              </a:rPr>
              <a:t>K#f</a:t>
            </a:r>
            <a:r>
              <a:rPr lang="en-US" altLang="en-US" sz="3300" b="1" dirty="0">
                <a:latin typeface="MalayalamAbe" pitchFamily="18" charset="0"/>
              </a:rPr>
              <a:t>*</a:t>
            </a:r>
            <a:r>
              <a:rPr lang="en-US" altLang="en-US" sz="3300" b="1" dirty="0" err="1">
                <a:latin typeface="MalayalamAbe" pitchFamily="18" charset="0"/>
              </a:rPr>
              <a:t>xjH</a:t>
            </a:r>
            <a:r>
              <a:rPr lang="en-US" altLang="en-US" sz="3300" b="1" dirty="0">
                <a:latin typeface="MalayalamAbe" pitchFamily="18" charset="0"/>
              </a:rPr>
              <a:t> c[</a:t>
            </a:r>
            <a:r>
              <a:rPr lang="en-US" altLang="en-US" sz="3300" b="1" dirty="0" err="1">
                <a:latin typeface="MalayalamAbe" pitchFamily="18" charset="0"/>
              </a:rPr>
              <a:t>fkfj</a:t>
            </a:r>
            <a:r>
              <a:rPr lang="en-US" altLang="en-US" sz="3300" b="1" dirty="0">
                <a:latin typeface="MalayalamAbe" pitchFamily="18" charset="0"/>
              </a:rPr>
              <a:t>.</a:t>
            </a:r>
          </a:p>
        </p:txBody>
      </p:sp>
      <p:sp>
        <p:nvSpPr>
          <p:cNvPr id="4" name="Text Box 2">
            <a:extLst>
              <a:ext uri="{FF2B5EF4-FFF2-40B4-BE49-F238E27FC236}">
                <a16:creationId xmlns:a16="http://schemas.microsoft.com/office/drawing/2014/main" id="{625D9813-FEB8-4C99-852D-E577F354F36E}"/>
              </a:ext>
            </a:extLst>
          </p:cNvPr>
          <p:cNvSpPr txBox="1">
            <a:spLocks noChangeArrowheads="1"/>
          </p:cNvSpPr>
          <p:nvPr/>
        </p:nvSpPr>
        <p:spPr bwMode="auto">
          <a:xfrm>
            <a:off x="5979459" y="252988"/>
            <a:ext cx="6400800" cy="355967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Aakaashavum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bhoomiyum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mahathwam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kondu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nirranj-irikkunna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belavaan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thampuraan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parishudhan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parishudhan-parishudhan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unnathangalhil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Thiru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naamathil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varuvaan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irikkunnavanum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vazhthappettavan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aakunnu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unnathangalhil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B208ED53-5C83-2590-E9E3-57FD237AF390}"/>
              </a:ext>
            </a:extLst>
          </p:cNvPr>
          <p:cNvSpPr txBox="1"/>
          <p:nvPr/>
        </p:nvSpPr>
        <p:spPr>
          <a:xfrm>
            <a:off x="1215107" y="4850686"/>
            <a:ext cx="9761785" cy="1754326"/>
          </a:xfrm>
          <a:prstGeom prst="rect">
            <a:avLst/>
          </a:prstGeom>
          <a:noFill/>
        </p:spPr>
        <p:txBody>
          <a:bodyPr wrap="square">
            <a:spAutoFit/>
          </a:bodyPr>
          <a:lstStyle/>
          <a:p>
            <a:pPr marL="342900" marR="0" lvl="0" indent="-342900" algn="ctr" rtl="0">
              <a:lnSpc>
                <a:spcPct val="90000"/>
              </a:lnSpc>
              <a:spcBef>
                <a:spcPts val="1000"/>
              </a:spcBef>
              <a:spcAft>
                <a:spcPts val="0"/>
              </a:spcAft>
              <a:buClr>
                <a:srgbClr val="000000"/>
              </a:buClr>
              <a:buSzPts val="2800"/>
              <a:buFont typeface="Arial"/>
              <a:buNone/>
            </a:pPr>
            <a:r>
              <a:rPr lang="en-US" sz="3000" b="1" i="1" dirty="0">
                <a:latin typeface="Calibri" panose="020F0502020204030204" pitchFamily="34" charset="0"/>
                <a:ea typeface="Calibri"/>
                <a:cs typeface="Calibri" panose="020F0502020204030204" pitchFamily="34" charset="0"/>
                <a:sym typeface="Calibri"/>
              </a:rPr>
              <a:t>	</a:t>
            </a:r>
            <a:r>
              <a:rPr lang="en-US" sz="3000" b="1" i="1" dirty="0">
                <a:latin typeface="Calibri" panose="020F0502020204030204" pitchFamily="34" charset="0"/>
                <a:cs typeface="Calibri" panose="020F0502020204030204" pitchFamily="34" charset="0"/>
              </a:rPr>
              <a:t> </a:t>
            </a:r>
            <a:r>
              <a:rPr lang="en-US" sz="3000" b="1" i="1" dirty="0">
                <a:solidFill>
                  <a:schemeClr val="accent6">
                    <a:lumMod val="50000"/>
                  </a:schemeClr>
                </a:solidFill>
                <a:latin typeface="Calibri" panose="020F0502020204030204" pitchFamily="34" charset="0"/>
                <a:cs typeface="Calibri" panose="020F0502020204030204" pitchFamily="34" charset="0"/>
              </a:rPr>
              <a:t>C: </a:t>
            </a:r>
            <a:r>
              <a:rPr lang="en-US" sz="3000" b="1" i="1" u="none" strike="noStrike" cap="none" dirty="0">
                <a:latin typeface="Calibri" panose="020F0502020204030204" pitchFamily="34" charset="0"/>
                <a:ea typeface="Calibri"/>
                <a:cs typeface="Calibri" panose="020F0502020204030204" pitchFamily="34" charset="0"/>
                <a:sym typeface="Calibri"/>
              </a:rPr>
              <a:t>Holy, holy, holy is the Lord God Almighty, heaven and earth are full of His glory. Hosanna in the highest! Blessed is He who has come and is to come in the name of the Lord. Hosanna in the highest!</a:t>
            </a:r>
            <a:endParaRPr lang="en-US" sz="3000" b="1" i="1" u="none" strike="noStrike" cap="none" dirty="0">
              <a:latin typeface="Calibri" panose="020F0502020204030204" pitchFamily="34" charset="0"/>
              <a:ea typeface="Arial"/>
              <a:cs typeface="Calibri" panose="020F0502020204030204" pitchFamily="34" charset="0"/>
              <a:sym typeface="Arial"/>
            </a:endParaRPr>
          </a:p>
        </p:txBody>
      </p:sp>
      <p:sp>
        <p:nvSpPr>
          <p:cNvPr id="2" name="TextBox 1">
            <a:extLst>
              <a:ext uri="{FF2B5EF4-FFF2-40B4-BE49-F238E27FC236}">
                <a16:creationId xmlns:a16="http://schemas.microsoft.com/office/drawing/2014/main" id="{C5AB99AD-87AF-4A24-69F4-A1F8DCC9888B}"/>
              </a:ext>
            </a:extLst>
          </p:cNvPr>
          <p:cNvSpPr txBox="1"/>
          <p:nvPr/>
        </p:nvSpPr>
        <p:spPr>
          <a:xfrm>
            <a:off x="0" y="415917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B8A71CED-5845-5B1D-7205-1C8D692C57D4}"/>
              </a:ext>
            </a:extLst>
          </p:cNvPr>
          <p:cNvCxnSpPr>
            <a:cxnSpLocks/>
            <a:endCxn id="2" idx="0"/>
          </p:cNvCxnSpPr>
          <p:nvPr/>
        </p:nvCxnSpPr>
        <p:spPr>
          <a:xfrm>
            <a:off x="6096000" y="0"/>
            <a:ext cx="0" cy="415917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598908" y="1371600"/>
            <a:ext cx="5497078" cy="2057400"/>
          </a:xfrm>
        </p:spPr>
        <p:txBody>
          <a:bodyPr anchor="ctr">
            <a:noAutofit/>
          </a:bodyPr>
          <a:lstStyle/>
          <a:p>
            <a:pPr algn="l" rtl="0">
              <a:spcBef>
                <a:spcPts val="0"/>
              </a:spcBef>
              <a:spcAft>
                <a:spcPts val="0"/>
              </a:spcAft>
            </a:pP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eleajh^l</a:t>
            </a:r>
            <a:r>
              <a:rPr lang="en-US" altLang="en-US" sz="4000" b="1" dirty="0">
                <a:latin typeface="MalayalamAbe" pitchFamily="18" charset="0"/>
              </a:rPr>
              <a:t>\</a:t>
            </a:r>
            <a:r>
              <a:rPr lang="en-US" altLang="en-US" sz="4000" b="1" dirty="0" err="1">
                <a:latin typeface="MalayalamAbe" pitchFamily="18" charset="0"/>
              </a:rPr>
              <a:t>iR.</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a:t>
            </a:r>
            <a:r>
              <a:rPr lang="en-US" altLang="en-US" sz="4000" b="1" dirty="0" err="1">
                <a:latin typeface="MalayalamAbe" pitchFamily="18" charset="0"/>
              </a:rPr>
              <a:t>rJ</a:t>
            </a:r>
            <a:r>
              <a:rPr lang="en-US" altLang="en-US" sz="4000" b="1" dirty="0">
                <a:latin typeface="MalayalamAbe" pitchFamily="18" charset="0"/>
              </a:rPr>
              <a:t> </a:t>
            </a:r>
            <a:r>
              <a:rPr lang="en-US" altLang="en-US" sz="4000" b="1" dirty="0" err="1">
                <a:latin typeface="MalayalamAbe" pitchFamily="18" charset="0"/>
              </a:rPr>
              <a:t>ilq</a:t>
            </a:r>
            <a:r>
              <a:rPr lang="en-US" altLang="en-US" sz="4000" b="1" dirty="0">
                <a:latin typeface="MalayalamAbe" pitchFamily="18" charset="0"/>
              </a:rPr>
              <a:t>[S\</a:t>
            </a:r>
            <a:r>
              <a:rPr lang="en-US" altLang="en-US" sz="4000" b="1" dirty="0" err="1">
                <a:latin typeface="MalayalamAbe" pitchFamily="18" charset="0"/>
              </a:rPr>
              <a:t>nSa</a:t>
            </a:r>
            <a:r>
              <a:rPr lang="en-US" altLang="en-US" sz="4000" b="1" dirty="0">
                <a:latin typeface="MalayalamAbe" pitchFamily="18" charset="0"/>
              </a:rPr>
              <a:t>.</a:t>
            </a:r>
          </a:p>
        </p:txBody>
      </p:sp>
      <p:sp>
        <p:nvSpPr>
          <p:cNvPr id="4" name="Text Box 2">
            <a:extLst>
              <a:ext uri="{FF2B5EF4-FFF2-40B4-BE49-F238E27FC236}">
                <a16:creationId xmlns:a16="http://schemas.microsoft.com/office/drawing/2014/main" id="{4058E96C-BE4D-4053-8CF7-B0AC5221C313}"/>
              </a:ext>
            </a:extLst>
          </p:cNvPr>
          <p:cNvSpPr txBox="1">
            <a:spLocks noChangeArrowheads="1"/>
          </p:cNvSpPr>
          <p:nvPr/>
        </p:nvSpPr>
        <p:spPr bwMode="auto">
          <a:xfrm>
            <a:off x="7159632" y="1585407"/>
            <a:ext cx="5334000" cy="1629785"/>
          </a:xfrm>
          <a:prstGeom prst="rect">
            <a:avLst/>
          </a:prstGeom>
          <a:noFill/>
          <a:ln w="9525">
            <a:noFill/>
            <a:miter lim="800000"/>
            <a:headEnd/>
            <a:tailEnd/>
          </a:ln>
          <a:effectLst/>
        </p:spPr>
        <p:txBody>
          <a:bodyPr wrap="square" lIns="111402" tIns="55743" rIns="111402" bIns="55743">
            <a:spAutoFit/>
          </a:bodyPr>
          <a:lstStyle/>
          <a:p>
            <a:pPr rtl="0">
              <a:spcBef>
                <a:spcPts val="0"/>
              </a:spcBef>
              <a:spcAft>
                <a:spcPts val="0"/>
              </a:spcAft>
            </a:pPr>
            <a:r>
              <a:rPr lang="en-US" sz="3300" b="1" kern="0" dirty="0">
                <a:solidFill>
                  <a:schemeClr val="accent6">
                    <a:lumMod val="50000"/>
                  </a:schemeClr>
                </a:solidFill>
                <a:latin typeface="+mn-lt"/>
                <a:ea typeface="Ebrima" pitchFamily="2" charset="0"/>
                <a:cs typeface="Calibri" pitchFamily="34" charset="0"/>
              </a:rPr>
              <a:t>P: </a:t>
            </a:r>
            <a:r>
              <a:rPr lang="en-US" sz="3300" b="1" kern="0" dirty="0" err="1">
                <a:latin typeface="+mn-lt"/>
                <a:ea typeface="Ebrima" pitchFamily="2" charset="0"/>
                <a:cs typeface="Calibri" pitchFamily="34" charset="0"/>
              </a:rPr>
              <a:t>Paapamillathavan</a:t>
            </a:r>
            <a:r>
              <a:rPr lang="en-US" sz="3300" b="1" kern="0" dirty="0">
                <a:latin typeface="+mn-lt"/>
                <a:ea typeface="Ebrima" pitchFamily="2" charset="0"/>
                <a:cs typeface="Calibri" pitchFamily="34" charset="0"/>
              </a:rPr>
              <a:t>...</a:t>
            </a:r>
          </a:p>
          <a:p>
            <a:pPr>
              <a:lnSpc>
                <a:spcPts val="3999"/>
              </a:lnSpc>
              <a:spcBef>
                <a:spcPts val="0"/>
              </a:spcBef>
            </a:pPr>
            <a:r>
              <a:rPr lang="en-US" sz="3300" b="1" kern="0" dirty="0">
                <a:solidFill>
                  <a:schemeClr val="accent6">
                    <a:lumMod val="50000"/>
                  </a:schemeClr>
                </a:solidFill>
                <a:latin typeface="+mn-lt"/>
                <a:ea typeface="Ebrima" pitchFamily="2" charset="0"/>
                <a:cs typeface="Calibri" pitchFamily="34" charset="0"/>
              </a:rPr>
              <a:t>C: </a:t>
            </a:r>
            <a:r>
              <a:rPr lang="en-US" sz="3300" b="1" kern="0" dirty="0" err="1">
                <a:latin typeface="+mn-lt"/>
                <a:ea typeface="Ebrima" pitchFamily="2" charset="0"/>
                <a:cs typeface="Calibri" pitchFamily="34" charset="0"/>
              </a:rPr>
              <a:t>Karthaave</a:t>
            </a:r>
            <a:r>
              <a:rPr lang="en-US" sz="3300" b="1" kern="0" dirty="0">
                <a:latin typeface="+mn-lt"/>
                <a:ea typeface="Ebrima" pitchFamily="2" charset="0"/>
                <a:cs typeface="Calibri" pitchFamily="34" charset="0"/>
              </a:rPr>
              <a:t>, nee </a:t>
            </a:r>
            <a:r>
              <a:rPr lang="en-US" sz="3300" b="1" kern="0" dirty="0" err="1">
                <a:latin typeface="+mn-lt"/>
                <a:ea typeface="Ebrima" pitchFamily="2" charset="0"/>
                <a:cs typeface="Calibri" pitchFamily="34" charset="0"/>
              </a:rPr>
              <a:t>vaazhthenhame</a:t>
            </a:r>
            <a:r>
              <a:rPr lang="en-US" sz="3300" b="1" kern="0" dirty="0">
                <a:latin typeface="+mn-lt"/>
                <a:ea typeface="Ebrima" pitchFamily="2" charset="0"/>
                <a:cs typeface="Calibri" pitchFamily="34" charset="0"/>
              </a:rPr>
              <a:t>.</a:t>
            </a:r>
          </a:p>
        </p:txBody>
      </p:sp>
      <p:sp>
        <p:nvSpPr>
          <p:cNvPr id="3" name="TextBox 2">
            <a:extLst>
              <a:ext uri="{FF2B5EF4-FFF2-40B4-BE49-F238E27FC236}">
                <a16:creationId xmlns:a16="http://schemas.microsoft.com/office/drawing/2014/main" id="{71B4CEC8-E75B-8950-644D-D233D1CB3487}"/>
              </a:ext>
            </a:extLst>
          </p:cNvPr>
          <p:cNvSpPr txBox="1"/>
          <p:nvPr/>
        </p:nvSpPr>
        <p:spPr>
          <a:xfrm>
            <a:off x="1627608" y="4700065"/>
            <a:ext cx="9448800" cy="1467068"/>
          </a:xfrm>
          <a:prstGeom prst="rect">
            <a:avLst/>
          </a:prstGeom>
          <a:noFill/>
        </p:spPr>
        <p:txBody>
          <a:bodyPr wrap="square">
            <a:spAutoFit/>
          </a:bodyPr>
          <a:lstStyle/>
          <a:p>
            <a:pPr marL="342900" marR="0" lvl="0" indent="-342900" algn="l" rtl="0">
              <a:lnSpc>
                <a:spcPct val="90000"/>
              </a:lnSpc>
              <a:spcBef>
                <a:spcPts val="0"/>
              </a:spcBef>
              <a:spcAft>
                <a:spcPts val="0"/>
              </a:spcAft>
              <a:buClr>
                <a:srgbClr val="3F3F3F"/>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When the sinless One, of His own will chose to suffer death for us sinners, He took bread in His holy hands.</a:t>
            </a:r>
            <a:endParaRPr lang="en-US" sz="3000" b="1" i="1" u="none" strike="noStrike" cap="none" dirty="0">
              <a:latin typeface="+mn-lt"/>
              <a:ea typeface="Arial"/>
              <a:cs typeface="Times New Roman" panose="02020603050405020304" pitchFamily="18" charset="0"/>
              <a:sym typeface="Arial"/>
            </a:endParaRPr>
          </a:p>
          <a:p>
            <a:pPr marL="342900" marR="0" lvl="0" indent="-342900" algn="l" rtl="0">
              <a:lnSpc>
                <a:spcPct val="900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Bless, O Lord.</a:t>
            </a:r>
          </a:p>
        </p:txBody>
      </p:sp>
      <p:sp>
        <p:nvSpPr>
          <p:cNvPr id="5" name="TextBox 4">
            <a:extLst>
              <a:ext uri="{FF2B5EF4-FFF2-40B4-BE49-F238E27FC236}">
                <a16:creationId xmlns:a16="http://schemas.microsoft.com/office/drawing/2014/main" id="{A49604D3-3CB8-EF7E-E5AC-51797C9F2012}"/>
              </a:ext>
            </a:extLst>
          </p:cNvPr>
          <p:cNvSpPr txBox="1"/>
          <p:nvPr/>
        </p:nvSpPr>
        <p:spPr>
          <a:xfrm>
            <a:off x="0" y="384812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Consecration (Priest Taking The Bread In His Hands)</a:t>
            </a:r>
          </a:p>
        </p:txBody>
      </p:sp>
      <p:cxnSp>
        <p:nvCxnSpPr>
          <p:cNvPr id="6" name="Straight Connector 5">
            <a:extLst>
              <a:ext uri="{FF2B5EF4-FFF2-40B4-BE49-F238E27FC236}">
                <a16:creationId xmlns:a16="http://schemas.microsoft.com/office/drawing/2014/main" id="{F5B07244-E43C-897B-BACA-E78A03F881FE}"/>
              </a:ext>
            </a:extLst>
          </p:cNvPr>
          <p:cNvCxnSpPr>
            <a:cxnSpLocks/>
            <a:endCxn id="5" idx="0"/>
          </p:cNvCxnSpPr>
          <p:nvPr/>
        </p:nvCxnSpPr>
        <p:spPr>
          <a:xfrm>
            <a:off x="6096000" y="0"/>
            <a:ext cx="0" cy="384812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87C498D-22F1-D07B-8D41-D7ACC19E57B5}"/>
              </a:ext>
            </a:extLst>
          </p:cNvPr>
          <p:cNvSpPr txBox="1"/>
          <p:nvPr/>
        </p:nvSpPr>
        <p:spPr>
          <a:xfrm>
            <a:off x="6096002" y="183035"/>
            <a:ext cx="6095998" cy="1015663"/>
          </a:xfrm>
          <a:prstGeom prst="rect">
            <a:avLst/>
          </a:prstGeom>
          <a:noFill/>
        </p:spPr>
        <p:txBody>
          <a:bodyPr wrap="square">
            <a:spAutoFit/>
          </a:bodyPr>
          <a:lstStyle/>
          <a:p>
            <a:pPr algn="ctr"/>
            <a:r>
              <a:rPr lang="en-US" sz="3000" b="1" u="sng" strike="noStrike" dirty="0" err="1">
                <a:solidFill>
                  <a:srgbClr val="004A0A"/>
                </a:solidFill>
                <a:effectLst/>
                <a:latin typeface="+mn-lt"/>
              </a:rPr>
              <a:t>Shuddheekaranam</a:t>
            </a:r>
            <a:r>
              <a:rPr lang="en-US" sz="3000" b="1" u="sng" strike="noStrike" dirty="0">
                <a:solidFill>
                  <a:srgbClr val="004A0A"/>
                </a:solidFill>
                <a:effectLst/>
                <a:latin typeface="+mn-lt"/>
              </a:rPr>
              <a:t> </a:t>
            </a:r>
          </a:p>
          <a:p>
            <a:pPr algn="ctr"/>
            <a:r>
              <a:rPr lang="en-US" sz="3000" b="1" u="none" strike="noStrike" dirty="0">
                <a:solidFill>
                  <a:srgbClr val="004A0A"/>
                </a:solidFill>
                <a:effectLst/>
                <a:latin typeface="+mn-lt"/>
              </a:rPr>
              <a:t>(Appam </a:t>
            </a:r>
            <a:r>
              <a:rPr lang="en-US" sz="3000" b="1" u="none" strike="noStrike" dirty="0" err="1">
                <a:solidFill>
                  <a:srgbClr val="004A0A"/>
                </a:solidFill>
                <a:effectLst/>
                <a:latin typeface="+mn-lt"/>
              </a:rPr>
              <a:t>eduthu</a:t>
            </a:r>
            <a:r>
              <a:rPr lang="en-US" sz="3000" b="1" u="none" strike="noStrike" dirty="0">
                <a:solidFill>
                  <a:srgbClr val="004A0A"/>
                </a:solidFill>
                <a:effectLst/>
                <a:latin typeface="+mn-lt"/>
              </a:rPr>
              <a:t> </a:t>
            </a:r>
            <a:r>
              <a:rPr lang="en-US" sz="3000" b="1" u="none" strike="noStrike" dirty="0" err="1">
                <a:solidFill>
                  <a:srgbClr val="004A0A"/>
                </a:solidFill>
                <a:effectLst/>
                <a:latin typeface="+mn-lt"/>
              </a:rPr>
              <a:t>kondu</a:t>
            </a:r>
            <a:r>
              <a:rPr lang="en-US" sz="3000" b="1" kern="0" dirty="0">
                <a:solidFill>
                  <a:srgbClr val="004A0A"/>
                </a:solidFill>
                <a:latin typeface="+mn-lt"/>
                <a:ea typeface="Ebrima" pitchFamily="2" charset="0"/>
                <a:cs typeface="Calibri" pitchFamily="34" charset="0"/>
              </a:rPr>
              <a:t>)</a:t>
            </a:r>
            <a:endParaRPr lang="en-US" sz="3000" dirty="0">
              <a:solidFill>
                <a:srgbClr val="004A0A"/>
              </a:solidFill>
            </a:endParaRPr>
          </a:p>
        </p:txBody>
      </p:sp>
      <p:sp>
        <p:nvSpPr>
          <p:cNvPr id="9" name="TextBox 8">
            <a:extLst>
              <a:ext uri="{FF2B5EF4-FFF2-40B4-BE49-F238E27FC236}">
                <a16:creationId xmlns:a16="http://schemas.microsoft.com/office/drawing/2014/main" id="{B848AEFC-00B6-B8C6-130E-D128493A2A32}"/>
              </a:ext>
            </a:extLst>
          </p:cNvPr>
          <p:cNvSpPr txBox="1"/>
          <p:nvPr/>
        </p:nvSpPr>
        <p:spPr>
          <a:xfrm>
            <a:off x="0" y="183035"/>
            <a:ext cx="6095990" cy="954107"/>
          </a:xfrm>
          <a:prstGeom prst="rect">
            <a:avLst/>
          </a:prstGeom>
          <a:noFill/>
        </p:spPr>
        <p:txBody>
          <a:bodyPr wrap="square">
            <a:spAutoFit/>
          </a:bodyPr>
          <a:lstStyle/>
          <a:p>
            <a:pPr algn="ctr"/>
            <a:r>
              <a:rPr lang="ml-IN" sz="2800" b="1" u="sng" dirty="0">
                <a:solidFill>
                  <a:srgbClr val="004A0A"/>
                </a:solidFill>
                <a:effectLst/>
                <a:latin typeface="Malayalam MN" pitchFamily="2" charset="0"/>
                <a:cs typeface="Malayalam MN" pitchFamily="2" charset="0"/>
              </a:rPr>
              <a:t>ശുദ്ധീകരണം</a:t>
            </a:r>
            <a:endParaRPr lang="ml-IN" sz="2800" u="sng" dirty="0">
              <a:solidFill>
                <a:srgbClr val="004A0A"/>
              </a:solidFill>
              <a:effectLst/>
              <a:latin typeface="Malayalam MN" pitchFamily="2" charset="0"/>
              <a:cs typeface="Malayalam MN" pitchFamily="2" charset="0"/>
            </a:endParaRPr>
          </a:p>
          <a:p>
            <a:pPr algn="ctr"/>
            <a:r>
              <a:rPr lang="en-US" sz="2800" b="1" u="none" strike="noStrike" dirty="0">
                <a:solidFill>
                  <a:srgbClr val="004A0A"/>
                </a:solidFill>
                <a:effectLst/>
                <a:latin typeface="Malayalam MN" pitchFamily="2" charset="0"/>
                <a:cs typeface="Malayalam MN" pitchFamily="2" charset="0"/>
              </a:rPr>
              <a:t>(</a:t>
            </a:r>
            <a:r>
              <a:rPr lang="ml-IN" sz="2800" b="1" u="none" strike="noStrike" dirty="0">
                <a:solidFill>
                  <a:srgbClr val="004A0A"/>
                </a:solidFill>
                <a:effectLst/>
                <a:latin typeface="Malayalam MN" pitchFamily="2" charset="0"/>
                <a:cs typeface="Malayalam MN" pitchFamily="2" charset="0"/>
              </a:rPr>
              <a:t>അപ്പം എടുത്തു കൊണ്ട്</a:t>
            </a:r>
            <a:r>
              <a:rPr lang="en-US" sz="2800" b="1" kern="0" dirty="0">
                <a:solidFill>
                  <a:srgbClr val="004A0A"/>
                </a:solidFill>
                <a:latin typeface="+mn-lt"/>
                <a:ea typeface="Ebrima" pitchFamily="2" charset="0"/>
                <a:cs typeface="Calibri" pitchFamily="34" charset="0"/>
              </a:rPr>
              <a:t> ) </a:t>
            </a:r>
            <a:endParaRPr lang="en-US" sz="2800" dirty="0">
              <a:solidFill>
                <a:srgbClr val="004A0A"/>
              </a:solidFill>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337457" y="623454"/>
            <a:ext cx="5421087" cy="21336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a:latin typeface="MalayalamAbe" pitchFamily="18" charset="0"/>
              </a:rPr>
              <a:t>c[</a:t>
            </a:r>
            <a:r>
              <a:rPr lang="en-US" altLang="en-US" sz="4400" b="1" dirty="0" err="1">
                <a:latin typeface="MalayalamAbe" pitchFamily="18" charset="0"/>
              </a:rPr>
              <a:t>SflYf</a:t>
            </a:r>
            <a:r>
              <a:rPr lang="en-US" altLang="en-US" sz="4400" b="1" dirty="0">
                <a:latin typeface="MalayalamAbe" pitchFamily="18" charset="0"/>
              </a:rPr>
              <a:t>; </a:t>
            </a:r>
            <a:r>
              <a:rPr lang="en-US" altLang="en-US" sz="4400" b="1" dirty="0" err="1">
                <a:latin typeface="MalayalamAbe" pitchFamily="18" charset="0"/>
              </a:rPr>
              <a:t>svu</a:t>
            </a:r>
            <a:r>
              <a:rPr lang="en-US" altLang="en-US" sz="4400" b="1" dirty="0">
                <a:latin typeface="MalayalamAbe" pitchFamily="18" charset="0"/>
              </a:rPr>
              <a:t>[</a:t>
            </a:r>
            <a:r>
              <a:rPr lang="en-US" altLang="en-US" sz="4400" b="1" dirty="0" err="1">
                <a:latin typeface="MalayalamAbe" pitchFamily="18" charset="0"/>
              </a:rPr>
              <a:t>fk</a:t>
            </a:r>
            <a:r>
              <a:rPr lang="en-US" altLang="en-US" sz="4400" b="1" dirty="0">
                <a:latin typeface="MalayalamAbe" pitchFamily="18" charset="0"/>
              </a:rPr>
              <a:t>  </a:t>
            </a:r>
            <a:r>
              <a:rPr lang="en-US" altLang="en-US" sz="4400" b="1" dirty="0" err="1">
                <a:latin typeface="MalayalamAbe" pitchFamily="18" charset="0"/>
              </a:rPr>
              <a:t>ilq</a:t>
            </a:r>
            <a:r>
              <a:rPr lang="en-US" altLang="en-US" sz="4400" b="1" dirty="0">
                <a:latin typeface="MalayalamAbe" pitchFamily="18" charset="0"/>
              </a:rPr>
              <a:t>[\j...</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4058E96C-BE4D-4053-8CF7-B0AC5221C313}"/>
              </a:ext>
            </a:extLst>
          </p:cNvPr>
          <p:cNvSpPr txBox="1">
            <a:spLocks noChangeArrowheads="1"/>
          </p:cNvSpPr>
          <p:nvPr/>
        </p:nvSpPr>
        <p:spPr bwMode="auto">
          <a:xfrm>
            <a:off x="7288306" y="872220"/>
            <a:ext cx="5981700"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P: </a:t>
            </a:r>
            <a:r>
              <a:rPr lang="en-US" sz="3600" b="1" kern="0" dirty="0" err="1">
                <a:latin typeface="Calibri" pitchFamily="34" charset="0"/>
                <a:ea typeface="Ebrima" pitchFamily="2" charset="0"/>
                <a:cs typeface="Calibri" pitchFamily="34" charset="0"/>
              </a:rPr>
              <a:t>Sthothram</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cheithu</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vaazhthi</a:t>
            </a:r>
            <a:r>
              <a:rPr lang="en-US" sz="3600" b="1" kern="0" dirty="0">
                <a:latin typeface="Calibri" pitchFamily="34" charset="0"/>
                <a:ea typeface="Ebrima" pitchFamily="2" charset="0"/>
                <a:cs typeface="Calibri" pitchFamily="34" charset="0"/>
              </a:rPr>
              <a:t>…</a:t>
            </a:r>
          </a:p>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C: </a:t>
            </a:r>
            <a:r>
              <a:rPr lang="en-US" sz="3600" b="1" kern="0" dirty="0">
                <a:latin typeface="Calibri" pitchFamily="34" charset="0"/>
                <a:ea typeface="Ebrima" pitchFamily="2" charset="0"/>
                <a:cs typeface="Calibri" pitchFamily="34" charset="0"/>
              </a:rPr>
              <a:t>Amen.</a:t>
            </a:r>
          </a:p>
        </p:txBody>
      </p:sp>
      <p:sp>
        <p:nvSpPr>
          <p:cNvPr id="3" name="TextBox 2">
            <a:extLst>
              <a:ext uri="{FF2B5EF4-FFF2-40B4-BE49-F238E27FC236}">
                <a16:creationId xmlns:a16="http://schemas.microsoft.com/office/drawing/2014/main" id="{9D4685E8-F6AB-AFCE-632E-9E96D7B790A9}"/>
              </a:ext>
            </a:extLst>
          </p:cNvPr>
          <p:cNvSpPr txBox="1"/>
          <p:nvPr/>
        </p:nvSpPr>
        <p:spPr>
          <a:xfrm>
            <a:off x="1294707" y="4084303"/>
            <a:ext cx="9602586" cy="1921039"/>
          </a:xfrm>
          <a:prstGeom prst="rect">
            <a:avLst/>
          </a:prstGeom>
          <a:noFill/>
        </p:spPr>
        <p:txBody>
          <a:bodyPr wrap="square">
            <a:spAutoFit/>
          </a:bodyPr>
          <a:lstStyle/>
          <a:p>
            <a:pPr marL="342900" marR="0" lvl="0" indent="-342900" algn="l" rtl="0">
              <a:lnSpc>
                <a:spcPct val="90000"/>
              </a:lnSpc>
              <a:spcBef>
                <a:spcPts val="125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He gave thanks (</a:t>
            </a:r>
            <a:r>
              <a:rPr lang="ml-IN" sz="30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blessed (</a:t>
            </a:r>
            <a:r>
              <a:rPr lang="ml-IN" sz="30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sanctified (</a:t>
            </a:r>
            <a:r>
              <a:rPr lang="ml-IN" sz="30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and broke it and gave it to His apostles saying: </a:t>
            </a:r>
            <a:r>
              <a:rPr lang="en-US" sz="3000" b="1" i="1" u="none" strike="noStrike" cap="none" dirty="0">
                <a:solidFill>
                  <a:srgbClr val="C00000"/>
                </a:solidFill>
                <a:latin typeface="+mn-lt"/>
                <a:ea typeface="Calibri"/>
                <a:cs typeface="Times New Roman" panose="02020603050405020304" pitchFamily="18" charset="0"/>
                <a:sym typeface="Calibri"/>
              </a:rPr>
              <a:t>“Take, eat, this is my body given for you. Do this in remembrance of me.”</a:t>
            </a:r>
            <a:endParaRPr lang="en-US" sz="3000" b="1" i="1" u="none" strike="noStrike" cap="none" dirty="0">
              <a:solidFill>
                <a:srgbClr val="C00000"/>
              </a:solidFill>
              <a:latin typeface="+mn-lt"/>
              <a:ea typeface="Arial"/>
              <a:cs typeface="Times New Roman" panose="02020603050405020304" pitchFamily="18" charset="0"/>
              <a:sym typeface="Arial"/>
            </a:endParaRPr>
          </a:p>
          <a:p>
            <a:pPr marL="342900" marR="0" lvl="0" indent="-342900" algn="l" rtl="0">
              <a:lnSpc>
                <a:spcPct val="90000"/>
              </a:lnSpc>
              <a:spcBef>
                <a:spcPts val="125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Amen.</a:t>
            </a:r>
            <a:endParaRPr lang="en-US" sz="3000" b="1" i="1" u="none" strike="noStrike" cap="none" dirty="0">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5757DB91-8AD6-13ED-C653-FE8BDD82252B}"/>
              </a:ext>
            </a:extLst>
          </p:cNvPr>
          <p:cNvSpPr txBox="1"/>
          <p:nvPr/>
        </p:nvSpPr>
        <p:spPr>
          <a:xfrm>
            <a:off x="0" y="323975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C4E7C342-D0DF-784B-3810-4752E9DA3A8B}"/>
              </a:ext>
            </a:extLst>
          </p:cNvPr>
          <p:cNvCxnSpPr>
            <a:cxnSpLocks/>
            <a:endCxn id="5" idx="0"/>
          </p:cNvCxnSpPr>
          <p:nvPr/>
        </p:nvCxnSpPr>
        <p:spPr>
          <a:xfrm>
            <a:off x="6096000" y="0"/>
            <a:ext cx="0" cy="323975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1992922"/>
      </p:ext>
    </p:extLst>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570856" y="986084"/>
            <a:ext cx="6013161" cy="2362200"/>
          </a:xfrm>
        </p:spPr>
        <p:txBody>
          <a:bodyPr anchor="ctr">
            <a:noAutofit/>
          </a:bodyPr>
          <a:lstStyle/>
          <a:p>
            <a:pPr algn="l" rtl="0">
              <a:spcBef>
                <a:spcPts val="0"/>
              </a:spcBef>
              <a:spcAft>
                <a:spcPts val="0"/>
              </a:spcAft>
            </a:pPr>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LYedlg</a:t>
            </a:r>
            <a:r>
              <a:rPr lang="en-US" altLang="en-US" sz="4000" b="1" dirty="0">
                <a:latin typeface="MalayalamAbe" pitchFamily="18" charset="0"/>
              </a:rPr>
              <a:t>; fs#...</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a:t>
            </a:r>
            <a:r>
              <a:rPr lang="en-US" altLang="en-US" sz="4000" b="1" dirty="0">
                <a:solidFill>
                  <a:schemeClr val="accent6">
                    <a:lumMod val="50000"/>
                  </a:schemeClr>
                </a:solidFill>
                <a:latin typeface="MalayalamAbe" pitchFamily="18" charset="0"/>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a:t>
            </a:r>
            <a:r>
              <a:rPr lang="en-US" altLang="en-US" sz="4000" b="1" dirty="0" err="1">
                <a:latin typeface="MalayalamAbe" pitchFamily="18" charset="0"/>
              </a:rPr>
              <a:t>rJ</a:t>
            </a:r>
            <a:r>
              <a:rPr lang="en-US" altLang="en-US" sz="4000" b="1" dirty="0">
                <a:latin typeface="MalayalamAbe" pitchFamily="18" charset="0"/>
              </a:rPr>
              <a:t> </a:t>
            </a:r>
            <a:r>
              <a:rPr lang="en-US" altLang="en-US" sz="4000" b="1" dirty="0" err="1">
                <a:latin typeface="MalayalamAbe" pitchFamily="18" charset="0"/>
              </a:rPr>
              <a:t>ilq</a:t>
            </a:r>
            <a:r>
              <a:rPr lang="en-US" altLang="en-US" sz="4000" b="1" dirty="0">
                <a:latin typeface="MalayalamAbe" pitchFamily="18" charset="0"/>
              </a:rPr>
              <a:t>[S\</a:t>
            </a:r>
            <a:r>
              <a:rPr lang="en-US" altLang="en-US" sz="4000" b="1" dirty="0" err="1">
                <a:latin typeface="MalayalamAbe" pitchFamily="18" charset="0"/>
              </a:rPr>
              <a:t>nSa</a:t>
            </a:r>
            <a:r>
              <a:rPr lang="en-US" altLang="en-US" sz="4000" b="1" dirty="0">
                <a:latin typeface="MalayalamAbe" pitchFamily="18" charset="0"/>
              </a:rPr>
              <a:t>.</a:t>
            </a:r>
          </a:p>
        </p:txBody>
      </p:sp>
      <p:sp>
        <p:nvSpPr>
          <p:cNvPr id="6" name="Text Box 2">
            <a:extLst>
              <a:ext uri="{FF2B5EF4-FFF2-40B4-BE49-F238E27FC236}">
                <a16:creationId xmlns:a16="http://schemas.microsoft.com/office/drawing/2014/main" id="{5D123FDA-1B47-493E-815F-04FC7F868347}"/>
              </a:ext>
            </a:extLst>
          </p:cNvPr>
          <p:cNvSpPr txBox="1">
            <a:spLocks noChangeArrowheads="1"/>
          </p:cNvSpPr>
          <p:nvPr/>
        </p:nvSpPr>
        <p:spPr bwMode="auto">
          <a:xfrm>
            <a:off x="7072033" y="1409080"/>
            <a:ext cx="4852708" cy="1629785"/>
          </a:xfrm>
          <a:prstGeom prst="rect">
            <a:avLst/>
          </a:prstGeom>
          <a:noFill/>
          <a:ln w="9525">
            <a:noFill/>
            <a:miter lim="800000"/>
            <a:headEnd/>
            <a:tailEnd/>
          </a:ln>
          <a:effectLst/>
        </p:spPr>
        <p:txBody>
          <a:bodyPr wrap="square" lIns="111402" tIns="55743" rIns="111402" bIns="55743">
            <a:spAutoFit/>
          </a:bodyPr>
          <a:lstStyle/>
          <a:p>
            <a:pPr rtl="0">
              <a:spcBef>
                <a:spcPts val="0"/>
              </a:spcBef>
              <a:spcAft>
                <a:spcPts val="0"/>
              </a:spcAft>
            </a:pPr>
            <a:r>
              <a:rPr lang="en-US" sz="3300" b="1" kern="0" dirty="0">
                <a:solidFill>
                  <a:schemeClr val="accent6">
                    <a:lumMod val="50000"/>
                  </a:schemeClr>
                </a:solidFill>
                <a:latin typeface="Calibri" panose="020F0502020204030204" pitchFamily="34" charset="0"/>
                <a:ea typeface="Ebrima" pitchFamily="2" charset="0"/>
                <a:cs typeface="Calibri" pitchFamily="34" charset="0"/>
              </a:rPr>
              <a:t>P: </a:t>
            </a:r>
            <a:r>
              <a:rPr lang="en-US" sz="3300" b="1" kern="0" dirty="0" err="1">
                <a:latin typeface="Calibri" panose="020F0502020204030204" pitchFamily="34" charset="0"/>
                <a:ea typeface="Ebrima" pitchFamily="2" charset="0"/>
                <a:cs typeface="Calibri" pitchFamily="34" charset="0"/>
              </a:rPr>
              <a:t>Apprakaaram</a:t>
            </a:r>
            <a:r>
              <a:rPr lang="en-US" sz="3300" b="1" kern="0" dirty="0">
                <a:latin typeface="Calibri" panose="020F0502020204030204" pitchFamily="34" charset="0"/>
                <a:ea typeface="Ebrima" pitchFamily="2" charset="0"/>
                <a:cs typeface="Calibri" pitchFamily="34" charset="0"/>
              </a:rPr>
              <a:t> thane...</a:t>
            </a:r>
          </a:p>
          <a:p>
            <a:pPr>
              <a:lnSpc>
                <a:spcPts val="3999"/>
              </a:lnSpc>
              <a:spcBef>
                <a:spcPts val="0"/>
              </a:spcBef>
            </a:pPr>
            <a:r>
              <a:rPr lang="en-US" sz="3300" b="1" kern="0" dirty="0">
                <a:solidFill>
                  <a:schemeClr val="accent6">
                    <a:lumMod val="50000"/>
                  </a:schemeClr>
                </a:solidFill>
                <a:latin typeface="Calibri" panose="020F0502020204030204" pitchFamily="34" charset="0"/>
                <a:ea typeface="Ebrima" pitchFamily="2" charset="0"/>
                <a:cs typeface="Calibri" pitchFamily="34" charset="0"/>
              </a:rPr>
              <a:t>C: </a:t>
            </a:r>
            <a:r>
              <a:rPr lang="en-US" sz="3300" b="1" kern="0" dirty="0" err="1">
                <a:latin typeface="Calibri" panose="020F0502020204030204" pitchFamily="34" charset="0"/>
                <a:ea typeface="Ebrima" pitchFamily="2" charset="0"/>
                <a:cs typeface="Calibri" pitchFamily="34" charset="0"/>
              </a:rPr>
              <a:t>Karthaave</a:t>
            </a:r>
            <a:r>
              <a:rPr lang="en-US" sz="3300" b="1" kern="0" dirty="0">
                <a:latin typeface="Calibri" panose="020F0502020204030204" pitchFamily="34" charset="0"/>
                <a:ea typeface="Ebrima" pitchFamily="2" charset="0"/>
                <a:cs typeface="Calibri" pitchFamily="34" charset="0"/>
              </a:rPr>
              <a:t> nee </a:t>
            </a:r>
            <a:r>
              <a:rPr lang="en-US" sz="3300" b="1" kern="0" dirty="0" err="1">
                <a:latin typeface="Calibri" panose="020F0502020204030204" pitchFamily="34" charset="0"/>
                <a:ea typeface="Ebrima" pitchFamily="2" charset="0"/>
                <a:cs typeface="Calibri" pitchFamily="34" charset="0"/>
              </a:rPr>
              <a:t>vaazhthenhame</a:t>
            </a:r>
            <a:r>
              <a:rPr lang="en-US" sz="3300" b="1" kern="0" dirty="0">
                <a:latin typeface="Calibri" panose="020F0502020204030204"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9D475B9D-1C99-BBA0-7992-5BECCE912207}"/>
              </a:ext>
            </a:extLst>
          </p:cNvPr>
          <p:cNvSpPr txBox="1"/>
          <p:nvPr/>
        </p:nvSpPr>
        <p:spPr>
          <a:xfrm>
            <a:off x="2652433" y="4702529"/>
            <a:ext cx="8839200" cy="1106970"/>
          </a:xfrm>
          <a:prstGeom prst="rect">
            <a:avLst/>
          </a:prstGeom>
          <a:noFill/>
        </p:spPr>
        <p:txBody>
          <a:bodyPr wrap="square">
            <a:spAutoFit/>
          </a:bodyPr>
          <a:lstStyle/>
          <a:p>
            <a:pPr marL="548640" marR="0" lvl="0" indent="-548640" algn="l" rtl="0">
              <a:lnSpc>
                <a:spcPct val="90000"/>
              </a:lnSpc>
              <a:spcBef>
                <a:spcPts val="0"/>
              </a:spcBef>
              <a:spcAft>
                <a:spcPts val="0"/>
              </a:spcAft>
              <a:buClr>
                <a:schemeClr val="dk1"/>
              </a:buClr>
              <a:buSzPts val="36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P:</a:t>
            </a:r>
            <a:r>
              <a:rPr lang="en-US" sz="3200" b="1" i="1" dirty="0">
                <a:solidFill>
                  <a:schemeClr val="accent6">
                    <a:lumMod val="50000"/>
                  </a:schemeClr>
                </a:solidFill>
                <a:latin typeface="+mn-lt"/>
                <a:ea typeface="Calibri"/>
                <a:cs typeface="Times New Roman" panose="02020603050405020304" pitchFamily="18" charset="0"/>
                <a:sym typeface="Arial"/>
              </a:rPr>
              <a:t> </a:t>
            </a:r>
            <a:r>
              <a:rPr lang="en-US" sz="3200" b="1" i="1" u="none" strike="noStrike" cap="none" dirty="0">
                <a:latin typeface="+mn-lt"/>
                <a:ea typeface="Calibri"/>
                <a:cs typeface="Times New Roman" panose="02020603050405020304" pitchFamily="18" charset="0"/>
                <a:sym typeface="Calibri"/>
              </a:rPr>
              <a:t>In the same way, He took the cup.</a:t>
            </a:r>
            <a:endParaRPr lang="en-US" sz="3200" b="1" i="1" u="none" strike="noStrike" cap="none" dirty="0">
              <a:latin typeface="+mn-lt"/>
              <a:ea typeface="Arial"/>
              <a:cs typeface="Times New Roman" panose="02020603050405020304" pitchFamily="18" charset="0"/>
              <a:sym typeface="Arial"/>
            </a:endParaRPr>
          </a:p>
          <a:p>
            <a:pPr marL="548640" marR="0" lvl="0" indent="-548640" algn="l" rtl="0">
              <a:lnSpc>
                <a:spcPct val="90000"/>
              </a:lnSpc>
              <a:spcBef>
                <a:spcPts val="1000"/>
              </a:spcBef>
              <a:spcAft>
                <a:spcPts val="0"/>
              </a:spcAft>
              <a:buClr>
                <a:srgbClr val="D51900"/>
              </a:buClr>
              <a:buSzPts val="36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200" b="1" i="1" u="none" strike="noStrike" cap="none" dirty="0">
                <a:latin typeface="+mn-lt"/>
                <a:ea typeface="Calibri"/>
                <a:cs typeface="Times New Roman" panose="02020603050405020304" pitchFamily="18" charset="0"/>
                <a:sym typeface="Calibri"/>
              </a:rPr>
              <a:t>Bless, O Lord.</a:t>
            </a:r>
            <a:endParaRPr lang="en-US" sz="3200" b="1" i="1" u="none" strike="noStrike" cap="none" dirty="0">
              <a:latin typeface="+mn-lt"/>
              <a:ea typeface="Arial"/>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3231D1E6-6750-F5EF-51A8-FA82C6F6F1D8}"/>
              </a:ext>
            </a:extLst>
          </p:cNvPr>
          <p:cNvSpPr txBox="1"/>
          <p:nvPr/>
        </p:nvSpPr>
        <p:spPr>
          <a:xfrm>
            <a:off x="0" y="3657702"/>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Taking The Chalice In His Hands) </a:t>
            </a:r>
          </a:p>
        </p:txBody>
      </p:sp>
      <p:cxnSp>
        <p:nvCxnSpPr>
          <p:cNvPr id="5" name="Straight Connector 4">
            <a:extLst>
              <a:ext uri="{FF2B5EF4-FFF2-40B4-BE49-F238E27FC236}">
                <a16:creationId xmlns:a16="http://schemas.microsoft.com/office/drawing/2014/main" id="{8CA6F5D2-087B-0896-B80F-5DA14FBBCFA2}"/>
              </a:ext>
            </a:extLst>
          </p:cNvPr>
          <p:cNvCxnSpPr>
            <a:cxnSpLocks/>
            <a:endCxn id="4" idx="0"/>
          </p:cNvCxnSpPr>
          <p:nvPr/>
        </p:nvCxnSpPr>
        <p:spPr>
          <a:xfrm>
            <a:off x="6096000" y="0"/>
            <a:ext cx="0" cy="365770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65DE572-274B-C206-5300-548DD9758466}"/>
              </a:ext>
            </a:extLst>
          </p:cNvPr>
          <p:cNvSpPr txBox="1"/>
          <p:nvPr/>
        </p:nvSpPr>
        <p:spPr>
          <a:xfrm>
            <a:off x="6095990" y="331862"/>
            <a:ext cx="6096000" cy="553998"/>
          </a:xfrm>
          <a:prstGeom prst="rect">
            <a:avLst/>
          </a:prstGeom>
          <a:noFill/>
        </p:spPr>
        <p:txBody>
          <a:bodyPr wrap="square">
            <a:spAutoFit/>
          </a:bodyPr>
          <a:lstStyle/>
          <a:p>
            <a:pPr algn="ctr" rtl="0">
              <a:spcBef>
                <a:spcPts val="0"/>
              </a:spcBef>
              <a:spcAft>
                <a:spcPts val="0"/>
              </a:spcAft>
            </a:pPr>
            <a:r>
              <a:rPr lang="en-US" sz="3000" b="1" kern="0" dirty="0">
                <a:solidFill>
                  <a:srgbClr val="004A0A"/>
                </a:solidFill>
                <a:latin typeface="Calibri" panose="020F0502020204030204" pitchFamily="34" charset="0"/>
                <a:ea typeface="Ebrima" pitchFamily="2" charset="0"/>
                <a:cs typeface="Calibri" pitchFamily="34" charset="0"/>
              </a:rPr>
              <a:t>(</a:t>
            </a:r>
            <a:r>
              <a:rPr lang="en-US" sz="3000" b="1" i="0" u="none" strike="noStrike" dirty="0" err="1">
                <a:solidFill>
                  <a:srgbClr val="004A0A"/>
                </a:solidFill>
                <a:effectLst/>
                <a:latin typeface="Calibri" panose="020F0502020204030204" pitchFamily="34" charset="0"/>
                <a:cs typeface="Calibri" panose="020F0502020204030204" pitchFamily="34" charset="0"/>
              </a:rPr>
              <a:t>Kaasa</a:t>
            </a:r>
            <a:r>
              <a:rPr lang="en-US" sz="3000" b="1" i="0" u="none" strike="noStrike" dirty="0">
                <a:solidFill>
                  <a:srgbClr val="004A0A"/>
                </a:solidFill>
                <a:effectLst/>
                <a:latin typeface="Calibri" panose="020F0502020204030204" pitchFamily="34" charset="0"/>
                <a:cs typeface="Calibri" panose="020F0502020204030204" pitchFamily="34" charset="0"/>
              </a:rPr>
              <a:t> </a:t>
            </a:r>
            <a:r>
              <a:rPr lang="en-US" sz="3000" b="1" i="0" u="none" strike="noStrike" dirty="0" err="1">
                <a:solidFill>
                  <a:srgbClr val="004A0A"/>
                </a:solidFill>
                <a:effectLst/>
                <a:latin typeface="Calibri" panose="020F0502020204030204" pitchFamily="34" charset="0"/>
                <a:cs typeface="Calibri" panose="020F0502020204030204" pitchFamily="34" charset="0"/>
              </a:rPr>
              <a:t>eduthu</a:t>
            </a:r>
            <a:r>
              <a:rPr lang="en-US" sz="3000" b="1" i="0" u="none" strike="noStrike" dirty="0">
                <a:solidFill>
                  <a:srgbClr val="004A0A"/>
                </a:solidFill>
                <a:effectLst/>
                <a:latin typeface="Calibri" panose="020F0502020204030204" pitchFamily="34" charset="0"/>
                <a:cs typeface="Calibri" panose="020F0502020204030204" pitchFamily="34" charset="0"/>
              </a:rPr>
              <a:t> </a:t>
            </a:r>
            <a:r>
              <a:rPr lang="en-US" sz="3000" b="1" i="0" u="none" strike="noStrike" dirty="0" err="1">
                <a:solidFill>
                  <a:srgbClr val="004A0A"/>
                </a:solidFill>
                <a:effectLst/>
                <a:latin typeface="Calibri" panose="020F0502020204030204" pitchFamily="34" charset="0"/>
                <a:cs typeface="Calibri" panose="020F0502020204030204" pitchFamily="34" charset="0"/>
              </a:rPr>
              <a:t>kondu</a:t>
            </a:r>
            <a:r>
              <a:rPr lang="en-US" sz="3000" b="1" kern="0" dirty="0">
                <a:solidFill>
                  <a:srgbClr val="004A0A"/>
                </a:solidFill>
                <a:latin typeface="Calibri" panose="020F0502020204030204" pitchFamily="34" charset="0"/>
                <a:ea typeface="Ebrima" pitchFamily="2" charset="0"/>
                <a:cs typeface="Calibri" pitchFamily="34" charset="0"/>
              </a:rPr>
              <a:t>)</a:t>
            </a:r>
          </a:p>
        </p:txBody>
      </p:sp>
      <p:sp>
        <p:nvSpPr>
          <p:cNvPr id="9" name="TextBox 8">
            <a:extLst>
              <a:ext uri="{FF2B5EF4-FFF2-40B4-BE49-F238E27FC236}">
                <a16:creationId xmlns:a16="http://schemas.microsoft.com/office/drawing/2014/main" id="{5BD5D0F5-D957-5221-77F9-992C139FEAAE}"/>
              </a:ext>
            </a:extLst>
          </p:cNvPr>
          <p:cNvSpPr txBox="1"/>
          <p:nvPr/>
        </p:nvSpPr>
        <p:spPr>
          <a:xfrm>
            <a:off x="0" y="240737"/>
            <a:ext cx="6095990" cy="646331"/>
          </a:xfrm>
          <a:prstGeom prst="rect">
            <a:avLst/>
          </a:prstGeom>
          <a:noFill/>
        </p:spPr>
        <p:txBody>
          <a:bodyPr wrap="square">
            <a:spAutoFit/>
          </a:bodyPr>
          <a:lstStyle/>
          <a:p>
            <a:pPr algn="ctr"/>
            <a:r>
              <a:rPr lang="en-US" altLang="en-US" sz="3600" b="1" dirty="0">
                <a:solidFill>
                  <a:srgbClr val="004A0A"/>
                </a:solidFill>
              </a:rPr>
              <a:t>(</a:t>
            </a:r>
            <a:r>
              <a:rPr lang="ml-IN" sz="2800" b="1" u="none" strike="noStrike" dirty="0">
                <a:solidFill>
                  <a:srgbClr val="004A0A"/>
                </a:solidFill>
                <a:effectLst/>
                <a:latin typeface="Malayalam MN" pitchFamily="2" charset="0"/>
                <a:cs typeface="Malayalam MN" pitchFamily="2" charset="0"/>
              </a:rPr>
              <a:t>കാസാ എടുത്തു കൊണ്ട്</a:t>
            </a:r>
            <a:r>
              <a:rPr lang="en-US" altLang="en-US" sz="3600" b="1" dirty="0">
                <a:solidFill>
                  <a:srgbClr val="004A0A"/>
                </a:solidFill>
              </a:rPr>
              <a:t>)</a:t>
            </a:r>
            <a:endParaRPr lang="en-US" sz="2800" dirty="0">
              <a:solidFill>
                <a:srgbClr val="004A0A"/>
              </a:solidFill>
            </a:endParaRPr>
          </a:p>
        </p:txBody>
      </p:sp>
    </p:spTree>
    <p:extLst>
      <p:ext uri="{BB962C8B-B14F-4D97-AF65-F5344CB8AC3E}">
        <p14:creationId xmlns:p14="http://schemas.microsoft.com/office/powerpoint/2010/main" val="545574310"/>
      </p:ext>
    </p:extLst>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503030" y="324524"/>
            <a:ext cx="4963887" cy="1676400"/>
          </a:xfrm>
        </p:spPr>
        <p:txBody>
          <a:bodyPr anchor="ctr">
            <a:noAutofit/>
          </a:bodyPr>
          <a:lstStyle/>
          <a:p>
            <a:pPr algn="l" eaLnBrk="1" hangingPunct="1"/>
            <a:br>
              <a:rPr lang="en-US" altLang="en-US" sz="4400" b="1" dirty="0">
                <a:latin typeface="MalayalamAbe" pitchFamily="18" charset="0"/>
              </a:rPr>
            </a:br>
            <a:r>
              <a:rPr lang="en-US" altLang="en-US" sz="4400" b="1" dirty="0">
                <a:latin typeface="MalayalamAbe" pitchFamily="18" charset="0"/>
              </a:rPr>
              <a:t> </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a:t>
            </a:r>
            <a:r>
              <a:rPr lang="en-US" altLang="en-US" sz="4400" b="1" dirty="0">
                <a:solidFill>
                  <a:schemeClr val="accent6">
                    <a:lumMod val="50000"/>
                  </a:schemeClr>
                </a:solidFill>
                <a:latin typeface="MalayalamAbe" pitchFamily="18" charset="0"/>
              </a:rPr>
              <a:t> </a:t>
            </a:r>
            <a:r>
              <a:rPr lang="en-US" altLang="en-US" sz="4400" b="1" dirty="0">
                <a:latin typeface="MalayalamAbe" pitchFamily="18" charset="0"/>
              </a:rPr>
              <a:t>c[</a:t>
            </a:r>
            <a:r>
              <a:rPr lang="en-US" altLang="en-US" sz="4400" b="1" dirty="0" err="1">
                <a:latin typeface="MalayalamAbe" pitchFamily="18" charset="0"/>
              </a:rPr>
              <a:t>SflYf</a:t>
            </a:r>
            <a:r>
              <a:rPr lang="en-US" altLang="en-US" sz="4400" b="1" dirty="0">
                <a:latin typeface="MalayalamAbe" pitchFamily="18" charset="0"/>
              </a:rPr>
              <a:t>; </a:t>
            </a:r>
            <a:r>
              <a:rPr lang="en-US" altLang="en-US" sz="4400" b="1" dirty="0" err="1">
                <a:latin typeface="MalayalamAbe" pitchFamily="18" charset="0"/>
              </a:rPr>
              <a:t>svu</a:t>
            </a:r>
            <a:r>
              <a:rPr lang="en-US" altLang="en-US" sz="4400" b="1" dirty="0">
                <a:latin typeface="MalayalamAbe" pitchFamily="18" charset="0"/>
              </a:rPr>
              <a:t>[</a:t>
            </a:r>
            <a:r>
              <a:rPr lang="en-US" altLang="en-US" sz="4400" b="1" dirty="0" err="1">
                <a:latin typeface="MalayalamAbe" pitchFamily="18" charset="0"/>
              </a:rPr>
              <a:t>fk</a:t>
            </a:r>
            <a:r>
              <a:rPr lang="en-US" altLang="en-US" sz="4400" b="1" dirty="0">
                <a:latin typeface="MalayalamAbe" pitchFamily="18" charset="0"/>
              </a:rPr>
              <a:t> </a:t>
            </a:r>
            <a:r>
              <a:rPr lang="en-US" altLang="en-US" sz="4400" b="1" dirty="0" err="1">
                <a:latin typeface="MalayalamAbe" pitchFamily="18" charset="0"/>
              </a:rPr>
              <a:t>ilq</a:t>
            </a:r>
            <a:r>
              <a:rPr lang="en-US" altLang="en-US" sz="4400" b="1" dirty="0">
                <a:latin typeface="MalayalamAbe" pitchFamily="18" charset="0"/>
              </a:rPr>
              <a:t>[\j...</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a:t>
            </a:r>
            <a:r>
              <a:rPr lang="en-US" altLang="en-US" sz="4400" b="1" dirty="0"/>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6" name="Text Box 2">
            <a:extLst>
              <a:ext uri="{FF2B5EF4-FFF2-40B4-BE49-F238E27FC236}">
                <a16:creationId xmlns:a16="http://schemas.microsoft.com/office/drawing/2014/main" id="{5D123FDA-1B47-493E-815F-04FC7F868347}"/>
              </a:ext>
            </a:extLst>
          </p:cNvPr>
          <p:cNvSpPr txBox="1">
            <a:spLocks noChangeArrowheads="1"/>
          </p:cNvSpPr>
          <p:nvPr/>
        </p:nvSpPr>
        <p:spPr bwMode="auto">
          <a:xfrm>
            <a:off x="6910628" y="930003"/>
            <a:ext cx="5626921"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P: </a:t>
            </a:r>
            <a:r>
              <a:rPr lang="en-US" sz="3600" b="1" kern="0" dirty="0" err="1">
                <a:latin typeface="Calibri" pitchFamily="34" charset="0"/>
                <a:ea typeface="Ebrima" pitchFamily="2" charset="0"/>
                <a:cs typeface="Calibri" pitchFamily="34" charset="0"/>
              </a:rPr>
              <a:t>Sthothram</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cheythu</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vaazhthi</a:t>
            </a:r>
            <a:r>
              <a:rPr lang="en-US" sz="3600" b="1" kern="0" dirty="0">
                <a:latin typeface="Calibri" pitchFamily="34" charset="0"/>
                <a:ea typeface="Ebrima" pitchFamily="2" charset="0"/>
                <a:cs typeface="Calibri" pitchFamily="34" charset="0"/>
              </a:rPr>
              <a:t>...</a:t>
            </a:r>
          </a:p>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C: </a:t>
            </a:r>
            <a:r>
              <a:rPr lang="en-US" sz="3600" b="1" kern="0" dirty="0">
                <a:latin typeface="Calibri" pitchFamily="34" charset="0"/>
                <a:ea typeface="Ebrima" pitchFamily="2" charset="0"/>
                <a:cs typeface="Calibri" pitchFamily="34" charset="0"/>
              </a:rPr>
              <a:t>Amen.</a:t>
            </a:r>
          </a:p>
        </p:txBody>
      </p:sp>
      <p:sp>
        <p:nvSpPr>
          <p:cNvPr id="3" name="TextBox 2">
            <a:extLst>
              <a:ext uri="{FF2B5EF4-FFF2-40B4-BE49-F238E27FC236}">
                <a16:creationId xmlns:a16="http://schemas.microsoft.com/office/drawing/2014/main" id="{B6D5A17E-D702-20A5-B3B1-FF18FBA4F4B5}"/>
              </a:ext>
            </a:extLst>
          </p:cNvPr>
          <p:cNvSpPr txBox="1"/>
          <p:nvPr/>
        </p:nvSpPr>
        <p:spPr>
          <a:xfrm>
            <a:off x="624552" y="4235411"/>
            <a:ext cx="11288806" cy="1882567"/>
          </a:xfrm>
          <a:prstGeom prst="rect">
            <a:avLst/>
          </a:prstGeom>
          <a:noFill/>
        </p:spPr>
        <p:txBody>
          <a:bodyPr wrap="square">
            <a:spAutoFit/>
          </a:bodyPr>
          <a:lstStyle/>
          <a:p>
            <a:pPr marL="457200" marR="0" lvl="0" indent="-457200" algn="l" rtl="0">
              <a:lnSpc>
                <a:spcPct val="90000"/>
              </a:lnSpc>
              <a:spcBef>
                <a:spcPts val="0"/>
              </a:spcBef>
              <a:spcAft>
                <a:spcPts val="0"/>
              </a:spcAft>
              <a:buClr>
                <a:schemeClr val="dk1"/>
              </a:buClr>
              <a:buSzPts val="36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He gave thanks (</a:t>
            </a:r>
            <a:r>
              <a:rPr lang="ml-IN" sz="3000" b="1" u="none" strike="noStrike" dirty="0">
                <a:effectLst/>
                <a:latin typeface="Malayalam MN" pitchFamily="2" charset="0"/>
                <a:cs typeface="Malayalam MN" pitchFamily="2" charset="0"/>
              </a:rPr>
              <a:t>♰</a:t>
            </a:r>
            <a:r>
              <a:rPr lang="en-US" sz="3000" b="1" i="1" u="none" strike="noStrike" cap="none" dirty="0">
                <a:latin typeface="Calibri" panose="020F0502020204030204" pitchFamily="34" charset="0"/>
                <a:ea typeface="Calibri"/>
                <a:cs typeface="Calibri" panose="020F0502020204030204" pitchFamily="34" charset="0"/>
                <a:sym typeface="Calibri"/>
              </a:rPr>
              <a:t>), blessed (</a:t>
            </a:r>
            <a:r>
              <a:rPr lang="ml-IN" sz="3000" b="1" u="none" strike="noStrike" dirty="0">
                <a:effectLst/>
                <a:latin typeface="Malayalam MN" pitchFamily="2" charset="0"/>
                <a:cs typeface="Malayalam MN" pitchFamily="2" charset="0"/>
              </a:rPr>
              <a:t>♰</a:t>
            </a:r>
            <a:r>
              <a:rPr lang="en-US" sz="3000" b="1" i="1" u="none" strike="noStrike" cap="none" dirty="0">
                <a:latin typeface="Calibri" panose="020F0502020204030204" pitchFamily="34" charset="0"/>
                <a:ea typeface="Calibri"/>
                <a:cs typeface="Calibri" panose="020F0502020204030204" pitchFamily="34" charset="0"/>
                <a:sym typeface="Calibri"/>
              </a:rPr>
              <a:t>), sanctified (</a:t>
            </a:r>
            <a:r>
              <a:rPr lang="ml-IN" sz="3000" b="1" u="none" strike="noStrike" dirty="0">
                <a:effectLst/>
                <a:latin typeface="Malayalam MN" pitchFamily="2" charset="0"/>
                <a:cs typeface="Malayalam MN" pitchFamily="2" charset="0"/>
              </a:rPr>
              <a:t>♰</a:t>
            </a:r>
            <a:r>
              <a:rPr lang="en-US" sz="3000" b="1" i="1" u="none" strike="noStrike" cap="none" dirty="0">
                <a:latin typeface="Calibri" panose="020F0502020204030204" pitchFamily="34" charset="0"/>
                <a:ea typeface="Calibri"/>
                <a:cs typeface="Calibri" panose="020F0502020204030204" pitchFamily="34" charset="0"/>
                <a:sym typeface="Calibri"/>
              </a:rPr>
              <a:t>) and gave it to His apostles saying: </a:t>
            </a:r>
            <a:r>
              <a:rPr lang="en-US" sz="3000" b="1" i="1" u="none" strike="noStrike" cap="none" dirty="0">
                <a:solidFill>
                  <a:srgbClr val="C00000"/>
                </a:solidFill>
                <a:latin typeface="Calibri" panose="020F0502020204030204" pitchFamily="34" charset="0"/>
                <a:ea typeface="Calibri"/>
                <a:cs typeface="Calibri" panose="020F0502020204030204" pitchFamily="34" charset="0"/>
                <a:sym typeface="Calibri"/>
              </a:rPr>
              <a:t>“Drink this all of you. This is the blood of the new covenant which is shed for many for the for</a:t>
            </a:r>
            <a:r>
              <a:rPr lang="en-US" sz="3000" b="1" i="1" dirty="0">
                <a:solidFill>
                  <a:srgbClr val="C00000"/>
                </a:solidFill>
                <a:latin typeface="Calibri" panose="020F0502020204030204" pitchFamily="34" charset="0"/>
                <a:ea typeface="Calibri"/>
                <a:cs typeface="Calibri" panose="020F0502020204030204" pitchFamily="34" charset="0"/>
                <a:sym typeface="Calibri"/>
              </a:rPr>
              <a:t>giveness of sins.”</a:t>
            </a:r>
            <a:endParaRPr lang="en-US" sz="3000" b="1" i="1" u="none" strike="noStrike" cap="none" dirty="0">
              <a:solidFill>
                <a:srgbClr val="C00000"/>
              </a:solidFill>
              <a:latin typeface="Calibri" panose="020F0502020204030204" pitchFamily="34" charset="0"/>
              <a:ea typeface="Arial"/>
              <a:cs typeface="Calibri" panose="020F0502020204030204" pitchFamily="34" charset="0"/>
              <a:sym typeface="Arial"/>
            </a:endParaRPr>
          </a:p>
          <a:p>
            <a:pPr marL="548640" marR="0" lvl="0" indent="-548640" algn="l" rtl="0">
              <a:lnSpc>
                <a:spcPct val="90000"/>
              </a:lnSpc>
              <a:spcBef>
                <a:spcPts val="1000"/>
              </a:spcBef>
              <a:spcAft>
                <a:spcPts val="0"/>
              </a:spcAft>
              <a:buClr>
                <a:srgbClr val="D51900"/>
              </a:buClr>
              <a:buSzPts val="36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Amen.</a:t>
            </a:r>
            <a:endParaRPr lang="en-US" sz="3000" b="1" i="1" u="none" strike="noStrike" cap="none" dirty="0">
              <a:latin typeface="Calibri" panose="020F0502020204030204" pitchFamily="34" charset="0"/>
              <a:ea typeface="Arial"/>
              <a:cs typeface="Calibri" panose="020F0502020204030204" pitchFamily="34" charset="0"/>
              <a:sym typeface="Arial"/>
            </a:endParaRPr>
          </a:p>
        </p:txBody>
      </p:sp>
      <p:sp>
        <p:nvSpPr>
          <p:cNvPr id="4" name="TextBox 3">
            <a:extLst>
              <a:ext uri="{FF2B5EF4-FFF2-40B4-BE49-F238E27FC236}">
                <a16:creationId xmlns:a16="http://schemas.microsoft.com/office/drawing/2014/main" id="{4CA8CD14-A1E4-5909-16C7-F475443EBDD5}"/>
              </a:ext>
            </a:extLst>
          </p:cNvPr>
          <p:cNvSpPr txBox="1"/>
          <p:nvPr/>
        </p:nvSpPr>
        <p:spPr>
          <a:xfrm>
            <a:off x="0" y="346023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DDFD7AB2-9E20-B98C-D476-3091C133DA9B}"/>
              </a:ext>
            </a:extLst>
          </p:cNvPr>
          <p:cNvCxnSpPr>
            <a:cxnSpLocks/>
            <a:endCxn id="4" idx="0"/>
          </p:cNvCxnSpPr>
          <p:nvPr/>
        </p:nvCxnSpPr>
        <p:spPr>
          <a:xfrm>
            <a:off x="6096000" y="0"/>
            <a:ext cx="0" cy="346023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537783"/>
      </p:ext>
    </p:extLst>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ctrTitle"/>
          </p:nvPr>
        </p:nvSpPr>
        <p:spPr>
          <a:xfrm>
            <a:off x="491835" y="974254"/>
            <a:ext cx="4857172" cy="1752600"/>
          </a:xfrm>
        </p:spPr>
        <p:txBody>
          <a:bodyPr anchor="ctr">
            <a:normAutofit/>
          </a:bodyPr>
          <a:lstStyle/>
          <a:p>
            <a:pPr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a:latin typeface="MalayalamAbe" pitchFamily="18" charset="0"/>
              </a:rPr>
              <a:t>T*</a:t>
            </a:r>
            <a:r>
              <a:rPr lang="en-US" altLang="en-US" sz="4400" b="1" dirty="0" err="1">
                <a:latin typeface="MalayalamAbe" pitchFamily="18" charset="0"/>
              </a:rPr>
              <a:t>sr</a:t>
            </a:r>
            <a:r>
              <a:rPr lang="en-US" altLang="en-US" sz="4400" b="1" dirty="0">
                <a:latin typeface="MalayalamAbe" pitchFamily="18" charset="0"/>
              </a:rPr>
              <a:t> </a:t>
            </a:r>
            <a:r>
              <a:rPr lang="en-US" altLang="en-US" sz="4400" b="1" dirty="0" err="1">
                <a:latin typeface="MalayalamAbe" pitchFamily="18" charset="0"/>
              </a:rPr>
              <a:t>rj</a:t>
            </a:r>
            <a:r>
              <a:rPr lang="en-US" altLang="en-US" sz="4400" b="1" dirty="0">
                <a:latin typeface="MalayalamAbe" pitchFamily="18" charset="0"/>
              </a:rPr>
              <a:t>*X TO L/;...</a:t>
            </a:r>
          </a:p>
        </p:txBody>
      </p:sp>
      <p:sp>
        <p:nvSpPr>
          <p:cNvPr id="4" name="Text Box 2">
            <a:extLst>
              <a:ext uri="{FF2B5EF4-FFF2-40B4-BE49-F238E27FC236}">
                <a16:creationId xmlns:a16="http://schemas.microsoft.com/office/drawing/2014/main" id="{594B36DA-64D0-4A8D-9462-DEE345BFAA87}"/>
              </a:ext>
            </a:extLst>
          </p:cNvPr>
          <p:cNvSpPr txBox="1">
            <a:spLocks noChangeArrowheads="1"/>
          </p:cNvSpPr>
          <p:nvPr/>
        </p:nvSpPr>
        <p:spPr bwMode="auto">
          <a:xfrm>
            <a:off x="7346772" y="1245795"/>
            <a:ext cx="3552889" cy="1138497"/>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P: </a:t>
            </a:r>
            <a:r>
              <a:rPr lang="en-US" sz="3600" b="1" kern="0" dirty="0" err="1">
                <a:latin typeface="Calibri" pitchFamily="34" charset="0"/>
                <a:ea typeface="Ebrima" pitchFamily="2" charset="0"/>
                <a:cs typeface="Calibri" pitchFamily="34" charset="0"/>
              </a:rPr>
              <a:t>Ingane</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ningal</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ee</a:t>
            </a:r>
            <a:r>
              <a:rPr lang="en-US" sz="3600" b="1" kern="0" dirty="0">
                <a:latin typeface="Calibri" pitchFamily="34" charset="0"/>
                <a:ea typeface="Ebrima" pitchFamily="2" charset="0"/>
                <a:cs typeface="Calibri" pitchFamily="34" charset="0"/>
              </a:rPr>
              <a:t> appam...</a:t>
            </a:r>
          </a:p>
        </p:txBody>
      </p:sp>
      <p:sp>
        <p:nvSpPr>
          <p:cNvPr id="2" name="TextBox 1">
            <a:extLst>
              <a:ext uri="{FF2B5EF4-FFF2-40B4-BE49-F238E27FC236}">
                <a16:creationId xmlns:a16="http://schemas.microsoft.com/office/drawing/2014/main" id="{79D0A7D1-E7DB-34EF-4DC0-644ABA82361A}"/>
              </a:ext>
            </a:extLst>
          </p:cNvPr>
          <p:cNvSpPr txBox="1"/>
          <p:nvPr/>
        </p:nvSpPr>
        <p:spPr>
          <a:xfrm>
            <a:off x="587086" y="4632624"/>
            <a:ext cx="11017828" cy="1200329"/>
          </a:xfrm>
          <a:prstGeom prst="rect">
            <a:avLst/>
          </a:prstGeom>
          <a:noFill/>
        </p:spPr>
        <p:txBody>
          <a:bodyPr wrap="square" rtlCol="0">
            <a:spAutoFit/>
          </a:bodyPr>
          <a:lstStyle/>
          <a:p>
            <a:pPr algn="ctr"/>
            <a:r>
              <a:rPr lang="en-US" sz="36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600" b="1" i="1" u="none" strike="noStrike" cap="none" dirty="0">
                <a:latin typeface="Calibri" panose="020F0502020204030204" pitchFamily="34" charset="0"/>
                <a:ea typeface="Calibri"/>
                <a:cs typeface="Calibri" panose="020F0502020204030204" pitchFamily="34" charset="0"/>
                <a:sym typeface="Calibri"/>
              </a:rPr>
              <a:t>Thus, as often as you eat this bread and drink this cup, you proclaim the Lord’s death until He comes.</a:t>
            </a:r>
          </a:p>
        </p:txBody>
      </p:sp>
      <p:sp>
        <p:nvSpPr>
          <p:cNvPr id="3" name="TextBox 2">
            <a:extLst>
              <a:ext uri="{FF2B5EF4-FFF2-40B4-BE49-F238E27FC236}">
                <a16:creationId xmlns:a16="http://schemas.microsoft.com/office/drawing/2014/main" id="{F9E5FD8A-C2DD-1656-7F94-77B1D3708528}"/>
              </a:ext>
            </a:extLst>
          </p:cNvPr>
          <p:cNvSpPr txBox="1"/>
          <p:nvPr/>
        </p:nvSpPr>
        <p:spPr>
          <a:xfrm>
            <a:off x="0" y="363008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787ADE87-8E64-C940-D8DA-305698FF8272}"/>
              </a:ext>
            </a:extLst>
          </p:cNvPr>
          <p:cNvCxnSpPr>
            <a:cxnSpLocks/>
          </p:cNvCxnSpPr>
          <p:nvPr/>
        </p:nvCxnSpPr>
        <p:spPr>
          <a:xfrm>
            <a:off x="6096000" y="0"/>
            <a:ext cx="0" cy="370110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9274733"/>
      </p:ext>
    </p:extLst>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ctrTitle"/>
          </p:nvPr>
        </p:nvSpPr>
        <p:spPr>
          <a:xfrm>
            <a:off x="238991" y="1418206"/>
            <a:ext cx="5618018" cy="1066800"/>
          </a:xfrm>
        </p:spPr>
        <p:txBody>
          <a:bodyPr anchor="ctr">
            <a:normAutofit fontScale="90000"/>
          </a:bodyPr>
          <a:lstStyle/>
          <a:p>
            <a:pPr eaLnBrk="1" hangingPunct="1">
              <a:lnSpc>
                <a:spcPts val="3240"/>
              </a:lnSpc>
            </a:pPr>
            <a:r>
              <a:rPr lang="en-US" altLang="en-US" sz="3600" b="1" dirty="0">
                <a:solidFill>
                  <a:schemeClr val="accent6">
                    <a:lumMod val="50000"/>
                  </a:schemeClr>
                </a:solidFill>
                <a:latin typeface="MalayalamAbe" pitchFamily="18" charset="0"/>
              </a:rPr>
              <a:t>w. </a:t>
            </a: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agns</a:t>
            </a:r>
            <a:r>
              <a:rPr lang="en-US" altLang="en-US" sz="3600" b="1" dirty="0">
                <a:latin typeface="MalayalamAbe" pitchFamily="18" charset="0"/>
              </a:rPr>
              <a:t>\ B*X </a:t>
            </a:r>
            <a:r>
              <a:rPr lang="en-US" altLang="en-US" sz="3600" b="1" dirty="0" err="1">
                <a:latin typeface="MalayalamAbe" pitchFamily="18" charset="0"/>
              </a:rPr>
              <a:t>QlG</a:t>
            </a:r>
            <a:r>
              <a:rPr lang="en-US" altLang="en-US" sz="3600" b="1" dirty="0">
                <a:latin typeface="MalayalamAbe" pitchFamily="18" charset="0"/>
              </a:rPr>
              <a:t>)</a:t>
            </a:r>
            <a:r>
              <a:rPr lang="en-US" altLang="en-US" sz="3600" b="1" dirty="0" err="1">
                <a:latin typeface="MalayalamAbe" pitchFamily="18" charset="0"/>
              </a:rPr>
              <a:t>k#k</a:t>
            </a:r>
            <a:r>
              <a:rPr lang="en-US" altLang="en-US" sz="3600" b="1" dirty="0">
                <a:latin typeface="MalayalamAbe" pitchFamily="18" charset="0"/>
              </a:rPr>
              <a:t> -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KujGs</a:t>
            </a:r>
            <a:r>
              <a:rPr lang="en-US" altLang="en-US" sz="3600" b="1" dirty="0">
                <a:latin typeface="MalayalamAbe" pitchFamily="18" charset="0"/>
              </a:rPr>
              <a:t>\</a:t>
            </a:r>
            <a:r>
              <a:rPr lang="en-US" altLang="en-US" sz="3600" b="1" dirty="0" err="1">
                <a:latin typeface="MalayalamAbe" pitchFamily="18" charset="0"/>
              </a:rPr>
              <a:t>qkS#h</a:t>
            </a:r>
            <a:r>
              <a:rPr lang="en-US" altLang="en-US" sz="3600" b="1" dirty="0">
                <a:latin typeface="MalayalamAbe" pitchFamily="18" charset="0"/>
              </a:rPr>
              <a:t>[</a:t>
            </a:r>
            <a:r>
              <a:rPr lang="en-US" altLang="en-US" sz="3600" b="1" dirty="0" err="1">
                <a:latin typeface="MalayalamAbe" pitchFamily="18" charset="0"/>
              </a:rPr>
              <a:t>ejsr</a:t>
            </a:r>
            <a:r>
              <a:rPr lang="en-US" altLang="en-US" sz="3600" b="1" dirty="0">
                <a:latin typeface="MalayalamAbe" pitchFamily="18" charset="0"/>
              </a:rPr>
              <a:t> B*X </a:t>
            </a:r>
            <a:r>
              <a:rPr lang="en-US" altLang="en-US" sz="3600" b="1" dirty="0" err="1">
                <a:latin typeface="MalayalamAbe" pitchFamily="18" charset="0"/>
              </a:rPr>
              <a:t>sdl!lmk#k</a:t>
            </a:r>
            <a:r>
              <a:rPr lang="en-US" altLang="en-US" sz="3600" b="1" dirty="0">
                <a:latin typeface="MalayalamAbe" pitchFamily="18" charset="0"/>
              </a:rPr>
              <a:t> -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g!las</a:t>
            </a:r>
            <a:r>
              <a:rPr lang="en-US" altLang="en-US" sz="3600" b="1" dirty="0">
                <a:latin typeface="MalayalamAbe" pitchFamily="18" charset="0"/>
              </a:rPr>
              <a:t>\ </a:t>
            </a:r>
            <a:r>
              <a:rPr lang="en-US" altLang="en-US" sz="3600" b="1" dirty="0" err="1">
                <a:latin typeface="MalayalamAbe" pitchFamily="18" charset="0"/>
              </a:rPr>
              <a:t>igijrluj</a:t>
            </a:r>
            <a:r>
              <a:rPr lang="en-US" altLang="en-US" sz="3600" b="1" dirty="0">
                <a:latin typeface="MalayalamAbe" pitchFamily="18" charset="0"/>
              </a:rPr>
              <a:t> B*X </a:t>
            </a:r>
            <a:r>
              <a:rPr lang="en-US" altLang="en-US" sz="3600" b="1" dirty="0" err="1">
                <a:latin typeface="MalayalamAbe" pitchFamily="18" charset="0"/>
              </a:rPr>
              <a:t>Srl</a:t>
            </a:r>
            <a:r>
              <a:rPr lang="en-US" altLang="en-US" sz="3600" b="1" dirty="0">
                <a:latin typeface="MalayalamAbe" pitchFamily="18" charset="0"/>
              </a:rPr>
              <a:t>)j/</a:t>
            </a:r>
            <a:r>
              <a:rPr lang="en-US" altLang="en-US" sz="3600" b="1" dirty="0" err="1">
                <a:latin typeface="MalayalamAbe" pitchFamily="18" charset="0"/>
              </a:rPr>
              <a:t>lG</a:t>
            </a:r>
            <a:r>
              <a:rPr lang="en-US" altLang="en-US" sz="3600" b="1" dirty="0">
                <a:latin typeface="MalayalamAbe" pitchFamily="18" charset="0"/>
              </a:rPr>
              <a:t>)</a:t>
            </a:r>
            <a:r>
              <a:rPr lang="en-US" altLang="en-US" sz="3600" b="1" dirty="0" err="1">
                <a:latin typeface="MalayalamAbe" pitchFamily="18" charset="0"/>
              </a:rPr>
              <a:t>kduk</a:t>
            </a:r>
            <a:r>
              <a:rPr lang="en-US" altLang="en-US" sz="3600" b="1" dirty="0">
                <a:latin typeface="MalayalamAbe" pitchFamily="18" charset="0"/>
              </a:rPr>
              <a:t>; </a:t>
            </a:r>
            <a:r>
              <a:rPr lang="en-US" altLang="en-US" sz="3600" b="1" dirty="0" err="1">
                <a:latin typeface="MalayalamAbe" pitchFamily="18" charset="0"/>
              </a:rPr>
              <a:t>svu&amp;k#k</a:t>
            </a:r>
            <a:r>
              <a:rPr lang="en-US" altLang="en-US" sz="3600" b="1" dirty="0">
                <a:latin typeface="MalayalamAbe" pitchFamily="18" charset="0"/>
              </a:rPr>
              <a:t> -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LrkYz</a:t>
            </a:r>
            <a:r>
              <a:rPr lang="en-US" altLang="en-US" sz="3600" b="1" dirty="0">
                <a:latin typeface="MalayalamAbe" pitchFamily="18" charset="0"/>
              </a:rPr>
              <a:t>|*X 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th^ligksm</a:t>
            </a:r>
            <a:r>
              <a:rPr lang="en-US" altLang="en-US" sz="3600" b="1" dirty="0">
                <a:latin typeface="MalayalamAbe" pitchFamily="18" charset="0"/>
              </a:rPr>
              <a:t> </a:t>
            </a:r>
            <a:r>
              <a:rPr lang="en-US" altLang="en-US" sz="3600" b="1" dirty="0" err="1">
                <a:latin typeface="MalayalamAbe" pitchFamily="18" charset="0"/>
              </a:rPr>
              <a:t>Sahk</a:t>
            </a:r>
            <a:r>
              <a:rPr lang="en-US" altLang="en-US" sz="3600" b="1" dirty="0">
                <a:latin typeface="MalayalamAbe" pitchFamily="18" charset="0"/>
              </a:rPr>
              <a:t>; </a:t>
            </a:r>
            <a:r>
              <a:rPr lang="en-US" altLang="en-US" sz="3600" b="1" dirty="0" err="1">
                <a:latin typeface="MalayalamAbe" pitchFamily="18" charset="0"/>
              </a:rPr>
              <a:t>K!lujgjS</a:t>
            </a:r>
            <a:r>
              <a:rPr lang="en-US" altLang="en-US" sz="3600" b="1" dirty="0">
                <a:latin typeface="MalayalamAbe" pitchFamily="18" charset="0"/>
              </a:rPr>
              <a:t>)</a:t>
            </a:r>
            <a:r>
              <a:rPr lang="en-US" altLang="en-US" sz="3600" b="1" dirty="0" err="1">
                <a:latin typeface="MalayalamAbe" pitchFamily="18" charset="0"/>
              </a:rPr>
              <a:t>nSa</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594B36DA-64D0-4A8D-9462-DEE345BFAA87}"/>
              </a:ext>
            </a:extLst>
          </p:cNvPr>
          <p:cNvSpPr txBox="1">
            <a:spLocks noChangeArrowheads="1"/>
          </p:cNvSpPr>
          <p:nvPr/>
        </p:nvSpPr>
        <p:spPr bwMode="auto">
          <a:xfrm>
            <a:off x="6199095" y="171770"/>
            <a:ext cx="5992905" cy="355967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maranhathe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orkkunnu</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uyirth-ezhunnelppine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kondaadunnu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randaamathe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varavinaayi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nokki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paarkkayum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anungrahangal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ellavarude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melum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undaayirikkenhame</a:t>
            </a:r>
            <a:r>
              <a:rPr lang="en-US" sz="28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7806EC3C-098D-99CC-9A1E-1D548F0A6D86}"/>
              </a:ext>
            </a:extLst>
          </p:cNvPr>
          <p:cNvSpPr txBox="1"/>
          <p:nvPr/>
        </p:nvSpPr>
        <p:spPr>
          <a:xfrm>
            <a:off x="1398494" y="4491328"/>
            <a:ext cx="9395012" cy="2369880"/>
          </a:xfrm>
          <a:prstGeom prst="rect">
            <a:avLst/>
          </a:prstGeom>
          <a:noFill/>
        </p:spPr>
        <p:txBody>
          <a:bodyPr wrap="square" rtlCol="0">
            <a:spAutoFit/>
          </a:bodyPr>
          <a:lstStyle/>
          <a:p>
            <a:pPr algn="ct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200" b="1" i="1" u="none" strike="noStrike" cap="none" dirty="0">
                <a:latin typeface="+mn-lt"/>
                <a:ea typeface="Calibri"/>
                <a:cs typeface="Times New Roman" panose="02020603050405020304" pitchFamily="18" charset="0"/>
                <a:sym typeface="Calibri"/>
              </a:rPr>
              <a:t>Your death O Lord, </a:t>
            </a:r>
            <a:r>
              <a:rPr lang="en-US" sz="3200" b="1" i="1" dirty="0">
                <a:latin typeface="+mn-lt"/>
                <a:ea typeface="Calibri"/>
                <a:cs typeface="Times New Roman" panose="02020603050405020304" pitchFamily="18" charset="0"/>
                <a:sym typeface="Calibri"/>
              </a:rPr>
              <a:t>w</a:t>
            </a:r>
            <a:r>
              <a:rPr lang="en-US" sz="3200" b="1" i="1" u="none" strike="noStrike" cap="none" dirty="0">
                <a:latin typeface="+mn-lt"/>
                <a:ea typeface="Calibri"/>
                <a:cs typeface="Times New Roman" panose="02020603050405020304" pitchFamily="18" charset="0"/>
                <a:sym typeface="Calibri"/>
              </a:rPr>
              <a:t>e commemorate. </a:t>
            </a:r>
          </a:p>
          <a:p>
            <a:pPr algn="ctr"/>
            <a:r>
              <a:rPr lang="en-US" sz="3200" b="1" i="1" u="none" strike="noStrike" cap="none" dirty="0">
                <a:latin typeface="+mn-lt"/>
                <a:ea typeface="Calibri"/>
                <a:cs typeface="Times New Roman" panose="02020603050405020304" pitchFamily="18" charset="0"/>
                <a:sym typeface="Calibri"/>
              </a:rPr>
              <a:t>Your resurrection, we celebrat</a:t>
            </a:r>
            <a:r>
              <a:rPr lang="en-US" sz="3200" b="1" i="1" dirty="0">
                <a:latin typeface="+mn-lt"/>
                <a:ea typeface="Calibri"/>
                <a:cs typeface="Times New Roman" panose="02020603050405020304" pitchFamily="18" charset="0"/>
                <a:sym typeface="Calibri"/>
              </a:rPr>
              <a:t>e.</a:t>
            </a:r>
            <a:r>
              <a:rPr lang="en-US" sz="3200" b="1" i="1" u="none" strike="noStrike" cap="none" dirty="0">
                <a:latin typeface="+mn-lt"/>
                <a:ea typeface="Calibri"/>
                <a:cs typeface="Times New Roman" panose="02020603050405020304" pitchFamily="18" charset="0"/>
                <a:sym typeface="Calibri"/>
              </a:rPr>
              <a:t> </a:t>
            </a:r>
          </a:p>
          <a:p>
            <a:pPr algn="ctr"/>
            <a:r>
              <a:rPr lang="en-US" sz="3200" b="1" i="1" dirty="0">
                <a:latin typeface="+mn-lt"/>
                <a:ea typeface="Calibri"/>
                <a:cs typeface="Times New Roman" panose="02020603050405020304" pitchFamily="18" charset="0"/>
                <a:sym typeface="Calibri"/>
              </a:rPr>
              <a:t>A</a:t>
            </a:r>
            <a:r>
              <a:rPr lang="en-US" sz="3200" b="1" i="1" u="none" strike="noStrike" cap="none" dirty="0">
                <a:latin typeface="+mn-lt"/>
                <a:ea typeface="Calibri"/>
                <a:cs typeface="Times New Roman" panose="02020603050405020304" pitchFamily="18" charset="0"/>
                <a:sym typeface="Calibri"/>
              </a:rPr>
              <a:t>nd Your second coming, we await. </a:t>
            </a:r>
          </a:p>
          <a:p>
            <a:pPr algn="ctr"/>
            <a:r>
              <a:rPr lang="en-US" sz="3200" b="1" i="1" u="none" strike="noStrike" cap="none" dirty="0">
                <a:latin typeface="+mn-lt"/>
                <a:ea typeface="Calibri"/>
                <a:cs typeface="Times New Roman" panose="02020603050405020304" pitchFamily="18" charset="0"/>
                <a:sym typeface="Calibri"/>
              </a:rPr>
              <a:t>May Your blessing rest upon us all.</a:t>
            </a:r>
            <a:endParaRPr lang="en-US" sz="3200" b="1" i="1" u="none" strike="noStrike" cap="none" dirty="0">
              <a:latin typeface="+mn-lt"/>
              <a:ea typeface="Arial"/>
              <a:cs typeface="Times New Roman" panose="02020603050405020304" pitchFamily="18" charset="0"/>
              <a:sym typeface="Arial"/>
            </a:endParaRPr>
          </a:p>
          <a:p>
            <a:pPr algn="ctr"/>
            <a:endParaRPr lang="en-US" sz="2000" b="1" i="1" dirty="0">
              <a:latin typeface="+mn-lt"/>
              <a:cs typeface="Times New Roman" panose="02020603050405020304" pitchFamily="18" charset="0"/>
            </a:endParaRPr>
          </a:p>
        </p:txBody>
      </p:sp>
      <p:sp>
        <p:nvSpPr>
          <p:cNvPr id="3" name="TextBox 2">
            <a:extLst>
              <a:ext uri="{FF2B5EF4-FFF2-40B4-BE49-F238E27FC236}">
                <a16:creationId xmlns:a16="http://schemas.microsoft.com/office/drawing/2014/main" id="{759D1B62-4931-EFE4-7783-F561A1A91826}"/>
              </a:ext>
            </a:extLst>
          </p:cNvPr>
          <p:cNvSpPr txBox="1"/>
          <p:nvPr/>
        </p:nvSpPr>
        <p:spPr>
          <a:xfrm>
            <a:off x="0" y="384977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D0104701-3057-3374-F44B-FB934A4A1FEE}"/>
              </a:ext>
            </a:extLst>
          </p:cNvPr>
          <p:cNvCxnSpPr>
            <a:cxnSpLocks/>
            <a:endCxn id="3" idx="0"/>
          </p:cNvCxnSpPr>
          <p:nvPr/>
        </p:nvCxnSpPr>
        <p:spPr>
          <a:xfrm>
            <a:off x="6096000" y="0"/>
            <a:ext cx="0" cy="384977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ctrTitle"/>
          </p:nvPr>
        </p:nvSpPr>
        <p:spPr>
          <a:xfrm>
            <a:off x="692727" y="1005746"/>
            <a:ext cx="4710546" cy="1066800"/>
          </a:xfrm>
        </p:spPr>
        <p:txBody>
          <a:bodyPr anchor="ctr">
            <a:normAutofit/>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36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t>)</a:t>
            </a:r>
            <a:r>
              <a:rPr lang="en-US" altLang="en-US" sz="3600" b="1" dirty="0">
                <a:latin typeface="MalayalamAbe" pitchFamily="18" charset="0"/>
              </a:rPr>
              <a:t> </a:t>
            </a: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A61EC113-FCF6-4752-BB6B-0766BE3E0238}"/>
              </a:ext>
            </a:extLst>
          </p:cNvPr>
          <p:cNvSpPr txBox="1">
            <a:spLocks noChangeArrowheads="1"/>
          </p:cNvSpPr>
          <p:nvPr/>
        </p:nvSpPr>
        <p:spPr bwMode="auto">
          <a:xfrm>
            <a:off x="7324336" y="1226378"/>
            <a:ext cx="12181114" cy="625536"/>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a:latin typeface="Calibri" pitchFamily="34" charset="0"/>
                <a:ea typeface="Ebrima" pitchFamily="2" charset="0"/>
                <a:cs typeface="Calibri" pitchFamily="34" charset="0"/>
              </a:rPr>
              <a:t>(</a:t>
            </a:r>
            <a:r>
              <a:rPr lang="en-US" sz="3200" b="1" kern="0" dirty="0" err="1">
                <a:latin typeface="Calibri" pitchFamily="34" charset="0"/>
                <a:ea typeface="Ebrima" pitchFamily="2" charset="0"/>
                <a:cs typeface="Calibri" pitchFamily="34" charset="0"/>
              </a:rPr>
              <a:t>Oru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Praarthana</a:t>
            </a:r>
            <a:r>
              <a:rPr lang="en-US" sz="32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D1098507-C82A-7913-2D0A-2F3DC2283941}"/>
              </a:ext>
            </a:extLst>
          </p:cNvPr>
          <p:cNvSpPr txBox="1"/>
          <p:nvPr/>
        </p:nvSpPr>
        <p:spPr>
          <a:xfrm>
            <a:off x="512619" y="3529571"/>
            <a:ext cx="11679381" cy="3416320"/>
          </a:xfrm>
          <a:prstGeom prst="rect">
            <a:avLst/>
          </a:prstGeom>
          <a:noFill/>
        </p:spPr>
        <p:txBody>
          <a:bodyPr wrap="square" rtlCol="0">
            <a:spAutoFit/>
          </a:bodyPr>
          <a:lstStyle/>
          <a:p>
            <a:r>
              <a:rPr lang="en-US" sz="3200" b="1" i="1" dirty="0">
                <a:solidFill>
                  <a:schemeClr val="accent6">
                    <a:lumMod val="50000"/>
                  </a:schemeClr>
                </a:solidFill>
                <a:latin typeface="+mn-lt"/>
              </a:rPr>
              <a:t>*An alternative prayer or the following:</a:t>
            </a:r>
            <a:endParaRPr lang="en-US" sz="3200" b="1" i="1" kern="0" dirty="0">
              <a:latin typeface="+mn-lt"/>
              <a:ea typeface="Ebrima" pitchFamily="2" charset="0"/>
              <a:cs typeface="Calibri" pitchFamily="34" charset="0"/>
            </a:endParaRPr>
          </a:p>
          <a:p>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200" b="1" i="1" u="none" strike="noStrike" cap="none" dirty="0">
                <a:latin typeface="Calibri" panose="020F0502020204030204" pitchFamily="34" charset="0"/>
                <a:ea typeface="Calibri"/>
                <a:cs typeface="Calibri" panose="020F0502020204030204" pitchFamily="34" charset="0"/>
                <a:sym typeface="Calibri"/>
              </a:rPr>
              <a:t>(A Prayer) O Lord, as we remember Your death, burial, resurrection, ascension, and look forward Your second coming to judge the world in righteousness and truth</a:t>
            </a:r>
            <a:r>
              <a:rPr lang="en-US" sz="3200" b="1" i="1" dirty="0">
                <a:latin typeface="Calibri" panose="020F0502020204030204" pitchFamily="34" charset="0"/>
                <a:ea typeface="Calibri"/>
                <a:cs typeface="Calibri" panose="020F0502020204030204" pitchFamily="34" charset="0"/>
                <a:sym typeface="Calibri"/>
              </a:rPr>
              <a:t>. W</a:t>
            </a:r>
            <a:r>
              <a:rPr lang="en-US" sz="3200" b="1" i="1" u="none" strike="noStrike" cap="none" dirty="0">
                <a:latin typeface="Calibri" panose="020F0502020204030204" pitchFamily="34" charset="0"/>
                <a:ea typeface="Calibri"/>
                <a:cs typeface="Calibri" panose="020F0502020204030204" pitchFamily="34" charset="0"/>
                <a:sym typeface="Calibri"/>
              </a:rPr>
              <a:t>e offer this service and sacrifice entreating You, not to deal with us according to our sins, but according to Your own abundant mercy and saying: </a:t>
            </a:r>
            <a:endParaRPr lang="en-US" sz="3200" b="1" i="1" u="none" strike="noStrike" cap="none" dirty="0">
              <a:latin typeface="Calibri" panose="020F0502020204030204" pitchFamily="34" charset="0"/>
              <a:ea typeface="Arial"/>
              <a:cs typeface="Calibri" panose="020F0502020204030204" pitchFamily="34" charset="0"/>
              <a:sym typeface="Arial"/>
            </a:endParaRPr>
          </a:p>
          <a:p>
            <a:pPr algn="ctr"/>
            <a:endParaRPr lang="en-US" b="1" i="1"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AD555500-349C-2BAE-22FA-46E70461DD60}"/>
              </a:ext>
            </a:extLst>
          </p:cNvPr>
          <p:cNvSpPr txBox="1"/>
          <p:nvPr/>
        </p:nvSpPr>
        <p:spPr>
          <a:xfrm>
            <a:off x="0" y="2866532"/>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Anamnesis: Act of Divine Remembrance</a:t>
            </a:r>
          </a:p>
        </p:txBody>
      </p:sp>
      <p:cxnSp>
        <p:nvCxnSpPr>
          <p:cNvPr id="5" name="Straight Connector 4">
            <a:extLst>
              <a:ext uri="{FF2B5EF4-FFF2-40B4-BE49-F238E27FC236}">
                <a16:creationId xmlns:a16="http://schemas.microsoft.com/office/drawing/2014/main" id="{66F48ECA-C468-C94D-99B6-B64DCEFAA6AF}"/>
              </a:ext>
            </a:extLst>
          </p:cNvPr>
          <p:cNvCxnSpPr>
            <a:cxnSpLocks/>
            <a:endCxn id="3" idx="0"/>
          </p:cNvCxnSpPr>
          <p:nvPr/>
        </p:nvCxnSpPr>
        <p:spPr>
          <a:xfrm>
            <a:off x="6096000" y="0"/>
            <a:ext cx="0" cy="286653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39EE03C-1200-EA3C-B1C4-10D440478304}"/>
              </a:ext>
            </a:extLst>
          </p:cNvPr>
          <p:cNvSpPr txBox="1"/>
          <p:nvPr/>
        </p:nvSpPr>
        <p:spPr>
          <a:xfrm>
            <a:off x="6096000" y="275387"/>
            <a:ext cx="6096000" cy="553998"/>
          </a:xfrm>
          <a:prstGeom prst="rect">
            <a:avLst/>
          </a:prstGeom>
          <a:noFill/>
        </p:spPr>
        <p:txBody>
          <a:bodyPr wrap="square">
            <a:spAutoFit/>
          </a:bodyPr>
          <a:lstStyle/>
          <a:p>
            <a:pPr algn="ctr"/>
            <a:r>
              <a:rPr lang="en-US" sz="3000" b="1" u="sng" dirty="0">
                <a:solidFill>
                  <a:srgbClr val="004A0A"/>
                </a:solidFill>
                <a:latin typeface="+mn-lt"/>
              </a:rPr>
              <a:t>Anamnesis</a:t>
            </a:r>
            <a:endParaRPr lang="en-US" sz="3000" u="sng" dirty="0">
              <a:solidFill>
                <a:srgbClr val="004A0A"/>
              </a:solidFill>
            </a:endParaRPr>
          </a:p>
        </p:txBody>
      </p:sp>
      <p:sp>
        <p:nvSpPr>
          <p:cNvPr id="10" name="TextBox 9">
            <a:extLst>
              <a:ext uri="{FF2B5EF4-FFF2-40B4-BE49-F238E27FC236}">
                <a16:creationId xmlns:a16="http://schemas.microsoft.com/office/drawing/2014/main" id="{D0023DA0-0711-22BC-B5FC-870AC0BDE378}"/>
              </a:ext>
            </a:extLst>
          </p:cNvPr>
          <p:cNvSpPr txBox="1"/>
          <p:nvPr/>
        </p:nvSpPr>
        <p:spPr>
          <a:xfrm>
            <a:off x="0" y="261521"/>
            <a:ext cx="6095995" cy="584775"/>
          </a:xfrm>
          <a:prstGeom prst="rect">
            <a:avLst/>
          </a:prstGeom>
          <a:noFill/>
        </p:spPr>
        <p:txBody>
          <a:bodyPr wrap="square">
            <a:spAutoFit/>
          </a:bodyPr>
          <a:lstStyle/>
          <a:p>
            <a:pPr algn="ctr"/>
            <a:r>
              <a:rPr lang="ml-IN" sz="3200" b="1" u="sng" dirty="0">
                <a:solidFill>
                  <a:srgbClr val="004A0A"/>
                </a:solidFill>
                <a:effectLst/>
                <a:latin typeface="Malayalam MN" pitchFamily="2" charset="0"/>
                <a:cs typeface="Malayalam MN" pitchFamily="2" charset="0"/>
              </a:rPr>
              <a:t>അനാമ്നീസിസ്</a:t>
            </a: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ctrTitle"/>
          </p:nvPr>
        </p:nvSpPr>
        <p:spPr>
          <a:xfrm>
            <a:off x="0" y="694412"/>
            <a:ext cx="5802086" cy="2895600"/>
          </a:xfrm>
        </p:spPr>
        <p:txBody>
          <a:bodyPr anchor="ctr">
            <a:noAutofit/>
          </a:bodyPr>
          <a:lstStyle/>
          <a:p>
            <a:pPr eaLnBrk="1" hangingPunct="1">
              <a:lnSpc>
                <a:spcPts val="3140"/>
              </a:lnSpc>
            </a:pPr>
            <a:r>
              <a:rPr lang="en-US" altLang="en-US" sz="3200" b="1" dirty="0">
                <a:solidFill>
                  <a:schemeClr val="accent6">
                    <a:lumMod val="50000"/>
                  </a:schemeClr>
                </a:solidFill>
                <a:latin typeface="MalayalamAbe" pitchFamily="18" charset="0"/>
              </a:rPr>
              <a:t>w. </a:t>
            </a:r>
            <a:r>
              <a:rPr lang="en-US" altLang="en-US" sz="3200" b="1" dirty="0" err="1">
                <a:latin typeface="MalayalamAbe" pitchFamily="18" charset="0"/>
              </a:rPr>
              <a:t>cGi&amp;Cd</a:t>
            </a:r>
            <a:r>
              <a:rPr lang="en-US" altLang="en-US" sz="3200" b="1" dirty="0">
                <a:latin typeface="MalayalamAbe" pitchFamily="18" charset="0"/>
              </a:rPr>
              <a:t>[</a:t>
            </a:r>
            <a:r>
              <a:rPr lang="en-US" altLang="en-US" sz="3200" b="1" dirty="0" err="1">
                <a:latin typeface="MalayalamAbe" pitchFamily="18" charset="0"/>
              </a:rPr>
              <a:t>fjuk</a:t>
            </a:r>
            <a:r>
              <a:rPr lang="en-US" altLang="en-US" sz="3200" b="1" dirty="0">
                <a:latin typeface="MalayalamAbe" pitchFamily="18" charset="0"/>
              </a:rPr>
              <a:t>= </a:t>
            </a:r>
            <a:r>
              <a:rPr lang="en-US" altLang="en-US" sz="3200" b="1" dirty="0" err="1">
                <a:latin typeface="MalayalamAbe" pitchFamily="18" charset="0"/>
              </a:rPr>
              <a:t>ejflilu</a:t>
            </a:r>
            <a:r>
              <a:rPr lang="en-US" altLang="en-US" sz="3200" b="1" dirty="0">
                <a:latin typeface="MalayalamAbe" pitchFamily="18" charset="0"/>
              </a:rPr>
              <a:t> </a:t>
            </a:r>
            <a:r>
              <a:rPr lang="en-US" altLang="en-US" sz="3200" b="1" dirty="0" err="1">
                <a:latin typeface="MalayalamAbe" pitchFamily="18" charset="0"/>
              </a:rPr>
              <a:t>sspiSa</a:t>
            </a:r>
            <a:r>
              <a:rPr lang="en-US" altLang="en-US" sz="3200" b="1" dirty="0">
                <a:latin typeface="MalayalamAbe" pitchFamily="18" charset="0"/>
              </a:rPr>
              <a:t>, B*</a:t>
            </a:r>
            <a:r>
              <a:rPr lang="en-US" altLang="en-US" sz="3200" b="1" dirty="0" err="1">
                <a:latin typeface="MalayalamAbe" pitchFamily="18" charset="0"/>
              </a:rPr>
              <a:t>Sxlmk</a:t>
            </a:r>
            <a:r>
              <a:rPr lang="en-US" altLang="en-US" sz="3200" b="1" dirty="0">
                <a:latin typeface="MalayalamAbe" pitchFamily="18" charset="0"/>
              </a:rPr>
              <a:t> </a:t>
            </a:r>
            <a:r>
              <a:rPr lang="en-US" altLang="en-US" sz="3200" b="1" dirty="0" err="1">
                <a:latin typeface="MalayalamAbe" pitchFamily="18" charset="0"/>
              </a:rPr>
              <a:t>dgkn</a:t>
            </a:r>
            <a:r>
              <a:rPr lang="en-US" altLang="en-US" sz="3200" b="1" dirty="0">
                <a:latin typeface="MalayalamAbe" pitchFamily="18" charset="0"/>
              </a:rPr>
              <a:t> </a:t>
            </a:r>
            <a:r>
              <a:rPr lang="en-US" altLang="en-US" sz="3200" b="1" dirty="0" err="1">
                <a:latin typeface="MalayalamAbe" pitchFamily="18" charset="0"/>
              </a:rPr>
              <a:t>svSu&amp;nSa</a:t>
            </a:r>
            <a:r>
              <a:rPr lang="en-US" altLang="en-US" sz="3200" b="1" dirty="0">
                <a:latin typeface="MalayalamAbe" pitchFamily="18" charset="0"/>
              </a:rPr>
              <a:t> - </a:t>
            </a:r>
            <a:r>
              <a:rPr lang="en-US" altLang="en-US" sz="3200" b="1" dirty="0" err="1">
                <a:latin typeface="MalayalamAbe" pitchFamily="18" charset="0"/>
              </a:rPr>
              <a:t>sspialu</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lSi</a:t>
            </a:r>
            <a:r>
              <a:rPr lang="en-US" altLang="en-US" sz="3200" b="1" dirty="0">
                <a:latin typeface="MalayalamAbe" pitchFamily="18" charset="0"/>
              </a:rPr>
              <a:t>, B*X </a:t>
            </a:r>
            <a:r>
              <a:rPr lang="en-US" altLang="en-US" sz="3200" b="1" dirty="0" err="1">
                <a:latin typeface="MalayalamAbe" pitchFamily="18" charset="0"/>
              </a:rPr>
              <a:t>rjs</a:t>
            </a:r>
            <a:r>
              <a:rPr lang="en-US" altLang="en-US" sz="3200" b="1" dirty="0">
                <a:latin typeface="MalayalamAbe" pitchFamily="18" charset="0"/>
              </a:rPr>
              <a:t># c[</a:t>
            </a:r>
            <a:r>
              <a:rPr lang="en-US" altLang="en-US" sz="3200" b="1" dirty="0" err="1">
                <a:latin typeface="MalayalamAbe" pitchFamily="18" charset="0"/>
              </a:rPr>
              <a:t>fkfj</a:t>
            </a:r>
            <a:r>
              <a:rPr lang="en-US" altLang="en-US" sz="3200" b="1" dirty="0">
                <a:latin typeface="MalayalamAbe" pitchFamily="18" charset="0"/>
              </a:rPr>
              <a:t>)</a:t>
            </a:r>
            <a:r>
              <a:rPr lang="en-US" altLang="en-US" sz="3200" b="1" dirty="0" err="1">
                <a:latin typeface="MalayalamAbe" pitchFamily="18" charset="0"/>
              </a:rPr>
              <a:t>uk</a:t>
            </a:r>
            <a:r>
              <a:rPr lang="en-US" altLang="en-US" sz="3200" b="1" dirty="0">
                <a:latin typeface="MalayalamAbe" pitchFamily="18" charset="0"/>
              </a:rPr>
              <a:t>; </a:t>
            </a:r>
            <a:r>
              <a:rPr lang="en-US" altLang="en-US" sz="3200" b="1" dirty="0" err="1">
                <a:latin typeface="MalayalamAbe" pitchFamily="18" charset="0"/>
              </a:rPr>
              <a:t>ilq</a:t>
            </a:r>
            <a:r>
              <a:rPr lang="en-US" altLang="en-US" sz="3200" b="1" dirty="0">
                <a:latin typeface="MalayalamAbe" pitchFamily="18" charset="0"/>
              </a:rPr>
              <a:t>[\</a:t>
            </a:r>
            <a:r>
              <a:rPr lang="en-US" altLang="en-US" sz="3200" b="1" dirty="0" err="1">
                <a:latin typeface="MalayalamAbe" pitchFamily="18" charset="0"/>
              </a:rPr>
              <a:t>kduk</a:t>
            </a:r>
            <a:r>
              <a:rPr lang="en-US" altLang="en-US" sz="3200" b="1" dirty="0">
                <a:latin typeface="MalayalamAbe" pitchFamily="18" charset="0"/>
              </a:rPr>
              <a:t>; </a:t>
            </a:r>
            <a:r>
              <a:rPr lang="en-US" altLang="en-US" sz="3200" b="1" dirty="0" err="1">
                <a:latin typeface="MalayalamAbe" pitchFamily="18" charset="0"/>
              </a:rPr>
              <a:t>i$j</a:t>
            </a:r>
            <a:r>
              <a:rPr lang="en-US" altLang="en-US" sz="3200" b="1" dirty="0">
                <a:latin typeface="MalayalamAbe" pitchFamily="18" charset="0"/>
              </a:rPr>
              <a:t>)</a:t>
            </a:r>
            <a:r>
              <a:rPr lang="en-US" altLang="en-US" sz="3200" b="1" dirty="0" err="1">
                <a:latin typeface="MalayalamAbe" pitchFamily="18" charset="0"/>
              </a:rPr>
              <a:t>kduk</a:t>
            </a:r>
            <a:r>
              <a:rPr lang="en-US" altLang="en-US" sz="3200" b="1" dirty="0">
                <a:latin typeface="MalayalamAbe" pitchFamily="18" charset="0"/>
              </a:rPr>
              <a:t>; </a:t>
            </a:r>
            <a:r>
              <a:rPr lang="en-US" altLang="en-US" sz="3200" b="1" dirty="0" err="1">
                <a:latin typeface="MalayalamAbe" pitchFamily="18" charset="0"/>
              </a:rPr>
              <a:t>svu&amp;k#k</a:t>
            </a:r>
            <a:r>
              <a:rPr lang="en-US" altLang="en-US" sz="3200" b="1" dirty="0">
                <a:latin typeface="MalayalamAbe" pitchFamily="18" charset="0"/>
              </a:rPr>
              <a:t> - </a:t>
            </a:r>
            <a:r>
              <a:rPr lang="en-US" altLang="en-US" sz="3200" b="1" dirty="0" err="1">
                <a:latin typeface="MalayalamAbe" pitchFamily="18" charset="0"/>
              </a:rPr>
              <a:t>rh^iSr</a:t>
            </a:r>
            <a:r>
              <a:rPr lang="en-US" altLang="en-US" sz="3200" b="1" dirty="0">
                <a:latin typeface="MalayalamAbe" pitchFamily="18" charset="0"/>
              </a:rPr>
              <a:t> - </a:t>
            </a:r>
            <a:r>
              <a:rPr lang="en-US" altLang="en-US" sz="3200" b="1" dirty="0" err="1">
                <a:latin typeface="MalayalamAbe" pitchFamily="18" charset="0"/>
              </a:rPr>
              <a:t>puSfl#j</a:t>
            </a:r>
            <a:r>
              <a:rPr lang="en-US" altLang="en-US" sz="3200" b="1" dirty="0">
                <a:latin typeface="MalayalamAbe" pitchFamily="18" charset="0"/>
              </a:rPr>
              <a:t>, B*</a:t>
            </a:r>
            <a:r>
              <a:rPr lang="en-US" altLang="en-US" sz="3200" b="1" dirty="0" err="1">
                <a:latin typeface="MalayalamAbe" pitchFamily="18" charset="0"/>
              </a:rPr>
              <a:t>Sxlmk</a:t>
            </a:r>
            <a:r>
              <a:rPr lang="en-US" altLang="en-US" sz="3200" b="1" dirty="0">
                <a:latin typeface="MalayalamAbe" pitchFamily="18" charset="0"/>
              </a:rPr>
              <a:t> </a:t>
            </a:r>
            <a:r>
              <a:rPr lang="en-US" altLang="en-US" sz="3200" b="1" dirty="0" err="1">
                <a:latin typeface="MalayalamAbe" pitchFamily="18" charset="0"/>
              </a:rPr>
              <a:t>dgkn</a:t>
            </a:r>
            <a:r>
              <a:rPr lang="en-US" altLang="en-US" sz="3200" b="1" dirty="0">
                <a:latin typeface="MalayalamAbe" pitchFamily="18" charset="0"/>
              </a:rPr>
              <a:t> </a:t>
            </a:r>
            <a:r>
              <a:rPr lang="en-US" altLang="en-US" sz="3200" b="1" dirty="0" err="1">
                <a:latin typeface="MalayalamAbe" pitchFamily="18" charset="0"/>
              </a:rPr>
              <a:t>svu&amp;nsa#k</a:t>
            </a:r>
            <a:r>
              <a:rPr lang="en-US" altLang="en-US" sz="3200" b="1" dirty="0">
                <a:latin typeface="MalayalamAbe" pitchFamily="18" charset="0"/>
              </a:rPr>
              <a:t> </a:t>
            </a:r>
            <a:r>
              <a:rPr lang="en-US" altLang="en-US" sz="3200" b="1" dirty="0" err="1">
                <a:latin typeface="MalayalamAbe" pitchFamily="18" charset="0"/>
              </a:rPr>
              <a:t>rjS#lmk</a:t>
            </a:r>
            <a:r>
              <a:rPr lang="en-US" altLang="en-US" sz="3200" b="1" dirty="0">
                <a:latin typeface="MalayalamAbe" pitchFamily="18" charset="0"/>
              </a:rPr>
              <a:t> B*X </a:t>
            </a:r>
            <a:r>
              <a:rPr lang="en-US" altLang="en-US" sz="3200" b="1" dirty="0" err="1">
                <a:latin typeface="MalayalamAbe" pitchFamily="18" charset="0"/>
              </a:rPr>
              <a:t>LSe</a:t>
            </a:r>
            <a:r>
              <a:rPr lang="en-US" altLang="en-US" sz="3200" b="1" dirty="0" err="1">
                <a:latin typeface="Kerala" pitchFamily="2" charset="0"/>
              </a:rPr>
              <a:t>f</a:t>
            </a:r>
            <a:r>
              <a:rPr lang="en-US" altLang="en-US" sz="3200" b="1" dirty="0" err="1">
                <a:latin typeface="MalayalamAbe" pitchFamily="18" charset="0"/>
              </a:rPr>
              <a:t>j</a:t>
            </a:r>
            <a:r>
              <a:rPr lang="en-US" altLang="en-US" sz="3200" b="1" dirty="0">
                <a:latin typeface="MalayalamAbe" pitchFamily="18" charset="0"/>
              </a:rPr>
              <a:t>)</a:t>
            </a:r>
            <a:r>
              <a:rPr lang="en-US" altLang="en-US" sz="3200" b="1" dirty="0" err="1">
                <a:latin typeface="MalayalamAbe" pitchFamily="18" charset="0"/>
              </a:rPr>
              <a:t>k#k</a:t>
            </a:r>
            <a:r>
              <a:rPr lang="en-US" altLang="en-US" sz="3200" b="1" dirty="0">
                <a:latin typeface="MalayalamAbe" pitchFamily="18" charset="0"/>
              </a:rPr>
              <a:t>.</a:t>
            </a:r>
          </a:p>
        </p:txBody>
      </p:sp>
      <p:sp>
        <p:nvSpPr>
          <p:cNvPr id="4" name="Text Box 2">
            <a:extLst>
              <a:ext uri="{FF2B5EF4-FFF2-40B4-BE49-F238E27FC236}">
                <a16:creationId xmlns:a16="http://schemas.microsoft.com/office/drawing/2014/main" id="{A61EC113-FCF6-4752-BB6B-0766BE3E0238}"/>
              </a:ext>
            </a:extLst>
          </p:cNvPr>
          <p:cNvSpPr txBox="1">
            <a:spLocks noChangeArrowheads="1"/>
          </p:cNvSpPr>
          <p:nvPr/>
        </p:nvSpPr>
        <p:spPr bwMode="auto">
          <a:xfrm>
            <a:off x="6197050" y="296973"/>
            <a:ext cx="5867396" cy="3690477"/>
          </a:xfrm>
          <a:prstGeom prst="rect">
            <a:avLst/>
          </a:prstGeom>
          <a:noFill/>
          <a:ln w="9525">
            <a:noFill/>
            <a:miter lim="800000"/>
            <a:headEnd/>
            <a:tailEnd/>
          </a:ln>
          <a:effectLst/>
        </p:spPr>
        <p:txBody>
          <a:bodyPr wrap="square" lIns="111402" tIns="55743" rIns="111402" bIns="55743">
            <a:spAutoFit/>
          </a:bodyPr>
          <a:lstStyle/>
          <a:p>
            <a:pPr algn="ctr">
              <a:lnSpc>
                <a:spcPts val="3060"/>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Sarva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shakthiyullha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cheyyanhame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Daivamaaya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sthuthikkayum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vaazhthukayum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vannikkukayum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Nallavane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thonni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cheyyanamennu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apekshikkunnu</a:t>
            </a:r>
            <a:r>
              <a:rPr lang="en-US" sz="28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89490DD0-4116-34B5-F2EF-CB445DD81919}"/>
              </a:ext>
            </a:extLst>
          </p:cNvPr>
          <p:cNvSpPr txBox="1"/>
          <p:nvPr/>
        </p:nvSpPr>
        <p:spPr>
          <a:xfrm>
            <a:off x="21771" y="5032033"/>
            <a:ext cx="11713027" cy="1421928"/>
          </a:xfrm>
          <a:prstGeom prst="rect">
            <a:avLst/>
          </a:prstGeom>
          <a:noFill/>
        </p:spPr>
        <p:txBody>
          <a:bodyPr wrap="square">
            <a:spAutoFit/>
          </a:bodyPr>
          <a:lstStyle/>
          <a:p>
            <a:pPr marL="457200" marR="0" lvl="0" indent="-457200" algn="ctr" rtl="0">
              <a:lnSpc>
                <a:spcPct val="90000"/>
              </a:lnSpc>
              <a:spcBef>
                <a:spcPts val="1000"/>
              </a:spcBef>
              <a:spcAft>
                <a:spcPts val="0"/>
              </a:spcAft>
              <a:buClr>
                <a:srgbClr val="D51900"/>
              </a:buClr>
              <a:buSzPts val="3200"/>
              <a:buFont typeface="Arial"/>
              <a:buNone/>
            </a:pPr>
            <a:r>
              <a:rPr lang="en-US" sz="3200" b="1" i="1" dirty="0">
                <a:latin typeface="+mn-lt"/>
                <a:ea typeface="Calibri"/>
                <a:cs typeface="Times New Roman" panose="02020603050405020304" pitchFamily="18" charset="0"/>
                <a:sym typeface="Calibri"/>
              </a:rPr>
              <a:t>	</a:t>
            </a:r>
            <a:r>
              <a:rPr lang="en-US" sz="3200" b="1" i="1" dirty="0">
                <a:latin typeface="+mn-lt"/>
              </a:rPr>
              <a:t> </a:t>
            </a:r>
            <a:r>
              <a:rPr lang="en-US" sz="3200" b="1" i="1" dirty="0">
                <a:solidFill>
                  <a:schemeClr val="accent6">
                    <a:lumMod val="50000"/>
                  </a:schemeClr>
                </a:solidFill>
                <a:latin typeface="+mn-lt"/>
              </a:rPr>
              <a:t>C: </a:t>
            </a:r>
            <a:r>
              <a:rPr lang="en-US" sz="3200" b="1" i="1" u="none" strike="noStrike" cap="none" dirty="0">
                <a:latin typeface="+mn-lt"/>
                <a:ea typeface="Calibri"/>
                <a:cs typeface="Times New Roman" panose="02020603050405020304" pitchFamily="18" charset="0"/>
                <a:sym typeface="Calibri"/>
              </a:rPr>
              <a:t>Have mercy on us, O Lord our God. We give thanks to You, we praise You, we glorify You, we worship You. O source of all goodness, have mercy on us and bless us.</a:t>
            </a:r>
            <a:endParaRPr lang="en-US" sz="32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862228BE-E7B3-C383-0B9E-13CD9981F4F6}"/>
              </a:ext>
            </a:extLst>
          </p:cNvPr>
          <p:cNvSpPr txBox="1"/>
          <p:nvPr/>
        </p:nvSpPr>
        <p:spPr>
          <a:xfrm>
            <a:off x="0" y="428442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1F7E0114-DF4A-3338-2018-5627B44E6FEF}"/>
              </a:ext>
            </a:extLst>
          </p:cNvPr>
          <p:cNvCxnSpPr>
            <a:cxnSpLocks/>
          </p:cNvCxnSpPr>
          <p:nvPr/>
        </p:nvCxnSpPr>
        <p:spPr>
          <a:xfrm>
            <a:off x="6096000" y="0"/>
            <a:ext cx="0" cy="429631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4369015"/>
      </p:ext>
    </p:extLst>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ctrTitle"/>
          </p:nvPr>
        </p:nvSpPr>
        <p:spPr>
          <a:xfrm>
            <a:off x="246908" y="1627786"/>
            <a:ext cx="5849092" cy="1409040"/>
          </a:xfrm>
        </p:spPr>
        <p:txBody>
          <a:bodyPr anchor="ctr">
            <a:noAutofit/>
          </a:bodyPr>
          <a:lstStyle/>
          <a:p>
            <a:pPr algn="l" eaLnBrk="1" hangingPunct="1">
              <a:lnSpc>
                <a:spcPts val="3900"/>
              </a:lnSpc>
            </a:pPr>
            <a:r>
              <a:rPr lang="en-US" altLang="en-US" sz="4000" b="1" dirty="0">
                <a:solidFill>
                  <a:schemeClr val="accent6">
                    <a:lumMod val="50000"/>
                  </a:schemeClr>
                </a:solidFill>
                <a:latin typeface="MalayalamAbe" pitchFamily="18" charset="0"/>
              </a:rPr>
              <a:t>e.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B*</a:t>
            </a:r>
            <a:r>
              <a:rPr lang="en-US" altLang="en-US" sz="4000" b="1" dirty="0" err="1">
                <a:latin typeface="MalayalamAbe" pitchFamily="18" charset="0"/>
              </a:rPr>
              <a:t>Sxlmk</a:t>
            </a:r>
            <a:r>
              <a:rPr lang="en-US" altLang="en-US" sz="4000" b="1" dirty="0">
                <a:latin typeface="MalayalamAbe" pitchFamily="18" charset="0"/>
              </a:rPr>
              <a:t> K\</a:t>
            </a:r>
            <a:r>
              <a:rPr lang="en-US" altLang="en-US" sz="4000" b="1" dirty="0" err="1">
                <a:latin typeface="MalayalamAbe" pitchFamily="18" charset="0"/>
              </a:rPr>
              <a:t>gagkxj-sv&amp;Su&amp;nSa</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4" name="Text Box 2">
            <a:extLst>
              <a:ext uri="{FF2B5EF4-FFF2-40B4-BE49-F238E27FC236}">
                <a16:creationId xmlns:a16="http://schemas.microsoft.com/office/drawing/2014/main" id="{36EBE02F-7E8A-431D-A564-BB257B084199}"/>
              </a:ext>
            </a:extLst>
          </p:cNvPr>
          <p:cNvSpPr txBox="1">
            <a:spLocks noChangeArrowheads="1"/>
          </p:cNvSpPr>
          <p:nvPr/>
        </p:nvSpPr>
        <p:spPr bwMode="auto">
          <a:xfrm>
            <a:off x="6508297" y="597259"/>
            <a:ext cx="5791198" cy="2840181"/>
          </a:xfrm>
          <a:prstGeom prst="rect">
            <a:avLst/>
          </a:prstGeom>
          <a:noFill/>
          <a:ln w="9525">
            <a:noFill/>
            <a:miter lim="800000"/>
            <a:headEnd/>
            <a:tailEnd/>
          </a:ln>
          <a:effectLst/>
        </p:spPr>
        <p:txBody>
          <a:bodyPr wrap="square" lIns="111402" tIns="55743" rIns="111402" bIns="55743">
            <a:spAutoFit/>
          </a:bodyPr>
          <a:lstStyle/>
          <a:p>
            <a:pPr>
              <a:lnSpc>
                <a:spcPts val="42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Karthaave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njangalodu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utharam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arulhicheyyenhame</a:t>
            </a:r>
            <a:r>
              <a:rPr lang="en-US" sz="3200" b="1" kern="0" dirty="0">
                <a:latin typeface="Calibri" pitchFamily="34" charset="0"/>
                <a:ea typeface="Ebrima" pitchFamily="2" charset="0"/>
                <a:cs typeface="Calibri" pitchFamily="34" charset="0"/>
              </a:rPr>
              <a:t>…</a:t>
            </a:r>
          </a:p>
          <a:p>
            <a:pPr>
              <a:lnSpc>
                <a:spcPts val="42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a:p>
            <a:pPr>
              <a:lnSpc>
                <a:spcPts val="4299"/>
              </a:lnSpc>
              <a:spcBef>
                <a:spcPts val="0"/>
              </a:spcBef>
            </a:pP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a:p>
            <a:pPr>
              <a:lnSpc>
                <a:spcPts val="4299"/>
              </a:lnSpc>
              <a:spcBef>
                <a:spcPts val="0"/>
              </a:spcBef>
            </a:pP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32E4E2F4-BE9E-8AB2-44A5-1F37F5428EFA}"/>
              </a:ext>
            </a:extLst>
          </p:cNvPr>
          <p:cNvSpPr txBox="1"/>
          <p:nvPr/>
        </p:nvSpPr>
        <p:spPr>
          <a:xfrm>
            <a:off x="685800" y="4849641"/>
            <a:ext cx="11071309" cy="1412310"/>
          </a:xfrm>
          <a:prstGeom prst="rect">
            <a:avLst/>
          </a:prstGeom>
          <a:noFill/>
        </p:spPr>
        <p:txBody>
          <a:bodyPr wrap="square">
            <a:spAutoFit/>
          </a:bodyPr>
          <a:lstStyle/>
          <a:p>
            <a:pPr marL="401638" marR="0" lvl="0" indent="-401638" algn="l" rtl="0">
              <a:lnSpc>
                <a:spcPct val="80000"/>
              </a:lnSpc>
              <a:spcBef>
                <a:spcPts val="0"/>
              </a:spcBef>
              <a:spcAft>
                <a:spcPts val="0"/>
              </a:spcAft>
              <a:buClr>
                <a:schemeClr val="dk1"/>
              </a:buClr>
              <a:buSzPts val="32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200" b="1" i="1" u="none" strike="noStrike" cap="none" dirty="0">
                <a:latin typeface="+mn-lt"/>
                <a:ea typeface="Calibri"/>
                <a:cs typeface="Times New Roman" panose="02020603050405020304" pitchFamily="18" charset="0"/>
                <a:sym typeface="Calibri"/>
              </a:rPr>
              <a:t>Answer unto us, O Lord. Answer unto us, O Lord. </a:t>
            </a:r>
          </a:p>
          <a:p>
            <a:pPr marL="401638" marR="0" lvl="0" indent="-401638" algn="l" rtl="0">
              <a:lnSpc>
                <a:spcPct val="80000"/>
              </a:lnSpc>
              <a:spcBef>
                <a:spcPts val="0"/>
              </a:spcBef>
              <a:spcAft>
                <a:spcPts val="0"/>
              </a:spcAft>
              <a:buClr>
                <a:schemeClr val="dk1"/>
              </a:buClr>
              <a:buSzPts val="3200"/>
              <a:buFont typeface="Arial"/>
              <a:buNone/>
            </a:pPr>
            <a:r>
              <a:rPr lang="en-US" sz="3200" b="1" i="1" u="none" strike="noStrike" cap="none" dirty="0">
                <a:latin typeface="+mn-lt"/>
                <a:ea typeface="Calibri"/>
                <a:cs typeface="Times New Roman" panose="02020603050405020304" pitchFamily="18" charset="0"/>
                <a:sym typeface="Calibri"/>
              </a:rPr>
              <a:t>    Answer unto us, O Lord</a:t>
            </a:r>
            <a:r>
              <a:rPr lang="en-US" sz="3200" b="1" i="1" dirty="0">
                <a:latin typeface="+mn-lt"/>
                <a:ea typeface="Calibri"/>
                <a:cs typeface="Times New Roman" panose="02020603050405020304" pitchFamily="18" charset="0"/>
                <a:sym typeface="Calibri"/>
              </a:rPr>
              <a:t>. </a:t>
            </a:r>
            <a:r>
              <a:rPr lang="en-US" sz="3200" b="1" i="1" u="none" strike="noStrike" cap="none" dirty="0">
                <a:latin typeface="+mn-lt"/>
                <a:ea typeface="Calibri"/>
                <a:cs typeface="Times New Roman" panose="02020603050405020304" pitchFamily="18" charset="0"/>
                <a:sym typeface="Calibri"/>
              </a:rPr>
              <a:t>And by Your grace have mercy on us.</a:t>
            </a:r>
          </a:p>
          <a:p>
            <a:pPr marL="457200" marR="0" lvl="0" indent="-457200" algn="l" rtl="0">
              <a:lnSpc>
                <a:spcPct val="80000"/>
              </a:lnSpc>
              <a:spcBef>
                <a:spcPts val="1000"/>
              </a:spcBef>
              <a:spcAft>
                <a:spcPts val="0"/>
              </a:spcAft>
              <a:buClr>
                <a:srgbClr val="D51900"/>
              </a:buClr>
              <a:buSzPts val="32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200" b="1" i="1" u="none" strike="noStrike" cap="none" dirty="0">
                <a:latin typeface="+mn-lt"/>
                <a:ea typeface="Calibri"/>
                <a:cs typeface="Times New Roman" panose="02020603050405020304" pitchFamily="18" charset="0"/>
                <a:sym typeface="Calibri"/>
              </a:rPr>
              <a:t>Lord, have mercy. Lord, have mercy.</a:t>
            </a:r>
            <a:r>
              <a:rPr lang="en-US" sz="3200" b="1" i="1" dirty="0">
                <a:latin typeface="+mn-lt"/>
                <a:ea typeface="Calibri"/>
                <a:cs typeface="Times New Roman" panose="02020603050405020304" pitchFamily="18" charset="0"/>
                <a:sym typeface="Arial"/>
              </a:rPr>
              <a:t> </a:t>
            </a:r>
            <a:r>
              <a:rPr lang="en-US" sz="3200" b="1" i="1" u="none" strike="noStrike" cap="none" dirty="0">
                <a:latin typeface="+mn-lt"/>
                <a:ea typeface="Calibri"/>
                <a:cs typeface="Times New Roman" panose="02020603050405020304" pitchFamily="18" charset="0"/>
                <a:sym typeface="Calibri"/>
              </a:rPr>
              <a:t>Lord, have mercy.</a:t>
            </a:r>
            <a:endParaRPr lang="en-US" sz="3200" b="1" i="1" u="none" strike="noStrike" cap="none" dirty="0">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E2629EC9-6AEC-C7C2-F4E7-3CC75ECD9B5D}"/>
              </a:ext>
            </a:extLst>
          </p:cNvPr>
          <p:cNvSpPr txBox="1"/>
          <p:nvPr/>
        </p:nvSpPr>
        <p:spPr>
          <a:xfrm>
            <a:off x="0" y="403470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34FF5EA4-FC0B-4C2E-CB5C-532180BA560C}"/>
              </a:ext>
            </a:extLst>
          </p:cNvPr>
          <p:cNvCxnSpPr>
            <a:cxnSpLocks/>
            <a:endCxn id="5" idx="0"/>
          </p:cNvCxnSpPr>
          <p:nvPr/>
        </p:nvCxnSpPr>
        <p:spPr>
          <a:xfrm>
            <a:off x="6096000" y="0"/>
            <a:ext cx="0" cy="403470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5335419"/>
      </p:ext>
    </p:extLst>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ctrTitle"/>
          </p:nvPr>
        </p:nvSpPr>
        <p:spPr>
          <a:xfrm>
            <a:off x="235500" y="502344"/>
            <a:ext cx="7266709" cy="2743201"/>
          </a:xfrm>
        </p:spPr>
        <p:txBody>
          <a:bodyPr anchor="ctr">
            <a:noAutofit/>
          </a:bodyPr>
          <a:lstStyle/>
          <a:p>
            <a:pPr algn="l" eaLnBrk="1" hangingPunct="1"/>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a:t>(</a:t>
            </a:r>
            <a:r>
              <a:rPr lang="en-US" altLang="en-US" sz="3600" b="1" dirty="0">
                <a:latin typeface="MalayalamAbe" pitchFamily="18" charset="0"/>
              </a:rPr>
              <a:t>L/; </a:t>
            </a:r>
            <a:r>
              <a:rPr lang="en-US" altLang="en-US" sz="3600" b="1" dirty="0" err="1">
                <a:latin typeface="MalayalamAbe" pitchFamily="18" charset="0"/>
              </a:rPr>
              <a:t>ilq</a:t>
            </a:r>
            <a:r>
              <a:rPr lang="en-US" altLang="en-US" sz="3600" b="1" dirty="0">
                <a:latin typeface="MalayalamAbe" pitchFamily="18" charset="0"/>
              </a:rPr>
              <a:t>[\j </a:t>
            </a:r>
            <a:r>
              <a:rPr lang="en-US" altLang="en-US" sz="3600" b="1" dirty="0" err="1">
                <a:latin typeface="MalayalamAbe" pitchFamily="18" charset="0"/>
              </a:rPr>
              <a:t>svlh^k#k</a:t>
            </a:r>
            <a:r>
              <a:rPr lang="en-US" altLang="en-US" sz="3600" b="1" dirty="0"/>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SaR</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a:t>(</a:t>
            </a:r>
            <a:r>
              <a:rPr lang="en-US" altLang="en-US" sz="3600" b="1" dirty="0" err="1">
                <a:latin typeface="MalayalamAbe" pitchFamily="18" charset="0"/>
              </a:rPr>
              <a:t>iJ</a:t>
            </a:r>
            <a:r>
              <a:rPr lang="en-US" altLang="en-US" sz="3600" b="1" dirty="0" err="1">
                <a:latin typeface="Kerala" pitchFamily="2" charset="0"/>
              </a:rPr>
              <a:t>E</a:t>
            </a:r>
            <a:r>
              <a:rPr lang="en-US" altLang="en-US" sz="3600" b="1" dirty="0" err="1">
                <a:latin typeface="MalayalamAbe" pitchFamily="18" charset="0"/>
              </a:rPr>
              <a:t>k</a:t>
            </a:r>
            <a:r>
              <a:rPr lang="en-US" altLang="en-US" sz="3600" b="1" dirty="0">
                <a:latin typeface="MalayalamAbe" pitchFamily="18" charset="0"/>
              </a:rPr>
              <a:t> </a:t>
            </a:r>
            <a:r>
              <a:rPr lang="en-US" altLang="en-US" sz="3600" b="1" dirty="0" err="1">
                <a:latin typeface="MalayalamAbe" pitchFamily="18" charset="0"/>
              </a:rPr>
              <a:t>ilq</a:t>
            </a:r>
            <a:r>
              <a:rPr lang="en-US" altLang="en-US" sz="3600" b="1" dirty="0">
                <a:latin typeface="MalayalamAbe" pitchFamily="18" charset="0"/>
              </a:rPr>
              <a:t>[\j </a:t>
            </a:r>
            <a:r>
              <a:rPr lang="en-US" altLang="en-US" sz="3600" b="1" dirty="0" err="1">
                <a:latin typeface="MalayalamAbe" pitchFamily="18" charset="0"/>
              </a:rPr>
              <a:t>svlh^k#k</a:t>
            </a:r>
            <a:r>
              <a:rPr lang="en-US" altLang="en-US" sz="3600" b="1" dirty="0"/>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SaR</a:t>
            </a:r>
            <a:r>
              <a:rPr lang="en-US" altLang="en-US" sz="3600" b="1" dirty="0">
                <a:latin typeface="MalayalamAbe" pitchFamily="18" charset="0"/>
              </a:rPr>
              <a:t>.</a:t>
            </a:r>
          </a:p>
        </p:txBody>
      </p:sp>
      <p:sp>
        <p:nvSpPr>
          <p:cNvPr id="3" name="TextBox 2">
            <a:extLst>
              <a:ext uri="{FF2B5EF4-FFF2-40B4-BE49-F238E27FC236}">
                <a16:creationId xmlns:a16="http://schemas.microsoft.com/office/drawing/2014/main" id="{F3177EB8-1FD0-530E-733E-E22B97575BEC}"/>
              </a:ext>
            </a:extLst>
          </p:cNvPr>
          <p:cNvSpPr txBox="1"/>
          <p:nvPr/>
        </p:nvSpPr>
        <p:spPr>
          <a:xfrm>
            <a:off x="419744" y="3985663"/>
            <a:ext cx="11668220" cy="2786917"/>
          </a:xfrm>
          <a:prstGeom prst="rect">
            <a:avLst/>
          </a:prstGeom>
          <a:noFill/>
        </p:spPr>
        <p:txBody>
          <a:bodyPr wrap="square">
            <a:spAutoFit/>
          </a:bodyPr>
          <a:lstStyle/>
          <a:p>
            <a:pPr marL="342900" marR="0" lvl="0" indent="-342900" algn="l" rtl="0">
              <a:lnSpc>
                <a:spcPct val="80000"/>
              </a:lnSpc>
              <a:spcBef>
                <a:spcPts val="0"/>
              </a:spcBef>
              <a:spcAft>
                <a:spcPts val="0"/>
              </a:spcAft>
              <a:buClr>
                <a:schemeClr val="dk1"/>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(Blessing the Bread) </a:t>
            </a:r>
            <a:r>
              <a:rPr lang="en-US" sz="3000" b="1" i="1" dirty="0">
                <a:latin typeface="Calibri" panose="020F0502020204030204" pitchFamily="34" charset="0"/>
                <a:ea typeface="Calibri"/>
                <a:cs typeface="Calibri" panose="020F0502020204030204" pitchFamily="34" charset="0"/>
                <a:sym typeface="Calibri"/>
              </a:rPr>
              <a:t>M</a:t>
            </a:r>
            <a:r>
              <a:rPr lang="en-US" sz="3000" b="1" i="1" u="none" strike="noStrike" cap="none" dirty="0">
                <a:latin typeface="Calibri" panose="020F0502020204030204" pitchFamily="34" charset="0"/>
                <a:ea typeface="Calibri"/>
                <a:cs typeface="Calibri" panose="020F0502020204030204" pitchFamily="34" charset="0"/>
                <a:sym typeface="Calibri"/>
              </a:rPr>
              <a:t>ay the Holy </a:t>
            </a:r>
            <a:r>
              <a:rPr lang="en-US" sz="3000" b="1" i="1" dirty="0">
                <a:latin typeface="Calibri" panose="020F0502020204030204" pitchFamily="34" charset="0"/>
                <a:ea typeface="Calibri"/>
                <a:cs typeface="Calibri" panose="020F0502020204030204" pitchFamily="34" charset="0"/>
                <a:sym typeface="Calibri"/>
              </a:rPr>
              <a:t>S</a:t>
            </a:r>
            <a:r>
              <a:rPr lang="en-US" sz="3000" b="1" i="1" u="none" strike="noStrike" cap="none" dirty="0">
                <a:latin typeface="Calibri" panose="020F0502020204030204" pitchFamily="34" charset="0"/>
                <a:ea typeface="Calibri"/>
                <a:cs typeface="Calibri" panose="020F0502020204030204" pitchFamily="34" charset="0"/>
                <a:sym typeface="Calibri"/>
              </a:rPr>
              <a:t>pirit sanctify this bread that it may be the body of our Lord </a:t>
            </a:r>
            <a:r>
              <a:rPr lang="en-US" sz="3000" b="1" i="1" dirty="0">
                <a:latin typeface="Calibri" panose="020F0502020204030204" pitchFamily="34" charset="0"/>
                <a:ea typeface="Calibri"/>
                <a:cs typeface="Calibri" panose="020F0502020204030204" pitchFamily="34" charset="0"/>
                <a:sym typeface="Calibri"/>
              </a:rPr>
              <a:t>J</a:t>
            </a:r>
            <a:r>
              <a:rPr lang="en-US" sz="3000" b="1" i="1" u="none" strike="noStrike" cap="none" dirty="0">
                <a:latin typeface="Calibri" panose="020F0502020204030204" pitchFamily="34" charset="0"/>
                <a:ea typeface="Calibri"/>
                <a:cs typeface="Calibri" panose="020F0502020204030204" pitchFamily="34" charset="0"/>
                <a:sym typeface="Calibri"/>
              </a:rPr>
              <a:t>esus </a:t>
            </a:r>
            <a:r>
              <a:rPr lang="en-US" sz="3000" b="1" i="1" dirty="0">
                <a:latin typeface="Calibri" panose="020F0502020204030204" pitchFamily="34" charset="0"/>
                <a:ea typeface="Calibri"/>
                <a:cs typeface="Calibri" panose="020F0502020204030204" pitchFamily="34" charset="0"/>
                <a:sym typeface="Calibri"/>
              </a:rPr>
              <a:t>C</a:t>
            </a:r>
            <a:r>
              <a:rPr lang="en-US" sz="3000" b="1" i="1" u="none" strike="noStrike" cap="none" dirty="0">
                <a:latin typeface="Calibri" panose="020F0502020204030204" pitchFamily="34" charset="0"/>
                <a:ea typeface="Calibri"/>
                <a:cs typeface="Calibri" panose="020F0502020204030204" pitchFamily="34" charset="0"/>
                <a:sym typeface="Calibri"/>
              </a:rPr>
              <a:t>hrist.</a:t>
            </a:r>
          </a:p>
          <a:p>
            <a:pPr marL="342900" marR="0" lvl="0" indent="-342900" algn="l" rtl="0">
              <a:lnSpc>
                <a:spcPct val="90000"/>
              </a:lnSpc>
              <a:spcBef>
                <a:spcPts val="1250"/>
              </a:spcBef>
              <a:spcAft>
                <a:spcPts val="0"/>
              </a:spcAft>
              <a:buClr>
                <a:srgbClr val="000000"/>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Amen.</a:t>
            </a:r>
          </a:p>
          <a:p>
            <a:pPr marL="342900" marR="0" lvl="0" indent="-342900" algn="l" rtl="0">
              <a:lnSpc>
                <a:spcPct val="80000"/>
              </a:lnSpc>
              <a:spcBef>
                <a:spcPts val="1000"/>
              </a:spcBef>
              <a:spcAft>
                <a:spcPts val="0"/>
              </a:spcAft>
              <a:buClr>
                <a:schemeClr val="dk1"/>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(Blessing the Chalice) </a:t>
            </a:r>
            <a:r>
              <a:rPr lang="en-US" sz="3000" b="1" i="1" dirty="0">
                <a:latin typeface="Calibri" panose="020F0502020204030204" pitchFamily="34" charset="0"/>
                <a:ea typeface="Calibri"/>
                <a:cs typeface="Calibri" panose="020F0502020204030204" pitchFamily="34" charset="0"/>
                <a:sym typeface="Calibri"/>
              </a:rPr>
              <a:t>M</a:t>
            </a:r>
            <a:r>
              <a:rPr lang="en-US" sz="3000" b="1" i="1" u="none" strike="noStrike" cap="none" dirty="0">
                <a:latin typeface="Calibri" panose="020F0502020204030204" pitchFamily="34" charset="0"/>
                <a:ea typeface="Calibri"/>
                <a:cs typeface="Calibri" panose="020F0502020204030204" pitchFamily="34" charset="0"/>
                <a:sym typeface="Calibri"/>
              </a:rPr>
              <a:t>ay the Holy </a:t>
            </a:r>
            <a:r>
              <a:rPr lang="en-US" sz="3000" b="1" i="1" dirty="0">
                <a:latin typeface="Calibri" panose="020F0502020204030204" pitchFamily="34" charset="0"/>
                <a:ea typeface="Calibri"/>
                <a:cs typeface="Calibri" panose="020F0502020204030204" pitchFamily="34" charset="0"/>
                <a:sym typeface="Calibri"/>
              </a:rPr>
              <a:t>S</a:t>
            </a:r>
            <a:r>
              <a:rPr lang="en-US" sz="3000" b="1" i="1" u="none" strike="noStrike" cap="none" dirty="0">
                <a:latin typeface="Calibri" panose="020F0502020204030204" pitchFamily="34" charset="0"/>
                <a:ea typeface="Calibri"/>
                <a:cs typeface="Calibri" panose="020F0502020204030204" pitchFamily="34" charset="0"/>
                <a:sym typeface="Calibri"/>
              </a:rPr>
              <a:t>pirit sanctify the wine in this chalice that it may be the blood of our Lord </a:t>
            </a:r>
            <a:r>
              <a:rPr lang="en-US" sz="3000" b="1" i="1" dirty="0">
                <a:latin typeface="Calibri" panose="020F0502020204030204" pitchFamily="34" charset="0"/>
                <a:ea typeface="Calibri"/>
                <a:cs typeface="Calibri" panose="020F0502020204030204" pitchFamily="34" charset="0"/>
                <a:sym typeface="Calibri"/>
              </a:rPr>
              <a:t>J</a:t>
            </a:r>
            <a:r>
              <a:rPr lang="en-US" sz="3000" b="1" i="1" u="none" strike="noStrike" cap="none" dirty="0">
                <a:latin typeface="Calibri" panose="020F0502020204030204" pitchFamily="34" charset="0"/>
                <a:ea typeface="Calibri"/>
                <a:cs typeface="Calibri" panose="020F0502020204030204" pitchFamily="34" charset="0"/>
                <a:sym typeface="Calibri"/>
              </a:rPr>
              <a:t>esus </a:t>
            </a:r>
            <a:r>
              <a:rPr lang="en-US" sz="3000" b="1" i="1" dirty="0">
                <a:latin typeface="Calibri" panose="020F0502020204030204" pitchFamily="34" charset="0"/>
                <a:ea typeface="Calibri"/>
                <a:cs typeface="Calibri" panose="020F0502020204030204" pitchFamily="34" charset="0"/>
                <a:sym typeface="Calibri"/>
              </a:rPr>
              <a:t>C</a:t>
            </a:r>
            <a:r>
              <a:rPr lang="en-US" sz="3000" b="1" i="1" u="none" strike="noStrike" cap="none" dirty="0">
                <a:latin typeface="Calibri" panose="020F0502020204030204" pitchFamily="34" charset="0"/>
                <a:ea typeface="Calibri"/>
                <a:cs typeface="Calibri" panose="020F0502020204030204" pitchFamily="34" charset="0"/>
                <a:sym typeface="Calibri"/>
              </a:rPr>
              <a:t>hrist.</a:t>
            </a:r>
          </a:p>
          <a:p>
            <a:pPr marL="342900" marR="0" lvl="0" indent="-342900" algn="l" rtl="0">
              <a:lnSpc>
                <a:spcPct val="80000"/>
              </a:lnSpc>
              <a:spcBef>
                <a:spcPts val="1000"/>
              </a:spcBef>
              <a:spcAft>
                <a:spcPts val="0"/>
              </a:spcAft>
              <a:buClr>
                <a:srgbClr val="D51900"/>
              </a:buClr>
              <a:buSzPts val="28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Amen.</a:t>
            </a:r>
            <a:endParaRPr lang="en-US" sz="3000" b="1" i="1" u="none" strike="noStrike" cap="none" dirty="0">
              <a:latin typeface="Calibri" panose="020F0502020204030204" pitchFamily="34" charset="0"/>
              <a:ea typeface="Arial"/>
              <a:cs typeface="Calibri" panose="020F0502020204030204" pitchFamily="34" charset="0"/>
              <a:sym typeface="Arial"/>
            </a:endParaRPr>
          </a:p>
        </p:txBody>
      </p:sp>
      <p:sp>
        <p:nvSpPr>
          <p:cNvPr id="5" name="TextBox 4">
            <a:extLst>
              <a:ext uri="{FF2B5EF4-FFF2-40B4-BE49-F238E27FC236}">
                <a16:creationId xmlns:a16="http://schemas.microsoft.com/office/drawing/2014/main" id="{6EC4AA94-B538-A456-A97F-D2CC9233DFA2}"/>
              </a:ext>
            </a:extLst>
          </p:cNvPr>
          <p:cNvSpPr txBox="1"/>
          <p:nvPr/>
        </p:nvSpPr>
        <p:spPr>
          <a:xfrm>
            <a:off x="6673674" y="966003"/>
            <a:ext cx="6122194" cy="1815882"/>
          </a:xfrm>
          <a:prstGeom prst="rect">
            <a:avLst/>
          </a:prstGeom>
          <a:noFill/>
        </p:spPr>
        <p:txBody>
          <a:bodyPr wrap="square">
            <a:spAutoFit/>
          </a:bodyPr>
          <a:lstStyle/>
          <a:p>
            <a:pPr rtl="0">
              <a:spcBef>
                <a:spcPts val="0"/>
              </a:spcBef>
              <a:spcAft>
                <a:spcPts val="0"/>
              </a:spcAft>
            </a:pPr>
            <a:r>
              <a:rPr lang="en-US" sz="2800" b="1" i="0" u="none" strike="noStrike" dirty="0">
                <a:solidFill>
                  <a:schemeClr val="accent6">
                    <a:lumMod val="50000"/>
                  </a:schemeClr>
                </a:solidFill>
                <a:effectLst/>
                <a:latin typeface="+mn-lt"/>
              </a:rPr>
              <a:t>P: </a:t>
            </a:r>
            <a:r>
              <a:rPr lang="en-US" sz="2800" b="1" i="0" u="none" strike="noStrike" dirty="0">
                <a:effectLst/>
                <a:latin typeface="+mn-lt"/>
              </a:rPr>
              <a:t>(Appam </a:t>
            </a:r>
            <a:r>
              <a:rPr lang="en-US" sz="2800" b="1" dirty="0" err="1">
                <a:latin typeface="+mn-lt"/>
              </a:rPr>
              <a:t>V</a:t>
            </a:r>
            <a:r>
              <a:rPr lang="en-US" sz="2800" b="1" i="0" u="none" strike="noStrike" dirty="0" err="1">
                <a:effectLst/>
                <a:latin typeface="+mn-lt"/>
              </a:rPr>
              <a:t>azhthi</a:t>
            </a:r>
            <a:r>
              <a:rPr lang="en-US" sz="2800" b="1" i="0" u="none" strike="noStrike" dirty="0">
                <a:effectLst/>
                <a:latin typeface="+mn-lt"/>
              </a:rPr>
              <a:t> </a:t>
            </a:r>
            <a:r>
              <a:rPr lang="en-US" sz="2800" b="1" dirty="0" err="1">
                <a:latin typeface="+mn-lt"/>
              </a:rPr>
              <a:t>C</a:t>
            </a:r>
            <a:r>
              <a:rPr lang="en-US" sz="2800" b="1" i="0" u="none" strike="noStrike" dirty="0" err="1">
                <a:effectLst/>
                <a:latin typeface="+mn-lt"/>
              </a:rPr>
              <a:t>hollunnu</a:t>
            </a:r>
            <a:r>
              <a:rPr lang="en-US" sz="2800" b="1" i="0" u="none" strike="noStrike" dirty="0">
                <a:effectLst/>
                <a:latin typeface="+mn-lt"/>
              </a:rPr>
              <a:t>)</a:t>
            </a:r>
            <a:endParaRPr lang="en-US" sz="2800" b="1" dirty="0">
              <a:effectLst/>
              <a:latin typeface="+mn-lt"/>
            </a:endParaRPr>
          </a:p>
          <a:p>
            <a:pPr rtl="0">
              <a:spcBef>
                <a:spcPts val="0"/>
              </a:spcBef>
              <a:spcAft>
                <a:spcPts val="0"/>
              </a:spcAft>
            </a:pPr>
            <a:r>
              <a:rPr lang="en-US" sz="2800" b="1" i="0" u="none" strike="noStrike" dirty="0">
                <a:solidFill>
                  <a:schemeClr val="accent6">
                    <a:lumMod val="50000"/>
                  </a:schemeClr>
                </a:solidFill>
                <a:effectLst/>
                <a:latin typeface="+mn-lt"/>
              </a:rPr>
              <a:t>C: </a:t>
            </a:r>
            <a:r>
              <a:rPr lang="en-US" sz="2800" b="1" i="0" u="none" strike="noStrike" dirty="0">
                <a:effectLst/>
                <a:latin typeface="+mn-lt"/>
              </a:rPr>
              <a:t>Amen.</a:t>
            </a:r>
            <a:endParaRPr lang="en-US" sz="2800" b="1" dirty="0">
              <a:effectLst/>
              <a:latin typeface="+mn-lt"/>
            </a:endParaRPr>
          </a:p>
          <a:p>
            <a:pPr rtl="0">
              <a:spcBef>
                <a:spcPts val="0"/>
              </a:spcBef>
              <a:spcAft>
                <a:spcPts val="0"/>
              </a:spcAft>
            </a:pPr>
            <a:r>
              <a:rPr lang="en-US" sz="2800" b="1" i="0" u="none" strike="noStrike" dirty="0">
                <a:solidFill>
                  <a:schemeClr val="accent6">
                    <a:lumMod val="50000"/>
                  </a:schemeClr>
                </a:solidFill>
                <a:effectLst/>
                <a:latin typeface="+mn-lt"/>
              </a:rPr>
              <a:t>P: </a:t>
            </a:r>
            <a:r>
              <a:rPr lang="en-US" sz="2800" b="1" i="0" u="none" strike="noStrike" dirty="0">
                <a:effectLst/>
                <a:latin typeface="+mn-lt"/>
              </a:rPr>
              <a:t>(</a:t>
            </a:r>
            <a:r>
              <a:rPr lang="en-US" sz="2800" b="1" i="0" u="none" strike="noStrike" dirty="0" err="1">
                <a:effectLst/>
                <a:latin typeface="+mn-lt"/>
              </a:rPr>
              <a:t>Veenju</a:t>
            </a:r>
            <a:r>
              <a:rPr lang="en-US" sz="2800" b="1" i="0" u="none" strike="noStrike" dirty="0">
                <a:effectLst/>
                <a:latin typeface="+mn-lt"/>
              </a:rPr>
              <a:t> </a:t>
            </a:r>
            <a:r>
              <a:rPr lang="en-US" sz="2800" b="1" i="0" u="none" strike="noStrike" dirty="0" err="1">
                <a:effectLst/>
                <a:latin typeface="+mn-lt"/>
              </a:rPr>
              <a:t>Vazhthi</a:t>
            </a:r>
            <a:r>
              <a:rPr lang="en-US" sz="2800" b="1" i="0" u="none" strike="noStrike" dirty="0">
                <a:effectLst/>
                <a:latin typeface="+mn-lt"/>
              </a:rPr>
              <a:t> </a:t>
            </a:r>
            <a:r>
              <a:rPr lang="en-US" sz="2800" b="1" i="0" u="none" strike="noStrike" dirty="0" err="1">
                <a:effectLst/>
                <a:latin typeface="+mn-lt"/>
              </a:rPr>
              <a:t>Chollunnu</a:t>
            </a:r>
            <a:r>
              <a:rPr lang="en-US" sz="2800" b="1" i="0" u="none" strike="noStrike" dirty="0">
                <a:effectLst/>
                <a:latin typeface="+mn-lt"/>
              </a:rPr>
              <a:t>)</a:t>
            </a:r>
            <a:endParaRPr lang="en-US" sz="2800" b="1" dirty="0">
              <a:effectLst/>
              <a:latin typeface="+mn-lt"/>
            </a:endParaRPr>
          </a:p>
          <a:p>
            <a:pPr rtl="0">
              <a:spcBef>
                <a:spcPts val="0"/>
              </a:spcBef>
              <a:spcAft>
                <a:spcPts val="0"/>
              </a:spcAft>
            </a:pPr>
            <a:r>
              <a:rPr lang="en-US" sz="2800" b="1" i="0" u="none" strike="noStrike" dirty="0">
                <a:solidFill>
                  <a:schemeClr val="accent6">
                    <a:lumMod val="50000"/>
                  </a:schemeClr>
                </a:solidFill>
                <a:effectLst/>
                <a:latin typeface="+mn-lt"/>
              </a:rPr>
              <a:t>C: </a:t>
            </a:r>
            <a:r>
              <a:rPr lang="en-US" sz="2800" b="1" i="0" u="none" strike="noStrike" dirty="0">
                <a:effectLst/>
                <a:latin typeface="+mn-lt"/>
              </a:rPr>
              <a:t>Amen.</a:t>
            </a:r>
            <a:endParaRPr lang="en-US" sz="2800" b="1" dirty="0">
              <a:effectLst/>
              <a:latin typeface="+mn-lt"/>
            </a:endParaRPr>
          </a:p>
        </p:txBody>
      </p:sp>
      <p:sp>
        <p:nvSpPr>
          <p:cNvPr id="4" name="TextBox 3">
            <a:extLst>
              <a:ext uri="{FF2B5EF4-FFF2-40B4-BE49-F238E27FC236}">
                <a16:creationId xmlns:a16="http://schemas.microsoft.com/office/drawing/2014/main" id="{C5C050EB-FFD3-DDB6-8696-D203FDED632C}"/>
              </a:ext>
            </a:extLst>
          </p:cNvPr>
          <p:cNvSpPr txBox="1"/>
          <p:nvPr/>
        </p:nvSpPr>
        <p:spPr>
          <a:xfrm>
            <a:off x="0" y="3299333"/>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Epiclesis: Calling Upon The Holy Spirit</a:t>
            </a:r>
          </a:p>
        </p:txBody>
      </p:sp>
      <p:cxnSp>
        <p:nvCxnSpPr>
          <p:cNvPr id="6" name="Straight Connector 5">
            <a:extLst>
              <a:ext uri="{FF2B5EF4-FFF2-40B4-BE49-F238E27FC236}">
                <a16:creationId xmlns:a16="http://schemas.microsoft.com/office/drawing/2014/main" id="{7D14DAC9-D021-FB22-6CDF-66828F9C8D7C}"/>
              </a:ext>
            </a:extLst>
          </p:cNvPr>
          <p:cNvCxnSpPr>
            <a:cxnSpLocks/>
            <a:endCxn id="4" idx="0"/>
          </p:cNvCxnSpPr>
          <p:nvPr/>
        </p:nvCxnSpPr>
        <p:spPr>
          <a:xfrm>
            <a:off x="6069806" y="0"/>
            <a:ext cx="26194" cy="329933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4AF4048-0C9C-EAA6-D54D-69A1A121744B}"/>
              </a:ext>
            </a:extLst>
          </p:cNvPr>
          <p:cNvSpPr txBox="1"/>
          <p:nvPr/>
        </p:nvSpPr>
        <p:spPr>
          <a:xfrm>
            <a:off x="0" y="118699"/>
            <a:ext cx="6096000" cy="523220"/>
          </a:xfrm>
          <a:prstGeom prst="rect">
            <a:avLst/>
          </a:prstGeom>
          <a:noFill/>
        </p:spPr>
        <p:txBody>
          <a:bodyPr wrap="square">
            <a:spAutoFit/>
          </a:bodyPr>
          <a:lstStyle/>
          <a:p>
            <a:pPr algn="ctr"/>
            <a:r>
              <a:rPr lang="en-US" sz="2800" b="1" u="sng" dirty="0" err="1">
                <a:solidFill>
                  <a:srgbClr val="004A0A"/>
                </a:solidFill>
                <a:latin typeface="Malayalam MN" pitchFamily="2" charset="0"/>
                <a:cs typeface="Malayalam MN" pitchFamily="2" charset="0"/>
              </a:rPr>
              <a:t>എപ്പിക്ലിസിസ്</a:t>
            </a:r>
            <a:endParaRPr lang="en-US" sz="2800" b="1" u="sng" dirty="0">
              <a:solidFill>
                <a:srgbClr val="004A0A"/>
              </a:solidFill>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96C4A31C-B875-0A0C-8444-8B79B137EC96}"/>
              </a:ext>
            </a:extLst>
          </p:cNvPr>
          <p:cNvSpPr txBox="1"/>
          <p:nvPr/>
        </p:nvSpPr>
        <p:spPr>
          <a:xfrm>
            <a:off x="6048334" y="143790"/>
            <a:ext cx="6143666" cy="553998"/>
          </a:xfrm>
          <a:prstGeom prst="rect">
            <a:avLst/>
          </a:prstGeom>
          <a:noFill/>
        </p:spPr>
        <p:txBody>
          <a:bodyPr wrap="square">
            <a:spAutoFit/>
          </a:bodyPr>
          <a:lstStyle/>
          <a:p>
            <a:pPr algn="ctr"/>
            <a:r>
              <a:rPr lang="en-US" sz="3000" b="1" u="sng" dirty="0">
                <a:solidFill>
                  <a:srgbClr val="004A0A"/>
                </a:solidFill>
                <a:latin typeface="+mn-lt"/>
              </a:rPr>
              <a:t>Epiclesis</a:t>
            </a:r>
            <a:endParaRPr lang="en-US" sz="3000" u="sng" dirty="0">
              <a:solidFill>
                <a:srgbClr val="004A0A"/>
              </a:solidFill>
            </a:endParaRP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ctrTitle"/>
          </p:nvPr>
        </p:nvSpPr>
        <p:spPr>
          <a:xfrm>
            <a:off x="900997" y="482454"/>
            <a:ext cx="12039600" cy="1447800"/>
          </a:xfrm>
        </p:spPr>
        <p:txBody>
          <a:bodyPr anchor="ctr">
            <a:noAutofit/>
          </a:bodyPr>
          <a:lstStyle/>
          <a:p>
            <a:pPr algn="l" eaLnBrk="1" hangingPunct="1"/>
            <a:r>
              <a:rPr lang="en-US" altLang="en-US" sz="4400" b="1" dirty="0">
                <a:latin typeface="MalayalamAbe" pitchFamily="18" charset="0"/>
              </a:rPr>
              <a:t>				</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36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t>)</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br>
              <a:rPr lang="en-US" altLang="en-US" sz="4400" b="1" dirty="0">
                <a:latin typeface="MalayalamAbe" pitchFamily="18" charset="0"/>
              </a:rPr>
            </a:br>
            <a:endParaRPr lang="en-US" altLang="en-US" sz="4400" b="1" dirty="0">
              <a:latin typeface="MalayalamAbe" pitchFamily="18" charset="0"/>
            </a:endParaRPr>
          </a:p>
        </p:txBody>
      </p:sp>
      <p:sp>
        <p:nvSpPr>
          <p:cNvPr id="3" name="Text Box 2">
            <a:extLst>
              <a:ext uri="{FF2B5EF4-FFF2-40B4-BE49-F238E27FC236}">
                <a16:creationId xmlns:a16="http://schemas.microsoft.com/office/drawing/2014/main" id="{C54A4F5F-BC0F-45E5-B73F-579078F1428B}"/>
              </a:ext>
            </a:extLst>
          </p:cNvPr>
          <p:cNvSpPr txBox="1">
            <a:spLocks noChangeArrowheads="1"/>
          </p:cNvSpPr>
          <p:nvPr/>
        </p:nvSpPr>
        <p:spPr bwMode="auto">
          <a:xfrm>
            <a:off x="7481371" y="131839"/>
            <a:ext cx="1257300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a:latin typeface="Calibri" pitchFamily="34" charset="0"/>
                <a:ea typeface="Ebrima" pitchFamily="2" charset="0"/>
                <a:cs typeface="Calibri" pitchFamily="34" charset="0"/>
              </a:rPr>
              <a:t>(</a:t>
            </a:r>
            <a:r>
              <a:rPr lang="en-US" sz="3200" b="1" kern="0" dirty="0" err="1">
                <a:latin typeface="Calibri" pitchFamily="34" charset="0"/>
                <a:ea typeface="Ebrima" pitchFamily="2" charset="0"/>
                <a:cs typeface="Calibri" pitchFamily="34" charset="0"/>
              </a:rPr>
              <a:t>Oru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Praarthana</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br>
              <a:rPr lang="en-US" sz="3200" b="1" kern="0" dirty="0">
                <a:latin typeface="Calibri" pitchFamily="34" charset="0"/>
                <a:ea typeface="Ebrima" pitchFamily="2" charset="0"/>
                <a:cs typeface="Calibri" pitchFamily="34" charset="0"/>
              </a:rPr>
            </a:br>
            <a:endParaRPr lang="en-US" sz="32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BC48C80A-ED58-6EC1-B17F-63AFD501E0A2}"/>
              </a:ext>
            </a:extLst>
          </p:cNvPr>
          <p:cNvSpPr txBox="1"/>
          <p:nvPr/>
        </p:nvSpPr>
        <p:spPr>
          <a:xfrm>
            <a:off x="116769" y="2928006"/>
            <a:ext cx="11924760" cy="4549964"/>
          </a:xfrm>
          <a:prstGeom prst="rect">
            <a:avLst/>
          </a:prstGeom>
          <a:noFill/>
        </p:spPr>
        <p:txBody>
          <a:bodyPr wrap="square" rtlCol="0">
            <a:spAutoFit/>
          </a:bodyPr>
          <a:lstStyle/>
          <a:p>
            <a:pPr marL="403225" indent="-403225">
              <a:lnSpc>
                <a:spcPct val="90000"/>
              </a:lnSpc>
              <a:spcBef>
                <a:spcPts val="0"/>
              </a:spcBef>
              <a:spcAft>
                <a:spcPts val="0"/>
              </a:spcAft>
              <a:buClr>
                <a:srgbClr val="000000"/>
              </a:buClr>
              <a:buSzPts val="3200"/>
            </a:pPr>
            <a:r>
              <a:rPr lang="en-US" sz="3000" b="1" i="1" dirty="0">
                <a:solidFill>
                  <a:schemeClr val="accent6">
                    <a:lumMod val="50000"/>
                  </a:schemeClr>
                </a:solidFill>
                <a:latin typeface="+mn-lt"/>
              </a:rPr>
              <a:t>*An alternative prayer or the following:</a:t>
            </a:r>
            <a:endParaRPr lang="en-US" sz="3000" b="1" i="1" u="none" strike="noStrike" cap="none" dirty="0">
              <a:solidFill>
                <a:schemeClr val="accent6">
                  <a:lumMod val="50000"/>
                </a:schemeClr>
              </a:solidFill>
              <a:latin typeface="+mn-lt"/>
              <a:ea typeface="Calibri"/>
              <a:cs typeface="Times New Roman" panose="02020603050405020304" pitchFamily="18" charset="0"/>
              <a:sym typeface="Calibri"/>
            </a:endParaRPr>
          </a:p>
          <a:p>
            <a:pPr marL="403225" marR="0" lvl="0" indent="-403225" algn="l" rtl="0">
              <a:lnSpc>
                <a:spcPct val="9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(A Prayer) O Lord, sanctify the bodies and souls of those who receive these gifts that they may bear fruit for the stability of Your holy church. Establish ever firmly Your holy church founded on the rock of faith, against which the gates of hell shall not prevail, and preserve her to the end from strife and error. To You, with the Son, and the Holy Spirit, we will offer praise and thanksgiving both now and forever.</a:t>
            </a:r>
          </a:p>
          <a:p>
            <a:pPr marL="403225" marR="0" lvl="0" indent="-403225" algn="l" rtl="0">
              <a:lnSpc>
                <a:spcPct val="900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Amen. </a:t>
            </a:r>
            <a:endParaRPr lang="en-US" sz="3000" b="1" i="1" u="none" strike="noStrike" cap="none" dirty="0">
              <a:latin typeface="+mn-lt"/>
              <a:ea typeface="Arial"/>
              <a:cs typeface="Times New Roman" panose="02020603050405020304" pitchFamily="18" charset="0"/>
              <a:sym typeface="Arial"/>
            </a:endParaRPr>
          </a:p>
          <a:p>
            <a:pPr marL="403225" marR="0" lvl="0" indent="-403225" algn="l" rtl="0">
              <a:lnSpc>
                <a:spcPct val="90000"/>
              </a:lnSpc>
              <a:spcBef>
                <a:spcPts val="1000"/>
              </a:spcBef>
              <a:spcAft>
                <a:spcPts val="0"/>
              </a:spcAft>
              <a:buClr>
                <a:srgbClr val="3F3F3F"/>
              </a:buClr>
              <a:buSzPts val="3200"/>
              <a:buFont typeface="Arial"/>
              <a:buNone/>
            </a:pPr>
            <a:endParaRPr lang="en-US" sz="3000" b="1" i="1" u="none" strike="noStrike" cap="none" dirty="0">
              <a:latin typeface="+mn-lt"/>
              <a:ea typeface="Calibri"/>
              <a:cs typeface="Times New Roman" panose="02020603050405020304" pitchFamily="18" charset="0"/>
              <a:sym typeface="Calibri"/>
            </a:endParaRPr>
          </a:p>
          <a:p>
            <a:endParaRPr lang="en-US" sz="3000" b="1" i="1" dirty="0">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448E2812-EBCB-69C6-7078-F50F4CC2CEA3}"/>
              </a:ext>
            </a:extLst>
          </p:cNvPr>
          <p:cNvSpPr txBox="1"/>
          <p:nvPr/>
        </p:nvSpPr>
        <p:spPr>
          <a:xfrm>
            <a:off x="0" y="233953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86563D4B-FF13-1E6A-9BFC-B969272B9760}"/>
              </a:ext>
            </a:extLst>
          </p:cNvPr>
          <p:cNvCxnSpPr>
            <a:cxnSpLocks/>
            <a:endCxn id="5" idx="0"/>
          </p:cNvCxnSpPr>
          <p:nvPr/>
        </p:nvCxnSpPr>
        <p:spPr>
          <a:xfrm>
            <a:off x="6096000" y="0"/>
            <a:ext cx="0" cy="233953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A1A7B6-7044-4F40-A946-13C567A298F0}"/>
              </a:ext>
            </a:extLst>
          </p:cNvPr>
          <p:cNvSpPr/>
          <p:nvPr/>
        </p:nvSpPr>
        <p:spPr>
          <a:xfrm>
            <a:off x="44376" y="739539"/>
            <a:ext cx="5993498" cy="3166243"/>
          </a:xfrm>
          <a:prstGeom prst="rect">
            <a:avLst/>
          </a:prstGeom>
        </p:spPr>
        <p:txBody>
          <a:bodyPr wrap="square" lIns="76190" tIns="38096" rIns="76190" bIns="38096">
            <a:spAutoFit/>
          </a:bodyPr>
          <a:lstStyle/>
          <a:p>
            <a:pPr algn="ctr" defTabSz="380950" eaLnBrk="0" hangingPunct="0">
              <a:lnSpc>
                <a:spcPts val="2999"/>
              </a:lnSpc>
              <a:buClr>
                <a:srgbClr val="000000"/>
              </a:buClr>
              <a:buSzPct val="100000"/>
              <a:defRPr/>
            </a:pPr>
            <a:r>
              <a:rPr lang="en-US" altLang="en-US" sz="2800" b="1" dirty="0">
                <a:solidFill>
                  <a:schemeClr val="accent6">
                    <a:lumMod val="50000"/>
                  </a:schemeClr>
                </a:solidFill>
                <a:latin typeface="MalayalamAbe" pitchFamily="18" charset="0"/>
              </a:rPr>
              <a:t>Ck. </a:t>
            </a:r>
            <a:r>
              <a:rPr lang="en-US" altLang="en-US" sz="2800" b="1" dirty="0" err="1">
                <a:latin typeface="MalayalamAbe" pitchFamily="18" charset="0"/>
              </a:rPr>
              <a:t>dG</a:t>
            </a:r>
            <a:r>
              <a:rPr lang="en-US" altLang="en-US" sz="2800" b="1" dirty="0">
                <a:latin typeface="MalayalamAbe" pitchFamily="18" charset="0"/>
              </a:rPr>
              <a:t>\</a:t>
            </a:r>
            <a:r>
              <a:rPr lang="en-US" altLang="en-US" sz="2800" b="1" dirty="0" err="1">
                <a:latin typeface="MalayalamAbe" pitchFamily="18" charset="0"/>
              </a:rPr>
              <a:t>lSi</a:t>
            </a:r>
            <a:r>
              <a:rPr lang="en-US" altLang="en-US" sz="2800" b="1" dirty="0">
                <a:latin typeface="MalayalamAbe" pitchFamily="18" charset="0"/>
              </a:rPr>
              <a:t>, </a:t>
            </a:r>
            <a:r>
              <a:rPr lang="en-US" altLang="en-US" sz="2800" b="1" dirty="0" err="1">
                <a:latin typeface="MalayalamAbe" pitchFamily="18" charset="0"/>
              </a:rPr>
              <a:t>rlhk</a:t>
            </a:r>
            <a:r>
              <a:rPr lang="en-US" altLang="en-US" sz="2800" b="1" dirty="0">
                <a:latin typeface="MalayalamAbe" pitchFamily="18" charset="0"/>
              </a:rPr>
              <a:t>&gt;</a:t>
            </a:r>
            <a:r>
              <a:rPr lang="en-US" altLang="en-US" sz="2800" b="1" dirty="0" err="1">
                <a:latin typeface="MalayalamAbe" pitchFamily="18" charset="0"/>
              </a:rPr>
              <a:t>lz</a:t>
            </a:r>
            <a:r>
              <a:rPr lang="en-US" altLang="en-US" sz="2800" b="1" dirty="0">
                <a:latin typeface="MalayalamAbe" pitchFamily="18" charset="0"/>
              </a:rPr>
              <a:t>*</a:t>
            </a:r>
            <a:r>
              <a:rPr lang="en-US" altLang="en-US" sz="2800" b="1" dirty="0" err="1">
                <a:latin typeface="MalayalamAbe" pitchFamily="18" charset="0"/>
              </a:rPr>
              <a:t>xj-hkak</a:t>
            </a:r>
            <a:r>
              <a:rPr lang="en-US" altLang="en-US" sz="2800" b="1" dirty="0">
                <a:latin typeface="MalayalamAbe" pitchFamily="18" charset="0"/>
              </a:rPr>
              <a:t>= </a:t>
            </a:r>
            <a:r>
              <a:rPr lang="en-US" altLang="en-US" sz="2800" b="1" dirty="0" err="1">
                <a:latin typeface="MalayalamAbe" pitchFamily="18" charset="0"/>
              </a:rPr>
              <a:t>ijCk</a:t>
            </a:r>
            <a:r>
              <a:rPr lang="en-US" altLang="en-US" sz="2800" b="1" dirty="0" err="1">
                <a:latin typeface="Kerala" pitchFamily="2" charset="0"/>
              </a:rPr>
              <a:t>i</a:t>
            </a:r>
            <a:r>
              <a:rPr lang="en-US" altLang="en-US" sz="2800" b="1" dirty="0">
                <a:latin typeface="Kerala" pitchFamily="2" charset="0"/>
              </a:rPr>
              <a:t> </a:t>
            </a:r>
            <a:r>
              <a:rPr lang="en-US" altLang="en-US" sz="2800" b="1" dirty="0">
                <a:latin typeface="MalayalamAbe" pitchFamily="18" charset="0"/>
              </a:rPr>
              <a:t>c&gt;</a:t>
            </a:r>
            <a:r>
              <a:rPr lang="en-US" altLang="en-US" sz="2800" b="1" dirty="0" err="1">
                <a:latin typeface="MalayalamAbe" pitchFamily="18" charset="0"/>
              </a:rPr>
              <a:t>su</a:t>
            </a:r>
            <a:r>
              <a:rPr lang="en-US" altLang="en-US" sz="2800" b="1" dirty="0">
                <a:latin typeface="MalayalamAbe" pitchFamily="18" charset="0"/>
              </a:rPr>
              <a:t> </a:t>
            </a:r>
            <a:r>
              <a:rPr lang="en-US" altLang="en-US" sz="2800" b="1" dirty="0" err="1">
                <a:latin typeface="MalayalamAbe" pitchFamily="18" charset="0"/>
              </a:rPr>
              <a:t>Saujv</a:t>
            </a:r>
            <a:r>
              <a:rPr lang="en-US" altLang="en-US" sz="2800" b="1" dirty="0">
                <a:latin typeface="MalayalamAbe" pitchFamily="18" charset="0"/>
              </a:rPr>
              <a:t>&amp;[ &gt;</a:t>
            </a:r>
            <a:r>
              <a:rPr lang="en-US" altLang="en-US" sz="2800" b="1" dirty="0" err="1">
                <a:latin typeface="MalayalamAbe" pitchFamily="18" charset="0"/>
              </a:rPr>
              <a:t>gj</a:t>
            </a:r>
            <a:r>
              <a:rPr lang="en-US" altLang="en-US" sz="2800" b="1" dirty="0">
                <a:latin typeface="MalayalamAbe" pitchFamily="18" charset="0"/>
              </a:rPr>
              <a:t>)</a:t>
            </a:r>
            <a:r>
              <a:rPr lang="en-US" altLang="en-US" sz="2800" b="1" dirty="0" err="1">
                <a:latin typeface="MalayalamAbe" pitchFamily="18" charset="0"/>
              </a:rPr>
              <a:t>k#iglu</a:t>
            </a:r>
            <a:r>
              <a:rPr lang="en-US" altLang="en-US" sz="2800" b="1" dirty="0">
                <a:latin typeface="MalayalamAbe" pitchFamily="18" charset="0"/>
              </a:rPr>
              <a:t> </a:t>
            </a:r>
            <a:r>
              <a:rPr lang="en-US" altLang="en-US" sz="2800" b="1" dirty="0" err="1">
                <a:latin typeface="MalayalamAbe" pitchFamily="18" charset="0"/>
              </a:rPr>
              <a:t>cdh</a:t>
            </a:r>
            <a:r>
              <a:rPr lang="en-US" altLang="en-US" sz="2800" b="1" dirty="0">
                <a:latin typeface="MalayalamAbe" pitchFamily="18" charset="0"/>
              </a:rPr>
              <a:t> </a:t>
            </a:r>
            <a:r>
              <a:rPr lang="en-US" altLang="en-US" sz="2800" b="1" dirty="0" err="1">
                <a:latin typeface="MalayalamAbe" pitchFamily="18" charset="0"/>
              </a:rPr>
              <a:t>SaH</a:t>
            </a:r>
            <a:r>
              <a:rPr lang="en-US" altLang="en-US" sz="2800" b="1" dirty="0">
                <a:latin typeface="MalayalamAbe" pitchFamily="18" charset="0"/>
              </a:rPr>
              <a:t>/M)</a:t>
            </a:r>
            <a:r>
              <a:rPr lang="en-US" altLang="en-US" sz="2800" b="1" dirty="0" err="1">
                <a:latin typeface="MalayalamAbe" pitchFamily="18" charset="0"/>
              </a:rPr>
              <a:t>lSguk</a:t>
            </a:r>
            <a:r>
              <a:rPr lang="en-US" altLang="en-US" sz="2800" b="1" dirty="0">
                <a:latin typeface="MalayalamAbe" pitchFamily="18" charset="0"/>
              </a:rPr>
              <a:t>;, </a:t>
            </a:r>
            <a:r>
              <a:rPr lang="en-US" altLang="en-US" sz="2800" b="1" dirty="0" err="1">
                <a:latin typeface="MalayalamAbe" pitchFamily="18" charset="0"/>
              </a:rPr>
              <a:t>T#k</a:t>
            </a:r>
            <a:r>
              <a:rPr lang="en-US" altLang="en-US" sz="2800" b="1" dirty="0">
                <a:latin typeface="MalayalamAbe" pitchFamily="18" charset="0"/>
              </a:rPr>
              <a:t> B*</a:t>
            </a:r>
            <a:r>
              <a:rPr lang="en-US" altLang="en-US" sz="2800" b="1" dirty="0" err="1">
                <a:latin typeface="MalayalamAbe" pitchFamily="18" charset="0"/>
              </a:rPr>
              <a:t>sx</a:t>
            </a:r>
            <a:r>
              <a:rPr lang="en-US" altLang="en-US" sz="2800" b="1" dirty="0">
                <a:latin typeface="MalayalamAbe" pitchFamily="18" charset="0"/>
              </a:rPr>
              <a:t> &gt;</a:t>
            </a:r>
            <a:r>
              <a:rPr lang="en-US" altLang="en-US" sz="2800" b="1" dirty="0" err="1">
                <a:latin typeface="MalayalamAbe" pitchFamily="18" charset="0"/>
              </a:rPr>
              <a:t>gj</a:t>
            </a:r>
            <a:r>
              <a:rPr lang="en-US" altLang="en-US" sz="2800" b="1" dirty="0">
                <a:latin typeface="MalayalamAbe" pitchFamily="18" charset="0"/>
              </a:rPr>
              <a:t>)k# B*</a:t>
            </a:r>
            <a:r>
              <a:rPr lang="en-US" altLang="en-US" sz="2800" b="1" dirty="0" err="1">
                <a:latin typeface="MalayalamAbe" pitchFamily="18" charset="0"/>
              </a:rPr>
              <a:t>xksm</a:t>
            </a:r>
            <a:r>
              <a:rPr lang="en-US" altLang="en-US" sz="2800" b="1" dirty="0">
                <a:latin typeface="MalayalamAbe" pitchFamily="18" charset="0"/>
              </a:rPr>
              <a:t> </a:t>
            </a:r>
            <a:r>
              <a:rPr lang="en-US" altLang="en-US" sz="2800" b="1" dirty="0" err="1">
                <a:latin typeface="MalayalamAbe" pitchFamily="18" charset="0"/>
              </a:rPr>
              <a:t>ejflilu</a:t>
            </a:r>
            <a:r>
              <a:rPr lang="en-US" altLang="en-US" sz="2800" b="1" dirty="0">
                <a:latin typeface="MalayalamAbe" pitchFamily="18" charset="0"/>
              </a:rPr>
              <a:t> </a:t>
            </a:r>
            <a:r>
              <a:rPr lang="en-US" altLang="en-US" sz="2800" b="1" dirty="0" err="1">
                <a:latin typeface="MalayalamAbe" pitchFamily="18" charset="0"/>
              </a:rPr>
              <a:t>fjSul</a:t>
            </a:r>
            <a:r>
              <a:rPr lang="en-US" altLang="en-US" sz="2800" b="1" dirty="0">
                <a:latin typeface="MalayalamAbe" pitchFamily="18" charset="0"/>
              </a:rPr>
              <a:t>-S}l&lt;</a:t>
            </a:r>
            <a:r>
              <a:rPr lang="en-US" altLang="en-US" sz="2800" b="1" dirty="0" err="1">
                <a:latin typeface="MalayalamAbe" pitchFamily="18" charset="0"/>
              </a:rPr>
              <a:t>Uc</a:t>
            </a:r>
            <a:r>
              <a:rPr lang="en-US" altLang="en-US" sz="2800" b="1" dirty="0">
                <a:latin typeface="MalayalamAbe" pitchFamily="18" charset="0"/>
              </a:rPr>
              <a:t>[ </a:t>
            </a:r>
            <a:r>
              <a:rPr lang="en-US" altLang="en-US" sz="2800" b="1" dirty="0" err="1">
                <a:latin typeface="MalayalamAbe" pitchFamily="18" charset="0"/>
              </a:rPr>
              <a:t>alGS</a:t>
            </a:r>
            <a:r>
              <a:rPr lang="en-US" altLang="en-US" sz="2800" b="1" dirty="0">
                <a:latin typeface="MalayalamAbe" pitchFamily="18" charset="0"/>
              </a:rPr>
              <a:t>\l+ </a:t>
            </a:r>
            <a:r>
              <a:rPr lang="en-US" altLang="en-US" sz="2800" b="1" dirty="0" err="1">
                <a:latin typeface="MalayalamAbe" pitchFamily="18" charset="0"/>
              </a:rPr>
              <a:t>saYflS</a:t>
            </a:r>
            <a:r>
              <a:rPr lang="en-US" altLang="en-US" sz="2800" b="1" dirty="0">
                <a:latin typeface="MalayalamAbe" pitchFamily="18" charset="0"/>
              </a:rPr>
              <a:t>/l-</a:t>
            </a:r>
            <a:r>
              <a:rPr lang="en-US" altLang="en-US" sz="2800" b="1" dirty="0" err="1">
                <a:latin typeface="MalayalamAbe" pitchFamily="18" charset="0"/>
              </a:rPr>
              <a:t>hJ</a:t>
            </a:r>
            <a:r>
              <a:rPr lang="en-US" altLang="en-US" sz="2800" b="1" dirty="0">
                <a:latin typeface="MalayalamAbe" pitchFamily="18" charset="0"/>
              </a:rPr>
              <a:t>\</a:t>
            </a:r>
            <a:r>
              <a:rPr lang="en-US" altLang="en-US" sz="2800" b="1" dirty="0" err="1">
                <a:latin typeface="MalayalamAbe" pitchFamily="18" charset="0"/>
              </a:rPr>
              <a:t>lSuuk</a:t>
            </a:r>
            <a:r>
              <a:rPr lang="en-US" altLang="en-US" sz="2800" b="1" dirty="0">
                <a:latin typeface="MalayalamAbe" pitchFamily="18" charset="0"/>
              </a:rPr>
              <a:t>;, B*</a:t>
            </a:r>
            <a:r>
              <a:rPr lang="en-US" altLang="en-US" sz="2800" b="1" dirty="0" err="1">
                <a:latin typeface="MalayalamAbe" pitchFamily="18" charset="0"/>
              </a:rPr>
              <a:t>xkaluj</a:t>
            </a:r>
            <a:r>
              <a:rPr lang="en-US" altLang="en-US" sz="2800" b="1" dirty="0">
                <a:latin typeface="MalayalamAbe" pitchFamily="18" charset="0"/>
              </a:rPr>
              <a:t> </a:t>
            </a:r>
            <a:r>
              <a:rPr lang="en-US" altLang="en-US" sz="2800" b="1" dirty="0" err="1">
                <a:latin typeface="MalayalamAbe" pitchFamily="18" charset="0"/>
              </a:rPr>
              <a:t>c;cGz</a:t>
            </a:r>
            <a:r>
              <a:rPr lang="en-US" altLang="en-US" sz="2800" b="1" dirty="0">
                <a:latin typeface="MalayalamAbe" pitchFamily="18" charset="0"/>
              </a:rPr>
              <a:t>-\</a:t>
            </a:r>
            <a:r>
              <a:rPr lang="en-US" altLang="en-US" sz="2800" b="1" dirty="0" err="1">
                <a:latin typeface="MalayalamAbe" pitchFamily="18" charset="0"/>
              </a:rPr>
              <a:t>jhk</a:t>
            </a:r>
            <a:r>
              <a:rPr lang="en-US" altLang="en-US" sz="2800" b="1" dirty="0">
                <a:latin typeface="MalayalamAbe" pitchFamily="18" charset="0"/>
              </a:rPr>
              <a:t>= </a:t>
            </a:r>
            <a:r>
              <a:rPr lang="en-US" altLang="en-US" sz="2800" b="1" dirty="0" err="1">
                <a:latin typeface="MalayalamAbe" pitchFamily="18" charset="0"/>
              </a:rPr>
              <a:t>cj</a:t>
            </a:r>
            <a:r>
              <a:rPr lang="en-US" altLang="en-US" sz="2800" b="1" dirty="0">
                <a:latin typeface="MalayalamAbe" pitchFamily="18" charset="0"/>
              </a:rPr>
              <a:t>. </a:t>
            </a:r>
            <a:r>
              <a:rPr lang="en-US" altLang="en-US" sz="2800" b="1" dirty="0" err="1">
                <a:latin typeface="MalayalamAbe" pitchFamily="18" charset="0"/>
              </a:rPr>
              <a:t>tc</a:t>
            </a:r>
            <a:r>
              <a:rPr lang="en-US" altLang="en-US" sz="2800" b="1" dirty="0">
                <a:latin typeface="MalayalamAbe" pitchFamily="18" charset="0"/>
              </a:rPr>
              <a:t>[. </a:t>
            </a:r>
            <a:r>
              <a:rPr lang="en-US" altLang="en-US" sz="2800" b="1" dirty="0" err="1">
                <a:latin typeface="MalayalamAbe" pitchFamily="18" charset="0"/>
              </a:rPr>
              <a:t>st.</a:t>
            </a:r>
            <a:r>
              <a:rPr lang="en-US" altLang="en-US" sz="2800" b="1" dirty="0">
                <a:latin typeface="MalayalamAbe" pitchFamily="18" charset="0"/>
              </a:rPr>
              <a:t> - </a:t>
            </a:r>
            <a:r>
              <a:rPr lang="en-US" altLang="en-US" sz="2800" b="1" dirty="0" err="1">
                <a:latin typeface="MalayalamAbe" pitchFamily="18" charset="0"/>
              </a:rPr>
              <a:t>cj</a:t>
            </a:r>
            <a:r>
              <a:rPr lang="en-US" altLang="en-US" sz="2800" b="1" dirty="0">
                <a:latin typeface="MalayalamAbe" pitchFamily="18" charset="0"/>
              </a:rPr>
              <a:t>. </a:t>
            </a:r>
            <a:r>
              <a:rPr lang="en-US" altLang="en-US" sz="2800" b="1" dirty="0" err="1">
                <a:latin typeface="MalayalamAbe" pitchFamily="18" charset="0"/>
              </a:rPr>
              <a:t>tR.</a:t>
            </a:r>
            <a:r>
              <a:rPr lang="en-US" altLang="en-US" sz="2800" b="1" dirty="0">
                <a:latin typeface="MalayalamAbe" pitchFamily="18" charset="0"/>
              </a:rPr>
              <a:t> </a:t>
            </a:r>
            <a:r>
              <a:rPr lang="en-US" altLang="en-US" sz="2800" b="1" dirty="0" err="1">
                <a:latin typeface="MalayalamAbe" pitchFamily="18" charset="0"/>
              </a:rPr>
              <a:t>st.</a:t>
            </a:r>
            <a:r>
              <a:rPr lang="en-US" altLang="en-US" sz="2800" b="1" dirty="0">
                <a:latin typeface="MalayalamAbe" pitchFamily="18" charset="0"/>
              </a:rPr>
              <a:t> c&gt;</a:t>
            </a:r>
            <a:r>
              <a:rPr lang="en-US" altLang="en-US" sz="2800" b="1" dirty="0" err="1">
                <a:latin typeface="MalayalamAbe" pitchFamily="18" charset="0"/>
              </a:rPr>
              <a:t>dxksm</a:t>
            </a:r>
            <a:r>
              <a:rPr lang="en-US" altLang="en-US" sz="2800" b="1" dirty="0">
                <a:latin typeface="MalayalamAbe" pitchFamily="18" charset="0"/>
              </a:rPr>
              <a:t> Sal}</a:t>
            </a:r>
            <a:r>
              <a:rPr lang="en-US" altLang="en-US" sz="2800" b="1" dirty="0" err="1">
                <a:latin typeface="MalayalamAbe" pitchFamily="18" charset="0"/>
              </a:rPr>
              <a:t>SyMGalSguk</a:t>
            </a:r>
            <a:r>
              <a:rPr lang="en-US" altLang="en-US" sz="2800" b="1" dirty="0">
                <a:latin typeface="MalayalamAbe" pitchFamily="18" charset="0"/>
              </a:rPr>
              <a:t>;…</a:t>
            </a:r>
            <a:endParaRPr lang="pt-BR" sz="2800" b="1" kern="0" dirty="0">
              <a:latin typeface="ML-TTKarthika" pitchFamily="82" charset="0"/>
            </a:endParaRPr>
          </a:p>
        </p:txBody>
      </p:sp>
      <p:sp>
        <p:nvSpPr>
          <p:cNvPr id="9" name="Text Box 2">
            <a:extLst>
              <a:ext uri="{FF2B5EF4-FFF2-40B4-BE49-F238E27FC236}">
                <a16:creationId xmlns:a16="http://schemas.microsoft.com/office/drawing/2014/main" id="{051ACECF-7D09-40B0-A8E0-454BC3275C7E}"/>
              </a:ext>
            </a:extLst>
          </p:cNvPr>
          <p:cNvSpPr txBox="1">
            <a:spLocks noChangeArrowheads="1"/>
          </p:cNvSpPr>
          <p:nvPr/>
        </p:nvSpPr>
        <p:spPr bwMode="auto">
          <a:xfrm>
            <a:off x="6154122" y="685268"/>
            <a:ext cx="5993502" cy="3274787"/>
          </a:xfrm>
          <a:prstGeom prst="rect">
            <a:avLst/>
          </a:prstGeom>
          <a:noFill/>
          <a:ln w="9525">
            <a:noFill/>
            <a:miter lim="800000"/>
            <a:headEnd/>
            <a:tailEnd/>
          </a:ln>
          <a:effectLst/>
        </p:spPr>
        <p:txBody>
          <a:bodyPr wrap="square" lIns="111402" tIns="55743" rIns="111402" bIns="55743">
            <a:spAutoFit/>
          </a:bodyPr>
          <a:lstStyle/>
          <a:p>
            <a:pPr algn="ctr">
              <a:lnSpc>
                <a:spcPts val="3099"/>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D: </a:t>
            </a:r>
            <a:r>
              <a:rPr lang="en-US" b="1" kern="0" dirty="0" err="1">
                <a:latin typeface="Calibri" pitchFamily="34" charset="0"/>
                <a:ea typeface="Ebrima" pitchFamily="2" charset="0"/>
                <a:cs typeface="Calibri" pitchFamily="34" charset="0"/>
              </a:rPr>
              <a:t>Karthaave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naalu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bhaagangalhilum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ullha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vishudha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sabhaye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meyichu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bharikkunnavar-aaya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sakala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melpattakkaareyum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innu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bharikkunna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njangalhude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pithaavaaya</a:t>
            </a:r>
            <a:r>
              <a:rPr lang="en-US" b="1" kern="0" dirty="0">
                <a:latin typeface="Calibri" pitchFamily="34" charset="0"/>
                <a:ea typeface="Ebrima" pitchFamily="2" charset="0"/>
                <a:cs typeface="Calibri" pitchFamily="34" charset="0"/>
              </a:rPr>
              <a:t> Theodosius Mar Thoma </a:t>
            </a:r>
            <a:r>
              <a:rPr lang="en-US" b="1" kern="0" dirty="0" err="1">
                <a:latin typeface="Calibri" pitchFamily="34" charset="0"/>
                <a:ea typeface="Ebrima" pitchFamily="2" charset="0"/>
                <a:cs typeface="Calibri" pitchFamily="34" charset="0"/>
              </a:rPr>
              <a:t>Methraappolithaayeyum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njangalhummayi</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samsargathil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ullha</a:t>
            </a:r>
            <a:r>
              <a:rPr lang="en-US" b="1" kern="0" dirty="0">
                <a:latin typeface="Calibri" pitchFamily="34" charset="0"/>
                <a:ea typeface="Ebrima" pitchFamily="2" charset="0"/>
                <a:cs typeface="Calibri" pitchFamily="34" charset="0"/>
              </a:rPr>
              <a:t> C.S.I. - C.N.I. </a:t>
            </a:r>
            <a:r>
              <a:rPr lang="en-US" b="1" kern="0" dirty="0" err="1">
                <a:latin typeface="Calibri" pitchFamily="34" charset="0"/>
                <a:ea typeface="Ebrima" pitchFamily="2" charset="0"/>
                <a:cs typeface="Calibri" pitchFamily="34" charset="0"/>
              </a:rPr>
              <a:t>sabhakalhude</a:t>
            </a:r>
            <a:r>
              <a:rPr lang="en-US" b="1" kern="0" dirty="0">
                <a:latin typeface="Calibri" pitchFamily="34" charset="0"/>
                <a:ea typeface="Ebrima" pitchFamily="2" charset="0"/>
                <a:cs typeface="Calibri" pitchFamily="34" charset="0"/>
              </a:rPr>
              <a:t> moderator-</a:t>
            </a:r>
            <a:r>
              <a:rPr lang="en-US" b="1" kern="0" dirty="0" err="1">
                <a:latin typeface="Calibri" pitchFamily="34" charset="0"/>
                <a:ea typeface="Ebrima" pitchFamily="2" charset="0"/>
                <a:cs typeface="Calibri" pitchFamily="34" charset="0"/>
              </a:rPr>
              <a:t>maareyum</a:t>
            </a:r>
            <a:r>
              <a:rPr lang="en-US" b="1" kern="0" dirty="0">
                <a:latin typeface="Calibri" pitchFamily="34" charset="0"/>
                <a:ea typeface="Ebrima" pitchFamily="2" charset="0"/>
                <a:cs typeface="Calibri" pitchFamily="34" charset="0"/>
              </a:rPr>
              <a:t>...</a:t>
            </a:r>
            <a:endParaRPr lang="en-US" b="1" kern="0" dirty="0">
              <a:latin typeface="+mj-lt"/>
              <a:ea typeface="Ebrima" pitchFamily="2" charset="0"/>
              <a:cs typeface="Calibri" pitchFamily="34" charset="0"/>
            </a:endParaRPr>
          </a:p>
        </p:txBody>
      </p:sp>
      <p:sp>
        <p:nvSpPr>
          <p:cNvPr id="7" name="TextBox 6">
            <a:extLst>
              <a:ext uri="{FF2B5EF4-FFF2-40B4-BE49-F238E27FC236}">
                <a16:creationId xmlns:a16="http://schemas.microsoft.com/office/drawing/2014/main" id="{B704691C-EC27-DD68-46D8-349456D7106A}"/>
              </a:ext>
            </a:extLst>
          </p:cNvPr>
          <p:cNvSpPr txBox="1"/>
          <p:nvPr/>
        </p:nvSpPr>
        <p:spPr>
          <a:xfrm>
            <a:off x="520765" y="4712297"/>
            <a:ext cx="11266714" cy="1938992"/>
          </a:xfrm>
          <a:prstGeom prst="rect">
            <a:avLst/>
          </a:prstGeom>
          <a:noFill/>
        </p:spPr>
        <p:txBody>
          <a:bodyPr wrap="square">
            <a:spAutoFit/>
          </a:bodyPr>
          <a:lstStyle/>
          <a:p>
            <a:pPr algn="ct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D: </a:t>
            </a:r>
            <a:r>
              <a:rPr lang="en-US" sz="3000" b="1" i="1" u="none" strike="noStrike" cap="none" dirty="0">
                <a:latin typeface="Calibri" panose="020F0502020204030204" pitchFamily="34" charset="0"/>
                <a:ea typeface="Calibri"/>
                <a:cs typeface="Calibri" panose="020F0502020204030204" pitchFamily="34" charset="0"/>
                <a:sym typeface="Calibri"/>
              </a:rPr>
              <a:t>Look with mercy, O Lord on Your holy church throughout the world, on all the bishops who bear the burden of leading and guiding her; Especially our father in God, Theodosius Mar Thoma Metropolitan, the moderators of CSI and CNI...</a:t>
            </a:r>
            <a:endParaRPr lang="en-US" sz="3000" b="1" i="1"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024DFA4-3890-FE1F-8D6A-AEC082043BE2}"/>
              </a:ext>
            </a:extLst>
          </p:cNvPr>
          <p:cNvSpPr txBox="1"/>
          <p:nvPr/>
        </p:nvSpPr>
        <p:spPr>
          <a:xfrm>
            <a:off x="1276426" y="65505"/>
            <a:ext cx="6129338" cy="615553"/>
          </a:xfrm>
          <a:prstGeom prst="rect">
            <a:avLst/>
          </a:prstGeom>
          <a:noFill/>
        </p:spPr>
        <p:txBody>
          <a:bodyPr wrap="square">
            <a:spAutoFit/>
          </a:bodyPr>
          <a:lstStyle/>
          <a:p>
            <a:r>
              <a:rPr lang="en-US" altLang="en-US" sz="3400" b="1" u="sng" dirty="0" err="1">
                <a:solidFill>
                  <a:schemeClr val="accent6">
                    <a:lumMod val="50000"/>
                  </a:schemeClr>
                </a:solidFill>
                <a:latin typeface="MalayalamAbe" pitchFamily="18" charset="0"/>
              </a:rPr>
              <a:t>YeSfUd</a:t>
            </a:r>
            <a:r>
              <a:rPr lang="en-US" altLang="en-US" sz="3400" b="1" u="sng" dirty="0">
                <a:solidFill>
                  <a:schemeClr val="accent6">
                    <a:lumMod val="50000"/>
                  </a:schemeClr>
                </a:solidFill>
                <a:latin typeface="MalayalamAbe" pitchFamily="18" charset="0"/>
              </a:rPr>
              <a:t> </a:t>
            </a:r>
            <a:r>
              <a:rPr lang="en-US" altLang="en-US" sz="3400" b="1" u="sng" dirty="0" err="1">
                <a:solidFill>
                  <a:schemeClr val="accent6">
                    <a:lumMod val="50000"/>
                  </a:schemeClr>
                </a:solidFill>
                <a:latin typeface="MalayalamAbe" pitchFamily="18" charset="0"/>
              </a:rPr>
              <a:t>LSe</a:t>
            </a:r>
            <a:r>
              <a:rPr lang="en-US" altLang="en-US" sz="3400" b="1" u="sng" dirty="0" err="1">
                <a:solidFill>
                  <a:schemeClr val="accent6">
                    <a:lumMod val="50000"/>
                  </a:schemeClr>
                </a:solidFill>
                <a:latin typeface="Kerala" pitchFamily="2" charset="0"/>
              </a:rPr>
              <a:t>f</a:t>
            </a:r>
            <a:r>
              <a:rPr lang="en-US" altLang="en-US" sz="3400" b="1" u="sng" dirty="0" err="1">
                <a:solidFill>
                  <a:schemeClr val="accent6">
                    <a:lumMod val="50000"/>
                  </a:schemeClr>
                </a:solidFill>
                <a:latin typeface="MalayalamAbe" pitchFamily="18" charset="0"/>
              </a:rPr>
              <a:t>dX</a:t>
            </a:r>
            <a:endParaRPr lang="en-US" sz="3400" b="1" u="sng" dirty="0">
              <a:solidFill>
                <a:schemeClr val="accent6">
                  <a:lumMod val="50000"/>
                </a:schemeClr>
              </a:solidFill>
            </a:endParaRPr>
          </a:p>
        </p:txBody>
      </p:sp>
      <p:sp>
        <p:nvSpPr>
          <p:cNvPr id="6" name="TextBox 5">
            <a:extLst>
              <a:ext uri="{FF2B5EF4-FFF2-40B4-BE49-F238E27FC236}">
                <a16:creationId xmlns:a16="http://schemas.microsoft.com/office/drawing/2014/main" id="{0C7E3346-A902-6706-3958-A0724EC9550B}"/>
              </a:ext>
            </a:extLst>
          </p:cNvPr>
          <p:cNvSpPr txBox="1"/>
          <p:nvPr/>
        </p:nvSpPr>
        <p:spPr>
          <a:xfrm>
            <a:off x="7729334" y="171508"/>
            <a:ext cx="6165056" cy="1200329"/>
          </a:xfrm>
          <a:prstGeom prst="rect">
            <a:avLst/>
          </a:prstGeom>
          <a:noFill/>
        </p:spPr>
        <p:txBody>
          <a:bodyPr wrap="square">
            <a:spAutoFit/>
          </a:bodyPr>
          <a:lstStyle/>
          <a:p>
            <a:pPr rtl="0">
              <a:spcBef>
                <a:spcPts val="0"/>
              </a:spcBef>
              <a:spcAft>
                <a:spcPts val="0"/>
              </a:spcAft>
            </a:pPr>
            <a:r>
              <a:rPr lang="en-US" sz="2400" b="1" i="0" u="sng" strike="noStrike" dirty="0" err="1">
                <a:solidFill>
                  <a:schemeClr val="accent6">
                    <a:lumMod val="50000"/>
                  </a:schemeClr>
                </a:solidFill>
                <a:effectLst/>
                <a:latin typeface="Arial" panose="020B0604020202020204" pitchFamily="34" charset="0"/>
              </a:rPr>
              <a:t>Prathyeka</a:t>
            </a:r>
            <a:r>
              <a:rPr lang="en-US" sz="2400" b="1" i="0" u="sng" strike="noStrike" dirty="0">
                <a:solidFill>
                  <a:schemeClr val="accent6">
                    <a:lumMod val="50000"/>
                  </a:schemeClr>
                </a:solidFill>
                <a:effectLst/>
                <a:latin typeface="Arial" panose="020B0604020202020204" pitchFamily="34" charset="0"/>
              </a:rPr>
              <a:t> </a:t>
            </a:r>
            <a:r>
              <a:rPr lang="en-US" sz="2400" b="1" i="0" u="sng" strike="noStrike" dirty="0" err="1">
                <a:solidFill>
                  <a:schemeClr val="accent6">
                    <a:lumMod val="50000"/>
                  </a:schemeClr>
                </a:solidFill>
                <a:effectLst/>
                <a:latin typeface="Arial" panose="020B0604020202020204" pitchFamily="34" charset="0"/>
              </a:rPr>
              <a:t>Apekshakal</a:t>
            </a:r>
            <a:endParaRPr lang="en-US" b="1" u="sng" dirty="0">
              <a:solidFill>
                <a:schemeClr val="accent6">
                  <a:lumMod val="50000"/>
                </a:schemeClr>
              </a:solidFill>
              <a:effectLst/>
            </a:endParaRPr>
          </a:p>
          <a:p>
            <a:br>
              <a:rPr lang="en-US" dirty="0"/>
            </a:br>
            <a:endParaRPr lang="en-US" dirty="0"/>
          </a:p>
        </p:txBody>
      </p:sp>
      <p:sp>
        <p:nvSpPr>
          <p:cNvPr id="2" name="TextBox 1">
            <a:extLst>
              <a:ext uri="{FF2B5EF4-FFF2-40B4-BE49-F238E27FC236}">
                <a16:creationId xmlns:a16="http://schemas.microsoft.com/office/drawing/2014/main" id="{58306D85-D258-DDE4-BE74-10946D4252D8}"/>
              </a:ext>
            </a:extLst>
          </p:cNvPr>
          <p:cNvSpPr txBox="1"/>
          <p:nvPr/>
        </p:nvSpPr>
        <p:spPr>
          <a:xfrm>
            <a:off x="0" y="411734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Great Intercession</a:t>
            </a:r>
          </a:p>
        </p:txBody>
      </p:sp>
      <p:cxnSp>
        <p:nvCxnSpPr>
          <p:cNvPr id="4" name="Straight Connector 3">
            <a:extLst>
              <a:ext uri="{FF2B5EF4-FFF2-40B4-BE49-F238E27FC236}">
                <a16:creationId xmlns:a16="http://schemas.microsoft.com/office/drawing/2014/main" id="{31B78BFA-2A06-4CFC-EB36-2585FD8704AC}"/>
              </a:ext>
            </a:extLst>
          </p:cNvPr>
          <p:cNvCxnSpPr>
            <a:cxnSpLocks/>
            <a:endCxn id="2" idx="0"/>
          </p:cNvCxnSpPr>
          <p:nvPr/>
        </p:nvCxnSpPr>
        <p:spPr>
          <a:xfrm>
            <a:off x="6096000" y="0"/>
            <a:ext cx="0" cy="411734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838026"/>
      </p:ext>
    </p:extLst>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A1A7B6-7044-4F40-A946-13C567A298F0}"/>
              </a:ext>
            </a:extLst>
          </p:cNvPr>
          <p:cNvSpPr/>
          <p:nvPr/>
        </p:nvSpPr>
        <p:spPr>
          <a:xfrm>
            <a:off x="-1" y="166043"/>
            <a:ext cx="6175020" cy="3799109"/>
          </a:xfrm>
          <a:prstGeom prst="rect">
            <a:avLst/>
          </a:prstGeom>
        </p:spPr>
        <p:txBody>
          <a:bodyPr wrap="square" lIns="76190" tIns="38096" rIns="76190" bIns="38096">
            <a:spAutoFit/>
          </a:bodyPr>
          <a:lstStyle/>
          <a:p>
            <a:pPr algn="ctr" rtl="0">
              <a:lnSpc>
                <a:spcPts val="2440"/>
              </a:lnSpc>
              <a:spcBef>
                <a:spcPts val="0"/>
              </a:spcBef>
              <a:spcAft>
                <a:spcPts val="0"/>
              </a:spcAft>
            </a:pPr>
            <a:r>
              <a:rPr lang="en-US" altLang="en-US" sz="2800" b="1" dirty="0">
                <a:solidFill>
                  <a:schemeClr val="accent6">
                    <a:lumMod val="50000"/>
                  </a:schemeClr>
                </a:solidFill>
                <a:latin typeface="MalayalamAbe" pitchFamily="18" charset="0"/>
              </a:rPr>
              <a:t>Ck. </a:t>
            </a:r>
            <a:r>
              <a:rPr lang="en-US" altLang="en-US" sz="2800" b="1" dirty="0">
                <a:latin typeface="MalayalamAbe" pitchFamily="18" charset="0"/>
              </a:rPr>
              <a:t>B*</a:t>
            </a:r>
            <a:r>
              <a:rPr lang="en-US" altLang="en-US" sz="2800" b="1" dirty="0" err="1">
                <a:latin typeface="MalayalamAbe" pitchFamily="18" charset="0"/>
              </a:rPr>
              <a:t>xkSm</a:t>
            </a:r>
            <a:r>
              <a:rPr lang="en-US" altLang="en-US" sz="2800" b="1" dirty="0">
                <a:latin typeface="MalayalamAbe" pitchFamily="18" charset="0"/>
              </a:rPr>
              <a:t> </a:t>
            </a:r>
            <a:r>
              <a:rPr lang="en-US" altLang="en-US" sz="2800" b="1" dirty="0" err="1">
                <a:latin typeface="MalayalamAbe" pitchFamily="18" charset="0"/>
              </a:rPr>
              <a:t>ejfl</a:t>
            </a:r>
            <a:r>
              <a:rPr lang="en-US" altLang="en-US" sz="2800" b="1" dirty="0">
                <a:latin typeface="MalayalamAbe" pitchFamily="18" charset="0"/>
              </a:rPr>
              <a:t>)</a:t>
            </a:r>
            <a:r>
              <a:rPr lang="en-US" altLang="en-US" sz="2800" b="1" dirty="0" err="1">
                <a:latin typeface="MalayalamAbe" pitchFamily="18" charset="0"/>
              </a:rPr>
              <a:t>Ralglu</a:t>
            </a:r>
            <a:r>
              <a:rPr lang="en-US" altLang="en-US" sz="2800" b="1" dirty="0">
                <a:latin typeface="MalayalamAbe" pitchFamily="18" charset="0"/>
              </a:rPr>
              <a:t> </a:t>
            </a:r>
            <a:r>
              <a:rPr lang="en-US" altLang="en-US" sz="2800" b="1" dirty="0" err="1">
                <a:latin typeface="MalayalamAbe" pitchFamily="18" charset="0"/>
              </a:rPr>
              <a:t>ukul</a:t>
            </a:r>
            <a:r>
              <a:rPr lang="en-US" altLang="en-US" sz="2800" b="1" dirty="0">
                <a:latin typeface="MalayalamAbe" pitchFamily="18" charset="0"/>
              </a:rPr>
              <a:t>)J; </a:t>
            </a:r>
            <a:r>
              <a:rPr lang="en-US" altLang="en-US" sz="2800" b="1" dirty="0" err="1">
                <a:latin typeface="MalayalamAbe" pitchFamily="18" charset="0"/>
              </a:rPr>
              <a:t>alG</a:t>
            </a:r>
            <a:r>
              <a:rPr lang="en-US" altLang="en-US" sz="2800" b="1" dirty="0">
                <a:latin typeface="MalayalamAbe" pitchFamily="18" charset="0"/>
              </a:rPr>
              <a:t> </a:t>
            </a:r>
            <a:r>
              <a:rPr lang="en-US" altLang="en-US" sz="2800" b="1" dirty="0" err="1">
                <a:latin typeface="MalayalamAbe" pitchFamily="18" charset="0"/>
              </a:rPr>
              <a:t>doyjShlc</a:t>
            </a:r>
            <a:r>
              <a:rPr lang="en-US" altLang="en-US" sz="2800" b="1" dirty="0">
                <a:latin typeface="MalayalamAbe" pitchFamily="18" charset="0"/>
              </a:rPr>
              <a:t>[, </a:t>
            </a:r>
            <a:r>
              <a:rPr lang="en-US" altLang="en-US" sz="2800" b="1" dirty="0" err="1">
                <a:latin typeface="MalayalamAbe" pitchFamily="18" charset="0"/>
              </a:rPr>
              <a:t>SwlcE</a:t>
            </a:r>
            <a:r>
              <a:rPr lang="en-US" altLang="en-US" sz="2800" b="1" dirty="0">
                <a:latin typeface="MalayalamAbe" pitchFamily="18" charset="0"/>
              </a:rPr>
              <a:t>[ </a:t>
            </a:r>
            <a:r>
              <a:rPr lang="en-US" altLang="en-US" sz="2800" b="1" dirty="0" err="1">
                <a:latin typeface="MalayalamAbe" pitchFamily="18" charset="0"/>
              </a:rPr>
              <a:t>alG</a:t>
            </a:r>
            <a:r>
              <a:rPr lang="en-US" altLang="en-US" sz="2800" b="1" dirty="0">
                <a:latin typeface="MalayalamAbe" pitchFamily="18" charset="0"/>
              </a:rPr>
              <a:t> ~G#~lc[ </a:t>
            </a:r>
            <a:r>
              <a:rPr lang="en-US" altLang="en-US" sz="2800" b="1" dirty="0" err="1">
                <a:latin typeface="MalayalamAbe" pitchFamily="18" charset="0"/>
              </a:rPr>
              <a:t>t#J</a:t>
            </a:r>
            <a:r>
              <a:rPr lang="en-US" altLang="en-US" sz="2800" b="1" dirty="0">
                <a:latin typeface="MalayalamAbe" pitchFamily="18" charset="0"/>
              </a:rPr>
              <a:t> </a:t>
            </a:r>
            <a:r>
              <a:rPr lang="en-US" altLang="en-US" sz="2800" b="1" dirty="0" err="1">
                <a:latin typeface="MalayalamAbe" pitchFamily="18" charset="0"/>
              </a:rPr>
              <a:t>cYEzR</a:t>
            </a:r>
            <a:r>
              <a:rPr lang="en-US" altLang="en-US" sz="2800" b="1" dirty="0">
                <a:latin typeface="MalayalamAbe" pitchFamily="18" charset="0"/>
              </a:rPr>
              <a:t> </a:t>
            </a:r>
            <a:r>
              <a:rPr lang="en-US" altLang="en-US" sz="2800" b="1" dirty="0" err="1">
                <a:latin typeface="MalayalamAbe" pitchFamily="18" charset="0"/>
              </a:rPr>
              <a:t>saYflS</a:t>
            </a:r>
            <a:r>
              <a:rPr lang="en-US" altLang="en-US" sz="2800" b="1" dirty="0">
                <a:latin typeface="MalayalamAbe" pitchFamily="18" charset="0"/>
              </a:rPr>
              <a:t>/</a:t>
            </a:r>
            <a:r>
              <a:rPr lang="en-US" altLang="en-US" sz="2800" b="1" dirty="0" err="1">
                <a:latin typeface="MalayalamAbe" pitchFamily="18" charset="0"/>
              </a:rPr>
              <a:t>lhJ</a:t>
            </a:r>
            <a:r>
              <a:rPr lang="en-US" altLang="en-US" sz="2800" b="1" dirty="0">
                <a:latin typeface="MalayalamAbe" pitchFamily="18" charset="0"/>
              </a:rPr>
              <a:t>\</a:t>
            </a:r>
            <a:r>
              <a:rPr lang="en-US" altLang="en-US" sz="2800" b="1" dirty="0" err="1">
                <a:latin typeface="MalayalamAbe" pitchFamily="18" charset="0"/>
              </a:rPr>
              <a:t>lalSguk</a:t>
            </a:r>
            <a:r>
              <a:rPr lang="en-US" altLang="en-US" sz="2800" b="1" dirty="0">
                <a:latin typeface="MalayalamAbe" pitchFamily="18" charset="0"/>
              </a:rPr>
              <a:t>; </a:t>
            </a:r>
            <a:r>
              <a:rPr lang="en-US" altLang="en-US" sz="2800" b="1" dirty="0" err="1">
                <a:latin typeface="MalayalamAbe" pitchFamily="18" charset="0"/>
              </a:rPr>
              <a:t>Sflac</a:t>
            </a:r>
            <a:r>
              <a:rPr lang="en-US" altLang="en-US" sz="2800" b="1" dirty="0">
                <a:latin typeface="MalayalamAbe" pitchFamily="18" charset="0"/>
              </a:rPr>
              <a:t>[ </a:t>
            </a:r>
            <a:r>
              <a:rPr lang="en-US" altLang="en-US" sz="2800" b="1" dirty="0" err="1">
                <a:latin typeface="MalayalamAbe" pitchFamily="18" charset="0"/>
              </a:rPr>
              <a:t>alG</a:t>
            </a:r>
            <a:r>
              <a:rPr lang="en-US" altLang="en-US" sz="2800" b="1" dirty="0">
                <a:latin typeface="MalayalamAbe" pitchFamily="18" charset="0"/>
              </a:rPr>
              <a:t> </a:t>
            </a:r>
            <a:r>
              <a:rPr lang="en-US" altLang="en-US" sz="2800" b="1" dirty="0" err="1">
                <a:latin typeface="MalayalamAbe" pitchFamily="18" charset="0"/>
              </a:rPr>
              <a:t>fjsalsFSulc</a:t>
            </a:r>
            <a:r>
              <a:rPr lang="en-US" altLang="en-US" sz="2800" b="1" dirty="0">
                <a:latin typeface="MalayalamAbe" pitchFamily="18" charset="0"/>
              </a:rPr>
              <a:t>[, </a:t>
            </a:r>
            <a:r>
              <a:rPr lang="en-US" altLang="en-US" sz="2800" b="1" dirty="0" err="1">
                <a:latin typeface="MalayalamAbe" pitchFamily="18" charset="0"/>
              </a:rPr>
              <a:t>stcd</a:t>
            </a:r>
            <a:r>
              <a:rPr lang="en-US" altLang="en-US" sz="2800" b="1" dirty="0">
                <a:latin typeface="MalayalamAbe" pitchFamily="18" charset="0"/>
              </a:rPr>
              <a:t>[ </a:t>
            </a:r>
            <a:r>
              <a:rPr lang="en-US" altLang="en-US" sz="2800" b="1" dirty="0" err="1">
                <a:latin typeface="MalayalamAbe" pitchFamily="18" charset="0"/>
              </a:rPr>
              <a:t>alG</a:t>
            </a:r>
            <a:r>
              <a:rPr lang="en-US" altLang="en-US" sz="2800" b="1" dirty="0">
                <a:latin typeface="MalayalamAbe" pitchFamily="18" charset="0"/>
              </a:rPr>
              <a:t> </a:t>
            </a:r>
            <a:r>
              <a:rPr lang="en-US" altLang="en-US" sz="2800" b="1" dirty="0" err="1">
                <a:latin typeface="MalayalamAbe" pitchFamily="18" charset="0"/>
              </a:rPr>
              <a:t>EJhd</a:t>
            </a:r>
            <a:r>
              <a:rPr lang="en-US" altLang="en-US" sz="2800" b="1" dirty="0">
                <a:latin typeface="MalayalamAbe" pitchFamily="18" charset="0"/>
              </a:rPr>
              <a:t>[</a:t>
            </a:r>
            <a:r>
              <a:rPr lang="en-US" altLang="en-US" sz="2800" b="1" dirty="0" err="1">
                <a:latin typeface="MalayalamAbe" pitchFamily="18" charset="0"/>
              </a:rPr>
              <a:t>cjSrlc</a:t>
            </a:r>
            <a:r>
              <a:rPr lang="en-US" altLang="en-US" sz="2800" b="1" dirty="0">
                <a:latin typeface="MalayalamAbe" pitchFamily="18" charset="0"/>
              </a:rPr>
              <a:t>[, </a:t>
            </a:r>
            <a:r>
              <a:rPr lang="en-US" altLang="en-US" sz="2800" b="1" dirty="0" err="1">
                <a:latin typeface="MalayalamAbe" pitchFamily="18" charset="0"/>
              </a:rPr>
              <a:t>tY</a:t>
            </a:r>
            <a:r>
              <a:rPr lang="en-US" altLang="en-US" sz="2800" b="1" dirty="0">
                <a:latin typeface="MalayalamAbe" pitchFamily="18" charset="0"/>
              </a:rPr>
              <a:t>~|l; </a:t>
            </a:r>
            <a:r>
              <a:rPr lang="en-US" altLang="en-US" sz="2800" b="1" dirty="0" err="1">
                <a:latin typeface="MalayalamAbe" pitchFamily="18" charset="0"/>
              </a:rPr>
              <a:t>alG</a:t>
            </a:r>
            <a:r>
              <a:rPr lang="en-US" altLang="en-US" sz="2800" b="1" dirty="0">
                <a:latin typeface="MalayalamAbe" pitchFamily="18" charset="0"/>
              </a:rPr>
              <a:t> </a:t>
            </a:r>
            <a:r>
              <a:rPr lang="en-US" altLang="en-US" sz="2800" b="1" dirty="0" err="1">
                <a:latin typeface="MalayalamAbe" pitchFamily="18" charset="0"/>
              </a:rPr>
              <a:t>eOShlc</a:t>
            </a:r>
            <a:r>
              <a:rPr lang="en-US" altLang="en-US" sz="2800" b="1" dirty="0">
                <a:latin typeface="MalayalamAbe" pitchFamily="18" charset="0"/>
              </a:rPr>
              <a:t>[, </a:t>
            </a:r>
            <a:r>
              <a:rPr lang="en-US" altLang="en-US" sz="2800" b="1" dirty="0" err="1">
                <a:latin typeface="MalayalamAbe" pitchFamily="18" charset="0"/>
              </a:rPr>
              <a:t>alfUoc</a:t>
            </a:r>
            <a:r>
              <a:rPr lang="en-US" altLang="en-US" sz="2800" b="1" dirty="0">
                <a:latin typeface="MalayalamAbe" pitchFamily="18" charset="0"/>
              </a:rPr>
              <a:t>[ </a:t>
            </a:r>
            <a:r>
              <a:rPr lang="en-US" altLang="en-US" sz="2800" b="1" dirty="0" err="1">
                <a:latin typeface="MalayalamAbe" pitchFamily="18" charset="0"/>
              </a:rPr>
              <a:t>alG</a:t>
            </a:r>
            <a:r>
              <a:rPr lang="en-US" altLang="en-US" sz="2800" b="1" dirty="0">
                <a:latin typeface="MalayalamAbe" pitchFamily="18" charset="0"/>
              </a:rPr>
              <a:t> a)</a:t>
            </a:r>
            <a:r>
              <a:rPr lang="en-US" altLang="en-US" sz="2800" b="1" dirty="0" err="1">
                <a:latin typeface="MalayalamAbe" pitchFamily="18" charset="0"/>
              </a:rPr>
              <a:t>lyjSulc</a:t>
            </a:r>
            <a:r>
              <a:rPr lang="en-US" altLang="en-US" sz="2800" b="1" dirty="0">
                <a:latin typeface="MalayalamAbe" pitchFamily="18" charset="0"/>
              </a:rPr>
              <a:t>[, </a:t>
            </a:r>
            <a:r>
              <a:rPr lang="en-US" altLang="en-US" sz="2800" b="1" dirty="0" err="1">
                <a:latin typeface="MalayalamAbe" pitchFamily="18" charset="0"/>
              </a:rPr>
              <a:t>YzjSzlyjSulc</a:t>
            </a:r>
            <a:r>
              <a:rPr lang="en-US" altLang="en-US" sz="2800" b="1" dirty="0">
                <a:latin typeface="MalayalamAbe" pitchFamily="18" charset="0"/>
              </a:rPr>
              <a:t>[ </a:t>
            </a:r>
            <a:r>
              <a:rPr lang="en-US" altLang="en-US" sz="2800" b="1" dirty="0" err="1">
                <a:latin typeface="MalayalamAbe" pitchFamily="18" charset="0"/>
              </a:rPr>
              <a:t>alG</a:t>
            </a:r>
            <a:r>
              <a:rPr lang="en-US" altLang="en-US" sz="2800" b="1" dirty="0">
                <a:latin typeface="MalayalamAbe" pitchFamily="18" charset="0"/>
              </a:rPr>
              <a:t> c[</a:t>
            </a:r>
            <a:r>
              <a:rPr lang="en-US" altLang="en-US" sz="2800" b="1" dirty="0" err="1">
                <a:latin typeface="MalayalamAbe" pitchFamily="18" charset="0"/>
              </a:rPr>
              <a:t>SfElSrlc</a:t>
            </a:r>
            <a:r>
              <a:rPr lang="en-US" altLang="en-US" sz="2800" b="1" dirty="0">
                <a:latin typeface="MalayalamAbe" pitchFamily="18" charset="0"/>
              </a:rPr>
              <a:t>[, </a:t>
            </a:r>
            <a:r>
              <a:rPr lang="ml-IN" u="none" strike="noStrike" dirty="0">
                <a:effectLst/>
                <a:latin typeface="Malayalam MN" pitchFamily="2" charset="0"/>
                <a:cs typeface="Malayalam MN" pitchFamily="2" charset="0"/>
              </a:rPr>
              <a:t>തോമസ്‌ മാര്‍</a:t>
            </a:r>
            <a:r>
              <a:rPr lang="en-US" u="none" strike="noStrike" dirty="0">
                <a:effectLst/>
                <a:latin typeface="Malayalam MN" pitchFamily="2" charset="0"/>
                <a:cs typeface="Malayalam MN" pitchFamily="2" charset="0"/>
              </a:rPr>
              <a:t> </a:t>
            </a:r>
            <a:r>
              <a:rPr lang="ml-IN" u="none" strike="noStrike" dirty="0">
                <a:effectLst/>
                <a:latin typeface="Malayalam MN" pitchFamily="2" charset="0"/>
                <a:cs typeface="Malayalam MN" pitchFamily="2" charset="0"/>
              </a:rPr>
              <a:t>തീത്തോസ് സഖറിയാസ് മാര്‍ അപ്രേം, </a:t>
            </a:r>
            <a:r>
              <a:rPr lang="ml-IN" sz="2300" u="none" strike="noStrike" dirty="0">
                <a:effectLst/>
                <a:latin typeface="Malayalam MN" pitchFamily="2" charset="0"/>
                <a:cs typeface="Malayalam MN" pitchFamily="2" charset="0"/>
              </a:rPr>
              <a:t>ജോസഫ് മാര്‍ ഇവാനിയോസ്, മാത്യൂസ് മാര്‍ </a:t>
            </a:r>
            <a:r>
              <a:rPr lang="ml-IN" sz="2600" u="none" strike="noStrike" dirty="0">
                <a:effectLst/>
                <a:latin typeface="Malayalam MN" pitchFamily="2" charset="0"/>
                <a:cs typeface="Malayalam MN" pitchFamily="2" charset="0"/>
              </a:rPr>
              <a:t>സെറാഫീം </a:t>
            </a:r>
            <a:r>
              <a:rPr lang="en-US" altLang="en-US" sz="2750" b="1" dirty="0" err="1">
                <a:latin typeface="MalayalamAbe" pitchFamily="18" charset="0"/>
              </a:rPr>
              <a:t>t#J</a:t>
            </a:r>
            <a:r>
              <a:rPr lang="en-US" altLang="en-US" sz="2750" b="1" dirty="0">
                <a:latin typeface="MalayalamAbe" pitchFamily="18" charset="0"/>
              </a:rPr>
              <a:t> </a:t>
            </a:r>
            <a:r>
              <a:rPr lang="en-US" altLang="en-US" sz="2750" b="1" dirty="0" err="1">
                <a:latin typeface="MalayalamAbe" pitchFamily="18" charset="0"/>
              </a:rPr>
              <a:t>tejc</a:t>
            </a:r>
            <a:r>
              <a:rPr lang="en-US" altLang="en-US" sz="2750" b="1" dirty="0">
                <a:latin typeface="MalayalamAbe" pitchFamily="18" charset="0"/>
              </a:rPr>
              <a:t>[</a:t>
            </a:r>
            <a:r>
              <a:rPr lang="en-US" altLang="en-US" sz="2750" b="1" dirty="0" err="1">
                <a:latin typeface="MalayalamAbe" pitchFamily="18" charset="0"/>
              </a:rPr>
              <a:t>Sdl</a:t>
            </a:r>
            <a:r>
              <a:rPr lang="en-US" altLang="en-US" sz="2750" b="1" dirty="0">
                <a:latin typeface="MalayalamAbe" pitchFamily="18" charset="0"/>
              </a:rPr>
              <a:t>/</a:t>
            </a:r>
            <a:r>
              <a:rPr lang="en-US" altLang="en-US" sz="2750" b="1" dirty="0" err="1">
                <a:latin typeface="MalayalamAbe" pitchFamily="18" charset="0"/>
              </a:rPr>
              <a:t>alSguk</a:t>
            </a:r>
            <a:r>
              <a:rPr lang="en-US" altLang="en-US" sz="2750" b="1" dirty="0">
                <a:latin typeface="MalayalamAbe" pitchFamily="18" charset="0"/>
              </a:rPr>
              <a:t>;...</a:t>
            </a:r>
            <a:endParaRPr lang="pt-BR" sz="2750" b="1" kern="0" dirty="0">
              <a:latin typeface="ML-TTKarthika" pitchFamily="82" charset="0"/>
            </a:endParaRPr>
          </a:p>
        </p:txBody>
      </p:sp>
      <p:sp>
        <p:nvSpPr>
          <p:cNvPr id="12" name="Text Box 2">
            <a:extLst>
              <a:ext uri="{FF2B5EF4-FFF2-40B4-BE49-F238E27FC236}">
                <a16:creationId xmlns:a16="http://schemas.microsoft.com/office/drawing/2014/main" id="{E6C72153-34A0-4D1C-8BAD-E36B500E47FC}"/>
              </a:ext>
            </a:extLst>
          </p:cNvPr>
          <p:cNvSpPr txBox="1">
            <a:spLocks noChangeArrowheads="1"/>
          </p:cNvSpPr>
          <p:nvPr/>
        </p:nvSpPr>
        <p:spPr bwMode="auto">
          <a:xfrm>
            <a:off x="6407243" y="121642"/>
            <a:ext cx="5605463" cy="3805893"/>
          </a:xfrm>
          <a:prstGeom prst="rect">
            <a:avLst/>
          </a:prstGeom>
          <a:noFill/>
          <a:ln w="9525">
            <a:noFill/>
            <a:miter lim="800000"/>
            <a:headEnd/>
            <a:tailEnd/>
          </a:ln>
          <a:effectLst/>
        </p:spPr>
        <p:txBody>
          <a:bodyPr wrap="square" lIns="111402" tIns="55743" rIns="111402" bIns="55743">
            <a:spAutoFit/>
          </a:bodyPr>
          <a:lstStyle/>
          <a:p>
            <a:pPr algn="ctr" rtl="0">
              <a:spcBef>
                <a:spcPts val="0"/>
              </a:spcBef>
              <a:spcAft>
                <a:spcPts val="0"/>
              </a:spcAft>
            </a:pPr>
            <a:r>
              <a:rPr lang="en-US" b="1" kern="0" dirty="0">
                <a:solidFill>
                  <a:schemeClr val="accent6">
                    <a:lumMod val="50000"/>
                  </a:schemeClr>
                </a:solidFill>
                <a:latin typeface="+mn-lt"/>
                <a:ea typeface="Ebrima" pitchFamily="2" charset="0"/>
                <a:cs typeface="Calibri" pitchFamily="34" charset="0"/>
              </a:rPr>
              <a:t>D: </a:t>
            </a:r>
            <a:r>
              <a:rPr lang="en-US" b="1" kern="0" dirty="0" err="1">
                <a:latin typeface="+mn-lt"/>
                <a:ea typeface="Ebrima" pitchFamily="2" charset="0"/>
                <a:cs typeface="Calibri" pitchFamily="34" charset="0"/>
              </a:rPr>
              <a:t>Njangalhude</a:t>
            </a:r>
            <a:r>
              <a:rPr lang="en-US" b="1" kern="0" dirty="0">
                <a:latin typeface="+mn-lt"/>
                <a:ea typeface="Ebrima" pitchFamily="2" charset="0"/>
                <a:cs typeface="Calibri" pitchFamily="34" charset="0"/>
              </a:rPr>
              <a:t> </a:t>
            </a:r>
            <a:r>
              <a:rPr lang="en-US" b="1" kern="0" dirty="0" err="1">
                <a:latin typeface="+mn-lt"/>
                <a:ea typeface="Ebrima" pitchFamily="2" charset="0"/>
                <a:cs typeface="Calibri" pitchFamily="34" charset="0"/>
              </a:rPr>
              <a:t>pithakkanmaaraya</a:t>
            </a:r>
            <a:r>
              <a:rPr lang="en-US" b="1" kern="0" dirty="0">
                <a:latin typeface="+mn-lt"/>
                <a:ea typeface="Ebrima" pitchFamily="2" charset="0"/>
                <a:cs typeface="Calibri" pitchFamily="34" charset="0"/>
              </a:rPr>
              <a:t> </a:t>
            </a:r>
            <a:r>
              <a:rPr lang="en-US" b="1" kern="0" dirty="0" err="1">
                <a:latin typeface="+mn-lt"/>
                <a:ea typeface="Ebrima" pitchFamily="2" charset="0"/>
                <a:cs typeface="Calibri" pitchFamily="34" charset="0"/>
              </a:rPr>
              <a:t>Euyakim</a:t>
            </a:r>
            <a:r>
              <a:rPr lang="en-US" b="1" kern="0" dirty="0">
                <a:latin typeface="+mn-lt"/>
                <a:ea typeface="Ebrima" pitchFamily="2" charset="0"/>
                <a:cs typeface="Calibri" pitchFamily="34" charset="0"/>
              </a:rPr>
              <a:t> Mar </a:t>
            </a:r>
            <a:r>
              <a:rPr lang="en-US" b="1" kern="0" dirty="0" err="1">
                <a:latin typeface="+mn-lt"/>
                <a:ea typeface="Ebrima" pitchFamily="2" charset="0"/>
                <a:cs typeface="Calibri" pitchFamily="34" charset="0"/>
              </a:rPr>
              <a:t>Coorilos</a:t>
            </a:r>
            <a:r>
              <a:rPr lang="en-US" b="1" kern="0" dirty="0">
                <a:latin typeface="+mn-lt"/>
                <a:ea typeface="Ebrima" pitchFamily="2" charset="0"/>
                <a:cs typeface="Calibri" pitchFamily="34" charset="0"/>
              </a:rPr>
              <a:t>, Joseph Mar Barnabas </a:t>
            </a:r>
            <a:r>
              <a:rPr lang="en-US" b="1" kern="0" dirty="0" err="1">
                <a:latin typeface="+mn-lt"/>
                <a:ea typeface="Ebrima" pitchFamily="2" charset="0"/>
                <a:cs typeface="Calibri" pitchFamily="34" charset="0"/>
              </a:rPr>
              <a:t>ennee</a:t>
            </a:r>
            <a:r>
              <a:rPr lang="en-US" b="1" kern="0" dirty="0">
                <a:latin typeface="+mn-lt"/>
                <a:ea typeface="Ebrima" pitchFamily="2" charset="0"/>
                <a:cs typeface="Calibri" pitchFamily="34" charset="0"/>
              </a:rPr>
              <a:t> Suffragan </a:t>
            </a:r>
            <a:r>
              <a:rPr lang="en-US" b="1" kern="0" dirty="0" err="1">
                <a:latin typeface="+mn-lt"/>
                <a:ea typeface="Ebrima" pitchFamily="2" charset="0"/>
                <a:cs typeface="Calibri" pitchFamily="34" charset="0"/>
              </a:rPr>
              <a:t>Methrappoli-thamareyum</a:t>
            </a:r>
            <a:r>
              <a:rPr lang="en-US" b="1" kern="0" dirty="0">
                <a:latin typeface="+mn-lt"/>
                <a:ea typeface="Ebrima" pitchFamily="2" charset="0"/>
                <a:cs typeface="Calibri" pitchFamily="34" charset="0"/>
              </a:rPr>
              <a:t> , Thomas Mar </a:t>
            </a:r>
            <a:r>
              <a:rPr lang="en-US" b="1" kern="0" dirty="0" err="1">
                <a:latin typeface="+mn-lt"/>
                <a:ea typeface="Ebrima" pitchFamily="2" charset="0"/>
                <a:cs typeface="Calibri" pitchFamily="34" charset="0"/>
              </a:rPr>
              <a:t>Timotheos</a:t>
            </a:r>
            <a:r>
              <a:rPr lang="en-US" b="1" kern="0" dirty="0">
                <a:latin typeface="+mn-lt"/>
                <a:ea typeface="Ebrima" pitchFamily="2" charset="0"/>
                <a:cs typeface="Calibri" pitchFamily="34" charset="0"/>
              </a:rPr>
              <a:t>, Isaac Mar </a:t>
            </a:r>
            <a:r>
              <a:rPr lang="en-US" b="1" kern="0" dirty="0" err="1">
                <a:latin typeface="+mn-lt"/>
                <a:ea typeface="Ebrima" pitchFamily="2" charset="0"/>
                <a:cs typeface="Calibri" pitchFamily="34" charset="0"/>
              </a:rPr>
              <a:t>Philoxenos</a:t>
            </a:r>
            <a:r>
              <a:rPr lang="en-US" b="1" kern="0" dirty="0">
                <a:latin typeface="+mn-lt"/>
                <a:ea typeface="Ebrima" pitchFamily="2" charset="0"/>
                <a:cs typeface="Calibri" pitchFamily="34" charset="0"/>
              </a:rPr>
              <a:t>, Abraham Mar Paulos, Mathews Mar Makarios, Gregorios Mar Stephanos, </a:t>
            </a:r>
            <a:r>
              <a:rPr lang="en-US" b="1" i="0" u="none" strike="noStrike" dirty="0">
                <a:effectLst/>
                <a:latin typeface="+mn-lt"/>
              </a:rPr>
              <a:t>Thomas Mar </a:t>
            </a:r>
            <a:r>
              <a:rPr lang="en-US" b="1" i="0" u="none" strike="noStrike" dirty="0" err="1">
                <a:effectLst/>
                <a:latin typeface="+mn-lt"/>
              </a:rPr>
              <a:t>Theethos</a:t>
            </a:r>
            <a:r>
              <a:rPr lang="en-US" b="1" i="0" u="none" strike="noStrike" dirty="0">
                <a:effectLst/>
                <a:latin typeface="+mn-lt"/>
              </a:rPr>
              <a:t>, Zacharias Mar </a:t>
            </a:r>
            <a:r>
              <a:rPr lang="en-US" b="1" i="0" u="none" strike="noStrike" dirty="0" err="1">
                <a:effectLst/>
                <a:latin typeface="+mn-lt"/>
              </a:rPr>
              <a:t>Aprem</a:t>
            </a:r>
            <a:r>
              <a:rPr lang="en-US" b="1" i="0" u="none" strike="noStrike" dirty="0">
                <a:effectLst/>
                <a:latin typeface="+mn-lt"/>
              </a:rPr>
              <a:t>, Joseph Mar </a:t>
            </a:r>
            <a:r>
              <a:rPr lang="en-US" b="1" i="0" u="none" strike="noStrike" dirty="0" err="1">
                <a:effectLst/>
                <a:latin typeface="+mn-lt"/>
              </a:rPr>
              <a:t>Ivanios</a:t>
            </a:r>
            <a:r>
              <a:rPr lang="en-US" b="1" i="0" u="none" strike="noStrike" dirty="0">
                <a:effectLst/>
                <a:latin typeface="+mn-lt"/>
              </a:rPr>
              <a:t>, Mathews Mar Seraphim</a:t>
            </a:r>
            <a:r>
              <a:rPr lang="en-US" b="1" kern="0" dirty="0">
                <a:latin typeface="+mn-lt"/>
                <a:ea typeface="Ebrima" pitchFamily="2" charset="0"/>
                <a:cs typeface="Calibri" pitchFamily="34" charset="0"/>
              </a:rPr>
              <a:t>, </a:t>
            </a:r>
            <a:r>
              <a:rPr lang="en-US" b="1" kern="0" dirty="0" err="1">
                <a:latin typeface="+mn-lt"/>
                <a:ea typeface="Ebrima" pitchFamily="2" charset="0"/>
                <a:cs typeface="Calibri" pitchFamily="34" charset="0"/>
              </a:rPr>
              <a:t>ennee</a:t>
            </a:r>
            <a:r>
              <a:rPr lang="en-US" b="1" kern="0" dirty="0">
                <a:latin typeface="+mn-lt"/>
                <a:ea typeface="Ebrima" pitchFamily="2" charset="0"/>
                <a:cs typeface="Calibri" pitchFamily="34" charset="0"/>
              </a:rPr>
              <a:t> </a:t>
            </a:r>
            <a:r>
              <a:rPr lang="en-US" b="1" kern="0" dirty="0" err="1">
                <a:latin typeface="+mn-lt"/>
                <a:ea typeface="Ebrima" pitchFamily="2" charset="0"/>
                <a:cs typeface="Calibri" pitchFamily="34" charset="0"/>
              </a:rPr>
              <a:t>Episcopaamaareyum</a:t>
            </a:r>
            <a:r>
              <a:rPr lang="en-US" b="1" kern="0" dirty="0">
                <a:latin typeface="+mn-lt"/>
                <a:ea typeface="Ebrima" pitchFamily="2" charset="0"/>
                <a:cs typeface="Calibri" pitchFamily="34" charset="0"/>
              </a:rPr>
              <a:t>...</a:t>
            </a:r>
          </a:p>
        </p:txBody>
      </p:sp>
      <p:sp>
        <p:nvSpPr>
          <p:cNvPr id="3" name="TextBox 2">
            <a:extLst>
              <a:ext uri="{FF2B5EF4-FFF2-40B4-BE49-F238E27FC236}">
                <a16:creationId xmlns:a16="http://schemas.microsoft.com/office/drawing/2014/main" id="{EA0B8DB4-81EB-9C81-C7AD-A5780FDC0394}"/>
              </a:ext>
            </a:extLst>
          </p:cNvPr>
          <p:cNvSpPr txBox="1"/>
          <p:nvPr/>
        </p:nvSpPr>
        <p:spPr>
          <a:xfrm>
            <a:off x="121443" y="4592181"/>
            <a:ext cx="11949111" cy="2144177"/>
          </a:xfrm>
          <a:prstGeom prst="rect">
            <a:avLst/>
          </a:prstGeom>
          <a:noFill/>
        </p:spPr>
        <p:txBody>
          <a:bodyPr wrap="square">
            <a:spAutoFit/>
          </a:bodyPr>
          <a:lstStyle/>
          <a:p>
            <a:pPr algn="ctr" rtl="0">
              <a:lnSpc>
                <a:spcPts val="3160"/>
              </a:lnSpc>
              <a:spcBef>
                <a:spcPts val="0"/>
              </a:spcBef>
              <a:spcAft>
                <a:spcPts val="0"/>
              </a:spcAft>
            </a:pPr>
            <a:r>
              <a:rPr lang="en-US" sz="2800" b="1" i="1" u="none" strike="noStrike" cap="none" dirty="0">
                <a:solidFill>
                  <a:schemeClr val="accent6">
                    <a:lumMod val="50000"/>
                  </a:schemeClr>
                </a:solidFill>
                <a:latin typeface="+mn-lt"/>
                <a:ea typeface="Calibri"/>
                <a:cs typeface="Times New Roman" panose="02020603050405020304" pitchFamily="18" charset="0"/>
                <a:sym typeface="Calibri"/>
              </a:rPr>
              <a:t>D: </a:t>
            </a:r>
            <a:r>
              <a:rPr lang="en-US" sz="2800" b="1" i="1" dirty="0">
                <a:latin typeface="+mn-lt"/>
                <a:ea typeface="Calibri"/>
                <a:cs typeface="Times New Roman" panose="02020603050405020304" pitchFamily="18" charset="0"/>
                <a:sym typeface="Calibri"/>
              </a:rPr>
              <a:t>o</a:t>
            </a:r>
            <a:r>
              <a:rPr lang="en-US" sz="2800" b="1" i="1" u="none" strike="noStrike" cap="none" dirty="0">
                <a:latin typeface="+mn-lt"/>
                <a:ea typeface="Calibri"/>
                <a:cs typeface="Times New Roman" panose="02020603050405020304" pitchFamily="18" charset="0"/>
                <a:sym typeface="Calibri"/>
              </a:rPr>
              <a:t>ur Suffragan Metropolitans, </a:t>
            </a:r>
            <a:r>
              <a:rPr lang="en-US" sz="2800" b="1" i="1" kern="0" dirty="0" err="1">
                <a:latin typeface="+mn-lt"/>
                <a:ea typeface="Ebrima" pitchFamily="2" charset="0"/>
                <a:cs typeface="Times New Roman" panose="02020603050405020304" pitchFamily="18" charset="0"/>
              </a:rPr>
              <a:t>Euyakim</a:t>
            </a:r>
            <a:r>
              <a:rPr lang="en-US" sz="2800" b="1" i="1" kern="0" dirty="0">
                <a:latin typeface="+mn-lt"/>
                <a:ea typeface="Ebrima" pitchFamily="2" charset="0"/>
                <a:cs typeface="Times New Roman" panose="02020603050405020304" pitchFamily="18" charset="0"/>
              </a:rPr>
              <a:t> Mar </a:t>
            </a:r>
            <a:r>
              <a:rPr lang="en-US" sz="2800" b="1" i="1" kern="0" dirty="0" err="1">
                <a:latin typeface="+mn-lt"/>
                <a:ea typeface="Ebrima" pitchFamily="2" charset="0"/>
                <a:cs typeface="Times New Roman" panose="02020603050405020304" pitchFamily="18" charset="0"/>
              </a:rPr>
              <a:t>Coorilos</a:t>
            </a:r>
            <a:r>
              <a:rPr lang="en-US" sz="2800" b="1" i="1" kern="0" dirty="0">
                <a:latin typeface="+mn-lt"/>
                <a:ea typeface="Ebrima" pitchFamily="2" charset="0"/>
                <a:cs typeface="Times New Roman" panose="02020603050405020304" pitchFamily="18" charset="0"/>
              </a:rPr>
              <a:t> and Joseph Mar Barnabas, </a:t>
            </a:r>
            <a:r>
              <a:rPr lang="en-US" sz="2800" b="1" i="1" u="none" strike="noStrike" dirty="0">
                <a:effectLst/>
                <a:latin typeface="+mn-lt"/>
                <a:cs typeface="Times New Roman" panose="02020603050405020304" pitchFamily="18" charset="0"/>
              </a:rPr>
              <a:t>our bishops,</a:t>
            </a:r>
            <a:r>
              <a:rPr lang="en-US" sz="2800" b="1" i="1" kern="0" dirty="0">
                <a:latin typeface="+mn-lt"/>
                <a:ea typeface="Ebrima" pitchFamily="2" charset="0"/>
                <a:cs typeface="Times New Roman" panose="02020603050405020304" pitchFamily="18" charset="0"/>
              </a:rPr>
              <a:t> Thomas Mar </a:t>
            </a:r>
            <a:r>
              <a:rPr lang="en-US" sz="2800" b="1" i="1" kern="0" dirty="0" err="1">
                <a:latin typeface="+mn-lt"/>
                <a:ea typeface="Ebrima" pitchFamily="2" charset="0"/>
                <a:cs typeface="Times New Roman" panose="02020603050405020304" pitchFamily="18" charset="0"/>
              </a:rPr>
              <a:t>Timotheos</a:t>
            </a:r>
            <a:r>
              <a:rPr lang="en-US" sz="2800" b="1" i="1" kern="0" dirty="0">
                <a:latin typeface="+mn-lt"/>
                <a:ea typeface="Ebrima" pitchFamily="2" charset="0"/>
                <a:cs typeface="Times New Roman" panose="02020603050405020304" pitchFamily="18" charset="0"/>
              </a:rPr>
              <a:t>, Isaac Mar </a:t>
            </a:r>
            <a:r>
              <a:rPr lang="en-US" sz="2800" b="1" i="1" kern="0" dirty="0" err="1">
                <a:latin typeface="+mn-lt"/>
                <a:ea typeface="Ebrima" pitchFamily="2" charset="0"/>
                <a:cs typeface="Times New Roman" panose="02020603050405020304" pitchFamily="18" charset="0"/>
              </a:rPr>
              <a:t>Philoxenos</a:t>
            </a:r>
            <a:r>
              <a:rPr lang="en-US" sz="2800" b="1" i="1" kern="0" dirty="0">
                <a:latin typeface="+mn-lt"/>
                <a:ea typeface="Ebrima" pitchFamily="2" charset="0"/>
                <a:cs typeface="Times New Roman" panose="02020603050405020304" pitchFamily="18" charset="0"/>
              </a:rPr>
              <a:t>, Abraham Mar Paulos, Mathews Mar Makarios, Gregorios Mar Stephanos, </a:t>
            </a:r>
            <a:r>
              <a:rPr lang="en-US" sz="2800" b="1" i="1" u="none" strike="noStrike" dirty="0">
                <a:effectLst/>
                <a:latin typeface="+mn-lt"/>
                <a:cs typeface="Times New Roman" panose="02020603050405020304" pitchFamily="18" charset="0"/>
              </a:rPr>
              <a:t>Thomas Mar </a:t>
            </a:r>
            <a:r>
              <a:rPr lang="en-US" sz="2800" b="1" i="1" u="none" strike="noStrike" dirty="0" err="1">
                <a:effectLst/>
                <a:latin typeface="+mn-lt"/>
                <a:cs typeface="Times New Roman" panose="02020603050405020304" pitchFamily="18" charset="0"/>
              </a:rPr>
              <a:t>Theethos</a:t>
            </a:r>
            <a:r>
              <a:rPr lang="en-US" sz="2800" b="1" i="1" u="none" strike="noStrike" dirty="0">
                <a:effectLst/>
                <a:latin typeface="+mn-lt"/>
                <a:cs typeface="Times New Roman" panose="02020603050405020304" pitchFamily="18" charset="0"/>
              </a:rPr>
              <a:t> , Zacharias Mar </a:t>
            </a:r>
            <a:r>
              <a:rPr lang="en-US" sz="2800" b="1" i="1" u="none" strike="noStrike" dirty="0" err="1">
                <a:effectLst/>
                <a:latin typeface="+mn-lt"/>
                <a:cs typeface="Times New Roman" panose="02020603050405020304" pitchFamily="18" charset="0"/>
              </a:rPr>
              <a:t>Aprem</a:t>
            </a:r>
            <a:r>
              <a:rPr lang="en-US" sz="2800" b="1" i="1" u="none" strike="noStrike" dirty="0">
                <a:effectLst/>
                <a:latin typeface="+mn-lt"/>
                <a:cs typeface="Times New Roman" panose="02020603050405020304" pitchFamily="18" charset="0"/>
              </a:rPr>
              <a:t>, Joseph Mar </a:t>
            </a:r>
            <a:r>
              <a:rPr lang="en-US" sz="2800" b="1" i="1" u="none" strike="noStrike" dirty="0" err="1">
                <a:effectLst/>
                <a:latin typeface="+mn-lt"/>
                <a:cs typeface="Times New Roman" panose="02020603050405020304" pitchFamily="18" charset="0"/>
              </a:rPr>
              <a:t>Ivanios</a:t>
            </a:r>
            <a:r>
              <a:rPr lang="en-US" sz="2800" b="1" i="1" u="none" strike="noStrike" dirty="0">
                <a:effectLst/>
                <a:latin typeface="+mn-lt"/>
                <a:cs typeface="Times New Roman" panose="02020603050405020304" pitchFamily="18" charset="0"/>
              </a:rPr>
              <a:t>, and Mathews Mar Seraphim</a:t>
            </a:r>
            <a:r>
              <a:rPr lang="en-US" sz="2800" b="1" i="1" dirty="0">
                <a:latin typeface="+mn-lt"/>
                <a:cs typeface="Times New Roman" panose="02020603050405020304" pitchFamily="18" charset="0"/>
              </a:rPr>
              <a:t>...</a:t>
            </a:r>
          </a:p>
        </p:txBody>
      </p:sp>
      <p:sp>
        <p:nvSpPr>
          <p:cNvPr id="2" name="TextBox 1">
            <a:extLst>
              <a:ext uri="{FF2B5EF4-FFF2-40B4-BE49-F238E27FC236}">
                <a16:creationId xmlns:a16="http://schemas.microsoft.com/office/drawing/2014/main" id="{39139C09-78D1-8A1D-DA9E-B8563D3ACBBA}"/>
              </a:ext>
            </a:extLst>
          </p:cNvPr>
          <p:cNvSpPr txBox="1"/>
          <p:nvPr/>
        </p:nvSpPr>
        <p:spPr>
          <a:xfrm>
            <a:off x="-1" y="404266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60086094-A256-9A23-80E0-53BCC54890E5}"/>
              </a:ext>
            </a:extLst>
          </p:cNvPr>
          <p:cNvCxnSpPr>
            <a:cxnSpLocks/>
            <a:endCxn id="2" idx="0"/>
          </p:cNvCxnSpPr>
          <p:nvPr/>
        </p:nvCxnSpPr>
        <p:spPr>
          <a:xfrm flipH="1">
            <a:off x="6095999" y="0"/>
            <a:ext cx="1" cy="404266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82773"/>
      </p:ext>
    </p:extLst>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A1A7B6-7044-4F40-A946-13C567A298F0}"/>
              </a:ext>
            </a:extLst>
          </p:cNvPr>
          <p:cNvSpPr/>
          <p:nvPr/>
        </p:nvSpPr>
        <p:spPr>
          <a:xfrm>
            <a:off x="149469" y="329094"/>
            <a:ext cx="5842832" cy="3790773"/>
          </a:xfrm>
          <a:prstGeom prst="rect">
            <a:avLst/>
          </a:prstGeom>
        </p:spPr>
        <p:txBody>
          <a:bodyPr wrap="square" lIns="76190" tIns="38096" rIns="76190" bIns="38096">
            <a:spAutoFit/>
          </a:bodyPr>
          <a:lstStyle/>
          <a:p>
            <a:pPr defTabSz="380950" eaLnBrk="0" hangingPunct="0">
              <a:lnSpc>
                <a:spcPts val="3199"/>
              </a:lnSpc>
              <a:buClr>
                <a:srgbClr val="000000"/>
              </a:buClr>
              <a:buSzPct val="100000"/>
              <a:defRPr/>
            </a:pPr>
            <a:r>
              <a:rPr lang="en-US" altLang="en-US" sz="3200" b="1" dirty="0">
                <a:solidFill>
                  <a:schemeClr val="accent6">
                    <a:lumMod val="50000"/>
                  </a:schemeClr>
                </a:solidFill>
                <a:latin typeface="MalayalamAbe" pitchFamily="18" charset="0"/>
              </a:rPr>
              <a:t>Ck. </a:t>
            </a:r>
            <a:r>
              <a:rPr lang="en-US" altLang="en-US" sz="3200" b="1" dirty="0" err="1">
                <a:latin typeface="MalayalamAbe" pitchFamily="18" charset="0"/>
              </a:rPr>
              <a:t>dC</a:t>
            </a:r>
            <a:r>
              <a:rPr lang="en-US" altLang="en-US" sz="3200" b="1" dirty="0">
                <a:latin typeface="MalayalamAbe" pitchFamily="18" charset="0"/>
              </a:rPr>
              <a:t>[</a:t>
            </a:r>
            <a:r>
              <a:rPr lang="en-US" altLang="en-US" sz="3200" b="1" dirty="0" err="1">
                <a:latin typeface="MalayalamAbe" pitchFamily="18" charset="0"/>
              </a:rPr>
              <a:t>CJCRalG</a:t>
            </a:r>
            <a:r>
              <a:rPr lang="en-US" altLang="en-US" sz="3200" b="1" dirty="0">
                <a:latin typeface="MalayalamAbe" pitchFamily="18" charset="0"/>
              </a:rPr>
              <a:t> </a:t>
            </a:r>
            <a:r>
              <a:rPr lang="en-US" altLang="en-US" sz="3200" b="1" dirty="0" err="1">
                <a:latin typeface="MalayalamAbe" pitchFamily="18" charset="0"/>
              </a:rPr>
              <a:t>sC+lCRalG</a:t>
            </a:r>
            <a:r>
              <a:rPr lang="en-US" altLang="en-US" sz="3200" b="1" dirty="0">
                <a:latin typeface="MalayalamAbe" pitchFamily="18" charset="0"/>
              </a:rPr>
              <a:t> </a:t>
            </a:r>
            <a:r>
              <a:rPr lang="en-US" altLang="en-US" sz="3200" b="1" dirty="0" err="1">
                <a:latin typeface="MalayalamAbe" pitchFamily="18" charset="0"/>
              </a:rPr>
              <a:t>akfhluj</a:t>
            </a:r>
            <a:r>
              <a:rPr lang="en-US" altLang="en-US" sz="3200" b="1" dirty="0">
                <a:latin typeface="MalayalamAbe" pitchFamily="18" charset="0"/>
              </a:rPr>
              <a:t> </a:t>
            </a:r>
            <a:r>
              <a:rPr lang="en-US" altLang="en-US" sz="3200" b="1" dirty="0" err="1">
                <a:latin typeface="MalayalamAbe" pitchFamily="18" charset="0"/>
              </a:rPr>
              <a:t>eMfI</a:t>
            </a:r>
            <a:r>
              <a:rPr lang="en-US" altLang="en-US" sz="3200" b="1" dirty="0">
                <a:latin typeface="MalayalamAbe" pitchFamily="18" charset="0"/>
              </a:rPr>
              <a:t>\</a:t>
            </a:r>
            <a:r>
              <a:rPr lang="en-US" altLang="en-US" sz="3200" b="1" dirty="0" err="1">
                <a:latin typeface="MalayalamAbe" pitchFamily="18" charset="0"/>
              </a:rPr>
              <a:t>jrmk</a:t>
            </a:r>
            <a:r>
              <a:rPr lang="en-US" altLang="en-US" sz="3200" b="1" dirty="0">
                <a:latin typeface="MalayalamAbe" pitchFamily="18" charset="0"/>
              </a:rPr>
              <a:t>\ </a:t>
            </a:r>
            <a:r>
              <a:rPr lang="en-US" altLang="en-US" sz="3200" b="1" dirty="0" err="1">
                <a:latin typeface="MalayalamAbe" pitchFamily="18" charset="0"/>
              </a:rPr>
              <a:t>th^li-Sguk</a:t>
            </a:r>
            <a:r>
              <a:rPr lang="en-US" altLang="en-US" sz="3200" b="1" dirty="0">
                <a:latin typeface="MalayalamAbe" pitchFamily="18" charset="0"/>
              </a:rPr>
              <a:t>; </a:t>
            </a:r>
            <a:r>
              <a:rPr lang="en-US" altLang="en-US" sz="3200" b="1" dirty="0" err="1">
                <a:latin typeface="MalayalamAbe" pitchFamily="18" charset="0"/>
              </a:rPr>
              <a:t>dgknSulsm</a:t>
            </a:r>
            <a:r>
              <a:rPr lang="en-US" altLang="en-US" sz="3200" b="1" dirty="0">
                <a:latin typeface="MalayalamAbe" pitchFamily="18" charset="0"/>
              </a:rPr>
              <a:t> </a:t>
            </a:r>
            <a:r>
              <a:rPr lang="en-US" altLang="en-US" sz="3200" b="1" dirty="0" err="1">
                <a:latin typeface="MalayalamAbe" pitchFamily="18" charset="0"/>
              </a:rPr>
              <a:t>QlG</a:t>
            </a:r>
            <a:r>
              <a:rPr lang="en-US" altLang="en-US" sz="3200" b="1" dirty="0">
                <a:latin typeface="MalayalamAbe" pitchFamily="18" charset="0"/>
              </a:rPr>
              <a:t>)-</a:t>
            </a:r>
            <a:r>
              <a:rPr lang="en-US" altLang="en-US" sz="3200" b="1" dirty="0" err="1">
                <a:latin typeface="MalayalamAbe" pitchFamily="18" charset="0"/>
              </a:rPr>
              <a:t>nSa</a:t>
            </a:r>
            <a:r>
              <a:rPr lang="en-US" altLang="en-US" sz="3200" b="1" dirty="0">
                <a:latin typeface="MalayalamAbe" pitchFamily="18" charset="0"/>
              </a:rPr>
              <a:t>.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ijCkp</a:t>
            </a:r>
            <a:r>
              <a:rPr lang="en-US" altLang="en-US" sz="3200" b="1" dirty="0">
                <a:latin typeface="MalayalamAbe" pitchFamily="18" charset="0"/>
              </a:rPr>
              <a:t>[P </a:t>
            </a:r>
            <a:r>
              <a:rPr lang="en-US" altLang="en-US" sz="3200" b="1" dirty="0" err="1">
                <a:latin typeface="MalayalamAbe" pitchFamily="18" charset="0"/>
              </a:rPr>
              <a:t>yo|luksm</a:t>
            </a:r>
            <a:r>
              <a:rPr lang="en-US" altLang="en-US" sz="3200" b="1" dirty="0">
                <a:latin typeface="MalayalamAbe" pitchFamily="18" charset="0"/>
              </a:rPr>
              <a:t> </a:t>
            </a:r>
            <a:r>
              <a:rPr lang="en-US" altLang="en-US" sz="3200" b="1" dirty="0" err="1">
                <a:latin typeface="MalayalamAbe" pitchFamily="18" charset="0"/>
              </a:rPr>
              <a:t>plr</a:t>
            </a:r>
            <a:r>
              <a:rPr lang="en-US" altLang="en-US" sz="3200" b="1" dirty="0">
                <a:latin typeface="MalayalamAbe" pitchFamily="18" charset="0"/>
              </a:rPr>
              <a:t>*H </a:t>
            </a:r>
            <a:r>
              <a:rPr lang="en-US" altLang="en-US" sz="3200" b="1" dirty="0" err="1">
                <a:latin typeface="MalayalamAbe" pitchFamily="18" charset="0"/>
              </a:rPr>
              <a:t>LiG</a:t>
            </a:r>
            <a:r>
              <a:rPr lang="en-US" altLang="en-US" sz="3200" b="1" dirty="0">
                <a:latin typeface="MalayalamAbe" pitchFamily="18" charset="0"/>
              </a:rPr>
              <a:t>)[ </a:t>
            </a:r>
            <a:r>
              <a:rPr lang="en-US" altLang="en-US" sz="3200" b="1" dirty="0" err="1">
                <a:latin typeface="MalayalamAbe" pitchFamily="18" charset="0"/>
              </a:rPr>
              <a:t>sdlmk</a:t>
            </a:r>
            <a:r>
              <a:rPr lang="en-US" altLang="en-US" sz="3200" b="1" dirty="0">
                <a:latin typeface="MalayalamAbe" pitchFamily="18" charset="0"/>
              </a:rPr>
              <a:t>\[ </a:t>
            </a:r>
            <a:r>
              <a:rPr lang="en-US" altLang="en-US" sz="3200" b="1" dirty="0" err="1">
                <a:latin typeface="MalayalamAbe" pitchFamily="18" charset="0"/>
              </a:rPr>
              <a:t>Lisg</a:t>
            </a:r>
            <a:r>
              <a:rPr lang="en-US" altLang="en-US" sz="3200" b="1" dirty="0">
                <a:latin typeface="MalayalamAbe" pitchFamily="18" charset="0"/>
              </a:rPr>
              <a:t>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SflM</a:t>
            </a:r>
            <a:r>
              <a:rPr lang="en-US" altLang="en-US" sz="3200" b="1" dirty="0">
                <a:latin typeface="MalayalamAbe" pitchFamily="18" charset="0"/>
              </a:rPr>
              <a:t>\</a:t>
            </a:r>
            <a:r>
              <a:rPr lang="en-US" altLang="en-US" sz="3200" b="1" dirty="0" err="1">
                <a:latin typeface="MalayalamAbe" pitchFamily="18" charset="0"/>
              </a:rPr>
              <a:t>jH</a:t>
            </a:r>
            <a:r>
              <a:rPr lang="en-US" altLang="en-US" sz="3200" b="1" dirty="0">
                <a:latin typeface="MalayalamAbe" pitchFamily="18" charset="0"/>
              </a:rPr>
              <a:t> </a:t>
            </a:r>
            <a:r>
              <a:rPr lang="en-US" altLang="en-US" sz="3200" b="1" dirty="0" err="1">
                <a:latin typeface="MalayalamAbe" pitchFamily="18" charset="0"/>
              </a:rPr>
              <a:t>amjdomlsf</a:t>
            </a:r>
            <a:r>
              <a:rPr lang="en-US" altLang="en-US" sz="3200" b="1" dirty="0">
                <a:latin typeface="MalayalamAbe" pitchFamily="18" charset="0"/>
              </a:rPr>
              <a:t> </a:t>
            </a:r>
            <a:r>
              <a:rPr lang="en-US" altLang="en-US" sz="3200" b="1" dirty="0" err="1">
                <a:latin typeface="MalayalamAbe" pitchFamily="18" charset="0"/>
              </a:rPr>
              <a:t>Sih</a:t>
            </a:r>
            <a:r>
              <a:rPr lang="en-US" altLang="en-US" sz="3200" b="1" dirty="0">
                <a:latin typeface="MalayalamAbe" pitchFamily="18" charset="0"/>
              </a:rPr>
              <a:t> </a:t>
            </a:r>
            <a:r>
              <a:rPr lang="en-US" altLang="en-US" sz="3200" b="1" dirty="0" err="1">
                <a:latin typeface="MalayalamAbe" pitchFamily="18" charset="0"/>
              </a:rPr>
              <a:t>svu&amp;k#igl</a:t>
            </a:r>
            <a:r>
              <a:rPr lang="en-US" altLang="en-US" sz="3200" b="1" dirty="0">
                <a:latin typeface="MalayalamAbe" pitchFamily="18" charset="0"/>
              </a:rPr>
              <a:t>)j </a:t>
            </a:r>
            <a:r>
              <a:rPr lang="en-US" altLang="en-US" sz="3200" b="1" dirty="0" err="1">
                <a:latin typeface="MalayalamAbe" pitchFamily="18" charset="0"/>
              </a:rPr>
              <a:t>fJG</a:t>
            </a:r>
            <a:r>
              <a:rPr lang="en-US" altLang="en-US" sz="3200" b="1" dirty="0">
                <a:latin typeface="MalayalamAbe" pitchFamily="18" charset="0"/>
              </a:rPr>
              <a:t>)</a:t>
            </a:r>
            <a:r>
              <a:rPr lang="en-US" altLang="en-US" sz="3200" b="1" dirty="0" err="1">
                <a:latin typeface="MalayalamAbe" pitchFamily="18" charset="0"/>
              </a:rPr>
              <a:t>nSa</a:t>
            </a:r>
            <a:r>
              <a:rPr lang="en-US" altLang="en-US" sz="3200" b="1" dirty="0">
                <a:latin typeface="MalayalamAbe" pitchFamily="18" charset="0"/>
              </a:rPr>
              <a:t>. </a:t>
            </a:r>
          </a:p>
          <a:p>
            <a:pPr defTabSz="380950" eaLnBrk="0" hangingPunct="0">
              <a:lnSpc>
                <a:spcPts val="3199"/>
              </a:lnSpc>
              <a:buClr>
                <a:srgbClr val="000000"/>
              </a:buClr>
              <a:buSzPct val="100000"/>
              <a:defRPr/>
            </a:pPr>
            <a:r>
              <a:rPr lang="en-US" altLang="en-US" sz="3200" b="1" dirty="0">
                <a:solidFill>
                  <a:schemeClr val="accent6">
                    <a:lumMod val="50000"/>
                  </a:schemeClr>
                </a:solidFill>
                <a:latin typeface="MalayalamAbe" pitchFamily="18" charset="0"/>
              </a:rPr>
              <a:t>w. </a:t>
            </a:r>
            <a:r>
              <a:rPr lang="en-US" altLang="en-US" sz="3200" b="1" dirty="0" err="1">
                <a:latin typeface="MalayalamAbe" pitchFamily="18" charset="0"/>
              </a:rPr>
              <a:t>dkyjSuhlujS</a:t>
            </a:r>
            <a:r>
              <a:rPr lang="en-US" altLang="en-US" sz="3200" b="1" dirty="0" err="1">
                <a:latin typeface="Kerala" pitchFamily="2" charset="0"/>
              </a:rPr>
              <a:t>T</a:t>
            </a:r>
            <a:r>
              <a:rPr lang="en-US" altLang="en-US" sz="3200" b="1" dirty="0" err="1">
                <a:latin typeface="MalayalamAbe" pitchFamily="18" charset="0"/>
              </a:rPr>
              <a:t>lR</a:t>
            </a:r>
            <a:r>
              <a:rPr lang="en-US" altLang="en-US" sz="3200" b="1" dirty="0">
                <a:latin typeface="MalayalamAbe" pitchFamily="18" charset="0"/>
              </a:rPr>
              <a:t>.</a:t>
            </a:r>
            <a:endParaRPr lang="pt-BR" sz="3200" b="1" kern="0" dirty="0">
              <a:latin typeface="ML-TTKarthika" pitchFamily="82" charset="0"/>
            </a:endParaRPr>
          </a:p>
        </p:txBody>
      </p:sp>
      <p:sp>
        <p:nvSpPr>
          <p:cNvPr id="18" name="Text Box 2">
            <a:extLst>
              <a:ext uri="{FF2B5EF4-FFF2-40B4-BE49-F238E27FC236}">
                <a16:creationId xmlns:a16="http://schemas.microsoft.com/office/drawing/2014/main" id="{8635D3F0-1686-472A-AF68-30A7793634E3}"/>
              </a:ext>
            </a:extLst>
          </p:cNvPr>
          <p:cNvSpPr txBox="1">
            <a:spLocks noChangeArrowheads="1"/>
          </p:cNvSpPr>
          <p:nvPr/>
        </p:nvSpPr>
        <p:spPr bwMode="auto">
          <a:xfrm>
            <a:off x="6349167" y="129308"/>
            <a:ext cx="5780167" cy="3990559"/>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D: </a:t>
            </a:r>
            <a:r>
              <a:rPr lang="en-US" sz="2800" b="1" kern="0" dirty="0" err="1">
                <a:latin typeface="Calibri" pitchFamily="34" charset="0"/>
                <a:ea typeface="Ebrima" pitchFamily="2" charset="0"/>
                <a:cs typeface="Calibri" pitchFamily="34" charset="0"/>
              </a:rPr>
              <a:t>Kasheeshanmaar</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Shemmashanmaar</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muthalaayi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pattathwathin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adutha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ellaavareyum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karoonayode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orkkaname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Vishudha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Roohaa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daanangal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avarkku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koduthu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avare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thottathil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madi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koodaathe</a:t>
            </a:r>
            <a:r>
              <a:rPr lang="en-US" sz="2800" b="1" kern="0" dirty="0">
                <a:latin typeface="Calibri" pitchFamily="34" charset="0"/>
                <a:ea typeface="Ebrima" pitchFamily="2" charset="0"/>
                <a:cs typeface="Calibri" pitchFamily="34" charset="0"/>
              </a:rPr>
              <a:t> vela </a:t>
            </a:r>
            <a:r>
              <a:rPr lang="en-US" sz="2800" b="1" kern="0" dirty="0" err="1">
                <a:latin typeface="Calibri" pitchFamily="34" charset="0"/>
                <a:ea typeface="Ebrima" pitchFamily="2" charset="0"/>
                <a:cs typeface="Calibri" pitchFamily="34" charset="0"/>
              </a:rPr>
              <a:t>cheyyunnavaraakki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theerkkanhame</a:t>
            </a:r>
            <a:r>
              <a:rPr lang="en-US" sz="2800" b="1" kern="0" dirty="0">
                <a:latin typeface="Calibri" pitchFamily="34" charset="0"/>
                <a:ea typeface="Ebrima" pitchFamily="2" charset="0"/>
                <a:cs typeface="Calibri" pitchFamily="34" charset="0"/>
              </a:rPr>
              <a:t>. </a:t>
            </a:r>
          </a:p>
          <a:p>
            <a:pP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Kurriye-elaayisson</a:t>
            </a:r>
            <a:r>
              <a:rPr lang="en-US" sz="28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F2926E32-5B6D-3BFA-ECF4-BE4AA5FD888A}"/>
              </a:ext>
            </a:extLst>
          </p:cNvPr>
          <p:cNvSpPr txBox="1"/>
          <p:nvPr/>
        </p:nvSpPr>
        <p:spPr>
          <a:xfrm>
            <a:off x="358416" y="4970649"/>
            <a:ext cx="11981502" cy="2080057"/>
          </a:xfrm>
          <a:prstGeom prst="rect">
            <a:avLst/>
          </a:prstGeom>
          <a:noFill/>
        </p:spPr>
        <p:txBody>
          <a:bodyPr wrap="square" rtlCol="0" anchor="ctr">
            <a:spAutoFit/>
          </a:bodyPr>
          <a:lstStyle/>
          <a:p>
            <a:pPr marL="403225" marR="0" lvl="0" indent="-403225" rtl="0">
              <a:lnSpc>
                <a:spcPts val="31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u="none" strike="noStrike" cap="none" dirty="0">
                <a:latin typeface="+mn-lt"/>
                <a:ea typeface="Calibri"/>
                <a:cs typeface="Times New Roman" panose="02020603050405020304" pitchFamily="18" charset="0"/>
                <a:sym typeface="Calibri"/>
              </a:rPr>
              <a:t>...</a:t>
            </a:r>
            <a:r>
              <a:rPr lang="en-US" sz="3000" b="1" i="1" dirty="0">
                <a:latin typeface="+mn-lt"/>
                <a:ea typeface="Calibri"/>
                <a:cs typeface="Times New Roman" panose="02020603050405020304" pitchFamily="18" charset="0"/>
                <a:sym typeface="Calibri"/>
              </a:rPr>
              <a:t>p</a:t>
            </a:r>
            <a:r>
              <a:rPr lang="en-US" sz="3000" b="1" i="1" u="none" strike="noStrike" cap="none" dirty="0">
                <a:latin typeface="+mn-lt"/>
                <a:ea typeface="Calibri"/>
                <a:cs typeface="Times New Roman" panose="02020603050405020304" pitchFamily="18" charset="0"/>
                <a:sym typeface="Calibri"/>
              </a:rPr>
              <a:t>riests, deacons, evangelists, faithful members of our church, and seekers of the faith. Give to each one Your Holy Spirit that they may diligently work in Your vineyard.</a:t>
            </a:r>
            <a:r>
              <a:rPr lang="en-US" sz="3000" b="1" i="1" dirty="0">
                <a:latin typeface="+mn-lt"/>
                <a:ea typeface="Calibri"/>
                <a:cs typeface="Times New Roman" panose="02020603050405020304" pitchFamily="18" charset="0"/>
                <a:sym typeface="Calibri"/>
              </a:rPr>
              <a:t> </a:t>
            </a:r>
          </a:p>
          <a:p>
            <a:pPr marL="403225" marR="0" lvl="0" indent="-403225" rtl="0">
              <a:lnSpc>
                <a:spcPts val="31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Lord, have mercy.</a:t>
            </a:r>
            <a:endParaRPr lang="en-US" sz="3000" b="1" i="1" u="none" strike="noStrike" cap="none" dirty="0">
              <a:latin typeface="+mn-lt"/>
              <a:ea typeface="Arial"/>
              <a:cs typeface="Times New Roman" panose="02020603050405020304" pitchFamily="18" charset="0"/>
              <a:sym typeface="Arial"/>
            </a:endParaRPr>
          </a:p>
          <a:p>
            <a:pPr>
              <a:lnSpc>
                <a:spcPts val="3100"/>
              </a:lnSpc>
            </a:pPr>
            <a:endParaRPr lang="en-US" sz="3000" i="1" dirty="0">
              <a:cs typeface="Times New Roman" panose="02020603050405020304" pitchFamily="18" charset="0"/>
            </a:endParaRPr>
          </a:p>
        </p:txBody>
      </p:sp>
      <p:sp>
        <p:nvSpPr>
          <p:cNvPr id="3" name="TextBox 2">
            <a:extLst>
              <a:ext uri="{FF2B5EF4-FFF2-40B4-BE49-F238E27FC236}">
                <a16:creationId xmlns:a16="http://schemas.microsoft.com/office/drawing/2014/main" id="{136028DC-B9AF-6CE4-2204-3683F0482C59}"/>
              </a:ext>
            </a:extLst>
          </p:cNvPr>
          <p:cNvSpPr txBox="1"/>
          <p:nvPr/>
        </p:nvSpPr>
        <p:spPr>
          <a:xfrm>
            <a:off x="0" y="429170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6EABF450-84FC-C952-5E3F-A22B7326B0BD}"/>
              </a:ext>
            </a:extLst>
          </p:cNvPr>
          <p:cNvCxnSpPr>
            <a:cxnSpLocks/>
            <a:endCxn id="3" idx="0"/>
          </p:cNvCxnSpPr>
          <p:nvPr/>
        </p:nvCxnSpPr>
        <p:spPr>
          <a:xfrm>
            <a:off x="6096000" y="0"/>
            <a:ext cx="0" cy="429170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2750666"/>
      </p:ext>
    </p:extLst>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a:hlinkClick r:id="rId3" action="ppaction://hlinksldjump"/>
          </p:cNvPr>
          <p:cNvSpPr>
            <a:spLocks noChangeArrowheads="1"/>
          </p:cNvSpPr>
          <p:nvPr/>
        </p:nvSpPr>
        <p:spPr bwMode="auto">
          <a:xfrm>
            <a:off x="2065564" y="1235530"/>
            <a:ext cx="8039100" cy="685800"/>
          </a:xfrm>
          <a:prstGeom prst="rightArrow">
            <a:avLst>
              <a:gd name="adj1" fmla="val 50000"/>
              <a:gd name="adj2" fmla="val 83333"/>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400" b="1" i="1" dirty="0">
                <a:solidFill>
                  <a:schemeClr val="accent6">
                    <a:lumMod val="50000"/>
                  </a:schemeClr>
                </a:solidFill>
                <a:latin typeface="MalayalamAbe" pitchFamily="18" charset="0"/>
              </a:rPr>
              <a:t>dG\lSi, ijCIlcj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vishwaasikalum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400" b="1" i="1" dirty="0">
              <a:solidFill>
                <a:schemeClr val="accent6">
                  <a:lumMod val="50000"/>
                </a:schemeClr>
              </a:solidFill>
              <a:latin typeface="MalayalamAbe" pitchFamily="18" charset="0"/>
            </a:endParaRPr>
          </a:p>
        </p:txBody>
      </p:sp>
      <p:sp>
        <p:nvSpPr>
          <p:cNvPr id="20483" name="AutoShape 3">
            <a:hlinkClick r:id="rId4" action="ppaction://hlinksldjump"/>
          </p:cNvPr>
          <p:cNvSpPr>
            <a:spLocks noChangeArrowheads="1"/>
          </p:cNvSpPr>
          <p:nvPr/>
        </p:nvSpPr>
        <p:spPr bwMode="auto">
          <a:xfrm>
            <a:off x="2065564" y="2160815"/>
            <a:ext cx="8039100" cy="685800"/>
          </a:xfrm>
          <a:prstGeom prst="rightArrow">
            <a:avLst>
              <a:gd name="adj1" fmla="val 50000"/>
              <a:gd name="adj2" fmla="val 83336"/>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a:solidFill>
                  <a:schemeClr val="accent6">
                    <a:lumMod val="50000"/>
                  </a:schemeClr>
                </a:solidFill>
                <a:latin typeface="MalayalamAbe" pitchFamily="18" charset="0"/>
              </a:rPr>
              <a:t>sspialu dG\lSi </a:t>
            </a:r>
            <a:r>
              <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Daivamaaya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endParaRPr>
          </a:p>
        </p:txBody>
      </p:sp>
      <p:sp>
        <p:nvSpPr>
          <p:cNvPr id="20484" name="AutoShape 4">
            <a:hlinkClick r:id="rId5" action="ppaction://hlinksldjump"/>
          </p:cNvPr>
          <p:cNvSpPr>
            <a:spLocks noChangeArrowheads="1"/>
          </p:cNvSpPr>
          <p:nvPr/>
        </p:nvSpPr>
        <p:spPr bwMode="auto">
          <a:xfrm>
            <a:off x="2071007" y="3086100"/>
            <a:ext cx="8039100" cy="685800"/>
          </a:xfrm>
          <a:prstGeom prst="rightArrow">
            <a:avLst>
              <a:gd name="adj1" fmla="val 50000"/>
              <a:gd name="adj2" fmla="val 83341"/>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a:solidFill>
                  <a:schemeClr val="accent6">
                    <a:lumMod val="50000"/>
                  </a:schemeClr>
                </a:solidFill>
                <a:latin typeface="MalayalamAbe" pitchFamily="18" charset="0"/>
              </a:rPr>
              <a:t>dG\lSi, &gt;oajujhk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bhoomiyil</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a typeface="Ebrima" pitchFamily="2" charset="0"/>
              <a:cs typeface="Calibri" pitchFamily="34" charset="0"/>
            </a:endParaRPr>
          </a:p>
        </p:txBody>
      </p:sp>
      <p:sp>
        <p:nvSpPr>
          <p:cNvPr id="20485" name="AutoShape 5">
            <a:hlinkClick r:id="rId6" action="ppaction://hlinksldjump"/>
          </p:cNvPr>
          <p:cNvSpPr>
            <a:spLocks noChangeArrowheads="1"/>
          </p:cNvSpPr>
          <p:nvPr/>
        </p:nvSpPr>
        <p:spPr bwMode="auto">
          <a:xfrm>
            <a:off x="2087335" y="4011385"/>
            <a:ext cx="8039100" cy="685800"/>
          </a:xfrm>
          <a:prstGeom prst="rightArrow">
            <a:avLst>
              <a:gd name="adj1" fmla="val 50000"/>
              <a:gd name="adj2" fmla="val 83333"/>
            </a:avLst>
          </a:prstGeom>
          <a:noFill/>
          <a:ln w="9525">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400" b="1" i="1" dirty="0">
                <a:solidFill>
                  <a:schemeClr val="accent6">
                    <a:lumMod val="50000"/>
                  </a:schemeClr>
                </a:solidFill>
                <a:latin typeface="MalayalamAbe" pitchFamily="18" charset="0"/>
              </a:rPr>
              <a:t>dG\lSi, rjDUlujhk;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Nikhyaayilum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400" b="1" i="1" dirty="0">
              <a:solidFill>
                <a:schemeClr val="accent6">
                  <a:lumMod val="50000"/>
                </a:schemeClr>
              </a:solidFill>
              <a:latin typeface="MalayalamAbe" pitchFamily="18" charset="0"/>
            </a:endParaRPr>
          </a:p>
        </p:txBody>
      </p:sp>
      <p:sp>
        <p:nvSpPr>
          <p:cNvPr id="20486" name="AutoShape 6">
            <a:hlinkClick r:id="rId7" action="ppaction://hlinksldjump"/>
          </p:cNvPr>
          <p:cNvSpPr>
            <a:spLocks noChangeArrowheads="1"/>
          </p:cNvSpPr>
          <p:nvPr/>
        </p:nvSpPr>
        <p:spPr bwMode="auto">
          <a:xfrm>
            <a:off x="2065564" y="4936670"/>
            <a:ext cx="8039100" cy="685800"/>
          </a:xfrm>
          <a:prstGeom prst="rightArrow">
            <a:avLst>
              <a:gd name="adj1" fmla="val 50000"/>
              <a:gd name="adj2" fmla="val 83333"/>
            </a:avLst>
          </a:prstGeom>
          <a:noFill/>
          <a:ln w="9525" algn="ctr">
            <a:solidFill>
              <a:srgbClr val="000000"/>
            </a:solidFill>
            <a:miter lim="800000"/>
            <a:headEnd/>
            <a:tailEnd/>
          </a:ln>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400" b="1" i="1" dirty="0">
                <a:solidFill>
                  <a:schemeClr val="accent6">
                    <a:lumMod val="50000"/>
                  </a:schemeClr>
                </a:solidFill>
                <a:latin typeface="MalayalamAbe" pitchFamily="18" charset="0"/>
              </a:rPr>
              <a:t>dG\lSi, cfUijCIl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Karthaave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sathya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vishwa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pt-BR" sz="2400" b="1" kern="0" dirty="0">
              <a:ln w="1905"/>
              <a:solidFill>
                <a:schemeClr val="accent6">
                  <a:lumMod val="50000"/>
                </a:schemeClr>
              </a:solidFill>
              <a:effectLst>
                <a:innerShdw blurRad="69850" dist="43180" dir="5400000">
                  <a:srgbClr val="000000">
                    <a:alpha val="65000"/>
                  </a:srgbClr>
                </a:innerShdw>
              </a:effectLst>
              <a:latin typeface="ML-TTKarthika" pitchFamily="82" charset="0"/>
            </a:endParaRPr>
          </a:p>
        </p:txBody>
      </p:sp>
    </p:spTree>
    <p:extLst>
      <p:ext uri="{BB962C8B-B14F-4D97-AF65-F5344CB8AC3E}">
        <p14:creationId xmlns:p14="http://schemas.microsoft.com/office/powerpoint/2010/main" val="37732494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ctrTitle"/>
          </p:nvPr>
        </p:nvSpPr>
        <p:spPr>
          <a:xfrm>
            <a:off x="364498" y="835717"/>
            <a:ext cx="5731500" cy="1636069"/>
          </a:xfrm>
        </p:spPr>
        <p:txBody>
          <a:bodyPr anchor="ctr">
            <a:noAutofit/>
          </a:bodyPr>
          <a:lstStyle/>
          <a:p>
            <a:pPr algn="l" eaLnBrk="1" hangingPunct="1"/>
            <a:r>
              <a:rPr lang="en-US" altLang="en-US" sz="3600" b="1" dirty="0">
                <a:latin typeface="MalayalamAbe" pitchFamily="18" charset="0"/>
              </a:rPr>
              <a:t> </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Ck. </a:t>
            </a: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ijCIlcjdxk</a:t>
            </a:r>
            <a:r>
              <a:rPr lang="en-US" altLang="en-US" sz="3600" b="1" dirty="0">
                <a:latin typeface="MalayalamAbe" pitchFamily="18" charset="0"/>
              </a:rPr>
              <a:t>;  </a:t>
            </a:r>
            <a:r>
              <a:rPr lang="en-US" altLang="en-US" sz="3600" b="1" dirty="0" err="1">
                <a:latin typeface="MalayalamAbe" pitchFamily="18" charset="0"/>
              </a:rPr>
              <a:t>cfUYdjc</a:t>
            </a:r>
            <a:r>
              <a:rPr lang="en-US" altLang="en-US" sz="3600" b="1" dirty="0">
                <a:latin typeface="MalayalamAbe" pitchFamily="18" charset="0"/>
              </a:rPr>
              <a:t>[</a:t>
            </a:r>
            <a:r>
              <a:rPr lang="en-US" altLang="en-US" sz="3600" b="1" dirty="0" err="1">
                <a:latin typeface="MalayalamAbe" pitchFamily="18" charset="0"/>
              </a:rPr>
              <a:t>fUlrjdxk</a:t>
            </a:r>
            <a:r>
              <a:rPr lang="en-US" altLang="en-US" sz="3600" b="1" dirty="0">
                <a:latin typeface="MalayalamAbe" pitchFamily="18" charset="0"/>
              </a:rPr>
              <a:t>; :u...</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br>
              <a:rPr lang="en-US" altLang="en-US" sz="3600" b="1" dirty="0">
                <a:latin typeface="MalayalamAbe" pitchFamily="18" charset="0"/>
              </a:rPr>
            </a:br>
            <a:endParaRPr lang="en-US" altLang="en-US" sz="3600" b="1" dirty="0">
              <a:latin typeface="MalayalamAbe" pitchFamily="18" charset="0"/>
            </a:endParaRPr>
          </a:p>
        </p:txBody>
      </p:sp>
      <p:sp>
        <p:nvSpPr>
          <p:cNvPr id="5" name="Text Box 2">
            <a:extLst>
              <a:ext uri="{FF2B5EF4-FFF2-40B4-BE49-F238E27FC236}">
                <a16:creationId xmlns:a16="http://schemas.microsoft.com/office/drawing/2014/main" id="{E4519AB7-8A18-466A-9947-844A5D265D6F}"/>
              </a:ext>
            </a:extLst>
          </p:cNvPr>
          <p:cNvSpPr txBox="1">
            <a:spLocks noChangeArrowheads="1"/>
          </p:cNvSpPr>
          <p:nvPr/>
        </p:nvSpPr>
        <p:spPr bwMode="auto">
          <a:xfrm>
            <a:off x="6358145" y="882127"/>
            <a:ext cx="5571706"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D: </a:t>
            </a:r>
            <a:r>
              <a:rPr lang="en-US" sz="3333" b="1" kern="0" dirty="0" err="1">
                <a:latin typeface="Calibri" pitchFamily="34" charset="0"/>
                <a:ea typeface="Ebrima" pitchFamily="2" charset="0"/>
                <a:cs typeface="Calibri" pitchFamily="34" charset="0"/>
              </a:rPr>
              <a:t>Karthaave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vishwaasikalum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sathya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kristhyaanikalum</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err="1">
                <a:latin typeface="Calibri" pitchFamily="34" charset="0"/>
                <a:ea typeface="Ebrima" pitchFamily="2" charset="0"/>
                <a:cs typeface="Calibri" pitchFamily="34" charset="0"/>
              </a:rPr>
              <a:t>Kurriye-elaayisson</a:t>
            </a:r>
            <a:r>
              <a:rPr lang="en-US" sz="3333"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6DB66A19-DBD0-DBA7-63E8-6EA36DD80E3E}"/>
              </a:ext>
            </a:extLst>
          </p:cNvPr>
          <p:cNvSpPr txBox="1"/>
          <p:nvPr/>
        </p:nvSpPr>
        <p:spPr>
          <a:xfrm>
            <a:off x="789681" y="4214555"/>
            <a:ext cx="10612633" cy="1938992"/>
          </a:xfrm>
          <a:prstGeom prst="rect">
            <a:avLst/>
          </a:prstGeom>
          <a:noFill/>
        </p:spPr>
        <p:txBody>
          <a:bodyPr wrap="square">
            <a:spAutoFit/>
          </a:bodyPr>
          <a:lstStyle/>
          <a:p>
            <a:pPr marL="403225" marR="0" lvl="0" indent="-403225" rtl="0">
              <a:lnSpc>
                <a:spcPts val="3600"/>
              </a:lnSpc>
              <a:spcBef>
                <a:spcPts val="0"/>
              </a:spcBef>
              <a:spcAft>
                <a:spcPts val="0"/>
              </a:spcAft>
              <a:buClr>
                <a:srgbClr val="000000"/>
              </a:buClr>
              <a:buSzPts val="3200"/>
              <a:buFont typeface="Arial"/>
              <a:buNone/>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strike="noStrike" cap="none" dirty="0">
                <a:latin typeface="+mn-lt"/>
                <a:ea typeface="Calibri"/>
                <a:cs typeface="Times New Roman" panose="02020603050405020304" pitchFamily="18" charset="0"/>
                <a:sym typeface="Calibri"/>
              </a:rPr>
              <a:t>Remember, O Lord, all true and </a:t>
            </a:r>
            <a:r>
              <a:rPr lang="en-US" sz="3000" b="1" i="1" dirty="0">
                <a:latin typeface="+mn-lt"/>
                <a:ea typeface="Calibri"/>
                <a:cs typeface="Times New Roman" panose="02020603050405020304" pitchFamily="18" charset="0"/>
                <a:sym typeface="Calibri"/>
              </a:rPr>
              <a:t>f</a:t>
            </a:r>
            <a:r>
              <a:rPr lang="en-US" sz="3000" b="1" i="1" strike="noStrike" cap="none" dirty="0">
                <a:latin typeface="+mn-lt"/>
                <a:ea typeface="Calibri"/>
                <a:cs typeface="Times New Roman" panose="02020603050405020304" pitchFamily="18" charset="0"/>
                <a:sym typeface="Calibri"/>
              </a:rPr>
              <a:t>aithful followers of Christ and comfort them with Your gracious help and support.</a:t>
            </a:r>
          </a:p>
          <a:p>
            <a:pPr marL="403225" marR="0" lvl="0" indent="-403225" rtl="0">
              <a:lnSpc>
                <a:spcPts val="3600"/>
              </a:lnSpc>
              <a:spcBef>
                <a:spcPts val="0"/>
              </a:spcBef>
              <a:spcAft>
                <a:spcPts val="0"/>
              </a:spcAft>
              <a:buClr>
                <a:srgbClr val="000000"/>
              </a:buClr>
              <a:buSzPts val="3200"/>
              <a:buFont typeface="Arial"/>
              <a:buNone/>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strike="noStrike" cap="none" dirty="0">
                <a:latin typeface="+mn-lt"/>
                <a:ea typeface="Calibri"/>
                <a:cs typeface="Times New Roman" panose="02020603050405020304" pitchFamily="18" charset="0"/>
                <a:sym typeface="Calibri"/>
              </a:rPr>
              <a:t>Lord, have mercy.</a:t>
            </a:r>
            <a:endParaRPr lang="en-US" sz="3000" b="1" i="1" strike="noStrike" cap="none" dirty="0">
              <a:latin typeface="+mn-lt"/>
              <a:ea typeface="Arial"/>
              <a:cs typeface="Times New Roman" panose="02020603050405020304" pitchFamily="18" charset="0"/>
              <a:sym typeface="Arial"/>
            </a:endParaRPr>
          </a:p>
          <a:p>
            <a:pPr marL="403225" marR="0" lvl="0" indent="-403225" rtl="0">
              <a:lnSpc>
                <a:spcPts val="3600"/>
              </a:lnSpc>
              <a:spcBef>
                <a:spcPts val="0"/>
              </a:spcBef>
              <a:spcAft>
                <a:spcPts val="0"/>
              </a:spcAft>
              <a:buClr>
                <a:srgbClr val="000000"/>
              </a:buClr>
              <a:buSzPts val="3200"/>
              <a:buFont typeface="Arial"/>
              <a:buNone/>
            </a:pPr>
            <a:endParaRPr lang="en-US" sz="3000" b="1" i="1" strike="noStrike" cap="none" dirty="0">
              <a:latin typeface="+mn-lt"/>
              <a:ea typeface="Calibri"/>
              <a:cs typeface="Times New Roman" panose="02020603050405020304" pitchFamily="18" charset="0"/>
              <a:sym typeface="Calibri"/>
            </a:endParaRPr>
          </a:p>
        </p:txBody>
      </p:sp>
      <p:sp>
        <p:nvSpPr>
          <p:cNvPr id="4" name="TextBox 3">
            <a:extLst>
              <a:ext uri="{FF2B5EF4-FFF2-40B4-BE49-F238E27FC236}">
                <a16:creationId xmlns:a16="http://schemas.microsoft.com/office/drawing/2014/main" id="{59133689-21F8-DE3C-5F07-044518AEF44B}"/>
              </a:ext>
            </a:extLst>
          </p:cNvPr>
          <p:cNvSpPr txBox="1"/>
          <p:nvPr/>
        </p:nvSpPr>
        <p:spPr>
          <a:xfrm>
            <a:off x="0" y="325907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30D1A3A8-E361-9CAE-5D08-9D7BEFDAD671}"/>
              </a:ext>
            </a:extLst>
          </p:cNvPr>
          <p:cNvCxnSpPr>
            <a:cxnSpLocks/>
            <a:endCxn id="4" idx="0"/>
          </p:cNvCxnSpPr>
          <p:nvPr/>
        </p:nvCxnSpPr>
        <p:spPr>
          <a:xfrm>
            <a:off x="6096000" y="0"/>
            <a:ext cx="0" cy="325907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AutoShape 6">
            <a:hlinkClick r:id="rId2" action="ppaction://hlinksldjump"/>
            <a:extLst>
              <a:ext uri="{FF2B5EF4-FFF2-40B4-BE49-F238E27FC236}">
                <a16:creationId xmlns:a16="http://schemas.microsoft.com/office/drawing/2014/main" id="{6F3B28F1-2C1D-2695-ABFA-8360E3234376}"/>
              </a:ext>
            </a:extLst>
          </p:cNvPr>
          <p:cNvSpPr>
            <a:spLocks noChangeArrowheads="1"/>
          </p:cNvSpPr>
          <p:nvPr/>
        </p:nvSpPr>
        <p:spPr bwMode="auto">
          <a:xfrm>
            <a:off x="5029200" y="5943600"/>
            <a:ext cx="7162800" cy="685800"/>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cfUijCIl</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a:t>
            </a:r>
            <a:r>
              <a:rPr lang="en-US" sz="2000" kern="0" dirty="0" err="1">
                <a:ea typeface="Ebrima" pitchFamily="2" charset="0"/>
                <a:cs typeface="Calibri" pitchFamily="34" charset="0"/>
              </a:rPr>
              <a:t>sathya</a:t>
            </a:r>
            <a:r>
              <a:rPr lang="en-US" sz="2000" kern="0" dirty="0">
                <a:ea typeface="Ebrima" pitchFamily="2" charset="0"/>
                <a:cs typeface="Calibri" pitchFamily="34" charset="0"/>
              </a:rPr>
              <a:t> </a:t>
            </a:r>
            <a:r>
              <a:rPr lang="en-US" sz="2000" kern="0" dirty="0" err="1">
                <a:ea typeface="Ebrima" pitchFamily="2" charset="0"/>
                <a:cs typeface="Calibri" pitchFamily="34" charset="0"/>
              </a:rPr>
              <a:t>vishwaasathil</a:t>
            </a:r>
            <a:r>
              <a:rPr lang="en-US" sz="2000" kern="0" dirty="0">
                <a:ea typeface="Ebrima" pitchFamily="2" charset="0"/>
                <a:cs typeface="Calibri" pitchFamily="34" charset="0"/>
              </a:rPr>
              <a:t> </a:t>
            </a:r>
            <a:endParaRPr lang="en-US" altLang="en-US" sz="2000" i="1" dirty="0">
              <a:latin typeface="MalayalamAbe" pitchFamily="18" charset="0"/>
            </a:endParaRP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ctrTitle"/>
          </p:nvPr>
        </p:nvSpPr>
        <p:spPr>
          <a:xfrm>
            <a:off x="140675" y="-41904"/>
            <a:ext cx="5867400" cy="1905000"/>
          </a:xfrm>
          <a:noFill/>
        </p:spPr>
        <p:txBody>
          <a:bodyPr anchor="t">
            <a:normAutofit fontScale="90000"/>
          </a:bodyPr>
          <a:lstStyle/>
          <a:p>
            <a:pPr algn="l" eaLnBrk="1" hangingPunct="1"/>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Ck. </a:t>
            </a:r>
            <a:r>
              <a:rPr lang="en-US" altLang="en-US" sz="4000" b="1" dirty="0" err="1">
                <a:latin typeface="MalayalamAbe" pitchFamily="18" charset="0"/>
              </a:rPr>
              <a:t>sspialu</a:t>
            </a:r>
            <a:r>
              <a:rPr lang="en-US" altLang="en-US" sz="4000" b="1" dirty="0">
                <a:latin typeface="MalayalamAbe" pitchFamily="18" charset="0"/>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a:t>
            </a:r>
            <a:r>
              <a:rPr lang="en-US" altLang="en-US" sz="4000" b="1" dirty="0" err="1">
                <a:latin typeface="MalayalamAbe" pitchFamily="18" charset="0"/>
              </a:rPr>
              <a:t>th^l</a:t>
            </a:r>
            <a:r>
              <a:rPr lang="en-US" altLang="en-US" sz="4000" b="1" dirty="0">
                <a:latin typeface="MalayalamAbe" pitchFamily="18" charset="0"/>
              </a:rPr>
              <a:t> &gt;</a:t>
            </a:r>
            <a:r>
              <a:rPr lang="en-US" altLang="en-US" sz="4000" b="1" dirty="0" err="1">
                <a:latin typeface="MalayalamAbe" pitchFamily="18" charset="0"/>
              </a:rPr>
              <a:t>gnlPj</a:t>
            </a:r>
            <a:r>
              <a:rPr lang="en-US" altLang="en-US" sz="4000" b="1" dirty="0">
                <a:latin typeface="MalayalamAbe" pitchFamily="18" charset="0"/>
              </a:rPr>
              <a:t> </a:t>
            </a:r>
            <a:r>
              <a:rPr lang="en-US" altLang="en-US" sz="4000" b="1" dirty="0" err="1">
                <a:latin typeface="MalayalamAbe" pitchFamily="18" charset="0"/>
              </a:rPr>
              <a:t>dlgjdX</a:t>
            </a:r>
            <a:r>
              <a:rPr lang="en-US" altLang="en-US" sz="4000" b="1" dirty="0">
                <a:latin typeface="MalayalamAbe" pitchFamily="18" charset="0"/>
              </a:rPr>
              <a:t>)k;...</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6" name="Text Box 2">
            <a:extLst>
              <a:ext uri="{FF2B5EF4-FFF2-40B4-BE49-F238E27FC236}">
                <a16:creationId xmlns:a16="http://schemas.microsoft.com/office/drawing/2014/main" id="{2934FB34-749D-4447-ACEE-8936E9D00981}"/>
              </a:ext>
            </a:extLst>
          </p:cNvPr>
          <p:cNvSpPr txBox="1">
            <a:spLocks noChangeArrowheads="1"/>
          </p:cNvSpPr>
          <p:nvPr/>
        </p:nvSpPr>
        <p:spPr bwMode="auto">
          <a:xfrm>
            <a:off x="6563519" y="378420"/>
            <a:ext cx="5371182" cy="1624784"/>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D: </a:t>
            </a:r>
            <a:r>
              <a:rPr lang="en-US" sz="3000" b="1" kern="0" dirty="0" err="1">
                <a:latin typeface="Calibri" pitchFamily="34" charset="0"/>
                <a:ea typeface="Ebrima" pitchFamily="2" charset="0"/>
                <a:cs typeface="Calibri" pitchFamily="34" charset="0"/>
              </a:rPr>
              <a:t>Daivamaaya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Karthaave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ellaa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bharana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adhikaarikalkum</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Kurriye-elaayisson</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688B06FF-24ED-368A-272D-A26A423370D3}"/>
              </a:ext>
            </a:extLst>
          </p:cNvPr>
          <p:cNvSpPr txBox="1"/>
          <p:nvPr/>
        </p:nvSpPr>
        <p:spPr>
          <a:xfrm>
            <a:off x="0" y="2736172"/>
            <a:ext cx="12212782" cy="3323987"/>
          </a:xfrm>
          <a:prstGeom prst="rect">
            <a:avLst/>
          </a:prstGeom>
          <a:noFill/>
        </p:spPr>
        <p:txBody>
          <a:bodyPr wrap="square">
            <a:spAutoFit/>
          </a:bodyPr>
          <a:lstStyle/>
          <a:p>
            <a:pPr marL="266700" indent="-266700" rtl="0">
              <a:spcBef>
                <a:spcPts val="0"/>
              </a:spcBef>
              <a:spcAft>
                <a:spcPts val="0"/>
              </a:spcAft>
            </a:pPr>
            <a:r>
              <a:rPr lang="en-US" sz="3000" b="1" i="1" u="none" strike="noStrike" cap="none" spc="-10" dirty="0">
                <a:solidFill>
                  <a:schemeClr val="accent6">
                    <a:lumMod val="50000"/>
                  </a:schemeClr>
                </a:solidFill>
                <a:latin typeface="+mn-lt"/>
                <a:ea typeface="Calibri"/>
                <a:cs typeface="Times New Roman" panose="02020603050405020304" pitchFamily="18" charset="0"/>
                <a:sym typeface="Calibri"/>
              </a:rPr>
              <a:t> D: </a:t>
            </a:r>
            <a:r>
              <a:rPr lang="en-US" sz="3000" b="1" i="1" u="none" strike="noStrike" spc="-10" dirty="0">
                <a:effectLst/>
                <a:latin typeface="+mn-lt"/>
              </a:rPr>
              <a:t>Lord God, we pray for all who exercise authority in our country and society and all statesmen and legislators especially the President of the Republic of India, members of the Cabinet and the Parliament [and those who exercise authority, especially in this country]. Give them all knowledge, wisdom, broad-mindedness and a spirit of cooperation, dependence, the will to do good, and guide them under Your watchfulness. </a:t>
            </a:r>
          </a:p>
          <a:p>
            <a:pPr marL="266700" indent="-266700" rtl="0">
              <a:spcBef>
                <a:spcPts val="0"/>
              </a:spcBef>
              <a:spcAft>
                <a:spcPts val="0"/>
              </a:spcAft>
            </a:pPr>
            <a:r>
              <a:rPr lang="en-US" sz="3000" b="1" i="1" spc="-10" dirty="0">
                <a:solidFill>
                  <a:schemeClr val="accent6">
                    <a:lumMod val="50000"/>
                  </a:schemeClr>
                </a:solidFill>
                <a:latin typeface="+mn-lt"/>
                <a:cs typeface="Times New Roman" panose="02020603050405020304" pitchFamily="18" charset="0"/>
                <a:sym typeface="Calibri"/>
              </a:rPr>
              <a:t>C: </a:t>
            </a:r>
            <a:r>
              <a:rPr lang="en-US" sz="3000" b="1" i="1" spc="-10" dirty="0">
                <a:latin typeface="+mn-lt"/>
                <a:cs typeface="Times New Roman" panose="02020603050405020304" pitchFamily="18" charset="0"/>
                <a:sym typeface="Calibri"/>
              </a:rPr>
              <a:t>Lord, have mercy.</a:t>
            </a:r>
            <a:endParaRPr lang="en-US" sz="3000" b="1" i="1" spc="-10" dirty="0">
              <a:latin typeface="+mn-lt"/>
              <a:cs typeface="Times New Roman" panose="02020603050405020304" pitchFamily="18" charset="0"/>
            </a:endParaRPr>
          </a:p>
        </p:txBody>
      </p:sp>
      <p:sp>
        <p:nvSpPr>
          <p:cNvPr id="4" name="TextBox 3">
            <a:extLst>
              <a:ext uri="{FF2B5EF4-FFF2-40B4-BE49-F238E27FC236}">
                <a16:creationId xmlns:a16="http://schemas.microsoft.com/office/drawing/2014/main" id="{BB6B0597-9D05-9FC9-0C40-7C612F334608}"/>
              </a:ext>
            </a:extLst>
          </p:cNvPr>
          <p:cNvSpPr txBox="1"/>
          <p:nvPr/>
        </p:nvSpPr>
        <p:spPr>
          <a:xfrm>
            <a:off x="0" y="2156507"/>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331778DA-9F28-35FE-DCA8-8366B279379C}"/>
              </a:ext>
            </a:extLst>
          </p:cNvPr>
          <p:cNvCxnSpPr>
            <a:cxnSpLocks/>
          </p:cNvCxnSpPr>
          <p:nvPr/>
        </p:nvCxnSpPr>
        <p:spPr>
          <a:xfrm>
            <a:off x="6096000" y="0"/>
            <a:ext cx="0" cy="214052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AutoShape 6">
            <a:hlinkClick r:id="rId3" action="ppaction://hlinksldjump"/>
            <a:extLst>
              <a:ext uri="{FF2B5EF4-FFF2-40B4-BE49-F238E27FC236}">
                <a16:creationId xmlns:a16="http://schemas.microsoft.com/office/drawing/2014/main" id="{06E6597B-3660-D006-32F2-9D6353F290F3}"/>
              </a:ext>
            </a:extLst>
          </p:cNvPr>
          <p:cNvSpPr>
            <a:spLocks noChangeArrowheads="1"/>
          </p:cNvSpPr>
          <p:nvPr/>
        </p:nvSpPr>
        <p:spPr bwMode="auto">
          <a:xfrm>
            <a:off x="5029200" y="5943600"/>
            <a:ext cx="7162800" cy="685800"/>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cfUijCIl</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a:t>
            </a:r>
            <a:r>
              <a:rPr lang="en-US" sz="2000" kern="0" dirty="0" err="1">
                <a:ea typeface="Ebrima" pitchFamily="2" charset="0"/>
                <a:cs typeface="Calibri" pitchFamily="34" charset="0"/>
              </a:rPr>
              <a:t>sathya</a:t>
            </a:r>
            <a:r>
              <a:rPr lang="en-US" sz="2000" kern="0" dirty="0">
                <a:ea typeface="Ebrima" pitchFamily="2" charset="0"/>
                <a:cs typeface="Calibri" pitchFamily="34" charset="0"/>
              </a:rPr>
              <a:t> </a:t>
            </a:r>
            <a:r>
              <a:rPr lang="en-US" sz="2000" kern="0" dirty="0" err="1">
                <a:ea typeface="Ebrima" pitchFamily="2" charset="0"/>
                <a:cs typeface="Calibri" pitchFamily="34" charset="0"/>
              </a:rPr>
              <a:t>vishwaasathil</a:t>
            </a:r>
            <a:r>
              <a:rPr lang="en-US" sz="2000" kern="0" dirty="0">
                <a:ea typeface="Ebrima" pitchFamily="2" charset="0"/>
                <a:cs typeface="Calibri" pitchFamily="34" charset="0"/>
              </a:rPr>
              <a:t> </a:t>
            </a:r>
            <a:endParaRPr lang="en-US" altLang="en-US" sz="2000" i="1" dirty="0">
              <a:latin typeface="MalayalamAbe" pitchFamily="18" charset="0"/>
            </a:endParaRP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EF054324-AAB4-4E02-995B-C69C8ED71999}"/>
              </a:ext>
            </a:extLst>
          </p:cNvPr>
          <p:cNvSpPr txBox="1">
            <a:spLocks noChangeArrowheads="1"/>
          </p:cNvSpPr>
          <p:nvPr/>
        </p:nvSpPr>
        <p:spPr bwMode="auto">
          <a:xfrm>
            <a:off x="6320595" y="620739"/>
            <a:ext cx="6096000"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D: </a:t>
            </a:r>
            <a:r>
              <a:rPr lang="en-US" sz="3333" b="1" kern="0" dirty="0" err="1">
                <a:latin typeface="Calibri" pitchFamily="34" charset="0"/>
                <a:ea typeface="Ebrima" pitchFamily="2" charset="0"/>
                <a:cs typeface="Calibri" pitchFamily="34" charset="0"/>
              </a:rPr>
              <a:t>Karthaave</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bhoomiyil</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ullha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sakala</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vamshangalhil</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ninnum</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err="1">
                <a:latin typeface="Calibri" pitchFamily="34" charset="0"/>
                <a:ea typeface="Ebrima" pitchFamily="2" charset="0"/>
                <a:cs typeface="Calibri" pitchFamily="34" charset="0"/>
              </a:rPr>
              <a:t>Kurriye-elaayisson</a:t>
            </a:r>
            <a:r>
              <a:rPr lang="en-US" sz="3333" b="1" kern="0" dirty="0">
                <a:latin typeface="Calibri" pitchFamily="34" charset="0"/>
                <a:ea typeface="Ebrima" pitchFamily="2" charset="0"/>
                <a:cs typeface="Calibri" pitchFamily="34" charset="0"/>
              </a:rPr>
              <a:t>.</a:t>
            </a:r>
          </a:p>
        </p:txBody>
      </p:sp>
      <p:sp>
        <p:nvSpPr>
          <p:cNvPr id="91138" name="Rectangle 2"/>
          <p:cNvSpPr>
            <a:spLocks noGrp="1" noChangeArrowheads="1"/>
          </p:cNvSpPr>
          <p:nvPr>
            <p:ph type="ctrTitle"/>
          </p:nvPr>
        </p:nvSpPr>
        <p:spPr>
          <a:xfrm>
            <a:off x="498879" y="660352"/>
            <a:ext cx="5334000" cy="1905000"/>
          </a:xfrm>
          <a:noFill/>
        </p:spPr>
        <p:txBody>
          <a:bodyPr anchor="t">
            <a:normAutofit fontScale="90000"/>
          </a:bodyPr>
          <a:lstStyle/>
          <a:p>
            <a:pPr algn="l" eaLnBrk="1" hangingPunct="1"/>
            <a:r>
              <a:rPr lang="en-US" altLang="en-US" sz="4000" b="1" dirty="0">
                <a:solidFill>
                  <a:schemeClr val="accent6">
                    <a:lumMod val="50000"/>
                  </a:schemeClr>
                </a:solidFill>
                <a:latin typeface="MalayalamAbe" pitchFamily="18" charset="0"/>
              </a:rPr>
              <a:t>Ck.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&gt;</a:t>
            </a:r>
            <a:r>
              <a:rPr lang="en-US" altLang="en-US" sz="4000" b="1" dirty="0" err="1">
                <a:latin typeface="MalayalamAbe" pitchFamily="18" charset="0"/>
              </a:rPr>
              <a:t>oajujhk</a:t>
            </a:r>
            <a:r>
              <a:rPr lang="en-US" altLang="en-US" sz="4000" b="1" dirty="0">
                <a:latin typeface="MalayalamAbe" pitchFamily="18" charset="0"/>
              </a:rPr>
              <a:t>= </a:t>
            </a:r>
            <a:r>
              <a:rPr lang="en-US" altLang="en-US" sz="4000" b="1" dirty="0" err="1">
                <a:latin typeface="MalayalamAbe" pitchFamily="18" charset="0"/>
              </a:rPr>
              <a:t>cdh</a:t>
            </a:r>
            <a:r>
              <a:rPr lang="en-US" altLang="en-US" sz="4000" b="1" dirty="0">
                <a:latin typeface="MalayalamAbe" pitchFamily="18" charset="0"/>
              </a:rPr>
              <a:t> </a:t>
            </a:r>
            <a:r>
              <a:rPr lang="en-US" altLang="en-US" sz="4000" b="1" dirty="0" err="1">
                <a:latin typeface="MalayalamAbe" pitchFamily="18" charset="0"/>
              </a:rPr>
              <a:t>i;C</a:t>
            </a:r>
            <a:r>
              <a:rPr lang="en-US" altLang="en-US" sz="4000" b="1" dirty="0">
                <a:latin typeface="MalayalamAbe" pitchFamily="18" charset="0"/>
              </a:rPr>
              <a:t>*</a:t>
            </a:r>
            <a:r>
              <a:rPr lang="en-US" altLang="en-US" sz="4000" b="1" dirty="0" err="1">
                <a:latin typeface="MalayalamAbe" pitchFamily="18" charset="0"/>
              </a:rPr>
              <a:t>xjH</a:t>
            </a:r>
            <a:r>
              <a:rPr lang="en-US" altLang="en-US" sz="4000" b="1" dirty="0">
                <a:latin typeface="MalayalamAbe" pitchFamily="18" charset="0"/>
              </a:rPr>
              <a:t> </a:t>
            </a:r>
            <a:r>
              <a:rPr lang="en-US" altLang="en-US" sz="4000" b="1" dirty="0" err="1">
                <a:latin typeface="MalayalamAbe" pitchFamily="18" charset="0"/>
              </a:rPr>
              <a:t>rj#k</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br>
              <a:rPr lang="en-US" altLang="en-US" sz="4000" b="1" dirty="0">
                <a:latin typeface="MalayalamAbe" pitchFamily="18" charset="0"/>
              </a:rPr>
            </a:br>
            <a:endParaRPr lang="en-US" altLang="en-US" sz="4000" b="1" dirty="0">
              <a:latin typeface="MalayalamAbe" pitchFamily="18" charset="0"/>
            </a:endParaRPr>
          </a:p>
        </p:txBody>
      </p:sp>
      <p:sp>
        <p:nvSpPr>
          <p:cNvPr id="3" name="TextBox 2">
            <a:extLst>
              <a:ext uri="{FF2B5EF4-FFF2-40B4-BE49-F238E27FC236}">
                <a16:creationId xmlns:a16="http://schemas.microsoft.com/office/drawing/2014/main" id="{78285C5C-9EFA-5574-EA06-9DE359EE078B}"/>
              </a:ext>
            </a:extLst>
          </p:cNvPr>
          <p:cNvSpPr txBox="1"/>
          <p:nvPr/>
        </p:nvSpPr>
        <p:spPr>
          <a:xfrm>
            <a:off x="509270" y="3389450"/>
            <a:ext cx="11567035" cy="2585323"/>
          </a:xfrm>
          <a:prstGeom prst="rect">
            <a:avLst/>
          </a:prstGeom>
          <a:noFill/>
        </p:spPr>
        <p:txBody>
          <a:bodyPr wrap="square">
            <a:spAutoFit/>
          </a:bodyPr>
          <a:lstStyle/>
          <a:p>
            <a:pPr marL="403225" indent="-403225">
              <a:lnSpc>
                <a:spcPct val="90000"/>
              </a:lnSpc>
              <a:spcBef>
                <a:spcPts val="0"/>
              </a:spcBef>
              <a:spcAft>
                <a:spcPts val="0"/>
              </a:spcAft>
              <a:buClr>
                <a:srgbClr val="000000"/>
              </a:buClr>
              <a:buSzPts val="3200"/>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strike="noStrike" cap="none" dirty="0">
                <a:latin typeface="+mn-lt"/>
                <a:ea typeface="Calibri"/>
                <a:cs typeface="Times New Roman" panose="02020603050405020304" pitchFamily="18" charset="0"/>
                <a:sym typeface="Calibri"/>
              </a:rPr>
              <a:t>O Lord, we remember the mother of our Lord, the blessed Virgin Mary, who is worthy to be blessed of all the generations on earth. We call to remembrance the holy prophets, the apostles, the preachers, the evangelists, the martyrs, the confessors, and all the saints. Make us worthy, O Lord, to follow in their footsteps. </a:t>
            </a:r>
          </a:p>
          <a:p>
            <a:pPr marL="403225" indent="-403225">
              <a:lnSpc>
                <a:spcPct val="90000"/>
              </a:lnSpc>
              <a:spcBef>
                <a:spcPts val="0"/>
              </a:spcBef>
              <a:spcAft>
                <a:spcPts val="0"/>
              </a:spcAft>
              <a:buClr>
                <a:srgbClr val="000000"/>
              </a:buClr>
              <a:buSzPts val="3200"/>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Lord, have mercy. </a:t>
            </a:r>
            <a:endParaRPr lang="en-US" sz="3000" b="1" i="1" dirty="0">
              <a:latin typeface="+mn-lt"/>
              <a:cs typeface="Times New Roman" panose="02020603050405020304" pitchFamily="18" charset="0"/>
            </a:endParaRPr>
          </a:p>
        </p:txBody>
      </p:sp>
      <p:sp>
        <p:nvSpPr>
          <p:cNvPr id="4" name="TextBox 3">
            <a:extLst>
              <a:ext uri="{FF2B5EF4-FFF2-40B4-BE49-F238E27FC236}">
                <a16:creationId xmlns:a16="http://schemas.microsoft.com/office/drawing/2014/main" id="{ECCCC7DD-21B7-9E2C-00D3-09792FA9AC09}"/>
              </a:ext>
            </a:extLst>
          </p:cNvPr>
          <p:cNvSpPr txBox="1"/>
          <p:nvPr/>
        </p:nvSpPr>
        <p:spPr>
          <a:xfrm>
            <a:off x="0" y="273556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D3E540A6-A7AA-4C59-2B01-5F8CD61AB03F}"/>
              </a:ext>
            </a:extLst>
          </p:cNvPr>
          <p:cNvCxnSpPr>
            <a:cxnSpLocks/>
            <a:endCxn id="4" idx="0"/>
          </p:cNvCxnSpPr>
          <p:nvPr/>
        </p:nvCxnSpPr>
        <p:spPr>
          <a:xfrm>
            <a:off x="6096000" y="0"/>
            <a:ext cx="0" cy="273556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AutoShape 6">
            <a:hlinkClick r:id="rId2" action="ppaction://hlinksldjump"/>
            <a:extLst>
              <a:ext uri="{FF2B5EF4-FFF2-40B4-BE49-F238E27FC236}">
                <a16:creationId xmlns:a16="http://schemas.microsoft.com/office/drawing/2014/main" id="{122EBBC6-715A-9A5B-2D68-42CDDE293977}"/>
              </a:ext>
            </a:extLst>
          </p:cNvPr>
          <p:cNvSpPr>
            <a:spLocks noChangeArrowheads="1"/>
          </p:cNvSpPr>
          <p:nvPr/>
        </p:nvSpPr>
        <p:spPr bwMode="auto">
          <a:xfrm>
            <a:off x="5029200" y="5943600"/>
            <a:ext cx="7162800" cy="685800"/>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cfUijCIl</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a:t>
            </a:r>
            <a:r>
              <a:rPr lang="en-US" sz="2000" kern="0" dirty="0" err="1">
                <a:ea typeface="Ebrima" pitchFamily="2" charset="0"/>
                <a:cs typeface="Calibri" pitchFamily="34" charset="0"/>
              </a:rPr>
              <a:t>sathya</a:t>
            </a:r>
            <a:r>
              <a:rPr lang="en-US" sz="2000" kern="0" dirty="0">
                <a:ea typeface="Ebrima" pitchFamily="2" charset="0"/>
                <a:cs typeface="Calibri" pitchFamily="34" charset="0"/>
              </a:rPr>
              <a:t> </a:t>
            </a:r>
            <a:r>
              <a:rPr lang="en-US" sz="2000" kern="0" dirty="0" err="1">
                <a:ea typeface="Ebrima" pitchFamily="2" charset="0"/>
                <a:cs typeface="Calibri" pitchFamily="34" charset="0"/>
              </a:rPr>
              <a:t>vishwaasathil</a:t>
            </a:r>
            <a:r>
              <a:rPr lang="en-US" sz="2000" kern="0" dirty="0">
                <a:ea typeface="Ebrima" pitchFamily="2" charset="0"/>
                <a:cs typeface="Calibri" pitchFamily="34" charset="0"/>
              </a:rPr>
              <a:t> </a:t>
            </a:r>
            <a:endParaRPr lang="en-US" altLang="en-US" sz="2000" i="1" dirty="0">
              <a:latin typeface="MalayalamAbe" pitchFamily="18" charset="0"/>
            </a:endParaRPr>
          </a:p>
        </p:txBody>
      </p:sp>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AD888742-4E9B-4C9A-99F2-01355EC20EA2}"/>
              </a:ext>
            </a:extLst>
          </p:cNvPr>
          <p:cNvSpPr txBox="1">
            <a:spLocks noChangeArrowheads="1"/>
          </p:cNvSpPr>
          <p:nvPr/>
        </p:nvSpPr>
        <p:spPr bwMode="auto">
          <a:xfrm>
            <a:off x="6560940" y="620082"/>
            <a:ext cx="6487888" cy="1138497"/>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D: </a:t>
            </a:r>
            <a:r>
              <a:rPr lang="en-US" sz="3200" b="1" kern="0" dirty="0" err="1">
                <a:latin typeface="Calibri" pitchFamily="34" charset="0"/>
                <a:ea typeface="Ebrima" pitchFamily="2" charset="0"/>
                <a:cs typeface="Calibri" pitchFamily="34" charset="0"/>
              </a:rPr>
              <a:t>Karthaave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Nikhyaayilum</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err="1">
                <a:latin typeface="Calibri" pitchFamily="34" charset="0"/>
                <a:ea typeface="Ebrima" pitchFamily="2" charset="0"/>
                <a:cs typeface="Calibri" pitchFamily="34" charset="0"/>
              </a:rPr>
              <a:t>Kurriye-elaayisson</a:t>
            </a:r>
            <a:r>
              <a:rPr lang="en-US" sz="3200" b="1" kern="0" dirty="0">
                <a:latin typeface="Calibri" pitchFamily="34" charset="0"/>
                <a:ea typeface="Ebrima" pitchFamily="2" charset="0"/>
                <a:cs typeface="Calibri" pitchFamily="34" charset="0"/>
              </a:rPr>
              <a:t>.</a:t>
            </a:r>
          </a:p>
        </p:txBody>
      </p:sp>
      <p:sp>
        <p:nvSpPr>
          <p:cNvPr id="92162" name="Rectangle 2"/>
          <p:cNvSpPr>
            <a:spLocks noGrp="1" noChangeArrowheads="1"/>
          </p:cNvSpPr>
          <p:nvPr>
            <p:ph type="ctrTitle"/>
          </p:nvPr>
        </p:nvSpPr>
        <p:spPr>
          <a:xfrm>
            <a:off x="377129" y="213668"/>
            <a:ext cx="5486401" cy="2362200"/>
          </a:xfrm>
          <a:noFill/>
        </p:spPr>
        <p:txBody>
          <a:bodyPr anchor="t">
            <a:normAutofit fontScale="90000"/>
          </a:bodyPr>
          <a:lstStyle/>
          <a:p>
            <a:pPr algn="l" eaLnBrk="1" hangingPunct="1"/>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Ck.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 </a:t>
            </a:r>
            <a:r>
              <a:rPr lang="en-US" altLang="en-US" sz="4000" b="1" dirty="0" err="1">
                <a:latin typeface="MalayalamAbe" pitchFamily="18" charset="0"/>
              </a:rPr>
              <a:t>rjDUlujhk</a:t>
            </a:r>
            <a:r>
              <a:rPr lang="en-US" altLang="en-US" sz="4000" b="1" dirty="0">
                <a:latin typeface="MalayalamAbe" pitchFamily="18" charset="0"/>
              </a:rPr>
              <a:t>;...</a:t>
            </a:r>
            <a:br>
              <a:rPr lang="en-US" altLang="en-US" sz="4000" b="1" dirty="0">
                <a:latin typeface="MalayalamAbe" pitchFamily="18" charset="0"/>
              </a:rPr>
            </a:br>
            <a:r>
              <a:rPr lang="en-US" altLang="en-US" sz="4000" b="1" dirty="0">
                <a:solidFill>
                  <a:schemeClr val="accent6">
                    <a:lumMod val="50000"/>
                  </a:schemeClr>
                </a:solidFill>
                <a:latin typeface="MalayalamAbe" pitchFamily="18" charset="0"/>
              </a:rPr>
              <a:t>w. </a:t>
            </a: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br>
              <a:rPr lang="en-US" altLang="en-US" sz="4000" b="1" dirty="0">
                <a:latin typeface="MalayalamAbe" pitchFamily="18" charset="0"/>
              </a:rPr>
            </a:br>
            <a:endParaRPr lang="en-US" altLang="en-US" sz="4000" b="1" dirty="0">
              <a:latin typeface="MalayalamAbe" pitchFamily="18" charset="0"/>
            </a:endParaRPr>
          </a:p>
        </p:txBody>
      </p:sp>
      <p:sp>
        <p:nvSpPr>
          <p:cNvPr id="3" name="TextBox 2">
            <a:extLst>
              <a:ext uri="{FF2B5EF4-FFF2-40B4-BE49-F238E27FC236}">
                <a16:creationId xmlns:a16="http://schemas.microsoft.com/office/drawing/2014/main" id="{6691AF74-2713-AB66-56F7-9202F30D8110}"/>
              </a:ext>
            </a:extLst>
          </p:cNvPr>
          <p:cNvSpPr txBox="1"/>
          <p:nvPr/>
        </p:nvSpPr>
        <p:spPr>
          <a:xfrm>
            <a:off x="441468" y="3429000"/>
            <a:ext cx="11309064" cy="2069413"/>
          </a:xfrm>
          <a:prstGeom prst="rect">
            <a:avLst/>
          </a:prstGeom>
          <a:noFill/>
        </p:spPr>
        <p:txBody>
          <a:bodyPr wrap="square">
            <a:spAutoFit/>
          </a:bodyPr>
          <a:lstStyle/>
          <a:p>
            <a:pPr rtl="0">
              <a:lnSpc>
                <a:spcPts val="3900"/>
              </a:lnSpc>
              <a:spcBef>
                <a:spcPts val="0"/>
              </a:spcBef>
              <a:spcAft>
                <a:spcPts val="0"/>
              </a:spcAft>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u="none" strike="noStrike" dirty="0">
                <a:effectLst/>
                <a:latin typeface="+mn-lt"/>
              </a:rPr>
              <a:t>Lord, we remember the three councils of </a:t>
            </a:r>
            <a:r>
              <a:rPr lang="en-US" sz="3000" b="1" i="1" u="none" strike="noStrike" dirty="0" err="1">
                <a:effectLst/>
                <a:latin typeface="+mn-lt"/>
              </a:rPr>
              <a:t>Nicea</a:t>
            </a:r>
            <a:r>
              <a:rPr lang="en-US" sz="3000" b="1" i="1" u="none" strike="noStrike" dirty="0">
                <a:effectLst/>
                <a:latin typeface="+mn-lt"/>
              </a:rPr>
              <a:t>, Constantinople, and Ephesus, and all the holy fathers who participated in them. Lord, grant us grace that we may obey and follow their true doctrines.</a:t>
            </a:r>
          </a:p>
          <a:p>
            <a:pPr>
              <a:lnSpc>
                <a:spcPts val="3900"/>
              </a:lnSpc>
            </a:pPr>
            <a:r>
              <a:rPr lang="en-US" sz="3000" b="1" i="1" dirty="0">
                <a:solidFill>
                  <a:schemeClr val="accent6">
                    <a:lumMod val="50000"/>
                  </a:schemeClr>
                </a:solidFill>
                <a:latin typeface="+mn-lt"/>
                <a:cs typeface="Times New Roman" panose="02020603050405020304" pitchFamily="18" charset="0"/>
                <a:sym typeface="Calibri"/>
              </a:rPr>
              <a:t>C: </a:t>
            </a:r>
            <a:r>
              <a:rPr lang="en-US" sz="3000" b="1" i="1" dirty="0">
                <a:latin typeface="+mn-lt"/>
                <a:cs typeface="Times New Roman" panose="02020603050405020304" pitchFamily="18" charset="0"/>
                <a:sym typeface="Calibri"/>
              </a:rPr>
              <a:t>Lord, have mercy.</a:t>
            </a:r>
            <a:endParaRPr lang="en-US" sz="3000" b="1" i="1" dirty="0">
              <a:latin typeface="+mn-lt"/>
              <a:cs typeface="Times New Roman" panose="02020603050405020304" pitchFamily="18" charset="0"/>
            </a:endParaRPr>
          </a:p>
        </p:txBody>
      </p:sp>
      <p:sp>
        <p:nvSpPr>
          <p:cNvPr id="4" name="TextBox 3">
            <a:extLst>
              <a:ext uri="{FF2B5EF4-FFF2-40B4-BE49-F238E27FC236}">
                <a16:creationId xmlns:a16="http://schemas.microsoft.com/office/drawing/2014/main" id="{DD40BC80-33BE-A3A2-F3BF-DB1922E5AD6D}"/>
              </a:ext>
            </a:extLst>
          </p:cNvPr>
          <p:cNvSpPr txBox="1"/>
          <p:nvPr/>
        </p:nvSpPr>
        <p:spPr>
          <a:xfrm>
            <a:off x="0" y="2496503"/>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7" name="Straight Connector 6">
            <a:extLst>
              <a:ext uri="{FF2B5EF4-FFF2-40B4-BE49-F238E27FC236}">
                <a16:creationId xmlns:a16="http://schemas.microsoft.com/office/drawing/2014/main" id="{F956CD82-6926-CE38-128D-50A8EBA9E09D}"/>
              </a:ext>
            </a:extLst>
          </p:cNvPr>
          <p:cNvCxnSpPr>
            <a:cxnSpLocks/>
          </p:cNvCxnSpPr>
          <p:nvPr/>
        </p:nvCxnSpPr>
        <p:spPr>
          <a:xfrm>
            <a:off x="6096000" y="0"/>
            <a:ext cx="0" cy="249650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AutoShape 6">
            <a:hlinkClick r:id="rId2" action="ppaction://hlinksldjump"/>
            <a:extLst>
              <a:ext uri="{FF2B5EF4-FFF2-40B4-BE49-F238E27FC236}">
                <a16:creationId xmlns:a16="http://schemas.microsoft.com/office/drawing/2014/main" id="{8FC494D3-CD30-4F36-94CD-45DB4F47B791}"/>
              </a:ext>
            </a:extLst>
          </p:cNvPr>
          <p:cNvSpPr>
            <a:spLocks noChangeArrowheads="1"/>
          </p:cNvSpPr>
          <p:nvPr/>
        </p:nvSpPr>
        <p:spPr bwMode="auto">
          <a:xfrm>
            <a:off x="5029200" y="5943600"/>
            <a:ext cx="7162800" cy="685800"/>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cfUijCIl</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a:t>
            </a:r>
            <a:r>
              <a:rPr lang="en-US" sz="2000" kern="0" dirty="0" err="1">
                <a:ea typeface="Ebrima" pitchFamily="2" charset="0"/>
                <a:cs typeface="Calibri" pitchFamily="34" charset="0"/>
              </a:rPr>
              <a:t>sathya</a:t>
            </a:r>
            <a:r>
              <a:rPr lang="en-US" sz="2000" kern="0" dirty="0">
                <a:ea typeface="Ebrima" pitchFamily="2" charset="0"/>
                <a:cs typeface="Calibri" pitchFamily="34" charset="0"/>
              </a:rPr>
              <a:t> </a:t>
            </a:r>
            <a:r>
              <a:rPr lang="en-US" sz="2000" kern="0" dirty="0" err="1">
                <a:ea typeface="Ebrima" pitchFamily="2" charset="0"/>
                <a:cs typeface="Calibri" pitchFamily="34" charset="0"/>
              </a:rPr>
              <a:t>vishwaasathil</a:t>
            </a:r>
            <a:r>
              <a:rPr lang="en-US" sz="2000" kern="0" dirty="0">
                <a:ea typeface="Ebrima" pitchFamily="2" charset="0"/>
                <a:cs typeface="Calibri" pitchFamily="34" charset="0"/>
              </a:rPr>
              <a:t> </a:t>
            </a:r>
            <a:endParaRPr lang="en-US" altLang="en-US" sz="2000" i="1" dirty="0">
              <a:latin typeface="MalayalamAbe" pitchFamily="18" charset="0"/>
            </a:endParaRP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548BDD9-3115-49B5-98F0-E1CA978002C5}"/>
              </a:ext>
            </a:extLst>
          </p:cNvPr>
          <p:cNvSpPr txBox="1">
            <a:spLocks noChangeArrowheads="1"/>
          </p:cNvSpPr>
          <p:nvPr/>
        </p:nvSpPr>
        <p:spPr bwMode="auto">
          <a:xfrm>
            <a:off x="7192884" y="305477"/>
            <a:ext cx="5520200" cy="2661991"/>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D: </a:t>
            </a:r>
            <a:r>
              <a:rPr lang="en-US" sz="3000" b="1" kern="0" dirty="0" err="1">
                <a:latin typeface="Calibri" pitchFamily="34" charset="0"/>
                <a:ea typeface="Ebrima" pitchFamily="2" charset="0"/>
                <a:cs typeface="Calibri" pitchFamily="34" charset="0"/>
              </a:rPr>
              <a:t>Karthaave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sathya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vishwaasathil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marichu</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Kurriye-elaayisson</a:t>
            </a:r>
            <a:r>
              <a:rPr lang="en-US" sz="3000" b="1" kern="0" dirty="0">
                <a:latin typeface="Calibri" pitchFamily="34" charset="0"/>
                <a:ea typeface="Ebrima" pitchFamily="2" charset="0"/>
                <a:cs typeface="Calibri" pitchFamily="34" charset="0"/>
              </a:rPr>
              <a:t>. </a:t>
            </a:r>
          </a:p>
          <a:p>
            <a:pPr>
              <a:lnSpc>
                <a:spcPts val="3999"/>
              </a:lnSpc>
              <a:spcBef>
                <a:spcPts val="0"/>
              </a:spcBef>
            </a:pPr>
            <a:r>
              <a:rPr lang="en-US" sz="3000" b="1" kern="0" dirty="0" err="1">
                <a:latin typeface="Calibri" pitchFamily="34" charset="0"/>
                <a:ea typeface="Ebrima" pitchFamily="2" charset="0"/>
                <a:cs typeface="Calibri" pitchFamily="34" charset="0"/>
              </a:rPr>
              <a:t>Kurriye-elaayisson</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err="1">
                <a:latin typeface="Calibri" pitchFamily="34" charset="0"/>
                <a:ea typeface="Ebrima" pitchFamily="2" charset="0"/>
                <a:cs typeface="Calibri" pitchFamily="34" charset="0"/>
              </a:rPr>
              <a:t>Kurriye-elaayisson</a:t>
            </a:r>
            <a:r>
              <a:rPr lang="en-US" sz="3000" b="1" kern="0" dirty="0">
                <a:latin typeface="Calibri" pitchFamily="34" charset="0"/>
                <a:ea typeface="Ebrima" pitchFamily="2" charset="0"/>
                <a:cs typeface="Calibri" pitchFamily="34" charset="0"/>
              </a:rPr>
              <a:t>.</a:t>
            </a:r>
          </a:p>
        </p:txBody>
      </p:sp>
      <p:sp>
        <p:nvSpPr>
          <p:cNvPr id="93186" name="Rectangle 2"/>
          <p:cNvSpPr>
            <a:spLocks noGrp="1" noChangeArrowheads="1"/>
          </p:cNvSpPr>
          <p:nvPr>
            <p:ph type="ctrTitle"/>
          </p:nvPr>
        </p:nvSpPr>
        <p:spPr>
          <a:xfrm>
            <a:off x="664929" y="-82574"/>
            <a:ext cx="5818094" cy="3429000"/>
          </a:xfrm>
        </p:spPr>
        <p:txBody>
          <a:bodyPr anchor="ctr">
            <a:normAutofit/>
          </a:bodyPr>
          <a:lstStyle/>
          <a:p>
            <a:pPr algn="l" eaLnBrk="1" hangingPunct="1"/>
            <a:r>
              <a:rPr lang="en-US" altLang="en-US" sz="3600" b="1" dirty="0">
                <a:solidFill>
                  <a:schemeClr val="accent6">
                    <a:lumMod val="50000"/>
                  </a:schemeClr>
                </a:solidFill>
                <a:latin typeface="MalayalamAbe" pitchFamily="18" charset="0"/>
              </a:rPr>
              <a:t>Ck. </a:t>
            </a: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cfUijCIlc</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a:t>
            </a:r>
            <a:r>
              <a:rPr lang="en-US" altLang="en-US" sz="3600" b="1" dirty="0" err="1">
                <a:latin typeface="MalayalamAbe" pitchFamily="18" charset="0"/>
              </a:rPr>
              <a:t>agjv</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2" name="TextBox 1">
            <a:extLst>
              <a:ext uri="{FF2B5EF4-FFF2-40B4-BE49-F238E27FC236}">
                <a16:creationId xmlns:a16="http://schemas.microsoft.com/office/drawing/2014/main" id="{027230A3-404E-785A-B457-F6BE745823EE}"/>
              </a:ext>
            </a:extLst>
          </p:cNvPr>
          <p:cNvSpPr txBox="1"/>
          <p:nvPr/>
        </p:nvSpPr>
        <p:spPr>
          <a:xfrm>
            <a:off x="973064" y="4064824"/>
            <a:ext cx="10374406" cy="2400657"/>
          </a:xfrm>
          <a:prstGeom prst="rect">
            <a:avLst/>
          </a:prstGeom>
          <a:noFill/>
        </p:spPr>
        <p:txBody>
          <a:bodyPr wrap="square" rtlCol="0">
            <a:spAutoFit/>
          </a:bodyPr>
          <a:lstStyle/>
          <a:p>
            <a:pPr rtl="0">
              <a:spcBef>
                <a:spcPts val="0"/>
              </a:spcBef>
              <a:spcAft>
                <a:spcPts val="0"/>
              </a:spcAft>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D: </a:t>
            </a:r>
            <a:r>
              <a:rPr lang="en-US" sz="3000" b="1" i="1" u="none" strike="noStrike" dirty="0">
                <a:effectLst/>
                <a:latin typeface="+mn-lt"/>
              </a:rPr>
              <a:t>Lord, we remember all the faithful who are departed and fallen asleep in the true faith, grant that we also may with them be counted worthy of the remission of our sins and be gathered into Your heavenly kingdom.</a:t>
            </a:r>
            <a:br>
              <a:rPr lang="en-US" sz="3000" b="1" i="1" dirty="0">
                <a:latin typeface="+mn-lt"/>
              </a:rPr>
            </a:b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Lord, have mercy. Lord, have mercy. Lord, have mercy.</a:t>
            </a:r>
            <a:endParaRPr lang="en-US" sz="3000" b="1" i="1" dirty="0">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393EFD4A-AF0E-593F-E032-C1957AE6DF4A}"/>
              </a:ext>
            </a:extLst>
          </p:cNvPr>
          <p:cNvSpPr txBox="1"/>
          <p:nvPr/>
        </p:nvSpPr>
        <p:spPr>
          <a:xfrm>
            <a:off x="0" y="3261887"/>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C6C14390-E287-204B-10F1-150C5DED7560}"/>
              </a:ext>
            </a:extLst>
          </p:cNvPr>
          <p:cNvCxnSpPr>
            <a:cxnSpLocks/>
            <a:endCxn id="5" idx="0"/>
          </p:cNvCxnSpPr>
          <p:nvPr/>
        </p:nvCxnSpPr>
        <p:spPr>
          <a:xfrm>
            <a:off x="6096000" y="0"/>
            <a:ext cx="0" cy="326188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827809" y="-861979"/>
            <a:ext cx="5486400" cy="34290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a:t>
            </a:r>
            <a:r>
              <a:rPr lang="en-US" altLang="en-US" sz="4000" b="1" dirty="0">
                <a:solidFill>
                  <a:schemeClr val="accent6">
                    <a:lumMod val="50000"/>
                  </a:schemeClr>
                </a:solidFill>
                <a:latin typeface="MalayalamAbe" pitchFamily="18" charset="0"/>
              </a:rPr>
              <a:t> </a:t>
            </a:r>
            <a:r>
              <a:rPr lang="en-US" altLang="en-US" sz="40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4000" b="1" dirty="0"/>
              <a:t>)</a:t>
            </a:r>
            <a:br>
              <a:rPr lang="en-US" altLang="en-US" sz="4400" b="1" noProof="1">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142018" y="-221994"/>
            <a:ext cx="594360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a:latin typeface="Calibri" pitchFamily="34" charset="0"/>
                <a:ea typeface="Ebrima" pitchFamily="2" charset="0"/>
                <a:cs typeface="Calibri" pitchFamily="34" charset="0"/>
              </a:rPr>
              <a:t>(</a:t>
            </a:r>
            <a:r>
              <a:rPr lang="en-US" sz="3333" b="1" kern="0" dirty="0" err="1">
                <a:latin typeface="Calibri" pitchFamily="34" charset="0"/>
                <a:ea typeface="Ebrima" pitchFamily="2" charset="0"/>
                <a:cs typeface="Calibri" pitchFamily="34" charset="0"/>
              </a:rPr>
              <a:t>Oru</a:t>
            </a:r>
            <a:r>
              <a:rPr lang="en-US" sz="3333"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Praarthana</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br>
              <a:rPr lang="en-US" sz="3333" b="1" kern="0" dirty="0">
                <a:latin typeface="Calibri" pitchFamily="34" charset="0"/>
                <a:ea typeface="Ebrima" pitchFamily="2" charset="0"/>
                <a:cs typeface="Calibri" pitchFamily="34" charset="0"/>
              </a:rPr>
            </a:br>
            <a:endParaRPr lang="en-US" sz="3333"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DA367E24-FDD4-8D1F-66AE-51C65801C420}"/>
              </a:ext>
            </a:extLst>
          </p:cNvPr>
          <p:cNvSpPr txBox="1"/>
          <p:nvPr/>
        </p:nvSpPr>
        <p:spPr>
          <a:xfrm>
            <a:off x="290945" y="2380224"/>
            <a:ext cx="11610109" cy="4173515"/>
          </a:xfrm>
          <a:prstGeom prst="rect">
            <a:avLst/>
          </a:prstGeom>
          <a:noFill/>
        </p:spPr>
        <p:txBody>
          <a:bodyPr wrap="square">
            <a:spAutoFit/>
          </a:bodyPr>
          <a:lstStyle/>
          <a:p>
            <a:pPr>
              <a:lnSpc>
                <a:spcPts val="3999"/>
              </a:lnSpc>
              <a:spcBef>
                <a:spcPts val="0"/>
              </a:spcBef>
            </a:pPr>
            <a:r>
              <a:rPr lang="en-US" sz="3200" b="1" i="1" dirty="0">
                <a:solidFill>
                  <a:schemeClr val="accent6">
                    <a:lumMod val="50000"/>
                  </a:schemeClr>
                </a:solidFill>
                <a:latin typeface="Calibri" panose="020F0502020204030204" pitchFamily="34" charset="0"/>
                <a:cs typeface="Calibri" panose="020F0502020204030204" pitchFamily="34" charset="0"/>
              </a:rPr>
              <a:t>*An alternative prayer or the following:</a:t>
            </a:r>
            <a:endParaRPr lang="en-US" sz="3200" b="1" i="1" kern="0" dirty="0">
              <a:latin typeface="Calibri" pitchFamily="34" charset="0"/>
              <a:ea typeface="Ebrima" pitchFamily="2" charset="0"/>
              <a:cs typeface="Calibri" pitchFamily="34" charset="0"/>
            </a:endParaRPr>
          </a:p>
          <a:p>
            <a:pPr>
              <a:lnSpc>
                <a:spcPts val="3999"/>
              </a:lnSpc>
              <a:spcBef>
                <a:spcPts val="0"/>
              </a:spcBef>
            </a:pPr>
            <a:r>
              <a:rPr lang="en-US" sz="3200" b="1" i="1" kern="0" dirty="0">
                <a:solidFill>
                  <a:schemeClr val="accent6">
                    <a:lumMod val="50000"/>
                  </a:schemeClr>
                </a:solidFill>
                <a:latin typeface="Calibri" pitchFamily="34" charset="0"/>
                <a:ea typeface="Ebrima" pitchFamily="2" charset="0"/>
                <a:cs typeface="Calibri" pitchFamily="34" charset="0"/>
              </a:rPr>
              <a:t>P: </a:t>
            </a:r>
            <a:r>
              <a:rPr lang="en-US" sz="3200" b="1" i="1" kern="0" dirty="0">
                <a:latin typeface="Calibri" pitchFamily="34" charset="0"/>
                <a:ea typeface="Ebrima" pitchFamily="2" charset="0"/>
                <a:cs typeface="Calibri" pitchFamily="34" charset="0"/>
              </a:rPr>
              <a:t>O Lord, till the end, protect us from sin. Let not our sins bring us to shame. Unite us with the multitude whom You have chosen in the time, place, and way of Your pleasing. Let Your holy name which is above all that is revered and praised, and with the name of our Lord Messiah, and Your Holy Spirit be glorified and praised at all times and in this service of worship, now and forever.</a:t>
            </a:r>
          </a:p>
          <a:p>
            <a:pPr>
              <a:lnSpc>
                <a:spcPts val="3999"/>
              </a:lnSpc>
              <a:spcBef>
                <a:spcPts val="0"/>
              </a:spcBef>
            </a:pPr>
            <a:r>
              <a:rPr lang="en-US" sz="3200" b="1" i="1" kern="0" dirty="0">
                <a:solidFill>
                  <a:schemeClr val="accent6">
                    <a:lumMod val="50000"/>
                  </a:schemeClr>
                </a:solidFill>
                <a:latin typeface="Calibri" pitchFamily="34" charset="0"/>
                <a:ea typeface="Ebrima" pitchFamily="2" charset="0"/>
                <a:cs typeface="Calibri" pitchFamily="34" charset="0"/>
              </a:rPr>
              <a:t>C: </a:t>
            </a:r>
            <a:r>
              <a:rPr lang="en-US" sz="3200" b="1" i="1" kern="0" dirty="0">
                <a:latin typeface="Calibri" pitchFamily="34" charset="0"/>
                <a:ea typeface="Ebrima" pitchFamily="2" charset="0"/>
                <a:cs typeface="Calibri" pitchFamily="34" charset="0"/>
              </a:rPr>
              <a:t>Amen.</a:t>
            </a:r>
            <a:endParaRPr lang="en-US" sz="3200" i="1" dirty="0"/>
          </a:p>
        </p:txBody>
      </p:sp>
      <p:sp>
        <p:nvSpPr>
          <p:cNvPr id="2" name="TextBox 1">
            <a:extLst>
              <a:ext uri="{FF2B5EF4-FFF2-40B4-BE49-F238E27FC236}">
                <a16:creationId xmlns:a16="http://schemas.microsoft.com/office/drawing/2014/main" id="{D729D4CA-60D2-D4BF-A7E8-8B17B047EF15}"/>
              </a:ext>
            </a:extLst>
          </p:cNvPr>
          <p:cNvSpPr txBox="1"/>
          <p:nvPr/>
        </p:nvSpPr>
        <p:spPr>
          <a:xfrm>
            <a:off x="0" y="1794732"/>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8D84586-30FB-B834-3D78-AD42A4B8DEE3}"/>
              </a:ext>
            </a:extLst>
          </p:cNvPr>
          <p:cNvCxnSpPr>
            <a:cxnSpLocks/>
          </p:cNvCxnSpPr>
          <p:nvPr/>
        </p:nvCxnSpPr>
        <p:spPr>
          <a:xfrm>
            <a:off x="6096000" y="0"/>
            <a:ext cx="0" cy="187785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2975488"/>
      </p:ext>
    </p:extLst>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A0E1-0FC4-068C-4942-F1544E287B6E}"/>
            </a:ext>
          </a:extLst>
        </p:cNvPr>
        <p:cNvGrpSpPr/>
        <p:nvPr/>
      </p:nvGrpSpPr>
      <p:grpSpPr>
        <a:xfrm>
          <a:off x="0" y="0"/>
          <a:ext cx="0" cy="0"/>
          <a:chOff x="0" y="0"/>
          <a:chExt cx="0" cy="0"/>
        </a:xfrm>
      </p:grpSpPr>
      <p:sp>
        <p:nvSpPr>
          <p:cNvPr id="72706" name="Rectangle 2">
            <a:extLst>
              <a:ext uri="{FF2B5EF4-FFF2-40B4-BE49-F238E27FC236}">
                <a16:creationId xmlns:a16="http://schemas.microsoft.com/office/drawing/2014/main" id="{46A281C2-C725-8BCF-F34C-DDB49689C9AD}"/>
              </a:ext>
            </a:extLst>
          </p:cNvPr>
          <p:cNvSpPr>
            <a:spLocks noGrp="1" noChangeArrowheads="1"/>
          </p:cNvSpPr>
          <p:nvPr>
            <p:ph type="ctrTitle"/>
          </p:nvPr>
        </p:nvSpPr>
        <p:spPr>
          <a:xfrm>
            <a:off x="299357" y="-310117"/>
            <a:ext cx="5497287" cy="3429000"/>
          </a:xfrm>
        </p:spPr>
        <p:txBody>
          <a:bodyPr anchor="ctr">
            <a:normAutofit fontScale="90000"/>
          </a:bodyPr>
          <a:lstStyle/>
          <a:p>
            <a:pPr algn="l" eaLnBrk="1" hangingPunct="1"/>
            <a:br>
              <a:rPr lang="en-US" altLang="en-US" sz="4400" b="1" dirty="0">
                <a:latin typeface="MalayalamAbe" pitchFamily="18" charset="0"/>
              </a:rPr>
            </a:b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rj</a:t>
            </a:r>
            <a:r>
              <a:rPr lang="en-US" altLang="en-US" sz="4400" b="1" dirty="0">
                <a:latin typeface="MalayalamAbe" pitchFamily="18" charset="0"/>
              </a:rPr>
              <a:t>*</a:t>
            </a:r>
            <a:r>
              <a:rPr lang="en-US" altLang="en-US" sz="4400" b="1" dirty="0" err="1">
                <a:latin typeface="MalayalamAbe" pitchFamily="18" charset="0"/>
              </a:rPr>
              <a:t>Xs</a:t>
            </a:r>
            <a:r>
              <a:rPr lang="en-US" altLang="en-US" sz="4400" b="1" dirty="0">
                <a:latin typeface="MalayalamAbe" pitchFamily="18" charset="0"/>
              </a:rPr>
              <a:t>)</a:t>
            </a:r>
            <a:r>
              <a:rPr lang="en-US" altLang="en-US" sz="4400" b="1" dirty="0" err="1">
                <a:latin typeface="MalayalamAbe" pitchFamily="18" charset="0"/>
              </a:rPr>
              <a:t>h^liG</a:t>
            </a:r>
            <a:r>
              <a:rPr lang="en-US" altLang="en-US" sz="4400" b="1" dirty="0">
                <a:latin typeface="MalayalamAbe" pitchFamily="18" charset="0"/>
              </a:rPr>
              <a:t>)k; </a:t>
            </a:r>
            <a:r>
              <a:rPr lang="en-US" altLang="en-US" sz="4400" b="1" dirty="0" err="1">
                <a:latin typeface="MalayalamAbe" pitchFamily="18" charset="0"/>
              </a:rPr>
              <a:t>calPlrak!lujgj</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err="1">
                <a:latin typeface="MalayalamAbe" pitchFamily="18" charset="0"/>
              </a:rPr>
              <a:t>rjsRy</a:t>
            </a:r>
            <a:r>
              <a:rPr lang="en-US" altLang="en-US" sz="4400" b="1" dirty="0">
                <a:latin typeface="MalayalamAbe" pitchFamily="18" charset="0"/>
              </a:rPr>
              <a:t> :</a:t>
            </a:r>
            <a:r>
              <a:rPr lang="en-US" altLang="en-US" sz="4400" b="1" dirty="0" err="1">
                <a:latin typeface="Kerala" pitchFamily="2" charset="0"/>
              </a:rPr>
              <a:t>v</a:t>
            </a:r>
            <a:r>
              <a:rPr lang="en-US" altLang="en-US" sz="4400" b="1" dirty="0" err="1">
                <a:latin typeface="MalayalamAbe" pitchFamily="18" charset="0"/>
              </a:rPr>
              <a:t>lSilmk</a:t>
            </a:r>
            <a:r>
              <a:rPr lang="en-US" altLang="en-US" sz="4400" b="1" dirty="0">
                <a:latin typeface="MalayalamAbe" pitchFamily="18" charset="0"/>
              </a:rPr>
              <a:t> </a:t>
            </a:r>
            <a:r>
              <a:rPr lang="en-US" altLang="en-US" sz="4400" b="1" dirty="0" err="1">
                <a:latin typeface="MalayalamAbe" pitchFamily="18" charset="0"/>
              </a:rPr>
              <a:t>dosmuk</a:t>
            </a:r>
            <a:r>
              <a:rPr lang="en-US" altLang="en-US" sz="4400" b="1" dirty="0">
                <a:latin typeface="MalayalamAbe" pitchFamily="18" charset="0"/>
              </a:rPr>
              <a:t>; </a:t>
            </a:r>
            <a:r>
              <a:rPr lang="en-US" altLang="en-US" sz="4400" b="1" dirty="0" err="1">
                <a:latin typeface="MalayalamAbe" pitchFamily="18" charset="0"/>
              </a:rPr>
              <a:t>K!lujgj</a:t>
            </a:r>
            <a:r>
              <a:rPr lang="en-US" altLang="en-US" sz="4400" b="1" dirty="0">
                <a:latin typeface="MalayalamAbe" pitchFamily="18" charset="0"/>
              </a:rPr>
              <a:t>)</a:t>
            </a:r>
            <a:r>
              <a:rPr lang="en-US" altLang="en-US" sz="4400" b="1" dirty="0" err="1">
                <a:latin typeface="MalayalamAbe" pitchFamily="18" charset="0"/>
              </a:rPr>
              <a:t>sM.</a:t>
            </a: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0AC32492-A848-8670-C77C-03603A90EF90}"/>
              </a:ext>
            </a:extLst>
          </p:cNvPr>
          <p:cNvSpPr txBox="1">
            <a:spLocks noChangeArrowheads="1"/>
          </p:cNvSpPr>
          <p:nvPr/>
        </p:nvSpPr>
        <p:spPr bwMode="auto">
          <a:xfrm>
            <a:off x="6423493" y="363959"/>
            <a:ext cx="5768507" cy="265070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000" b="1" kern="0" dirty="0">
                <a:latin typeface="Calibri" pitchFamily="34" charset="0"/>
                <a:ea typeface="Ebrima" pitchFamily="2" charset="0"/>
                <a:cs typeface="Calibri" pitchFamily="34" charset="0"/>
              </a:rPr>
            </a:b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Ningalkk-ellaavarkkum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samaadhaanam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aathmaavodu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koodeyum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808B2C28-AF21-D017-5FD4-BB0C4B12E5BD}"/>
              </a:ext>
            </a:extLst>
          </p:cNvPr>
          <p:cNvSpPr txBox="1"/>
          <p:nvPr/>
        </p:nvSpPr>
        <p:spPr>
          <a:xfrm>
            <a:off x="3917510" y="4914951"/>
            <a:ext cx="4820276" cy="1051570"/>
          </a:xfrm>
          <a:prstGeom prst="rect">
            <a:avLst/>
          </a:prstGeom>
          <a:noFill/>
        </p:spPr>
        <p:txBody>
          <a:bodyPr wrap="square">
            <a:spAutoFit/>
          </a:bodyPr>
          <a:lstStyle/>
          <a:p>
            <a:pPr marL="403225" marR="0" lvl="0" indent="-403225" algn="l" rtl="0">
              <a:lnSpc>
                <a:spcPct val="90000"/>
              </a:lnSpc>
              <a:spcBef>
                <a:spcPts val="0"/>
              </a:spcBef>
              <a:spcAft>
                <a:spcPts val="0"/>
              </a:spcAft>
              <a:buClr>
                <a:schemeClr val="dk1"/>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Peace be with you all.</a:t>
            </a:r>
            <a:endParaRPr lang="en-US" sz="3000" b="1" i="1" u="none" strike="noStrike" cap="none" dirty="0">
              <a:latin typeface="+mn-lt"/>
              <a:ea typeface="Arial"/>
              <a:cs typeface="Times New Roman" panose="02020603050405020304" pitchFamily="18" charset="0"/>
              <a:sym typeface="Arial"/>
            </a:endParaRPr>
          </a:p>
          <a:p>
            <a:pPr marL="403225" marR="0" lvl="0" indent="-403225" algn="l" rtl="0">
              <a:lnSpc>
                <a:spcPct val="90000"/>
              </a:lnSpc>
              <a:spcBef>
                <a:spcPts val="1000"/>
              </a:spcBef>
              <a:spcAft>
                <a:spcPts val="0"/>
              </a:spcAft>
              <a:buClr>
                <a:srgbClr val="C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And also with you.</a:t>
            </a:r>
            <a:endParaRPr lang="en-US" sz="30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46B60153-CEBC-04E2-8494-9327F47A3DE5}"/>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E38FEB79-16CA-52D3-8679-328368E1C190}"/>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396033"/>
      </p:ext>
    </p:extLst>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ctrTitle"/>
          </p:nvPr>
        </p:nvSpPr>
        <p:spPr>
          <a:xfrm>
            <a:off x="330330" y="576990"/>
            <a:ext cx="5435334" cy="2590800"/>
          </a:xfrm>
        </p:spPr>
        <p:txBody>
          <a:bodyPr anchor="ctr">
            <a:noAutofit/>
          </a:bodyPr>
          <a:lstStyle/>
          <a:p>
            <a:pPr algn="l"/>
            <a:r>
              <a:rPr lang="en-US" altLang="en-US" sz="2800" b="1" dirty="0"/>
              <a:t>                                         </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err="1">
                <a:latin typeface="MalayalamAbe" panose="02020603050405020304" pitchFamily="18" charset="0"/>
              </a:rPr>
              <a:t>a|ls</a:t>
            </a:r>
            <a:r>
              <a:rPr lang="en-US" altLang="en-US" sz="3600" b="1" dirty="0">
                <a:latin typeface="MalayalamAbe" panose="02020603050405020304" pitchFamily="18" charset="0"/>
              </a:rPr>
              <a:t> </a:t>
            </a:r>
            <a:r>
              <a:rPr lang="en-US" altLang="en-US" sz="3600" b="1" dirty="0" err="1">
                <a:latin typeface="MalayalamAbe" panose="02020603050405020304" pitchFamily="18" charset="0"/>
              </a:rPr>
              <a:t>spiik</a:t>
            </a:r>
            <a:r>
              <a:rPr lang="en-US" altLang="en-US" sz="3600" b="1" dirty="0">
                <a:latin typeface="MalayalamAbe" panose="02020603050405020304" pitchFamily="18" charset="0"/>
              </a:rPr>
              <a:t>;        </a:t>
            </a:r>
            <a:r>
              <a:rPr lang="en-US" altLang="en-US" sz="3600" b="1" dirty="0" err="1">
                <a:latin typeface="MalayalamAbe" panose="02020603050405020304" pitchFamily="18" charset="0"/>
              </a:rPr>
              <a:t>r+ksm</a:t>
            </a:r>
            <a:r>
              <a:rPr lang="en-US" altLang="en-US" sz="3600" b="1" dirty="0">
                <a:latin typeface="MalayalamAbe" panose="02020603050405020304" pitchFamily="18" charset="0"/>
              </a:rPr>
              <a:t> </a:t>
            </a:r>
            <a:r>
              <a:rPr lang="ml-IN" sz="2800" b="1" u="none" strike="noStrike" dirty="0">
                <a:effectLst/>
                <a:latin typeface="Malayalam MN" pitchFamily="2" charset="0"/>
                <a:cs typeface="Malayalam MN" pitchFamily="2" charset="0"/>
              </a:rPr>
              <a:t>♰</a:t>
            </a:r>
            <a:r>
              <a:rPr lang="en-US" sz="3600" b="1" u="none" strike="noStrike" dirty="0">
                <a:effectLst/>
                <a:latin typeface="Malayalam MN" pitchFamily="2" charset="0"/>
                <a:cs typeface="Malayalam MN" pitchFamily="2" charset="0"/>
              </a:rPr>
              <a:t>...</a:t>
            </a:r>
            <a:br>
              <a:rPr lang="en-US" altLang="en-US" sz="3600" b="1" dirty="0"/>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Kerala" pitchFamily="2" charset="0"/>
              </a:rPr>
              <a:t>v</a:t>
            </a:r>
            <a:r>
              <a:rPr lang="en-US" altLang="en-US" sz="3600" b="1" dirty="0" err="1">
                <a:latin typeface="MalayalamAbe" pitchFamily="18" charset="0"/>
              </a:rPr>
              <a:t>lSilmk</a:t>
            </a:r>
            <a:r>
              <a:rPr lang="en-US" altLang="en-US" sz="3600" b="1" dirty="0">
                <a:latin typeface="MalayalamAbe" pitchFamily="18" charset="0"/>
              </a:rPr>
              <a:t> </a:t>
            </a:r>
            <a:r>
              <a:rPr lang="en-US" altLang="en-US" sz="3600" b="1" dirty="0" err="1">
                <a:latin typeface="MalayalamAbe" pitchFamily="18" charset="0"/>
              </a:rPr>
              <a:t>dosmuk</a:t>
            </a:r>
            <a:r>
              <a:rPr lang="en-US" altLang="en-US" sz="3600" b="1" dirty="0">
                <a:latin typeface="MalayalamAbe" pitchFamily="18" charset="0"/>
              </a:rPr>
              <a:t>; </a:t>
            </a:r>
            <a:r>
              <a:rPr lang="en-US" altLang="en-US" sz="3600" b="1" dirty="0" err="1">
                <a:latin typeface="MalayalamAbe" pitchFamily="18" charset="0"/>
              </a:rPr>
              <a:t>K!lujgj</a:t>
            </a:r>
            <a:r>
              <a:rPr lang="en-US" altLang="en-US" sz="3600" b="1" dirty="0">
                <a:latin typeface="MalayalamAbe" pitchFamily="18" charset="0"/>
              </a:rPr>
              <a:t>)</a:t>
            </a:r>
            <a:r>
              <a:rPr lang="en-US" altLang="en-US" sz="3600" b="1" dirty="0" err="1">
                <a:latin typeface="MalayalamAbe" pitchFamily="18" charset="0"/>
              </a:rPr>
              <a:t>sM.</a:t>
            </a:r>
            <a:endParaRPr lang="en-US" altLang="en-US" sz="3600" b="1" dirty="0">
              <a:latin typeface="MalayalamAbe" pitchFamily="18" charset="0"/>
            </a:endParaRPr>
          </a:p>
        </p:txBody>
      </p:sp>
      <p:sp>
        <p:nvSpPr>
          <p:cNvPr id="9" name="Text Box 2">
            <a:extLst>
              <a:ext uri="{FF2B5EF4-FFF2-40B4-BE49-F238E27FC236}">
                <a16:creationId xmlns:a16="http://schemas.microsoft.com/office/drawing/2014/main" id="{8B88AD3B-BDBE-46B6-A96C-8C7723AE2B0D}"/>
              </a:ext>
            </a:extLst>
          </p:cNvPr>
          <p:cNvSpPr txBox="1">
            <a:spLocks noChangeArrowheads="1"/>
          </p:cNvSpPr>
          <p:nvPr/>
        </p:nvSpPr>
        <p:spPr bwMode="auto">
          <a:xfrm>
            <a:off x="6591948" y="468207"/>
            <a:ext cx="5435339" cy="265070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endParaRPr lang="en-US" sz="3000" b="1" kern="0" dirty="0">
              <a:latin typeface="Calibri" pitchFamily="34" charset="0"/>
              <a:ea typeface="Ebrima" pitchFamily="2" charset="0"/>
              <a:cs typeface="Calibri" pitchFamily="34" charset="0"/>
            </a:endParaRP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Mahaa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Daivavum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nammude</a:t>
            </a:r>
            <a:r>
              <a:rPr lang="en-US" sz="3000" b="1" kern="0" dirty="0">
                <a:latin typeface="Calibri" pitchFamily="34" charset="0"/>
                <a:ea typeface="Ebrima" pitchFamily="2" charset="0"/>
                <a:cs typeface="Calibri" pitchFamily="34" charset="0"/>
              </a:rPr>
              <a:t> </a:t>
            </a:r>
            <a:r>
              <a:rPr lang="ml-IN" sz="2800" b="1" u="none" strike="noStrike" dirty="0">
                <a:effectLst/>
                <a:latin typeface="Malayalam MN" pitchFamily="2" charset="0"/>
                <a:cs typeface="Malayalam MN" pitchFamily="2" charset="0"/>
              </a:rPr>
              <a:t>♰ </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aathmaavodu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koodeyum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BCFA1BE9-C7CF-9E5C-0939-B735525469DE}"/>
              </a:ext>
            </a:extLst>
          </p:cNvPr>
          <p:cNvSpPr txBox="1"/>
          <p:nvPr/>
        </p:nvSpPr>
        <p:spPr>
          <a:xfrm>
            <a:off x="1255053" y="4441940"/>
            <a:ext cx="9681893" cy="1467068"/>
          </a:xfrm>
          <a:prstGeom prst="rect">
            <a:avLst/>
          </a:prstGeom>
          <a:noFill/>
        </p:spPr>
        <p:txBody>
          <a:bodyPr wrap="square" rtlCol="0">
            <a:spAutoFit/>
          </a:bodyPr>
          <a:lstStyle/>
          <a:p>
            <a:pPr marL="398463" marR="0" lvl="0" indent="-398463" algn="l" rtl="0">
              <a:lnSpc>
                <a:spcPct val="9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dirty="0">
                <a:latin typeface="+mn-lt"/>
                <a:ea typeface="Calibri"/>
                <a:cs typeface="Times New Roman" panose="02020603050405020304" pitchFamily="18" charset="0"/>
                <a:sym typeface="Calibri"/>
              </a:rPr>
              <a:t>T</a:t>
            </a:r>
            <a:r>
              <a:rPr lang="en-US" sz="3000" b="1" i="1" u="none" strike="noStrike" cap="none" dirty="0">
                <a:latin typeface="+mn-lt"/>
                <a:ea typeface="Calibri"/>
                <a:cs typeface="Times New Roman" panose="02020603050405020304" pitchFamily="18" charset="0"/>
                <a:sym typeface="Calibri"/>
              </a:rPr>
              <a:t>he blessing of our great God and Savior </a:t>
            </a:r>
            <a:r>
              <a:rPr lang="en-US" sz="3000" b="1" i="1" dirty="0">
                <a:latin typeface="+mn-lt"/>
                <a:ea typeface="Calibri"/>
                <a:cs typeface="Times New Roman" panose="02020603050405020304" pitchFamily="18" charset="0"/>
                <a:sym typeface="Calibri"/>
              </a:rPr>
              <a:t>J</a:t>
            </a:r>
            <a:r>
              <a:rPr lang="en-US" sz="3000" b="1" i="1" u="none" strike="noStrike" cap="none" dirty="0">
                <a:latin typeface="+mn-lt"/>
                <a:ea typeface="Calibri"/>
                <a:cs typeface="Times New Roman" panose="02020603050405020304" pitchFamily="18" charset="0"/>
                <a:sym typeface="Calibri"/>
              </a:rPr>
              <a:t>esus </a:t>
            </a:r>
            <a:r>
              <a:rPr lang="en-US" sz="3000" b="1" i="1" dirty="0">
                <a:latin typeface="+mn-lt"/>
                <a:ea typeface="Calibri"/>
                <a:cs typeface="Times New Roman" panose="02020603050405020304" pitchFamily="18" charset="0"/>
                <a:sym typeface="Calibri"/>
              </a:rPr>
              <a:t>C</a:t>
            </a:r>
            <a:r>
              <a:rPr lang="en-US" sz="3000" b="1" i="1" u="none" strike="noStrike" cap="none" dirty="0">
                <a:latin typeface="+mn-lt"/>
                <a:ea typeface="Calibri"/>
                <a:cs typeface="Times New Roman" panose="02020603050405020304" pitchFamily="18" charset="0"/>
                <a:sym typeface="Calibri"/>
              </a:rPr>
              <a:t>hrist (</a:t>
            </a:r>
            <a:r>
              <a:rPr lang="ml-IN" sz="30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be with you all forever.</a:t>
            </a:r>
          </a:p>
          <a:p>
            <a:pPr marL="398463" marR="0" lvl="0" indent="-398463" algn="l" rtl="0">
              <a:lnSpc>
                <a:spcPct val="900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a:t>
            </a:r>
            <a:r>
              <a:rPr lang="en-US" sz="3000" b="1" i="1" u="none" strike="noStrike" cap="none" dirty="0">
                <a:latin typeface="+mn-lt"/>
                <a:ea typeface="Calibri"/>
                <a:cs typeface="Times New Roman" panose="02020603050405020304" pitchFamily="18" charset="0"/>
                <a:sym typeface="Calibri"/>
              </a:rPr>
              <a:t>	 And also with you.</a:t>
            </a:r>
            <a:endParaRPr lang="en-US" sz="3000" b="1" i="1" u="none" strike="noStrike" cap="none" dirty="0">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CC9FD83B-6D4D-B225-D188-A8E0667872E7}"/>
              </a:ext>
            </a:extLst>
          </p:cNvPr>
          <p:cNvSpPr txBox="1"/>
          <p:nvPr/>
        </p:nvSpPr>
        <p:spPr>
          <a:xfrm>
            <a:off x="963731" y="187973"/>
            <a:ext cx="6236494" cy="707886"/>
          </a:xfrm>
          <a:prstGeom prst="rect">
            <a:avLst/>
          </a:prstGeom>
          <a:noFill/>
        </p:spPr>
        <p:txBody>
          <a:bodyPr wrap="square">
            <a:spAutoFit/>
          </a:bodyPr>
          <a:lstStyle/>
          <a:p>
            <a:r>
              <a:rPr lang="en-US" altLang="en-US" sz="4000" b="1" u="sng" dirty="0" err="1">
                <a:solidFill>
                  <a:schemeClr val="accent6">
                    <a:lumMod val="50000"/>
                  </a:schemeClr>
                </a:solidFill>
                <a:latin typeface="MalayalamAbe" pitchFamily="18" charset="0"/>
              </a:rPr>
              <a:t>g!las</a:t>
            </a:r>
            <a:r>
              <a:rPr lang="en-US" altLang="en-US" sz="4000" b="1" u="sng" dirty="0">
                <a:solidFill>
                  <a:schemeClr val="accent6">
                    <a:lumMod val="50000"/>
                  </a:schemeClr>
                </a:solidFill>
                <a:latin typeface="MalayalamAbe" pitchFamily="18" charset="0"/>
              </a:rPr>
              <a:t>\ </a:t>
            </a:r>
            <a:r>
              <a:rPr lang="en-US" altLang="en-US" sz="4000" b="1" u="sng" dirty="0" err="1">
                <a:solidFill>
                  <a:schemeClr val="accent6">
                    <a:lumMod val="50000"/>
                  </a:schemeClr>
                </a:solidFill>
                <a:latin typeface="MalayalamAbe" pitchFamily="18" charset="0"/>
              </a:rPr>
              <a:t>yoC</a:t>
            </a:r>
            <a:r>
              <a:rPr lang="en-US" altLang="en-US" sz="4000" b="1" u="sng" dirty="0">
                <a:solidFill>
                  <a:schemeClr val="accent6">
                    <a:lumMod val="50000"/>
                  </a:schemeClr>
                </a:solidFill>
                <a:latin typeface="MalayalamAbe" pitchFamily="18" charset="0"/>
              </a:rPr>
              <a:t>[al</a:t>
            </a:r>
            <a:endParaRPr lang="en-US" sz="4000" u="sng" dirty="0">
              <a:solidFill>
                <a:schemeClr val="accent6">
                  <a:lumMod val="50000"/>
                </a:schemeClr>
              </a:solidFill>
            </a:endParaRPr>
          </a:p>
        </p:txBody>
      </p:sp>
      <p:sp>
        <p:nvSpPr>
          <p:cNvPr id="8" name="TextBox 7">
            <a:extLst>
              <a:ext uri="{FF2B5EF4-FFF2-40B4-BE49-F238E27FC236}">
                <a16:creationId xmlns:a16="http://schemas.microsoft.com/office/drawing/2014/main" id="{ADEDE286-182C-4912-7B9F-03B5ACD97BB3}"/>
              </a:ext>
            </a:extLst>
          </p:cNvPr>
          <p:cNvSpPr txBox="1"/>
          <p:nvPr/>
        </p:nvSpPr>
        <p:spPr>
          <a:xfrm>
            <a:off x="7400902" y="249529"/>
            <a:ext cx="6236494" cy="584775"/>
          </a:xfrm>
          <a:prstGeom prst="rect">
            <a:avLst/>
          </a:prstGeom>
          <a:noFill/>
        </p:spPr>
        <p:txBody>
          <a:bodyPr wrap="square">
            <a:spAutoFit/>
          </a:bodyPr>
          <a:lstStyle/>
          <a:p>
            <a:pPr rtl="0">
              <a:spcBef>
                <a:spcPts val="0"/>
              </a:spcBef>
              <a:spcAft>
                <a:spcPts val="0"/>
              </a:spcAft>
            </a:pPr>
            <a:r>
              <a:rPr lang="en-US" sz="3200" b="1" i="0" u="sng" strike="noStrike" dirty="0" err="1">
                <a:solidFill>
                  <a:schemeClr val="accent6">
                    <a:lumMod val="50000"/>
                  </a:schemeClr>
                </a:solidFill>
                <a:effectLst/>
                <a:latin typeface="+mn-lt"/>
              </a:rPr>
              <a:t>Randamathe</a:t>
            </a:r>
            <a:r>
              <a:rPr lang="en-US" sz="3200" b="1" i="0" u="sng" strike="noStrike" dirty="0">
                <a:solidFill>
                  <a:schemeClr val="accent6">
                    <a:lumMod val="50000"/>
                  </a:schemeClr>
                </a:solidFill>
                <a:effectLst/>
                <a:latin typeface="+mn-lt"/>
              </a:rPr>
              <a:t> </a:t>
            </a:r>
            <a:r>
              <a:rPr lang="en-US" sz="3200" b="1" i="0" u="sng" strike="noStrike" dirty="0" err="1">
                <a:solidFill>
                  <a:schemeClr val="accent6">
                    <a:lumMod val="50000"/>
                  </a:schemeClr>
                </a:solidFill>
                <a:effectLst/>
                <a:latin typeface="+mn-lt"/>
              </a:rPr>
              <a:t>Rooshma</a:t>
            </a:r>
            <a:endParaRPr lang="en-US" sz="3200" b="1" u="sng" dirty="0">
              <a:solidFill>
                <a:schemeClr val="accent6">
                  <a:lumMod val="50000"/>
                </a:schemeClr>
              </a:solidFill>
              <a:effectLst/>
              <a:latin typeface="+mn-lt"/>
            </a:endParaRPr>
          </a:p>
        </p:txBody>
      </p:sp>
      <p:sp>
        <p:nvSpPr>
          <p:cNvPr id="4" name="TextBox 3">
            <a:extLst>
              <a:ext uri="{FF2B5EF4-FFF2-40B4-BE49-F238E27FC236}">
                <a16:creationId xmlns:a16="http://schemas.microsoft.com/office/drawing/2014/main" id="{C6EE5399-C892-ED59-CAD1-8298FC945B98}"/>
              </a:ext>
            </a:extLst>
          </p:cNvPr>
          <p:cNvSpPr txBox="1"/>
          <p:nvPr/>
        </p:nvSpPr>
        <p:spPr>
          <a:xfrm>
            <a:off x="0" y="3624400"/>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Second Blessing</a:t>
            </a:r>
          </a:p>
        </p:txBody>
      </p:sp>
      <p:cxnSp>
        <p:nvCxnSpPr>
          <p:cNvPr id="6" name="Straight Connector 5">
            <a:extLst>
              <a:ext uri="{FF2B5EF4-FFF2-40B4-BE49-F238E27FC236}">
                <a16:creationId xmlns:a16="http://schemas.microsoft.com/office/drawing/2014/main" id="{2CBBC3E5-CEF8-0D3C-F843-8FACD04F6085}"/>
              </a:ext>
            </a:extLst>
          </p:cNvPr>
          <p:cNvCxnSpPr>
            <a:cxnSpLocks/>
            <a:endCxn id="4" idx="0"/>
          </p:cNvCxnSpPr>
          <p:nvPr/>
        </p:nvCxnSpPr>
        <p:spPr>
          <a:xfrm>
            <a:off x="6096000" y="0"/>
            <a:ext cx="0" cy="362440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5580889"/>
      </p:ext>
    </p:extLst>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AutoShape 1028">
            <a:hlinkClick r:id="rId3" action="ppaction://hlinksldjump"/>
          </p:cNvPr>
          <p:cNvSpPr>
            <a:spLocks noChangeArrowheads="1"/>
          </p:cNvSpPr>
          <p:nvPr/>
        </p:nvSpPr>
        <p:spPr bwMode="auto">
          <a:xfrm>
            <a:off x="1002512" y="1730322"/>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000" b="1" i="1" dirty="0">
                <a:solidFill>
                  <a:schemeClr val="accent6">
                    <a:lumMod val="50000"/>
                  </a:schemeClr>
                </a:solidFill>
                <a:latin typeface="MalayalamAbe" pitchFamily="18" charset="0"/>
              </a:rPr>
              <a:t>:</a:t>
            </a:r>
            <a:r>
              <a:rPr lang="en-US" altLang="en-US" sz="2000" b="1" i="1" dirty="0" err="1">
                <a:solidFill>
                  <a:schemeClr val="accent6">
                    <a:lumMod val="50000"/>
                  </a:schemeClr>
                </a:solidFill>
                <a:latin typeface="MalayalamAbe" pitchFamily="18" charset="0"/>
              </a:rPr>
              <a:t>GYpaSf</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Aardhramathe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43013" name="AutoShape 1029">
            <a:hlinkClick r:id="rId4" action="ppaction://hlinksldjump"/>
          </p:cNvPr>
          <p:cNvSpPr>
            <a:spLocks noChangeArrowheads="1"/>
          </p:cNvSpPr>
          <p:nvPr/>
        </p:nvSpPr>
        <p:spPr bwMode="auto">
          <a:xfrm>
            <a:off x="1013398" y="2626623"/>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000" b="1" i="1" dirty="0">
                <a:solidFill>
                  <a:schemeClr val="accent6">
                    <a:lumMod val="50000"/>
                  </a:schemeClr>
                </a:solidFill>
                <a:latin typeface="MalayalamAbe" pitchFamily="18" charset="0"/>
              </a:rPr>
              <a:t>:</a:t>
            </a:r>
            <a:r>
              <a:rPr lang="en-US" altLang="en-US" sz="2000" b="1" i="1" dirty="0" err="1">
                <a:solidFill>
                  <a:schemeClr val="accent6">
                    <a:lumMod val="50000"/>
                  </a:schemeClr>
                </a:solidFill>
                <a:latin typeface="MalayalamAbe" pitchFamily="18" charset="0"/>
              </a:rPr>
              <a:t>iCU</a:t>
            </a:r>
            <a:r>
              <a:rPr lang="en-US" altLang="en-US" sz="2000" b="1" i="1" dirty="0">
                <a:solidFill>
                  <a:schemeClr val="accent6">
                    <a:lumMod val="50000"/>
                  </a:schemeClr>
                </a:solidFill>
                <a:latin typeface="MalayalamAbe" pitchFamily="18" charset="0"/>
              </a:rPr>
              <a:t>\</a:t>
            </a:r>
            <a:r>
              <a:rPr lang="en-US" altLang="en-US" sz="2000" b="1" i="1" dirty="0" err="1">
                <a:solidFill>
                  <a:schemeClr val="accent6">
                    <a:lumMod val="50000"/>
                  </a:schemeClr>
                </a:solidFill>
                <a:latin typeface="MalayalamAbe" pitchFamily="18" charset="0"/>
              </a:rPr>
              <a:t>lH</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Aavashyathaal</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4" name="AutoShape 1030">
            <a:hlinkClick r:id="rId5" action="ppaction://hlinksldjump"/>
          </p:cNvPr>
          <p:cNvSpPr>
            <a:spLocks noChangeArrowheads="1"/>
          </p:cNvSpPr>
          <p:nvPr/>
        </p:nvSpPr>
        <p:spPr bwMode="auto">
          <a:xfrm>
            <a:off x="1013398" y="3537992"/>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000" b="1" i="1" dirty="0" err="1">
                <a:solidFill>
                  <a:schemeClr val="accent6">
                    <a:lumMod val="50000"/>
                  </a:schemeClr>
                </a:solidFill>
                <a:latin typeface="MalayalamAbe" pitchFamily="18" charset="0"/>
              </a:rPr>
              <a:t>rjs</a:t>
            </a:r>
            <a:r>
              <a:rPr lang="en-US" altLang="en-US" sz="2000" b="1" i="1" dirty="0">
                <a:solidFill>
                  <a:schemeClr val="accent6">
                    <a:lumMod val="50000"/>
                  </a:schemeClr>
                </a:solidFill>
                <a:latin typeface="MalayalamAbe" pitchFamily="18" charset="0"/>
              </a:rPr>
              <a:t># </a:t>
            </a:r>
            <a:r>
              <a:rPr lang="en-US" altLang="en-US" sz="2000" b="1" i="1" dirty="0" err="1">
                <a:solidFill>
                  <a:schemeClr val="accent6">
                    <a:lumMod val="50000"/>
                  </a:schemeClr>
                </a:solidFill>
                <a:latin typeface="MalayalamAbe" pitchFamily="18" charset="0"/>
              </a:rPr>
              <a:t>ijxj</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Ninne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vilhi</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5" name="AutoShape 1031">
            <a:hlinkClick r:id="rId6" action="ppaction://hlinksldjump"/>
          </p:cNvPr>
          <p:cNvSpPr>
            <a:spLocks noChangeArrowheads="1"/>
          </p:cNvSpPr>
          <p:nvPr/>
        </p:nvSpPr>
        <p:spPr bwMode="auto">
          <a:xfrm>
            <a:off x="1013398" y="4440004"/>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altLang="en-US" sz="2000" b="1" i="1" dirty="0" err="1">
                <a:solidFill>
                  <a:schemeClr val="accent6">
                    <a:lumMod val="50000"/>
                  </a:schemeClr>
                </a:solidFill>
                <a:latin typeface="MalayalamAbe" pitchFamily="18" charset="0"/>
              </a:rPr>
              <a:t>rh^iSr</a:t>
            </a:r>
            <a:r>
              <a:rPr lang="en-US" altLang="en-US" sz="2000" b="1" i="1" dirty="0">
                <a:solidFill>
                  <a:schemeClr val="accent6">
                    <a:lumMod val="50000"/>
                  </a:schemeClr>
                </a:solidFill>
                <a:latin typeface="MalayalamAbe" pitchFamily="18" charset="0"/>
              </a:rPr>
              <a:t> </a:t>
            </a:r>
            <a:r>
              <a:rPr lang="en-US" altLang="en-US" sz="2000" b="1" i="1" dirty="0" err="1">
                <a:solidFill>
                  <a:schemeClr val="accent6">
                    <a:lumMod val="50000"/>
                  </a:schemeClr>
                </a:solidFill>
                <a:latin typeface="MalayalamAbe" pitchFamily="18" charset="0"/>
              </a:rPr>
              <a:t>SdMk</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Nallavane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kettu</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2" name="AutoShape 1034">
            <a:hlinkClick r:id="rId7" action="ppaction://hlinksldjump"/>
            <a:extLst>
              <a:ext uri="{FF2B5EF4-FFF2-40B4-BE49-F238E27FC236}">
                <a16:creationId xmlns:a16="http://schemas.microsoft.com/office/drawing/2014/main" id="{389FF4B8-D9DC-5089-9D56-7C7B449AEF61}"/>
              </a:ext>
            </a:extLst>
          </p:cNvPr>
          <p:cNvSpPr>
            <a:spLocks noChangeArrowheads="1"/>
          </p:cNvSpPr>
          <p:nvPr/>
        </p:nvSpPr>
        <p:spPr bwMode="auto">
          <a:xfrm>
            <a:off x="6612588" y="3340444"/>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t"/>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kern="0" dirty="0">
                <a:ln w="1905"/>
                <a:solidFill>
                  <a:schemeClr val="accent6">
                    <a:lumMod val="50000"/>
                  </a:schemeClr>
                </a:solidFill>
                <a:effectLst>
                  <a:innerShdw blurRad="69850" dist="43180" dir="5400000">
                    <a:srgbClr val="000000">
                      <a:alpha val="65000"/>
                    </a:srgbClr>
                  </a:innerShdw>
                </a:effectLst>
                <a:latin typeface="+mn-lt"/>
                <a:ea typeface="Ebrima" pitchFamily="2" charset="0"/>
                <a:cs typeface="Calibri" pitchFamily="34" charset="0"/>
              </a:rPr>
              <a:t>ഗുണവാനേ</a:t>
            </a:r>
            <a:r>
              <a:rPr lang="ml-IN" altLang="en-US" sz="2000" b="1" i="1" kern="0" dirty="0">
                <a:ln w="1905"/>
                <a:solidFill>
                  <a:schemeClr val="accent6">
                    <a:lumMod val="50000"/>
                  </a:schemeClr>
                </a:solidFill>
                <a:effectLst>
                  <a:innerShdw blurRad="69850" dist="43180" dir="5400000">
                    <a:srgbClr val="000000">
                      <a:alpha val="65000"/>
                    </a:srgbClr>
                  </a:innerShdw>
                </a:effectLst>
                <a:latin typeface="+mn-lt"/>
                <a:ea typeface="Ebrima" pitchFamily="2" charset="0"/>
                <a:cs typeface="Calibri" pitchFamily="34" charset="0"/>
              </a:rPr>
              <a:t> </a:t>
            </a:r>
            <a:r>
              <a:rPr lang="en-US" altLang="en-US" sz="2000" b="1" i="1" kern="0" dirty="0">
                <a:ln w="1905"/>
                <a:solidFill>
                  <a:schemeClr val="accent6">
                    <a:lumMod val="50000"/>
                  </a:schemeClr>
                </a:solidFill>
                <a:effectLst>
                  <a:innerShdw blurRad="69850" dist="43180" dir="5400000">
                    <a:srgbClr val="000000">
                      <a:alpha val="65000"/>
                    </a:srgbClr>
                  </a:innerShdw>
                </a:effectLst>
                <a:latin typeface="+mn-lt"/>
                <a:ea typeface="Ebrima" pitchFamily="2" charset="0"/>
                <a:cs typeface="Calibri" pitchFamily="34" charset="0"/>
              </a:rPr>
              <a:t>       </a:t>
            </a:r>
            <a:r>
              <a:rPr lang="en-US" altLang="en-US" sz="2000" b="1" i="1" kern="0" dirty="0">
                <a:ln w="1905"/>
                <a:solidFill>
                  <a:schemeClr val="accent6">
                    <a:lumMod val="50000"/>
                  </a:schemeClr>
                </a:solidFill>
                <a:effectLst>
                  <a:innerShdw blurRad="69850" dist="43180" dir="5400000">
                    <a:srgbClr val="000000">
                      <a:alpha val="65000"/>
                    </a:srgbClr>
                  </a:innerShdw>
                </a:effectLst>
                <a:latin typeface="MalayalamAbe" pitchFamily="18" charset="0"/>
                <a:ea typeface="Ebrima" pitchFamily="2" charset="0"/>
                <a:cs typeface="Calibri" pitchFamily="34" charset="0"/>
              </a:rPr>
              <a:t>            </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Gunavaane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3" name="TextBox 2">
            <a:extLst>
              <a:ext uri="{FF2B5EF4-FFF2-40B4-BE49-F238E27FC236}">
                <a16:creationId xmlns:a16="http://schemas.microsoft.com/office/drawing/2014/main" id="{618DC193-19DA-D252-402E-1204C7B5F74C}"/>
              </a:ext>
            </a:extLst>
          </p:cNvPr>
          <p:cNvSpPr txBox="1"/>
          <p:nvPr/>
        </p:nvSpPr>
        <p:spPr>
          <a:xfrm>
            <a:off x="8533428" y="2491495"/>
            <a:ext cx="2424810" cy="461665"/>
          </a:xfrm>
          <a:prstGeom prst="rect">
            <a:avLst/>
          </a:prstGeom>
          <a:noFill/>
        </p:spPr>
        <p:txBody>
          <a:bodyPr wrap="square" rtlCol="0">
            <a:spAutoFit/>
          </a:bodyPr>
          <a:lstStyle/>
          <a:p>
            <a:r>
              <a:rPr lang="en-US" b="1" i="1" dirty="0">
                <a:solidFill>
                  <a:schemeClr val="accent6">
                    <a:lumMod val="50000"/>
                  </a:schemeClr>
                </a:solidFill>
                <a:latin typeface="Calibri" panose="020F0502020204030204" pitchFamily="34" charset="0"/>
                <a:cs typeface="Calibri" panose="020F0502020204030204" pitchFamily="34" charset="0"/>
              </a:rPr>
              <a:t>OR</a:t>
            </a:r>
          </a:p>
        </p:txBody>
      </p:sp>
      <p:sp>
        <p:nvSpPr>
          <p:cNvPr id="14" name="Rectangle 13">
            <a:extLst>
              <a:ext uri="{FF2B5EF4-FFF2-40B4-BE49-F238E27FC236}">
                <a16:creationId xmlns:a16="http://schemas.microsoft.com/office/drawing/2014/main" id="{9D59318A-CD7A-A503-5F52-6BF77ECBC8DA}"/>
              </a:ext>
            </a:extLst>
          </p:cNvPr>
          <p:cNvSpPr/>
          <p:nvPr/>
        </p:nvSpPr>
        <p:spPr>
          <a:xfrm>
            <a:off x="6488700" y="3198061"/>
            <a:ext cx="4829577" cy="944803"/>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
        <p:nvSpPr>
          <p:cNvPr id="15" name="Rectangle 14">
            <a:extLst>
              <a:ext uri="{FF2B5EF4-FFF2-40B4-BE49-F238E27FC236}">
                <a16:creationId xmlns:a16="http://schemas.microsoft.com/office/drawing/2014/main" id="{F894ED4F-B1A8-F0A9-987C-91195AE0356C}"/>
              </a:ext>
            </a:extLst>
          </p:cNvPr>
          <p:cNvSpPr/>
          <p:nvPr/>
        </p:nvSpPr>
        <p:spPr>
          <a:xfrm>
            <a:off x="873723" y="1561864"/>
            <a:ext cx="4829577" cy="3734271"/>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Tree>
    <p:extLst>
      <p:ext uri="{BB962C8B-B14F-4D97-AF65-F5344CB8AC3E}">
        <p14:creationId xmlns:p14="http://schemas.microsoft.com/office/powerpoint/2010/main" val="1278915067"/>
      </p:ext>
    </p:extLst>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ctrTitle"/>
          </p:nvPr>
        </p:nvSpPr>
        <p:spPr>
          <a:xfrm>
            <a:off x="251000" y="147220"/>
            <a:ext cx="5594001" cy="3429000"/>
          </a:xfrm>
        </p:spPr>
        <p:txBody>
          <a:bodyPr anchor="ctr">
            <a:noAutofit/>
          </a:bodyPr>
          <a:lstStyle/>
          <a:p>
            <a:pPr eaLnBrk="1" hangingPunct="1"/>
            <a:r>
              <a:rPr lang="en-US" altLang="en-US" sz="3600" b="1" dirty="0">
                <a:latin typeface="MalayalamAbe" pitchFamily="18" charset="0"/>
              </a:rPr>
              <a:t>:</a:t>
            </a:r>
            <a:r>
              <a:rPr lang="en-US" altLang="en-US" sz="3600" b="1" dirty="0" err="1">
                <a:latin typeface="MalayalamAbe" pitchFamily="18" charset="0"/>
              </a:rPr>
              <a:t>GYpaSf</a:t>
            </a:r>
            <a:r>
              <a:rPr lang="en-US" altLang="en-US" sz="3600" b="1" dirty="0">
                <a:latin typeface="MalayalamAbe" pitchFamily="18" charset="0"/>
              </a:rPr>
              <a:t> - </a:t>
            </a:r>
            <a:r>
              <a:rPr lang="en-US" altLang="en-US" sz="3600" b="1" dirty="0" err="1">
                <a:latin typeface="MalayalamAbe" pitchFamily="18" charset="0"/>
              </a:rPr>
              <a:t>ilfjhjH</a:t>
            </a:r>
            <a:r>
              <a:rPr lang="en-US" altLang="en-US" sz="3600" b="1" dirty="0">
                <a:latin typeface="MalayalamAbe" pitchFamily="18" charset="0"/>
              </a:rPr>
              <a:t> </a:t>
            </a:r>
            <a:r>
              <a:rPr lang="en-US" altLang="en-US" sz="3600" b="1" dirty="0" err="1">
                <a:latin typeface="MalayalamAbe" pitchFamily="18" charset="0"/>
              </a:rPr>
              <a:t>akMk#k</a:t>
            </a:r>
            <a:r>
              <a:rPr lang="en-US" altLang="en-US" sz="3600" b="1" dirty="0">
                <a:latin typeface="MalayalamAbe" pitchFamily="18" charset="0"/>
              </a:rPr>
              <a:t> </a:t>
            </a:r>
            <a:br>
              <a:rPr lang="en-US" altLang="en-US" sz="3600" b="1" dirty="0">
                <a:latin typeface="MalayalamAbe" pitchFamily="18" charset="0"/>
              </a:rPr>
            </a:br>
            <a:r>
              <a:rPr lang="en-US" altLang="en-US" sz="3600" b="1" dirty="0">
                <a:latin typeface="MalayalamAbe" pitchFamily="18" charset="0"/>
              </a:rPr>
              <a:t>|</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YelG</a:t>
            </a:r>
            <a:r>
              <a:rPr lang="en-US" altLang="en-US" sz="3600" b="1" dirty="0" err="1">
                <a:latin typeface="Kerala" pitchFamily="2" charset="0"/>
              </a:rPr>
              <a:t>j</a:t>
            </a:r>
            <a:r>
              <a:rPr lang="en-US" altLang="en-US" sz="3600" b="1" dirty="0" err="1">
                <a:latin typeface="MalayalamAbe" pitchFamily="18" charset="0"/>
              </a:rPr>
              <a:t>rujR</a:t>
            </a:r>
            <a:r>
              <a:rPr lang="en-US" altLang="en-US" sz="3600" b="1" dirty="0">
                <a:latin typeface="MalayalamAbe" pitchFamily="18" charset="0"/>
              </a:rPr>
              <a:t> </a:t>
            </a:r>
            <a:r>
              <a:rPr lang="en-US" altLang="en-US" sz="3600" b="1" dirty="0" err="1">
                <a:latin typeface="MalayalamAbe" pitchFamily="18" charset="0"/>
              </a:rPr>
              <a:t>rl</a:t>
            </a:r>
            <a:r>
              <a:rPr lang="en-US" altLang="en-US" sz="3600" b="1" dirty="0">
                <a:latin typeface="MalayalamAbe" pitchFamily="18" charset="0"/>
              </a:rPr>
              <a:t> </a:t>
            </a:r>
            <a:r>
              <a:rPr lang="en-US" altLang="en-US" sz="3600" b="1" dirty="0" err="1">
                <a:latin typeface="MalayalamAbe" pitchFamily="18" charset="0"/>
              </a:rPr>
              <a:t>psa</a:t>
            </a:r>
            <a:r>
              <a:rPr lang="en-US" altLang="en-US" sz="3600" b="1" dirty="0">
                <a:latin typeface="MalayalamAbe" pitchFamily="18" charset="0"/>
              </a:rPr>
              <a:t>*</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lsyd</a:t>
            </a:r>
            <a:r>
              <a:rPr lang="en-US" altLang="en-US" sz="3600" b="1" dirty="0">
                <a:latin typeface="MalayalamAbe" pitchFamily="18" charset="0"/>
              </a:rPr>
              <a:t>[</a:t>
            </a:r>
            <a:r>
              <a:rPr lang="en-US" altLang="en-US" sz="3600" b="1" dirty="0" err="1">
                <a:latin typeface="MalayalamAbe" pitchFamily="18" charset="0"/>
              </a:rPr>
              <a:t>alG</a:t>
            </a:r>
            <a:r>
              <a:rPr lang="en-US" altLang="en-US" sz="3600" b="1" dirty="0">
                <a:latin typeface="MalayalamAbe" pitchFamily="18" charset="0"/>
              </a:rPr>
              <a:t> </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5" name="Text Box 2">
            <a:extLst>
              <a:ext uri="{FF2B5EF4-FFF2-40B4-BE49-F238E27FC236}">
                <a16:creationId xmlns:a16="http://schemas.microsoft.com/office/drawing/2014/main" id="{A5DA0F23-B115-4BA4-92EE-83B6FDCBB271}"/>
              </a:ext>
            </a:extLst>
          </p:cNvPr>
          <p:cNvSpPr txBox="1">
            <a:spLocks noChangeArrowheads="1"/>
          </p:cNvSpPr>
          <p:nvPr/>
        </p:nvSpPr>
        <p:spPr bwMode="auto">
          <a:xfrm>
            <a:off x="6187972" y="486122"/>
            <a:ext cx="5912056" cy="265070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000" b="1" kern="0" dirty="0" err="1">
                <a:latin typeface="Calibri" pitchFamily="34" charset="0"/>
                <a:ea typeface="Ebrima" pitchFamily="2" charset="0"/>
                <a:cs typeface="Calibri" pitchFamily="34" charset="0"/>
              </a:rPr>
              <a:t>Aardhramathe-vaathilil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muttunnu</a:t>
            </a:r>
            <a:r>
              <a:rPr lang="en-US" sz="3000" b="1" kern="0" dirty="0">
                <a:latin typeface="Calibri" pitchFamily="34" charset="0"/>
                <a:ea typeface="Ebrima" pitchFamily="2" charset="0"/>
                <a:cs typeface="Calibri" pitchFamily="34" charset="0"/>
              </a:rPr>
              <a:t>, </a:t>
            </a:r>
          </a:p>
          <a:p>
            <a:pPr algn="ctr">
              <a:lnSpc>
                <a:spcPts val="3999"/>
              </a:lnSpc>
              <a:spcBef>
                <a:spcPts val="0"/>
              </a:spcBef>
            </a:pPr>
            <a:r>
              <a:rPr lang="en-US" sz="3000" b="1" kern="0" dirty="0">
                <a:latin typeface="Calibri" pitchFamily="34" charset="0"/>
                <a:ea typeface="Ebrima" pitchFamily="2" charset="0"/>
                <a:cs typeface="Calibri" pitchFamily="34" charset="0"/>
              </a:rPr>
              <a:t>Hallelujah </a:t>
            </a:r>
            <a:r>
              <a:rPr lang="en-US" sz="3000" b="1" kern="0" dirty="0" err="1">
                <a:latin typeface="Calibri" pitchFamily="34" charset="0"/>
                <a:ea typeface="Ebrima" pitchFamily="2" charset="0"/>
                <a:cs typeface="Calibri" pitchFamily="34" charset="0"/>
              </a:rPr>
              <a:t>oo</a:t>
            </a:r>
            <a:r>
              <a:rPr lang="en-US" sz="3000" b="1" kern="0" dirty="0">
                <a:latin typeface="Calibri" pitchFamily="34" charset="0"/>
                <a:ea typeface="Ebrima" pitchFamily="2" charset="0"/>
                <a:cs typeface="Calibri" pitchFamily="34" charset="0"/>
              </a:rPr>
              <a:t> Hallelujah </a:t>
            </a:r>
            <a:r>
              <a:rPr lang="en-US" sz="3000" b="1" kern="0" dirty="0" err="1">
                <a:latin typeface="Calibri" pitchFamily="34" charset="0"/>
                <a:ea typeface="Ebrima" pitchFamily="2" charset="0"/>
                <a:cs typeface="Calibri" pitchFamily="34" charset="0"/>
              </a:rPr>
              <a:t>praarthanayin</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naadam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engalhude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baarekmaar</a:t>
            </a:r>
            <a:endParaRPr lang="en-US" sz="3000" b="1" kern="0" dirty="0">
              <a:latin typeface="Calibri" pitchFamily="34" charset="0"/>
              <a:ea typeface="Ebrima" pitchFamily="2" charset="0"/>
              <a:cs typeface="Calibri" pitchFamily="34" charset="0"/>
            </a:endParaRPr>
          </a:p>
          <a:p>
            <a:pPr algn="ctr">
              <a:lnSpc>
                <a:spcPts val="3999"/>
              </a:lnSpc>
              <a:spcBef>
                <a:spcPts val="0"/>
              </a:spcBef>
            </a:pP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Kurriye-elaayisson</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C6449485-2875-0375-9D8F-3F47F6B5EC45}"/>
              </a:ext>
            </a:extLst>
          </p:cNvPr>
          <p:cNvSpPr txBox="1"/>
          <p:nvPr/>
        </p:nvSpPr>
        <p:spPr>
          <a:xfrm>
            <a:off x="1423988" y="4568880"/>
            <a:ext cx="9344024" cy="1938992"/>
          </a:xfrm>
          <a:prstGeom prst="rect">
            <a:avLst/>
          </a:prstGeom>
          <a:noFill/>
        </p:spPr>
        <p:txBody>
          <a:bodyPr wrap="square">
            <a:spAutoFit/>
          </a:bodyPr>
          <a:lstStyle/>
          <a:p>
            <a:pPr marL="266700" indent="-266700" algn="ctr" rtl="0">
              <a:spcBef>
                <a:spcPts val="0"/>
              </a:spcBef>
              <a:spcAft>
                <a:spcPts val="0"/>
              </a:spcAft>
            </a:pPr>
            <a:r>
              <a:rPr lang="en-US" sz="3000" b="1" i="1" u="none" strike="noStrike" dirty="0">
                <a:effectLst/>
                <a:latin typeface="+mn-lt"/>
              </a:rPr>
              <a:t>O Holy One, we are knocking at the door seeking mercy Hallelujah O Hallelujah</a:t>
            </a:r>
          </a:p>
          <a:p>
            <a:pPr marL="266700" indent="-266700" algn="ctr" rtl="0">
              <a:spcBef>
                <a:spcPts val="0"/>
              </a:spcBef>
              <a:spcAft>
                <a:spcPts val="0"/>
              </a:spcAft>
            </a:pPr>
            <a:r>
              <a:rPr lang="en-US" sz="3000" b="1" i="1" u="none" strike="noStrike" dirty="0">
                <a:effectLst/>
                <a:latin typeface="+mn-lt"/>
              </a:rPr>
              <a:t>Grant our prayers by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effectLst/>
                <a:latin typeface="+mn-lt"/>
              </a:rPr>
              <a:t>our mercy</a:t>
            </a:r>
          </a:p>
          <a:p>
            <a:pPr marL="266700" indent="-266700" algn="ctr" rtl="0">
              <a:spcBef>
                <a:spcPts val="0"/>
              </a:spcBef>
              <a:spcAft>
                <a:spcPts val="0"/>
              </a:spcAft>
            </a:pPr>
            <a:r>
              <a:rPr lang="en-US" sz="3000" b="1" i="1" u="none" strike="noStrike" dirty="0">
                <a:effectLst/>
                <a:latin typeface="+mn-lt"/>
              </a:rPr>
              <a:t>Bless, </a:t>
            </a:r>
            <a:r>
              <a:rPr lang="en-US" sz="3000" b="1" i="1" dirty="0">
                <a:latin typeface="+mn-lt"/>
              </a:rPr>
              <a:t>O Lord. Lord, have mercy.</a:t>
            </a:r>
            <a:endParaRPr lang="en-US" sz="2800" dirty="0"/>
          </a:p>
        </p:txBody>
      </p:sp>
      <p:sp>
        <p:nvSpPr>
          <p:cNvPr id="2" name="TextBox 1">
            <a:extLst>
              <a:ext uri="{FF2B5EF4-FFF2-40B4-BE49-F238E27FC236}">
                <a16:creationId xmlns:a16="http://schemas.microsoft.com/office/drawing/2014/main" id="{AFE7F62D-0452-031E-28ED-E6106CC028F4}"/>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489FFF39-20C1-754C-5358-C2BB67444C34}"/>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AAF590F4-D35A-44D6-B339-590276D233A5}"/>
              </a:ext>
            </a:extLst>
          </p:cNvPr>
          <p:cNvSpPr txBox="1">
            <a:spLocks noChangeArrowheads="1"/>
          </p:cNvSpPr>
          <p:nvPr/>
        </p:nvSpPr>
        <p:spPr bwMode="auto">
          <a:xfrm>
            <a:off x="6095998" y="604668"/>
            <a:ext cx="6219824" cy="2657439"/>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kern="0" dirty="0" err="1">
                <a:latin typeface="Calibri" pitchFamily="34" charset="0"/>
                <a:ea typeface="Ebrima" pitchFamily="2" charset="0"/>
                <a:cs typeface="Calibri" pitchFamily="34" charset="0"/>
              </a:rPr>
              <a:t>Aavashyathaal</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yaachikkum</a:t>
            </a:r>
            <a:r>
              <a:rPr lang="en-US" sz="3200" b="1" kern="0" dirty="0">
                <a:latin typeface="Calibri" pitchFamily="34" charset="0"/>
                <a:ea typeface="Ebrima" pitchFamily="2" charset="0"/>
                <a:cs typeface="Calibri" pitchFamily="34" charset="0"/>
              </a:rPr>
              <a:t>,</a:t>
            </a:r>
          </a:p>
          <a:p>
            <a:pPr algn="ctr">
              <a:lnSpc>
                <a:spcPts val="3999"/>
              </a:lnSpc>
              <a:spcBef>
                <a:spcPts val="0"/>
              </a:spcBef>
            </a:pP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oo</a:t>
            </a:r>
            <a:r>
              <a:rPr lang="en-US" sz="3200" b="1" kern="0" dirty="0">
                <a:latin typeface="Calibri" pitchFamily="34" charset="0"/>
                <a:ea typeface="Ebrima" pitchFamily="2" charset="0"/>
                <a:cs typeface="Calibri" pitchFamily="34" charset="0"/>
              </a:rPr>
              <a:t> </a:t>
            </a: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p>
          <a:p>
            <a:pPr algn="ctr">
              <a:lnSpc>
                <a:spcPts val="3999"/>
              </a:lnSpc>
              <a:spcBef>
                <a:spcPts val="0"/>
              </a:spcBef>
            </a:pPr>
            <a:r>
              <a:rPr lang="en-US" sz="3200" b="1" kern="0" dirty="0" err="1">
                <a:latin typeface="Calibri" pitchFamily="34" charset="0"/>
                <a:ea typeface="Ebrima" pitchFamily="2" charset="0"/>
                <a:cs typeface="Calibri" pitchFamily="34" charset="0"/>
              </a:rPr>
              <a:t>Adiyaare</a:t>
            </a:r>
            <a:r>
              <a:rPr lang="en-US" sz="3200" b="1" kern="0" dirty="0">
                <a:latin typeface="Calibri" pitchFamily="34" charset="0"/>
                <a:ea typeface="Ebrima" pitchFamily="2" charset="0"/>
                <a:cs typeface="Calibri" pitchFamily="34" charset="0"/>
              </a:rPr>
              <a:t> nee </a:t>
            </a:r>
            <a:r>
              <a:rPr lang="en-US" sz="3200" b="1" kern="0" dirty="0" err="1">
                <a:latin typeface="Calibri" pitchFamily="34" charset="0"/>
                <a:ea typeface="Ebrima" pitchFamily="2" charset="0"/>
                <a:cs typeface="Calibri" pitchFamily="34" charset="0"/>
              </a:rPr>
              <a:t>vilakkaruthe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baarekmaar</a:t>
            </a:r>
            <a:endParaRPr lang="en-US" sz="3200" b="1" kern="0" dirty="0">
              <a:latin typeface="Calibri" pitchFamily="34" charset="0"/>
              <a:ea typeface="Ebrima" pitchFamily="2" charset="0"/>
              <a:cs typeface="Calibri" pitchFamily="34" charset="0"/>
            </a:endParaRPr>
          </a:p>
          <a:p>
            <a:pPr algn="ctr">
              <a:lnSpc>
                <a:spcPts val="3999"/>
              </a:lnSpc>
              <a:spcBef>
                <a:spcPts val="0"/>
              </a:spcBef>
            </a:pPr>
            <a:r>
              <a:rPr lang="en-US" sz="3200" b="1" kern="0" dirty="0" err="1">
                <a:latin typeface="Calibri" pitchFamily="34" charset="0"/>
                <a:ea typeface="Ebrima" pitchFamily="2" charset="0"/>
                <a:cs typeface="Calibri" pitchFamily="34" charset="0"/>
              </a:rPr>
              <a:t>Kuriye-elaayisson</a:t>
            </a:r>
            <a:r>
              <a:rPr lang="en-US" sz="3200" b="1" kern="0" dirty="0">
                <a:latin typeface="Calibri" pitchFamily="34" charset="0"/>
                <a:ea typeface="Ebrima" pitchFamily="2" charset="0"/>
                <a:cs typeface="Calibri" pitchFamily="34" charset="0"/>
              </a:rPr>
              <a:t>.</a:t>
            </a:r>
          </a:p>
        </p:txBody>
      </p:sp>
      <p:sp>
        <p:nvSpPr>
          <p:cNvPr id="97282" name="Rectangle 2"/>
          <p:cNvSpPr>
            <a:spLocks noGrp="1" noChangeArrowheads="1"/>
          </p:cNvSpPr>
          <p:nvPr>
            <p:ph type="ctrTitle"/>
          </p:nvPr>
        </p:nvSpPr>
        <p:spPr>
          <a:xfrm>
            <a:off x="-1" y="-75387"/>
            <a:ext cx="6095999" cy="3918723"/>
          </a:xfrm>
        </p:spPr>
        <p:txBody>
          <a:bodyPr anchor="ctr">
            <a:noAutofit/>
          </a:bodyPr>
          <a:lstStyle/>
          <a:p>
            <a:pPr eaLnBrk="1" hangingPunct="1"/>
            <a:r>
              <a:rPr lang="en-US" altLang="en-US" sz="3600" b="1" dirty="0">
                <a:latin typeface="MalayalamAbe" pitchFamily="18" charset="0"/>
              </a:rPr>
              <a:t>:</a:t>
            </a:r>
            <a:r>
              <a:rPr lang="en-US" altLang="en-US" sz="3600" b="1" dirty="0" err="1">
                <a:latin typeface="MalayalamAbe" pitchFamily="18" charset="0"/>
              </a:rPr>
              <a:t>iCU</a:t>
            </a:r>
            <a:r>
              <a:rPr lang="en-US" altLang="en-US" sz="3600" b="1" dirty="0">
                <a:latin typeface="MalayalamAbe" pitchFamily="18" charset="0"/>
              </a:rPr>
              <a:t>\</a:t>
            </a:r>
            <a:r>
              <a:rPr lang="en-US" altLang="en-US" sz="3600" b="1" dirty="0" err="1">
                <a:latin typeface="MalayalamAbe" pitchFamily="18" charset="0"/>
              </a:rPr>
              <a:t>lH</a:t>
            </a:r>
            <a:r>
              <a:rPr lang="en-US" altLang="en-US" sz="3600" b="1" dirty="0">
                <a:latin typeface="MalayalamAbe" pitchFamily="18" charset="0"/>
              </a:rPr>
              <a:t> </a:t>
            </a:r>
            <a:r>
              <a:rPr lang="en-US" altLang="en-US" sz="3600" b="1" dirty="0" err="1">
                <a:latin typeface="MalayalamAbe" pitchFamily="18" charset="0"/>
              </a:rPr>
              <a:t>ulvj</a:t>
            </a:r>
            <a:r>
              <a:rPr lang="en-US" altLang="en-US" sz="3600" b="1" dirty="0">
                <a:latin typeface="MalayalamAbe" pitchFamily="18" charset="0"/>
              </a:rPr>
              <a:t>)k;</a:t>
            </a:r>
            <a:br>
              <a:rPr lang="en-US" altLang="en-US" sz="3600" b="1" dirty="0">
                <a:latin typeface="MalayalamAbe" pitchFamily="18" charset="0"/>
              </a:rPr>
            </a:br>
            <a:r>
              <a:rPr lang="en-US" altLang="en-US" sz="3600" b="1" dirty="0">
                <a:latin typeface="MalayalamAbe" pitchFamily="18" charset="0"/>
              </a:rPr>
              <a:t>|</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br>
              <a:rPr lang="en-US" altLang="en-US" sz="3600" b="1" dirty="0">
                <a:latin typeface="MalayalamAbe" pitchFamily="18" charset="0"/>
              </a:rPr>
            </a:br>
            <a:r>
              <a:rPr lang="en-US" altLang="en-US" sz="3600" b="1" dirty="0" err="1">
                <a:latin typeface="MalayalamAbe" pitchFamily="18" charset="0"/>
              </a:rPr>
              <a:t>Lmjulsg</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a:t>
            </a:r>
            <a:r>
              <a:rPr lang="en-US" altLang="en-US" sz="3600" b="1" dirty="0" err="1">
                <a:latin typeface="MalayalamAbe" pitchFamily="18" charset="0"/>
              </a:rPr>
              <a:t>ijh</a:t>
            </a:r>
            <a:r>
              <a:rPr lang="en-US" altLang="en-US" sz="3600" b="1" dirty="0">
                <a:latin typeface="MalayalamAbe" pitchFamily="18" charset="0"/>
              </a:rPr>
              <a:t>)</a:t>
            </a:r>
            <a:r>
              <a:rPr lang="en-US" altLang="en-US" sz="3600" b="1" dirty="0" err="1">
                <a:latin typeface="MalayalamAbe" pitchFamily="18" charset="0"/>
              </a:rPr>
              <a:t>gksf</a:t>
            </a:r>
            <a:r>
              <a:rPr lang="en-US" altLang="en-US" sz="3600" b="1" dirty="0">
                <a:latin typeface="MalayalamAbe" pitchFamily="18" charset="0"/>
              </a:rPr>
              <a:t> ~</a:t>
            </a:r>
            <a:r>
              <a:rPr lang="en-US" altLang="en-US" sz="3600" b="1" dirty="0" err="1">
                <a:latin typeface="MalayalamAbe" pitchFamily="18" charset="0"/>
              </a:rPr>
              <a:t>lsyd</a:t>
            </a:r>
            <a:r>
              <a:rPr lang="en-US" altLang="en-US" sz="3600" b="1" dirty="0">
                <a:latin typeface="MalayalamAbe" pitchFamily="18" charset="0"/>
              </a:rPr>
              <a:t>[</a:t>
            </a:r>
            <a:r>
              <a:rPr lang="en-US" altLang="en-US" sz="3600" b="1" dirty="0" err="1">
                <a:latin typeface="MalayalamAbe" pitchFamily="18" charset="0"/>
              </a:rPr>
              <a:t>alG</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3" name="TextBox 2">
            <a:extLst>
              <a:ext uri="{FF2B5EF4-FFF2-40B4-BE49-F238E27FC236}">
                <a16:creationId xmlns:a16="http://schemas.microsoft.com/office/drawing/2014/main" id="{DDD7E128-D180-CB70-8135-518089581097}"/>
              </a:ext>
            </a:extLst>
          </p:cNvPr>
          <p:cNvSpPr txBox="1"/>
          <p:nvPr/>
        </p:nvSpPr>
        <p:spPr>
          <a:xfrm>
            <a:off x="1753313" y="4512437"/>
            <a:ext cx="8685371" cy="1938992"/>
          </a:xfrm>
          <a:prstGeom prst="rect">
            <a:avLst/>
          </a:prstGeom>
          <a:noFill/>
        </p:spPr>
        <p:txBody>
          <a:bodyPr wrap="square">
            <a:spAutoFit/>
          </a:bodyPr>
          <a:lstStyle/>
          <a:p>
            <a:pPr algn="ctr"/>
            <a:r>
              <a:rPr lang="en-US" sz="3000" b="1" i="1" u="none" strike="noStrike" dirty="0">
                <a:effectLst/>
                <a:latin typeface="+mn-lt"/>
                <a:cs typeface="Times New Roman" panose="02020603050405020304" pitchFamily="18" charset="0"/>
              </a:rPr>
              <a:t>In our need, we come before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u="none" strike="noStrike" dirty="0">
                <a:effectLst/>
                <a:latin typeface="+mn-lt"/>
                <a:cs typeface="Times New Roman" panose="02020603050405020304" pitchFamily="18" charset="0"/>
              </a:rPr>
              <a:t>ou, </a:t>
            </a:r>
          </a:p>
          <a:p>
            <a:pPr algn="ctr"/>
            <a:r>
              <a:rPr lang="en-US" sz="3000" b="1" i="1" u="none" strike="noStrike" dirty="0">
                <a:effectLst/>
                <a:latin typeface="+mn-lt"/>
                <a:cs typeface="Times New Roman" panose="02020603050405020304" pitchFamily="18" charset="0"/>
              </a:rPr>
              <a:t>Hallelujah O Hallelujah,</a:t>
            </a:r>
          </a:p>
          <a:p>
            <a:pPr algn="ctr"/>
            <a:r>
              <a:rPr lang="en-US" sz="3000" b="1" i="1" dirty="0">
                <a:latin typeface="+mn-lt"/>
                <a:cs typeface="Times New Roman" panose="02020603050405020304" pitchFamily="18" charset="0"/>
              </a:rPr>
              <a:t>Please d</a:t>
            </a:r>
            <a:r>
              <a:rPr lang="en-US" sz="3000" b="1" i="1" u="none" strike="noStrike" dirty="0">
                <a:effectLst/>
                <a:latin typeface="+mn-lt"/>
                <a:cs typeface="Times New Roman" panose="02020603050405020304" pitchFamily="18" charset="0"/>
              </a:rPr>
              <a:t>o not turn us away </a:t>
            </a:r>
          </a:p>
          <a:p>
            <a:pPr algn="ctr"/>
            <a:r>
              <a:rPr lang="en-US" sz="3000" b="1" i="1" u="none" strike="noStrike" dirty="0">
                <a:effectLst/>
                <a:latin typeface="+mn-lt"/>
              </a:rPr>
              <a:t>Bless, </a:t>
            </a:r>
            <a:r>
              <a:rPr lang="en-US" sz="3000" b="1" i="1" dirty="0">
                <a:latin typeface="+mn-lt"/>
              </a:rPr>
              <a:t>O Lord. </a:t>
            </a:r>
            <a:r>
              <a:rPr lang="en-US" sz="3000" b="1" i="1" u="none" strike="noStrike" dirty="0">
                <a:effectLst/>
                <a:latin typeface="+mn-lt"/>
                <a:cs typeface="Times New Roman" panose="02020603050405020304" pitchFamily="18" charset="0"/>
              </a:rPr>
              <a:t>Lord, have mercy.</a:t>
            </a:r>
            <a:endParaRPr lang="en-US" sz="3000" b="1" i="1" dirty="0">
              <a:latin typeface="+mn-lt"/>
              <a:cs typeface="Times New Roman" panose="02020603050405020304" pitchFamily="18" charset="0"/>
            </a:endParaRPr>
          </a:p>
        </p:txBody>
      </p:sp>
      <p:sp>
        <p:nvSpPr>
          <p:cNvPr id="2" name="TextBox 1">
            <a:extLst>
              <a:ext uri="{FF2B5EF4-FFF2-40B4-BE49-F238E27FC236}">
                <a16:creationId xmlns:a16="http://schemas.microsoft.com/office/drawing/2014/main" id="{215FFBC0-598F-3C9E-001B-66F0009D01E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4" name="Straight Connector 3">
            <a:extLst>
              <a:ext uri="{FF2B5EF4-FFF2-40B4-BE49-F238E27FC236}">
                <a16:creationId xmlns:a16="http://schemas.microsoft.com/office/drawing/2014/main" id="{FE0AAFD8-B200-AB5B-3FF7-B20711F56DA0}"/>
              </a:ext>
            </a:extLst>
          </p:cNvPr>
          <p:cNvCxnSpPr>
            <a:cxnSpLocks/>
          </p:cNvCxnSpPr>
          <p:nvPr/>
        </p:nvCxnSpPr>
        <p:spPr>
          <a:xfrm>
            <a:off x="6095998" y="0"/>
            <a:ext cx="2"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ctrTitle"/>
          </p:nvPr>
        </p:nvSpPr>
        <p:spPr>
          <a:xfrm>
            <a:off x="-1" y="856025"/>
            <a:ext cx="6095987" cy="2154726"/>
          </a:xfrm>
        </p:spPr>
        <p:txBody>
          <a:bodyPr anchor="ctr">
            <a:noAutofit/>
          </a:bodyPr>
          <a:lstStyle/>
          <a:p>
            <a:pPr eaLnBrk="1" hangingPunct="1"/>
            <a:r>
              <a:rPr lang="en-US" altLang="en-US" sz="3600" b="1" dirty="0" err="1">
                <a:latin typeface="MalayalamAbe" pitchFamily="18" charset="0"/>
              </a:rPr>
              <a:t>rjs</a:t>
            </a:r>
            <a:r>
              <a:rPr lang="en-US" altLang="en-US" sz="3600" b="1" dirty="0">
                <a:latin typeface="MalayalamAbe" pitchFamily="18" charset="0"/>
              </a:rPr>
              <a:t># </a:t>
            </a:r>
            <a:r>
              <a:rPr lang="en-US" altLang="en-US" sz="3600" b="1" dirty="0" err="1">
                <a:latin typeface="MalayalamAbe" pitchFamily="18" charset="0"/>
              </a:rPr>
              <a:t>ijxj</a:t>
            </a:r>
            <a:r>
              <a:rPr lang="en-US" altLang="en-US" sz="3600" b="1" dirty="0">
                <a:latin typeface="MalayalamAbe" pitchFamily="18" charset="0"/>
              </a:rPr>
              <a:t>)</a:t>
            </a:r>
            <a:r>
              <a:rPr lang="en-US" altLang="en-US" sz="3600" b="1" dirty="0" err="1">
                <a:latin typeface="MalayalamAbe" pitchFamily="18" charset="0"/>
              </a:rPr>
              <a:t>k#k</a:t>
            </a:r>
            <a:r>
              <a:rPr lang="en-US" altLang="en-US" sz="3600" b="1" dirty="0">
                <a:latin typeface="MalayalamAbe" pitchFamily="18" charset="0"/>
              </a:rPr>
              <a:t> </a:t>
            </a:r>
            <a:r>
              <a:rPr lang="en-US" altLang="en-US" sz="3600" b="1" dirty="0" err="1">
                <a:latin typeface="MalayalamAbe" pitchFamily="18" charset="0"/>
              </a:rPr>
              <a:t>rludSr</a:t>
            </a:r>
            <a:br>
              <a:rPr lang="en-US" altLang="en-US" sz="3600" b="1" dirty="0">
                <a:latin typeface="MalayalamAbe" pitchFamily="18" charset="0"/>
              </a:rPr>
            </a:br>
            <a:r>
              <a:rPr lang="en-US" altLang="en-US" sz="3600" b="1" dirty="0">
                <a:latin typeface="MalayalamAbe" pitchFamily="18" charset="0"/>
              </a:rPr>
              <a:t>|</a:t>
            </a:r>
            <a:r>
              <a:rPr lang="en-US" altLang="en-US" sz="3600" b="1" dirty="0" err="1">
                <a:latin typeface="MalayalamAbe" pitchFamily="18" charset="0"/>
              </a:rPr>
              <a:t>lShhku&amp;l</a:t>
            </a:r>
            <a:r>
              <a:rPr lang="en-US" altLang="en-US" sz="3600" b="1" dirty="0">
                <a:latin typeface="MalayalamAbe" pitchFamily="18" charset="0"/>
              </a:rPr>
              <a:t> - K - |</a:t>
            </a:r>
            <a:r>
              <a:rPr lang="en-US" altLang="en-US" sz="3600" b="1" dirty="0" err="1">
                <a:latin typeface="MalayalamAbe" pitchFamily="18" charset="0"/>
              </a:rPr>
              <a:t>lShhku&amp;l</a:t>
            </a:r>
            <a:r>
              <a:rPr lang="en-US" altLang="en-US" sz="3600" b="1" dirty="0">
                <a:latin typeface="MalayalamAbe" pitchFamily="18" charset="0"/>
              </a:rPr>
              <a:t> </a:t>
            </a:r>
            <a:r>
              <a:rPr lang="en-US" altLang="en-US" sz="3600" b="1" dirty="0" err="1">
                <a:latin typeface="MalayalamAbe" pitchFamily="18" charset="0"/>
              </a:rPr>
              <a:t>rjR</a:t>
            </a:r>
            <a:r>
              <a:rPr lang="en-US" altLang="en-US" sz="3600" b="1" dirty="0">
                <a:latin typeface="MalayalamAbe" pitchFamily="18" charset="0"/>
              </a:rPr>
              <a:t> </a:t>
            </a:r>
            <a:r>
              <a:rPr lang="en-US" altLang="en-US" sz="3600" b="1" dirty="0" err="1">
                <a:latin typeface="MalayalamAbe" pitchFamily="18" charset="0"/>
              </a:rPr>
              <a:t>fknu</a:t>
            </a:r>
            <a:r>
              <a:rPr lang="en-US" altLang="en-US" sz="3600" b="1" dirty="0">
                <a:latin typeface="MalayalamAbe" pitchFamily="18" charset="0"/>
              </a:rPr>
              <a:t>[)</a:t>
            </a:r>
            <a:r>
              <a:rPr lang="en-US" altLang="en-US" sz="3600" b="1" dirty="0" err="1">
                <a:latin typeface="MalayalamAbe" pitchFamily="18" charset="0"/>
              </a:rPr>
              <a:t>lu</a:t>
            </a:r>
            <a:r>
              <a:rPr lang="en-US" altLang="en-US" sz="3600" b="1" dirty="0">
                <a:latin typeface="MalayalamAbe" pitchFamily="18" charset="0"/>
              </a:rPr>
              <a:t>[ ~</a:t>
            </a:r>
            <a:r>
              <a:rPr lang="en-US" altLang="en-US" sz="3600" b="1" dirty="0" err="1">
                <a:latin typeface="MalayalamAbe" pitchFamily="18" charset="0"/>
              </a:rPr>
              <a:t>h|JrG</a:t>
            </a:r>
            <a:r>
              <a:rPr lang="en-US" altLang="en-US" sz="3600" b="1" dirty="0">
                <a:latin typeface="MalayalamAbe" pitchFamily="18" charset="0"/>
              </a:rPr>
              <a:t> ~</a:t>
            </a:r>
            <a:r>
              <a:rPr lang="en-US" altLang="en-US" sz="3600" b="1" dirty="0" err="1">
                <a:latin typeface="MalayalamAbe" pitchFamily="18" charset="0"/>
              </a:rPr>
              <a:t>lsyd</a:t>
            </a:r>
            <a:r>
              <a:rPr lang="en-US" altLang="en-US" sz="3600" b="1" dirty="0">
                <a:latin typeface="MalayalamAbe" pitchFamily="18" charset="0"/>
              </a:rPr>
              <a:t>[</a:t>
            </a:r>
            <a:r>
              <a:rPr lang="en-US" altLang="en-US" sz="3600" b="1" dirty="0" err="1">
                <a:latin typeface="MalayalamAbe" pitchFamily="18" charset="0"/>
              </a:rPr>
              <a:t>alG</a:t>
            </a:r>
            <a:r>
              <a:rPr lang="en-US" altLang="en-US" sz="3600" b="1" dirty="0">
                <a:latin typeface="MalayalamAbe" pitchFamily="18" charset="0"/>
              </a:rPr>
              <a:t> </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5" name="Text Box 2">
            <a:extLst>
              <a:ext uri="{FF2B5EF4-FFF2-40B4-BE49-F238E27FC236}">
                <a16:creationId xmlns:a16="http://schemas.microsoft.com/office/drawing/2014/main" id="{92A637FF-7286-4CA8-B0F7-1716DD14BA62}"/>
              </a:ext>
            </a:extLst>
          </p:cNvPr>
          <p:cNvSpPr txBox="1">
            <a:spLocks noChangeArrowheads="1"/>
          </p:cNvSpPr>
          <p:nvPr/>
        </p:nvSpPr>
        <p:spPr bwMode="auto">
          <a:xfrm>
            <a:off x="6095986" y="576532"/>
            <a:ext cx="6095983" cy="2657439"/>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kern="0" dirty="0" err="1">
                <a:latin typeface="Calibri" pitchFamily="34" charset="0"/>
                <a:ea typeface="Ebrima" pitchFamily="2" charset="0"/>
                <a:cs typeface="Calibri" pitchFamily="34" charset="0"/>
              </a:rPr>
              <a:t>Ninne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vilhikkunnu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naayakane</a:t>
            </a:r>
            <a:r>
              <a:rPr lang="en-US" sz="3200" b="1" kern="0" dirty="0">
                <a:latin typeface="Calibri" pitchFamily="34" charset="0"/>
                <a:ea typeface="Ebrima" pitchFamily="2" charset="0"/>
                <a:cs typeface="Calibri" pitchFamily="34" charset="0"/>
              </a:rPr>
              <a:t>, </a:t>
            </a: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oo</a:t>
            </a:r>
            <a:r>
              <a:rPr lang="en-US" sz="3200" b="1" kern="0" dirty="0">
                <a:latin typeface="Calibri" pitchFamily="34" charset="0"/>
                <a:ea typeface="Ebrima" pitchFamily="2" charset="0"/>
                <a:cs typeface="Calibri" pitchFamily="34" charset="0"/>
              </a:rPr>
              <a:t> </a:t>
            </a: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r>
              <a:rPr lang="en-US" altLang="en-US" sz="3200" b="1" dirty="0">
                <a:latin typeface="MalayalamAbe" pitchFamily="18" charset="0"/>
              </a:rPr>
              <a:t>-</a:t>
            </a:r>
            <a:endParaRPr lang="en-US" sz="3200" b="1" kern="0" dirty="0">
              <a:latin typeface="Calibri" pitchFamily="34" charset="0"/>
              <a:ea typeface="Ebrima" pitchFamily="2" charset="0"/>
              <a:cs typeface="Calibri" pitchFamily="34" charset="0"/>
            </a:endParaRPr>
          </a:p>
          <a:p>
            <a:pPr algn="ctr">
              <a:lnSpc>
                <a:spcPts val="3999"/>
              </a:lnSpc>
              <a:spcBef>
                <a:spcPts val="0"/>
              </a:spcBef>
            </a:pPr>
            <a:r>
              <a:rPr lang="en-US" sz="3200" b="1" kern="0" dirty="0">
                <a:latin typeface="Calibri" pitchFamily="34" charset="0"/>
                <a:ea typeface="Ebrima" pitchFamily="2" charset="0"/>
                <a:cs typeface="Calibri" pitchFamily="34" charset="0"/>
              </a:rPr>
              <a:t> Nin </a:t>
            </a:r>
            <a:r>
              <a:rPr lang="en-US" sz="3200" b="1" kern="0" dirty="0" err="1">
                <a:latin typeface="Calibri" pitchFamily="34" charset="0"/>
                <a:ea typeface="Ebrima" pitchFamily="2" charset="0"/>
                <a:cs typeface="Calibri" pitchFamily="34" charset="0"/>
              </a:rPr>
              <a:t>thunhakkaay</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belaheenar</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baarekmaar</a:t>
            </a:r>
            <a:r>
              <a:rPr lang="en-US" sz="3200" b="1" kern="0" dirty="0">
                <a:latin typeface="Calibri" pitchFamily="34" charset="0"/>
                <a:ea typeface="Ebrima" pitchFamily="2" charset="0"/>
                <a:cs typeface="Calibri" pitchFamily="34" charset="0"/>
              </a:rPr>
              <a:t> </a:t>
            </a:r>
          </a:p>
          <a:p>
            <a:pPr algn="ctr">
              <a:lnSpc>
                <a:spcPts val="3999"/>
              </a:lnSpc>
              <a:spcBef>
                <a:spcPts val="0"/>
              </a:spcBef>
            </a:pPr>
            <a:r>
              <a:rPr lang="en-US" sz="3200" b="1" kern="0" dirty="0" err="1">
                <a:latin typeface="Calibri" pitchFamily="34" charset="0"/>
                <a:ea typeface="Ebrima" pitchFamily="2" charset="0"/>
                <a:cs typeface="Calibri" pitchFamily="34" charset="0"/>
              </a:rPr>
              <a:t>Kuriye-elaayisson</a:t>
            </a:r>
            <a:r>
              <a:rPr lang="en-US" sz="32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700A59D3-33CA-C32E-5374-28CCFDFCC493}"/>
              </a:ext>
            </a:extLst>
          </p:cNvPr>
          <p:cNvSpPr txBox="1"/>
          <p:nvPr/>
        </p:nvSpPr>
        <p:spPr>
          <a:xfrm>
            <a:off x="0" y="382044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B0A6DEEC-4E84-61A8-26D5-6905EA519E21}"/>
              </a:ext>
            </a:extLst>
          </p:cNvPr>
          <p:cNvCxnSpPr>
            <a:cxnSpLocks/>
          </p:cNvCxnSpPr>
          <p:nvPr/>
        </p:nvCxnSpPr>
        <p:spPr>
          <a:xfrm>
            <a:off x="6095986" y="0"/>
            <a:ext cx="14"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42B11B4-B1C5-C8F1-1227-69491D18E362}"/>
              </a:ext>
            </a:extLst>
          </p:cNvPr>
          <p:cNvSpPr txBox="1"/>
          <p:nvPr/>
        </p:nvSpPr>
        <p:spPr>
          <a:xfrm>
            <a:off x="2898198" y="4547014"/>
            <a:ext cx="6395604" cy="1938992"/>
          </a:xfrm>
          <a:prstGeom prst="rect">
            <a:avLst/>
          </a:prstGeom>
          <a:noFill/>
        </p:spPr>
        <p:txBody>
          <a:bodyPr wrap="square">
            <a:spAutoFit/>
          </a:bodyPr>
          <a:lstStyle/>
          <a:p>
            <a:pPr algn="ctr"/>
            <a:r>
              <a:rPr lang="en-US" sz="3000" b="1" i="1" dirty="0">
                <a:latin typeface="+mn-lt"/>
              </a:rPr>
              <a:t>O Lord, our Leader, we call out to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latin typeface="+mn-lt"/>
              </a:rPr>
              <a:t>ou</a:t>
            </a:r>
          </a:p>
          <a:p>
            <a:pPr algn="ctr"/>
            <a:r>
              <a:rPr lang="en-US" sz="3000" b="1" i="1" dirty="0">
                <a:latin typeface="+mn-lt"/>
              </a:rPr>
              <a:t>Hallelujah O Hallelujah </a:t>
            </a:r>
          </a:p>
          <a:p>
            <a:pPr algn="ctr"/>
            <a:r>
              <a:rPr lang="en-US" sz="3000" b="1" i="1" dirty="0">
                <a:latin typeface="+mn-lt"/>
              </a:rPr>
              <a:t>We seek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latin typeface="+mn-lt"/>
              </a:rPr>
              <a:t>our help in our weakness</a:t>
            </a:r>
          </a:p>
          <a:p>
            <a:pPr algn="ctr"/>
            <a:r>
              <a:rPr lang="en-US" sz="3000" b="1" i="1" u="none" strike="noStrike" dirty="0">
                <a:effectLst/>
                <a:latin typeface="+mn-lt"/>
              </a:rPr>
              <a:t>Bless, </a:t>
            </a:r>
            <a:r>
              <a:rPr lang="en-US" sz="3000" b="1" i="1" dirty="0">
                <a:latin typeface="+mn-lt"/>
              </a:rPr>
              <a:t>O Lord. Lord, have mercy.</a:t>
            </a: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98AE2D8D-7FB0-42B4-83F8-7285C77BCF01}"/>
              </a:ext>
            </a:extLst>
          </p:cNvPr>
          <p:cNvSpPr txBox="1">
            <a:spLocks noChangeArrowheads="1"/>
          </p:cNvSpPr>
          <p:nvPr/>
        </p:nvSpPr>
        <p:spPr bwMode="auto">
          <a:xfrm>
            <a:off x="6542848" y="163081"/>
            <a:ext cx="5244890" cy="3170400"/>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endParaRPr lang="en-US" sz="3200" b="1" kern="0" dirty="0">
              <a:latin typeface="Calibri" pitchFamily="34" charset="0"/>
              <a:ea typeface="Ebrima" pitchFamily="2" charset="0"/>
              <a:cs typeface="Calibri" pitchFamily="34" charset="0"/>
            </a:endParaRPr>
          </a:p>
          <a:p>
            <a:pPr algn="ctr">
              <a:lnSpc>
                <a:spcPts val="3999"/>
              </a:lnSpc>
              <a:spcBef>
                <a:spcPts val="0"/>
              </a:spcBef>
            </a:pPr>
            <a:r>
              <a:rPr lang="en-US" sz="3200" b="1" kern="0" dirty="0" err="1">
                <a:latin typeface="Calibri" pitchFamily="34" charset="0"/>
                <a:ea typeface="Ebrima" pitchFamily="2" charset="0"/>
                <a:cs typeface="Calibri" pitchFamily="34" charset="0"/>
              </a:rPr>
              <a:t>Nallavane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kettu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yaachanakal</a:t>
            </a:r>
            <a:r>
              <a:rPr lang="en-US" sz="3200" b="1" kern="0" dirty="0">
                <a:latin typeface="Calibri" pitchFamily="34" charset="0"/>
                <a:ea typeface="Ebrima" pitchFamily="2" charset="0"/>
                <a:cs typeface="Calibri" pitchFamily="34" charset="0"/>
              </a:rPr>
              <a:t>, </a:t>
            </a:r>
          </a:p>
          <a:p>
            <a:pPr algn="ctr">
              <a:lnSpc>
                <a:spcPts val="3999"/>
              </a:lnSpc>
              <a:spcBef>
                <a:spcPts val="0"/>
              </a:spcBef>
            </a:pP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oo</a:t>
            </a:r>
            <a:r>
              <a:rPr lang="en-US" sz="3200" b="1" kern="0" dirty="0">
                <a:latin typeface="Calibri" pitchFamily="34" charset="0"/>
                <a:ea typeface="Ebrima" pitchFamily="2" charset="0"/>
                <a:cs typeface="Calibri" pitchFamily="34" charset="0"/>
              </a:rPr>
              <a:t> </a:t>
            </a:r>
            <a:r>
              <a:rPr lang="en-US" sz="3200" b="1" u="none" strike="noStrike" dirty="0">
                <a:effectLst/>
                <a:latin typeface="+mn-lt"/>
                <a:cs typeface="Times New Roman" panose="02020603050405020304" pitchFamily="18" charset="0"/>
              </a:rPr>
              <a:t>Hallelujah</a:t>
            </a:r>
            <a:r>
              <a:rPr lang="en-US" sz="3200" b="1" kern="0" dirty="0">
                <a:latin typeface="Calibri" pitchFamily="34" charset="0"/>
                <a:ea typeface="Ebrima" pitchFamily="2" charset="0"/>
                <a:cs typeface="Calibri" pitchFamily="34" charset="0"/>
              </a:rPr>
              <a:t> </a:t>
            </a:r>
            <a:br>
              <a:rPr lang="en-US" sz="3200" b="1" kern="0" dirty="0">
                <a:latin typeface="Calibri" pitchFamily="34" charset="0"/>
                <a:ea typeface="Ebrima" pitchFamily="2" charset="0"/>
                <a:cs typeface="Calibri" pitchFamily="34" charset="0"/>
              </a:rPr>
            </a:br>
            <a:r>
              <a:rPr lang="en-US" sz="3200" b="1" kern="0" dirty="0" err="1">
                <a:latin typeface="Calibri" pitchFamily="34" charset="0"/>
                <a:ea typeface="Ebrima" pitchFamily="2" charset="0"/>
                <a:cs typeface="Calibri" pitchFamily="34" charset="0"/>
              </a:rPr>
              <a:t>Nalkanhame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nin</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kaarunhyathaal</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baarekmaar</a:t>
            </a:r>
            <a:r>
              <a:rPr lang="en-US" sz="3200" b="1" kern="0" dirty="0">
                <a:latin typeface="Calibri" pitchFamily="34" charset="0"/>
                <a:ea typeface="Ebrima" pitchFamily="2" charset="0"/>
                <a:cs typeface="Calibri" pitchFamily="34" charset="0"/>
              </a:rPr>
              <a:t> </a:t>
            </a:r>
          </a:p>
          <a:p>
            <a:pPr algn="ctr">
              <a:lnSpc>
                <a:spcPts val="3999"/>
              </a:lnSpc>
              <a:spcBef>
                <a:spcPts val="0"/>
              </a:spcBef>
            </a:pPr>
            <a:r>
              <a:rPr lang="en-US" sz="3200" b="1" kern="0" dirty="0" err="1">
                <a:latin typeface="Calibri" pitchFamily="34" charset="0"/>
                <a:ea typeface="Ebrima" pitchFamily="2" charset="0"/>
                <a:cs typeface="Calibri" pitchFamily="34" charset="0"/>
              </a:rPr>
              <a:t>Kuriye-elaayisson</a:t>
            </a:r>
            <a:r>
              <a:rPr lang="en-US" sz="3200" b="1" kern="0" dirty="0">
                <a:latin typeface="Calibri" pitchFamily="34" charset="0"/>
                <a:ea typeface="Ebrima" pitchFamily="2" charset="0"/>
                <a:cs typeface="Calibri" pitchFamily="34" charset="0"/>
              </a:rPr>
              <a:t>.</a:t>
            </a:r>
          </a:p>
        </p:txBody>
      </p:sp>
      <p:sp>
        <p:nvSpPr>
          <p:cNvPr id="100354" name="Rectangle 2"/>
          <p:cNvSpPr>
            <a:spLocks noGrp="1" noChangeArrowheads="1"/>
          </p:cNvSpPr>
          <p:nvPr>
            <p:ph type="ctrTitle"/>
          </p:nvPr>
        </p:nvSpPr>
        <p:spPr>
          <a:xfrm>
            <a:off x="-26515" y="-66863"/>
            <a:ext cx="6095991" cy="4171809"/>
          </a:xfrm>
        </p:spPr>
        <p:txBody>
          <a:bodyPr anchor="ctr">
            <a:noAutofit/>
          </a:bodyPr>
          <a:lstStyle/>
          <a:p>
            <a:pPr eaLnBrk="1" hangingPunct="1">
              <a:lnSpc>
                <a:spcPts val="3700"/>
              </a:lnSpc>
            </a:pPr>
            <a:r>
              <a:rPr lang="en-US" altLang="en-US" sz="4000" b="1" dirty="0">
                <a:latin typeface="MalayalamAbe" pitchFamily="18" charset="0"/>
              </a:rPr>
              <a:t>  </a:t>
            </a:r>
            <a:r>
              <a:rPr lang="en-US" altLang="en-US" sz="4000" b="1" dirty="0" err="1">
                <a:latin typeface="MalayalamAbe" pitchFamily="18" charset="0"/>
              </a:rPr>
              <a:t>rh^iSr</a:t>
            </a:r>
            <a:r>
              <a:rPr lang="en-US" altLang="en-US" sz="4000" b="1" dirty="0">
                <a:latin typeface="MalayalamAbe" pitchFamily="18" charset="0"/>
              </a:rPr>
              <a:t> </a:t>
            </a:r>
            <a:r>
              <a:rPr lang="en-US" altLang="en-US" sz="4000" b="1" dirty="0" err="1">
                <a:latin typeface="MalayalamAbe" pitchFamily="18" charset="0"/>
              </a:rPr>
              <a:t>SdMk</a:t>
            </a:r>
            <a:r>
              <a:rPr lang="en-US" altLang="en-US" sz="4000" b="1" dirty="0">
                <a:latin typeface="MalayalamAbe" pitchFamily="18" charset="0"/>
              </a:rPr>
              <a:t> </a:t>
            </a:r>
            <a:r>
              <a:rPr lang="en-US" altLang="en-US" sz="4000" b="1" dirty="0" err="1">
                <a:latin typeface="MalayalamAbe" pitchFamily="18" charset="0"/>
              </a:rPr>
              <a:t>ulvrdX</a:t>
            </a:r>
            <a:r>
              <a:rPr lang="en-US" altLang="en-US" sz="4000" b="1" dirty="0">
                <a:latin typeface="MalayalamAbe" pitchFamily="18" charset="0"/>
              </a:rPr>
              <a:t> |</a:t>
            </a:r>
            <a:r>
              <a:rPr lang="en-US" altLang="en-US" sz="4000" b="1" dirty="0" err="1">
                <a:latin typeface="MalayalamAbe" pitchFamily="18" charset="0"/>
              </a:rPr>
              <a:t>lShhku&amp;l</a:t>
            </a:r>
            <a:r>
              <a:rPr lang="en-US" altLang="en-US" sz="4000" b="1" dirty="0">
                <a:latin typeface="MalayalamAbe" pitchFamily="18" charset="0"/>
              </a:rPr>
              <a:t> - K -|</a:t>
            </a:r>
            <a:r>
              <a:rPr lang="en-US" altLang="en-US" sz="4000" b="1" dirty="0" err="1">
                <a:latin typeface="MalayalamAbe" pitchFamily="18" charset="0"/>
              </a:rPr>
              <a:t>lShhku&amp;l</a:t>
            </a:r>
            <a:r>
              <a:rPr lang="en-US" altLang="en-US" sz="4000" b="1" dirty="0">
                <a:latin typeface="MalayalamAbe" pitchFamily="18" charset="0"/>
              </a:rPr>
              <a:t> </a:t>
            </a:r>
            <a:r>
              <a:rPr lang="en-US" altLang="en-US" sz="4000" b="1" dirty="0" err="1">
                <a:latin typeface="MalayalamAbe" pitchFamily="18" charset="0"/>
              </a:rPr>
              <a:t>rHdnSa</a:t>
            </a:r>
            <a:r>
              <a:rPr lang="en-US" altLang="en-US" sz="4000" b="1" dirty="0">
                <a:latin typeface="MalayalamAbe" pitchFamily="18" charset="0"/>
              </a:rPr>
              <a:t> </a:t>
            </a:r>
            <a:r>
              <a:rPr lang="en-US" altLang="en-US" sz="4000" b="1" dirty="0" err="1">
                <a:latin typeface="MalayalamAbe" pitchFamily="18" charset="0"/>
              </a:rPr>
              <a:t>rjR</a:t>
            </a:r>
            <a:r>
              <a:rPr lang="en-US" altLang="en-US" sz="4000" b="1" dirty="0">
                <a:latin typeface="MalayalamAbe" pitchFamily="18" charset="0"/>
              </a:rPr>
              <a:t> </a:t>
            </a:r>
            <a:r>
              <a:rPr lang="en-US" altLang="en-US" sz="4000" b="1" dirty="0" err="1">
                <a:latin typeface="MalayalamAbe" pitchFamily="18" charset="0"/>
              </a:rPr>
              <a:t>dlgknU</a:t>
            </a:r>
            <a:r>
              <a:rPr lang="en-US" altLang="en-US" sz="4000" b="1" dirty="0">
                <a:latin typeface="MalayalamAbe" pitchFamily="18" charset="0"/>
              </a:rPr>
              <a:t>\</a:t>
            </a:r>
            <a:r>
              <a:rPr lang="en-US" altLang="en-US" sz="4000" b="1" dirty="0" err="1">
                <a:latin typeface="MalayalamAbe" pitchFamily="18" charset="0"/>
              </a:rPr>
              <a:t>lH</a:t>
            </a:r>
            <a:r>
              <a:rPr lang="en-US" altLang="en-US" sz="4000" b="1" dirty="0">
                <a:latin typeface="MalayalamAbe" pitchFamily="18" charset="0"/>
              </a:rPr>
              <a:t> ~</a:t>
            </a:r>
            <a:r>
              <a:rPr lang="en-US" altLang="en-US" sz="4000" b="1" dirty="0" err="1">
                <a:latin typeface="MalayalamAbe" pitchFamily="18" charset="0"/>
              </a:rPr>
              <a:t>lsyd</a:t>
            </a:r>
            <a:r>
              <a:rPr lang="en-US" altLang="en-US" sz="4000" b="1" dirty="0">
                <a:latin typeface="MalayalamAbe" pitchFamily="18" charset="0"/>
              </a:rPr>
              <a:t>[</a:t>
            </a:r>
            <a:r>
              <a:rPr lang="en-US" altLang="en-US" sz="4000" b="1" dirty="0" err="1">
                <a:latin typeface="MalayalamAbe" pitchFamily="18" charset="0"/>
              </a:rPr>
              <a:t>alG</a:t>
            </a:r>
            <a:r>
              <a:rPr lang="en-US" altLang="en-US" sz="4000" b="1" dirty="0">
                <a:latin typeface="MalayalamAbe" pitchFamily="18" charset="0"/>
              </a:rPr>
              <a:t> </a:t>
            </a:r>
            <a:br>
              <a:rPr lang="en-US" altLang="en-US" sz="4000" b="1" dirty="0">
                <a:latin typeface="MalayalamAbe" pitchFamily="18" charset="0"/>
              </a:rPr>
            </a:br>
            <a:r>
              <a:rPr lang="en-US" altLang="en-US" sz="4000" b="1" dirty="0" err="1">
                <a:latin typeface="MalayalamAbe" pitchFamily="18" charset="0"/>
              </a:rPr>
              <a:t>dkyjSuhlujS</a:t>
            </a:r>
            <a:r>
              <a:rPr lang="en-US" altLang="en-US" sz="4000" b="1" dirty="0" err="1">
                <a:latin typeface="Kerala" pitchFamily="2" charset="0"/>
              </a:rPr>
              <a:t>T</a:t>
            </a:r>
            <a:r>
              <a:rPr lang="en-US" altLang="en-US" sz="4000" b="1" dirty="0" err="1">
                <a:latin typeface="MalayalamAbe" pitchFamily="18" charset="0"/>
              </a:rPr>
              <a:t>lR</a:t>
            </a:r>
            <a:r>
              <a:rPr lang="en-US" altLang="en-US" sz="4000" b="1" dirty="0">
                <a:latin typeface="MalayalamAbe" pitchFamily="18" charset="0"/>
              </a:rPr>
              <a:t>.</a:t>
            </a:r>
          </a:p>
        </p:txBody>
      </p:sp>
      <p:sp>
        <p:nvSpPr>
          <p:cNvPr id="6" name="TextBox 5">
            <a:extLst>
              <a:ext uri="{FF2B5EF4-FFF2-40B4-BE49-F238E27FC236}">
                <a16:creationId xmlns:a16="http://schemas.microsoft.com/office/drawing/2014/main" id="{3E475B1C-27A6-844F-6BA8-51D076946400}"/>
              </a:ext>
            </a:extLst>
          </p:cNvPr>
          <p:cNvSpPr txBox="1"/>
          <p:nvPr/>
        </p:nvSpPr>
        <p:spPr>
          <a:xfrm>
            <a:off x="2038952" y="4575045"/>
            <a:ext cx="8114096" cy="1938992"/>
          </a:xfrm>
          <a:prstGeom prst="rect">
            <a:avLst/>
          </a:prstGeom>
          <a:noFill/>
        </p:spPr>
        <p:txBody>
          <a:bodyPr wrap="square">
            <a:spAutoFit/>
          </a:bodyPr>
          <a:lstStyle/>
          <a:p>
            <a:pPr algn="ctr"/>
            <a:r>
              <a:rPr lang="en-US" sz="3000" b="1" i="1" dirty="0">
                <a:latin typeface="+mn-lt"/>
              </a:rPr>
              <a:t>O Good One, hear our petitions, </a:t>
            </a:r>
          </a:p>
          <a:p>
            <a:pPr algn="ctr"/>
            <a:r>
              <a:rPr lang="en-US" sz="3000" b="1" i="1" dirty="0">
                <a:latin typeface="+mn-lt"/>
              </a:rPr>
              <a:t>Hallelujah O Hallelujah </a:t>
            </a:r>
          </a:p>
          <a:p>
            <a:pPr algn="ctr"/>
            <a:r>
              <a:rPr lang="en-US" sz="3000" b="1" i="1" dirty="0">
                <a:latin typeface="+mn-lt"/>
              </a:rPr>
              <a:t>Comfort us with your compassion </a:t>
            </a:r>
          </a:p>
          <a:p>
            <a:pPr algn="ctr"/>
            <a:r>
              <a:rPr lang="en-US" sz="3000" b="1" i="1" u="none" strike="noStrike" dirty="0">
                <a:effectLst/>
                <a:latin typeface="+mn-lt"/>
              </a:rPr>
              <a:t>Bless, </a:t>
            </a:r>
            <a:r>
              <a:rPr lang="en-US" sz="3000" b="1" i="1" dirty="0">
                <a:latin typeface="+mn-lt"/>
              </a:rPr>
              <a:t>O Lord. Lord, have mercy.</a:t>
            </a:r>
          </a:p>
        </p:txBody>
      </p:sp>
      <p:sp>
        <p:nvSpPr>
          <p:cNvPr id="2" name="TextBox 1">
            <a:extLst>
              <a:ext uri="{FF2B5EF4-FFF2-40B4-BE49-F238E27FC236}">
                <a16:creationId xmlns:a16="http://schemas.microsoft.com/office/drawing/2014/main" id="{33C82009-1CFC-6F5B-D635-14DE77AAB7F3}"/>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F7C3D976-DCEA-8794-8084-DA2F1FAA5129}"/>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98AE2D8D-7FB0-42B4-83F8-7285C77BCF01}"/>
              </a:ext>
            </a:extLst>
          </p:cNvPr>
          <p:cNvSpPr txBox="1">
            <a:spLocks noChangeArrowheads="1"/>
          </p:cNvSpPr>
          <p:nvPr/>
        </p:nvSpPr>
        <p:spPr bwMode="auto">
          <a:xfrm>
            <a:off x="6095997" y="10525"/>
            <a:ext cx="6122524" cy="3805893"/>
          </a:xfrm>
          <a:prstGeom prst="rect">
            <a:avLst/>
          </a:prstGeom>
          <a:noFill/>
          <a:ln w="9525">
            <a:noFill/>
            <a:miter lim="800000"/>
            <a:headEnd/>
            <a:tailEnd/>
          </a:ln>
          <a:effectLst/>
        </p:spPr>
        <p:txBody>
          <a:bodyPr wrap="square" lIns="111402" tIns="55743" rIns="111402" bIns="55743">
            <a:spAutoFit/>
          </a:bodyPr>
          <a:lstStyle/>
          <a:p>
            <a:pPr algn="ctr"/>
            <a:r>
              <a:rPr lang="en-US" sz="2400" b="1" dirty="0" err="1">
                <a:solidFill>
                  <a:srgbClr val="000000"/>
                </a:solidFill>
                <a:effectLst/>
                <a:latin typeface="+mn-lt"/>
              </a:rPr>
              <a:t>Gunavaane</a:t>
            </a:r>
            <a:r>
              <a:rPr lang="en-US" sz="2400" b="1" dirty="0">
                <a:solidFill>
                  <a:srgbClr val="000000"/>
                </a:solidFill>
                <a:effectLst/>
                <a:latin typeface="+mn-lt"/>
              </a:rPr>
              <a:t> </a:t>
            </a:r>
            <a:r>
              <a:rPr lang="en-US" sz="2400" b="1" dirty="0" err="1">
                <a:solidFill>
                  <a:srgbClr val="000000"/>
                </a:solidFill>
                <a:effectLst/>
                <a:latin typeface="+mn-lt"/>
              </a:rPr>
              <a:t>nin</a:t>
            </a:r>
            <a:r>
              <a:rPr lang="en-US" sz="2400" b="1" dirty="0">
                <a:solidFill>
                  <a:srgbClr val="000000"/>
                </a:solidFill>
                <a:effectLst/>
                <a:latin typeface="+mn-lt"/>
              </a:rPr>
              <a:t> </a:t>
            </a:r>
            <a:r>
              <a:rPr lang="en-US" sz="2400" b="1" dirty="0" err="1">
                <a:solidFill>
                  <a:srgbClr val="000000"/>
                </a:solidFill>
                <a:effectLst/>
                <a:latin typeface="+mn-lt"/>
              </a:rPr>
              <a:t>vaathilil</a:t>
            </a:r>
            <a:r>
              <a:rPr lang="en-US" sz="2400" b="1" dirty="0">
                <a:solidFill>
                  <a:srgbClr val="000000"/>
                </a:solidFill>
                <a:effectLst/>
                <a:latin typeface="+mn-lt"/>
              </a:rPr>
              <a:t> </a:t>
            </a:r>
            <a:r>
              <a:rPr lang="en-US" sz="2400" b="1" dirty="0" err="1">
                <a:solidFill>
                  <a:srgbClr val="000000"/>
                </a:solidFill>
                <a:effectLst/>
                <a:latin typeface="+mn-lt"/>
              </a:rPr>
              <a:t>muttunnu</a:t>
            </a:r>
            <a:r>
              <a:rPr lang="en-US" sz="2400" b="1" dirty="0">
                <a:solidFill>
                  <a:srgbClr val="000000"/>
                </a:solidFill>
                <a:effectLst/>
                <a:latin typeface="+mn-lt"/>
              </a:rPr>
              <a:t> </a:t>
            </a:r>
            <a:r>
              <a:rPr lang="en-US" sz="2400" b="1" dirty="0" err="1">
                <a:solidFill>
                  <a:srgbClr val="000000"/>
                </a:solidFill>
                <a:effectLst/>
                <a:latin typeface="+mn-lt"/>
              </a:rPr>
              <a:t>yaachanayin</a:t>
            </a:r>
            <a:r>
              <a:rPr lang="en-US" sz="2400" b="1" dirty="0">
                <a:solidFill>
                  <a:srgbClr val="000000"/>
                </a:solidFill>
                <a:effectLst/>
                <a:latin typeface="+mn-lt"/>
              </a:rPr>
              <a:t> </a:t>
            </a:r>
            <a:r>
              <a:rPr lang="en-US" sz="2400" b="1" dirty="0" err="1">
                <a:solidFill>
                  <a:srgbClr val="000000"/>
                </a:solidFill>
                <a:effectLst/>
                <a:latin typeface="+mn-lt"/>
              </a:rPr>
              <a:t>naadam</a:t>
            </a:r>
            <a:r>
              <a:rPr lang="en-US" sz="2400" b="1" dirty="0">
                <a:solidFill>
                  <a:srgbClr val="000000"/>
                </a:solidFill>
                <a:effectLst/>
                <a:latin typeface="+mn-lt"/>
              </a:rPr>
              <a:t>. </a:t>
            </a:r>
            <a:r>
              <a:rPr lang="en-US" sz="2400" b="1" dirty="0" err="1">
                <a:solidFill>
                  <a:srgbClr val="000000"/>
                </a:solidFill>
                <a:effectLst/>
                <a:latin typeface="+mn-lt"/>
              </a:rPr>
              <a:t>Ninnaashritharil</a:t>
            </a:r>
            <a:r>
              <a:rPr lang="en-US" sz="2400" b="1" dirty="0">
                <a:solidFill>
                  <a:srgbClr val="000000"/>
                </a:solidFill>
                <a:effectLst/>
                <a:latin typeface="+mn-lt"/>
              </a:rPr>
              <a:t> </a:t>
            </a:r>
            <a:r>
              <a:rPr lang="en-US" sz="2400" b="1" dirty="0" err="1">
                <a:solidFill>
                  <a:srgbClr val="000000"/>
                </a:solidFill>
                <a:effectLst/>
                <a:latin typeface="+mn-lt"/>
              </a:rPr>
              <a:t>ninnayyo</a:t>
            </a:r>
            <a:r>
              <a:rPr lang="en-US" sz="2400" b="1" dirty="0">
                <a:solidFill>
                  <a:srgbClr val="000000"/>
                </a:solidFill>
                <a:effectLst/>
                <a:latin typeface="+mn-lt"/>
              </a:rPr>
              <a:t> </a:t>
            </a:r>
            <a:r>
              <a:rPr lang="en-US" sz="2400" b="1" dirty="0" err="1">
                <a:solidFill>
                  <a:srgbClr val="000000"/>
                </a:solidFill>
                <a:effectLst/>
                <a:latin typeface="+mn-lt"/>
              </a:rPr>
              <a:t>mudakkaruthe</a:t>
            </a:r>
            <a:r>
              <a:rPr lang="en-US" sz="2400" b="1" dirty="0">
                <a:solidFill>
                  <a:srgbClr val="000000"/>
                </a:solidFill>
                <a:effectLst/>
                <a:latin typeface="+mn-lt"/>
              </a:rPr>
              <a:t> </a:t>
            </a:r>
            <a:r>
              <a:rPr lang="en-US" sz="2400" b="1" dirty="0" err="1">
                <a:solidFill>
                  <a:srgbClr val="000000"/>
                </a:solidFill>
                <a:effectLst/>
                <a:latin typeface="+mn-lt"/>
              </a:rPr>
              <a:t>yaachana</a:t>
            </a:r>
            <a:r>
              <a:rPr lang="en-US" sz="2400" b="1" dirty="0">
                <a:solidFill>
                  <a:srgbClr val="000000"/>
                </a:solidFill>
                <a:effectLst/>
                <a:latin typeface="+mn-lt"/>
              </a:rPr>
              <a:t>. </a:t>
            </a:r>
            <a:r>
              <a:rPr lang="en-US" sz="2400" b="1" dirty="0" err="1">
                <a:solidFill>
                  <a:srgbClr val="000000"/>
                </a:solidFill>
                <a:effectLst/>
                <a:latin typeface="+mn-lt"/>
              </a:rPr>
              <a:t>Kannheer</a:t>
            </a:r>
            <a:r>
              <a:rPr lang="en-US" sz="2400" b="1" dirty="0">
                <a:solidFill>
                  <a:srgbClr val="000000"/>
                </a:solidFill>
                <a:effectLst/>
                <a:latin typeface="+mn-lt"/>
              </a:rPr>
              <a:t> </a:t>
            </a:r>
            <a:r>
              <a:rPr lang="en-US" sz="2400" b="1" dirty="0" err="1">
                <a:solidFill>
                  <a:srgbClr val="000000"/>
                </a:solidFill>
                <a:effectLst/>
                <a:latin typeface="+mn-lt"/>
              </a:rPr>
              <a:t>thooki</a:t>
            </a:r>
            <a:r>
              <a:rPr lang="en-US" sz="2400" b="1" dirty="0">
                <a:solidFill>
                  <a:srgbClr val="000000"/>
                </a:solidFill>
                <a:effectLst/>
                <a:latin typeface="+mn-lt"/>
              </a:rPr>
              <a:t> </a:t>
            </a:r>
            <a:r>
              <a:rPr lang="en-US" sz="2400" b="1" dirty="0" err="1">
                <a:solidFill>
                  <a:srgbClr val="000000"/>
                </a:solidFill>
                <a:effectLst/>
                <a:latin typeface="+mn-lt"/>
              </a:rPr>
              <a:t>vilhichavalam</a:t>
            </a:r>
            <a:r>
              <a:rPr lang="en-US" sz="2400" b="1" dirty="0">
                <a:solidFill>
                  <a:srgbClr val="000000"/>
                </a:solidFill>
                <a:effectLst/>
                <a:latin typeface="+mn-lt"/>
              </a:rPr>
              <a:t> </a:t>
            </a:r>
            <a:r>
              <a:rPr lang="en-US" sz="2400" b="1" dirty="0" err="1">
                <a:solidFill>
                  <a:srgbClr val="000000"/>
                </a:solidFill>
                <a:effectLst/>
                <a:latin typeface="+mn-lt"/>
              </a:rPr>
              <a:t>doshakkaari</a:t>
            </a:r>
            <a:r>
              <a:rPr lang="en-US" b="1" dirty="0">
                <a:solidFill>
                  <a:srgbClr val="000000"/>
                </a:solidFill>
                <a:latin typeface="+mn-lt"/>
              </a:rPr>
              <a:t>. </a:t>
            </a:r>
            <a:r>
              <a:rPr lang="en-US" sz="2400" b="1" dirty="0" err="1">
                <a:solidFill>
                  <a:srgbClr val="000000"/>
                </a:solidFill>
                <a:effectLst/>
                <a:latin typeface="+mn-lt"/>
              </a:rPr>
              <a:t>Porruthi</a:t>
            </a:r>
            <a:r>
              <a:rPr lang="en-US" sz="2400" b="1" dirty="0">
                <a:solidFill>
                  <a:srgbClr val="000000"/>
                </a:solidFill>
                <a:effectLst/>
                <a:latin typeface="+mn-lt"/>
              </a:rPr>
              <a:t> </a:t>
            </a:r>
            <a:r>
              <a:rPr lang="en-US" sz="2400" b="1" dirty="0" err="1">
                <a:solidFill>
                  <a:srgbClr val="000000"/>
                </a:solidFill>
                <a:effectLst/>
                <a:latin typeface="+mn-lt"/>
              </a:rPr>
              <a:t>prraapichallo</a:t>
            </a:r>
            <a:r>
              <a:rPr lang="en-US" sz="2400" b="1" dirty="0">
                <a:solidFill>
                  <a:srgbClr val="000000"/>
                </a:solidFill>
                <a:effectLst/>
                <a:latin typeface="+mn-lt"/>
              </a:rPr>
              <a:t> </a:t>
            </a:r>
            <a:r>
              <a:rPr lang="en-US" sz="2400" b="1" dirty="0" err="1">
                <a:solidFill>
                  <a:srgbClr val="000000"/>
                </a:solidFill>
                <a:effectLst/>
                <a:latin typeface="+mn-lt"/>
              </a:rPr>
              <a:t>ninkal</a:t>
            </a:r>
            <a:r>
              <a:rPr lang="en-US" sz="2400" b="1" dirty="0">
                <a:solidFill>
                  <a:srgbClr val="000000"/>
                </a:solidFill>
                <a:effectLst/>
                <a:latin typeface="+mn-lt"/>
              </a:rPr>
              <a:t> </a:t>
            </a:r>
            <a:r>
              <a:rPr lang="en-US" sz="2400" b="1" dirty="0" err="1">
                <a:solidFill>
                  <a:srgbClr val="000000"/>
                </a:solidFill>
                <a:effectLst/>
                <a:latin typeface="+mn-lt"/>
              </a:rPr>
              <a:t>ninnu</a:t>
            </a:r>
            <a:r>
              <a:rPr lang="en-US" sz="2400" b="1" dirty="0">
                <a:solidFill>
                  <a:srgbClr val="000000"/>
                </a:solidFill>
                <a:effectLst/>
                <a:latin typeface="+mn-lt"/>
              </a:rPr>
              <a:t>. </a:t>
            </a:r>
            <a:r>
              <a:rPr lang="en-US" sz="2400" b="1" dirty="0" err="1">
                <a:solidFill>
                  <a:srgbClr val="000000"/>
                </a:solidFill>
                <a:effectLst/>
                <a:latin typeface="+mn-lt"/>
              </a:rPr>
              <a:t>Easow</a:t>
            </a:r>
            <a:r>
              <a:rPr lang="en-US" sz="2400" b="1" dirty="0">
                <a:solidFill>
                  <a:srgbClr val="000000"/>
                </a:solidFill>
                <a:effectLst/>
                <a:latin typeface="+mn-lt"/>
              </a:rPr>
              <a:t> </a:t>
            </a:r>
            <a:r>
              <a:rPr lang="en-US" sz="2400" b="1" dirty="0" err="1">
                <a:solidFill>
                  <a:srgbClr val="000000"/>
                </a:solidFill>
                <a:effectLst/>
                <a:latin typeface="+mn-lt"/>
              </a:rPr>
              <a:t>thannude</a:t>
            </a:r>
            <a:r>
              <a:rPr lang="en-US" sz="2400" b="1" dirty="0">
                <a:solidFill>
                  <a:srgbClr val="000000"/>
                </a:solidFill>
                <a:effectLst/>
                <a:latin typeface="+mn-lt"/>
              </a:rPr>
              <a:t> </a:t>
            </a:r>
            <a:r>
              <a:rPr lang="en-US" sz="2400" b="1" dirty="0" err="1">
                <a:solidFill>
                  <a:srgbClr val="000000"/>
                </a:solidFill>
                <a:effectLst/>
                <a:latin typeface="+mn-lt"/>
              </a:rPr>
              <a:t>raktham</a:t>
            </a:r>
            <a:r>
              <a:rPr lang="en-US" sz="2400" b="1" dirty="0">
                <a:solidFill>
                  <a:srgbClr val="000000"/>
                </a:solidFill>
                <a:effectLst/>
                <a:latin typeface="+mn-lt"/>
              </a:rPr>
              <a:t> </a:t>
            </a:r>
            <a:r>
              <a:rPr lang="en-US" sz="2400" b="1" dirty="0" err="1">
                <a:solidFill>
                  <a:srgbClr val="000000"/>
                </a:solidFill>
                <a:effectLst/>
                <a:latin typeface="+mn-lt"/>
              </a:rPr>
              <a:t>kondu</a:t>
            </a:r>
            <a:r>
              <a:rPr lang="en-US" sz="2400" b="1" dirty="0">
                <a:solidFill>
                  <a:srgbClr val="000000"/>
                </a:solidFill>
                <a:effectLst/>
                <a:latin typeface="+mn-lt"/>
              </a:rPr>
              <a:t> </a:t>
            </a:r>
            <a:r>
              <a:rPr lang="en-US" sz="2400" b="1" dirty="0" err="1">
                <a:solidFill>
                  <a:srgbClr val="000000"/>
                </a:solidFill>
                <a:effectLst/>
                <a:latin typeface="+mn-lt"/>
              </a:rPr>
              <a:t>thunhacheeduka</a:t>
            </a:r>
            <a:r>
              <a:rPr lang="en-US" sz="2400" b="1" dirty="0">
                <a:solidFill>
                  <a:srgbClr val="000000"/>
                </a:solidFill>
                <a:effectLst/>
                <a:latin typeface="+mn-lt"/>
              </a:rPr>
              <a:t> </a:t>
            </a:r>
            <a:r>
              <a:rPr lang="en-US" sz="2400" b="1" dirty="0" err="1">
                <a:solidFill>
                  <a:srgbClr val="000000"/>
                </a:solidFill>
                <a:effectLst/>
                <a:latin typeface="+mn-lt"/>
              </a:rPr>
              <a:t>nin</a:t>
            </a:r>
            <a:r>
              <a:rPr lang="en-US" sz="2400" b="1" dirty="0">
                <a:solidFill>
                  <a:srgbClr val="000000"/>
                </a:solidFill>
                <a:effectLst/>
                <a:latin typeface="+mn-lt"/>
              </a:rPr>
              <a:t> sab-</a:t>
            </a:r>
          </a:p>
          <a:p>
            <a:pPr algn="ctr"/>
            <a:r>
              <a:rPr lang="en-US" sz="2400" b="1" dirty="0" err="1">
                <a:solidFill>
                  <a:srgbClr val="000000"/>
                </a:solidFill>
                <a:effectLst/>
                <a:latin typeface="+mn-lt"/>
              </a:rPr>
              <a:t>hamel</a:t>
            </a:r>
            <a:r>
              <a:rPr lang="en-US" sz="2400" b="1" dirty="0">
                <a:solidFill>
                  <a:srgbClr val="000000"/>
                </a:solidFill>
                <a:effectLst/>
                <a:latin typeface="+mn-lt"/>
              </a:rPr>
              <a:t> </a:t>
            </a:r>
            <a:r>
              <a:rPr lang="en-US" b="1" dirty="0" err="1">
                <a:solidFill>
                  <a:srgbClr val="000000"/>
                </a:solidFill>
                <a:latin typeface="+mn-lt"/>
              </a:rPr>
              <a:t>p</a:t>
            </a:r>
            <a:r>
              <a:rPr lang="en-US" sz="2400" b="1" dirty="0" err="1">
                <a:solidFill>
                  <a:srgbClr val="000000"/>
                </a:solidFill>
                <a:effectLst/>
                <a:latin typeface="+mn-lt"/>
              </a:rPr>
              <a:t>izhachennu</a:t>
            </a:r>
            <a:r>
              <a:rPr lang="en-US" b="1" dirty="0">
                <a:solidFill>
                  <a:srgbClr val="000000"/>
                </a:solidFill>
                <a:latin typeface="+mn-lt"/>
              </a:rPr>
              <a:t> </a:t>
            </a:r>
            <a:r>
              <a:rPr lang="en-US" sz="2400" b="1" dirty="0" err="1">
                <a:solidFill>
                  <a:srgbClr val="000000"/>
                </a:solidFill>
                <a:effectLst/>
                <a:latin typeface="+mn-lt"/>
              </a:rPr>
              <a:t>grahichu</a:t>
            </a:r>
            <a:r>
              <a:rPr lang="en-US" sz="2400" b="1" dirty="0">
                <a:solidFill>
                  <a:srgbClr val="000000"/>
                </a:solidFill>
                <a:effectLst/>
                <a:latin typeface="+mn-lt"/>
              </a:rPr>
              <a:t> </a:t>
            </a:r>
            <a:r>
              <a:rPr lang="en-US" sz="2400" b="1" dirty="0" err="1">
                <a:solidFill>
                  <a:srgbClr val="000000"/>
                </a:solidFill>
                <a:effectLst/>
                <a:latin typeface="+mn-lt"/>
              </a:rPr>
              <a:t>njangal</a:t>
            </a:r>
            <a:r>
              <a:rPr lang="en-US" sz="2400" b="1" dirty="0">
                <a:solidFill>
                  <a:srgbClr val="000000"/>
                </a:solidFill>
                <a:effectLst/>
                <a:latin typeface="+mn-lt"/>
              </a:rPr>
              <a:t> </a:t>
            </a:r>
            <a:r>
              <a:rPr lang="en-US" sz="2400" b="1" dirty="0" err="1">
                <a:solidFill>
                  <a:srgbClr val="000000"/>
                </a:solidFill>
                <a:effectLst/>
                <a:latin typeface="+mn-lt"/>
              </a:rPr>
              <a:t>thetthukalhum</a:t>
            </a:r>
            <a:r>
              <a:rPr lang="en-US" b="1" dirty="0">
                <a:solidFill>
                  <a:srgbClr val="000000"/>
                </a:solidFill>
                <a:latin typeface="+mn-lt"/>
              </a:rPr>
              <a:t> </a:t>
            </a:r>
            <a:r>
              <a:rPr lang="en-US" sz="2400" b="1" dirty="0" err="1">
                <a:solidFill>
                  <a:srgbClr val="000000"/>
                </a:solidFill>
                <a:effectLst/>
                <a:latin typeface="+mn-lt"/>
              </a:rPr>
              <a:t>asamkhyamallo</a:t>
            </a:r>
            <a:r>
              <a:rPr lang="en-US" sz="2400" b="1" dirty="0">
                <a:solidFill>
                  <a:srgbClr val="000000"/>
                </a:solidFill>
                <a:effectLst/>
                <a:latin typeface="+mn-lt"/>
              </a:rPr>
              <a:t>.</a:t>
            </a:r>
            <a:r>
              <a:rPr lang="en-US" b="1" dirty="0">
                <a:solidFill>
                  <a:srgbClr val="000000"/>
                </a:solidFill>
                <a:latin typeface="+mn-lt"/>
              </a:rPr>
              <a:t> </a:t>
            </a:r>
            <a:r>
              <a:rPr lang="en-US" sz="2400" b="1" dirty="0" err="1">
                <a:solidFill>
                  <a:srgbClr val="000000"/>
                </a:solidFill>
                <a:effectLst/>
                <a:latin typeface="+mn-lt"/>
              </a:rPr>
              <a:t>Narasuthane</a:t>
            </a:r>
            <a:r>
              <a:rPr lang="en-US" sz="2400" b="1" dirty="0">
                <a:solidFill>
                  <a:srgbClr val="000000"/>
                </a:solidFill>
                <a:effectLst/>
                <a:latin typeface="+mn-lt"/>
              </a:rPr>
              <a:t> nee </a:t>
            </a:r>
            <a:r>
              <a:rPr lang="en-US" sz="2400" b="1" dirty="0" err="1">
                <a:solidFill>
                  <a:srgbClr val="000000"/>
                </a:solidFill>
                <a:effectLst/>
                <a:latin typeface="+mn-lt"/>
              </a:rPr>
              <a:t>daya</a:t>
            </a:r>
            <a:r>
              <a:rPr lang="en-US" sz="2400" b="1" dirty="0">
                <a:solidFill>
                  <a:srgbClr val="000000"/>
                </a:solidFill>
                <a:effectLst/>
                <a:latin typeface="+mn-lt"/>
              </a:rPr>
              <a:t> </a:t>
            </a:r>
            <a:r>
              <a:rPr lang="en-US" sz="2400" b="1" dirty="0" err="1">
                <a:solidFill>
                  <a:srgbClr val="000000"/>
                </a:solidFill>
                <a:effectLst/>
                <a:latin typeface="+mn-lt"/>
              </a:rPr>
              <a:t>cheithu</a:t>
            </a:r>
            <a:r>
              <a:rPr lang="en-US" b="1" dirty="0">
                <a:solidFill>
                  <a:srgbClr val="000000"/>
                </a:solidFill>
                <a:latin typeface="+mn-lt"/>
              </a:rPr>
              <a:t>. </a:t>
            </a:r>
            <a:r>
              <a:rPr lang="en-US" sz="2400" b="1" dirty="0" err="1">
                <a:solidFill>
                  <a:srgbClr val="000000"/>
                </a:solidFill>
                <a:effectLst/>
                <a:latin typeface="+mn-lt"/>
              </a:rPr>
              <a:t>Mlehchathayil</a:t>
            </a:r>
            <a:r>
              <a:rPr lang="en-US" sz="2400" b="1" dirty="0">
                <a:solidFill>
                  <a:srgbClr val="000000"/>
                </a:solidFill>
                <a:effectLst/>
                <a:latin typeface="+mn-lt"/>
              </a:rPr>
              <a:t> </a:t>
            </a:r>
            <a:r>
              <a:rPr lang="en-US" sz="2400" b="1" dirty="0" err="1">
                <a:solidFill>
                  <a:srgbClr val="000000"/>
                </a:solidFill>
                <a:effectLst/>
                <a:latin typeface="+mn-lt"/>
              </a:rPr>
              <a:t>ninnu</a:t>
            </a:r>
            <a:r>
              <a:rPr lang="en-US" sz="2400" b="1" dirty="0">
                <a:solidFill>
                  <a:srgbClr val="000000"/>
                </a:solidFill>
                <a:effectLst/>
                <a:latin typeface="+mn-lt"/>
              </a:rPr>
              <a:t> </a:t>
            </a:r>
            <a:r>
              <a:rPr lang="en-US" sz="2400" b="1" dirty="0" err="1">
                <a:solidFill>
                  <a:srgbClr val="000000"/>
                </a:solidFill>
                <a:effectLst/>
                <a:latin typeface="+mn-lt"/>
              </a:rPr>
              <a:t>njangalhe</a:t>
            </a:r>
            <a:r>
              <a:rPr lang="en-US" sz="2400" b="1" dirty="0">
                <a:solidFill>
                  <a:srgbClr val="000000"/>
                </a:solidFill>
                <a:effectLst/>
                <a:latin typeface="+mn-lt"/>
              </a:rPr>
              <a:t> </a:t>
            </a:r>
            <a:r>
              <a:rPr lang="en-US" sz="2400" b="1" dirty="0" err="1">
                <a:solidFill>
                  <a:srgbClr val="000000"/>
                </a:solidFill>
                <a:effectLst/>
                <a:latin typeface="+mn-lt"/>
              </a:rPr>
              <a:t>shudheekarikka</a:t>
            </a:r>
            <a:r>
              <a:rPr lang="en-US" b="1" dirty="0">
                <a:solidFill>
                  <a:srgbClr val="000000"/>
                </a:solidFill>
                <a:latin typeface="+mn-lt"/>
              </a:rPr>
              <a:t> </a:t>
            </a:r>
            <a:r>
              <a:rPr lang="en-US" sz="2400" b="1" dirty="0" err="1">
                <a:solidFill>
                  <a:srgbClr val="000000"/>
                </a:solidFill>
                <a:effectLst/>
                <a:latin typeface="+mn-lt"/>
              </a:rPr>
              <a:t>innu</a:t>
            </a:r>
            <a:r>
              <a:rPr lang="en-US" sz="2400" b="1" dirty="0">
                <a:solidFill>
                  <a:srgbClr val="000000"/>
                </a:solidFill>
                <a:effectLst/>
                <a:latin typeface="+mn-lt"/>
              </a:rPr>
              <a:t>.</a:t>
            </a:r>
          </a:p>
        </p:txBody>
      </p:sp>
      <p:sp>
        <p:nvSpPr>
          <p:cNvPr id="100354" name="Rectangle 2"/>
          <p:cNvSpPr>
            <a:spLocks noGrp="1" noChangeArrowheads="1"/>
          </p:cNvSpPr>
          <p:nvPr>
            <p:ph type="ctrTitle"/>
          </p:nvPr>
        </p:nvSpPr>
        <p:spPr>
          <a:xfrm>
            <a:off x="-13253" y="-172434"/>
            <a:ext cx="6095991" cy="4171809"/>
          </a:xfrm>
        </p:spPr>
        <p:txBody>
          <a:bodyPr anchor="ctr">
            <a:noAutofit/>
          </a:bodyPr>
          <a:lstStyle/>
          <a:p>
            <a:r>
              <a:rPr lang="en-US" altLang="en-US" sz="2200" b="1" dirty="0">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ഗുണവാനേ നിൻ വാതിലിൽ മുട്ടുന്നു യാചനയിൽ നാദം</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നിന്നാശ്രിതരിൽ നിന്നയ്യോ മുടക്കരുതേ യാചന</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കണ്ണീർ തൂ</a:t>
            </a:r>
            <a:r>
              <a:rPr lang="en-US" altLang="en-US" sz="2200" b="1" dirty="0">
                <a:latin typeface="MalayalamAbe" pitchFamily="18" charset="0"/>
              </a:rPr>
              <a:t>dj</a:t>
            </a:r>
            <a:r>
              <a:rPr lang="en-US" altLang="en-US" sz="2200" b="1" dirty="0">
                <a:solidFill>
                  <a:srgbClr val="222222"/>
                </a:solidFill>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വിളിച്ച</a:t>
            </a:r>
            <a:r>
              <a:rPr lang="ml-IN" sz="2200" b="1" strike="noStrike" dirty="0">
                <a:solidFill>
                  <a:srgbClr val="222222"/>
                </a:solidFill>
                <a:effectLst/>
                <a:latin typeface="Malayalam MN" pitchFamily="2" charset="0"/>
                <a:cs typeface="Malayalam MN" pitchFamily="2" charset="0"/>
              </a:rPr>
              <a:t>വളാം </a:t>
            </a:r>
            <a:r>
              <a:rPr lang="ml-IN" sz="2200" b="1" u="none" strike="noStrike" dirty="0">
                <a:solidFill>
                  <a:srgbClr val="222222"/>
                </a:solidFill>
                <a:effectLst/>
                <a:latin typeface="Malayalam MN" pitchFamily="2" charset="0"/>
                <a:cs typeface="Malayalam MN" pitchFamily="2" charset="0"/>
              </a:rPr>
              <a:t>ദോഷക്കാരി പൊറുതി പ്രാപിച്ചല്ലോ നിങ്കൽ നിന്നു</a:t>
            </a:r>
            <a:r>
              <a:rPr lang="en-US" sz="2200" b="1" u="none" strike="noStrike" dirty="0">
                <a:solidFill>
                  <a:srgbClr val="222222"/>
                </a:solidFill>
                <a:effectLst/>
                <a:latin typeface="Malayalam MN" pitchFamily="2" charset="0"/>
                <a:cs typeface="Malayalam MN" pitchFamily="2" charset="0"/>
              </a:rPr>
              <a:t>.</a:t>
            </a:r>
            <a:r>
              <a:rPr lang="en-US" sz="2200" b="1" dirty="0">
                <a:solidFill>
                  <a:srgbClr val="222222"/>
                </a:solidFill>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ഈശോ തന്നുടെ രക്തം കൊണ്ട് തുണച്ചീടുക നിൻ സഭമേൽ</a:t>
            </a:r>
            <a:r>
              <a:rPr lang="en-US" sz="2200" b="1" u="none" strike="noStrike" dirty="0">
                <a:solidFill>
                  <a:srgbClr val="222222"/>
                </a:solidFill>
                <a:effectLst/>
                <a:latin typeface="Malayalam MN" pitchFamily="2" charset="0"/>
                <a:cs typeface="Malayalam MN" pitchFamily="2" charset="0"/>
              </a:rPr>
              <a:t>.</a:t>
            </a:r>
            <a:r>
              <a:rPr lang="en-US" sz="2200" b="1" dirty="0">
                <a:solidFill>
                  <a:srgbClr val="222222"/>
                </a:solidFill>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പിഴച്ചെന്നു ഗ്രഹിച്ചു ഞങ്ങൾ</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തെറ്റുകളും</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അസംഖ്യമല്ലോ</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നരസുതനേ നീ ദയ ചെയ്‌തു</a:t>
            </a:r>
            <a:r>
              <a:rPr lang="en-US" sz="2200" b="1" u="none" strike="noStrike" dirty="0">
                <a:solidFill>
                  <a:srgbClr val="222222"/>
                </a:solidFill>
                <a:effectLst/>
                <a:latin typeface="Malayalam MN" pitchFamily="2" charset="0"/>
                <a:cs typeface="Malayalam MN" pitchFamily="2" charset="0"/>
              </a:rPr>
              <a:t>.</a:t>
            </a:r>
            <a:r>
              <a:rPr lang="ml-IN" sz="2200" b="1" u="none" strike="noStrike" dirty="0">
                <a:solidFill>
                  <a:srgbClr val="222222"/>
                </a:solidFill>
                <a:effectLst/>
                <a:latin typeface="Malayalam MN" pitchFamily="2" charset="0"/>
                <a:cs typeface="Malayalam MN" pitchFamily="2" charset="0"/>
              </a:rPr>
              <a:t> മ്ലേച്ഛതയിൽ നിന്നു</a:t>
            </a:r>
            <a:r>
              <a:rPr lang="en-US" sz="2200" b="1" u="none" strike="noStrike" dirty="0">
                <a:solidFill>
                  <a:srgbClr val="222222"/>
                </a:solidFill>
                <a:effectLst/>
                <a:latin typeface="Malayalam MN" pitchFamily="2" charset="0"/>
                <a:cs typeface="Malayalam MN" pitchFamily="2" charset="0"/>
              </a:rPr>
              <a:t> </a:t>
            </a:r>
            <a:r>
              <a:rPr lang="ml-IN" sz="2200" b="1" u="none" strike="noStrike" dirty="0">
                <a:solidFill>
                  <a:srgbClr val="222222"/>
                </a:solidFill>
                <a:effectLst/>
                <a:latin typeface="Malayalam MN" pitchFamily="2" charset="0"/>
                <a:cs typeface="Malayalam MN" pitchFamily="2" charset="0"/>
              </a:rPr>
              <a:t>ഞങ്ങളെ ശുദ്ധീക്കരിക്ക ഇന്ന്</a:t>
            </a:r>
            <a:r>
              <a:rPr lang="en-US" sz="2200" b="1" u="none" strike="noStrike" dirty="0">
                <a:solidFill>
                  <a:srgbClr val="222222"/>
                </a:solidFill>
                <a:effectLst/>
                <a:latin typeface="Malayalam MN" pitchFamily="2" charset="0"/>
                <a:cs typeface="Malayalam MN" pitchFamily="2" charset="0"/>
              </a:rPr>
              <a:t>.</a:t>
            </a:r>
            <a:endParaRPr lang="en-US" altLang="en-US" sz="2200" b="1" dirty="0">
              <a:latin typeface="Malayalam MN" pitchFamily="2" charset="0"/>
              <a:cs typeface="Malayalam MN" pitchFamily="2" charset="0"/>
            </a:endParaRPr>
          </a:p>
        </p:txBody>
      </p:sp>
      <p:sp>
        <p:nvSpPr>
          <p:cNvPr id="6" name="TextBox 5">
            <a:extLst>
              <a:ext uri="{FF2B5EF4-FFF2-40B4-BE49-F238E27FC236}">
                <a16:creationId xmlns:a16="http://schemas.microsoft.com/office/drawing/2014/main" id="{3E475B1C-27A6-844F-6BA8-51D076946400}"/>
              </a:ext>
            </a:extLst>
          </p:cNvPr>
          <p:cNvSpPr txBox="1"/>
          <p:nvPr/>
        </p:nvSpPr>
        <p:spPr>
          <a:xfrm>
            <a:off x="0" y="4588000"/>
            <a:ext cx="12245035" cy="2021323"/>
          </a:xfrm>
          <a:prstGeom prst="rect">
            <a:avLst/>
          </a:prstGeom>
          <a:noFill/>
        </p:spPr>
        <p:txBody>
          <a:bodyPr wrap="square">
            <a:spAutoFit/>
          </a:bodyPr>
          <a:lstStyle/>
          <a:p>
            <a:pPr algn="ctr">
              <a:lnSpc>
                <a:spcPts val="3000"/>
              </a:lnSpc>
            </a:pPr>
            <a:r>
              <a:rPr lang="en-US" sz="3000" b="1" i="1" u="none" strike="noStrike" dirty="0">
                <a:solidFill>
                  <a:srgbClr val="222222"/>
                </a:solidFill>
                <a:effectLst/>
                <a:latin typeface="+mn-lt"/>
              </a:rPr>
              <a:t>Good Lord, we are knocking at Your door with a cry for help. We continually rely on You, earnestly pleading for Your mercy. </a:t>
            </a:r>
            <a:r>
              <a:rPr lang="en-US" sz="3000" b="1" i="1" dirty="0">
                <a:solidFill>
                  <a:srgbClr val="222222"/>
                </a:solidFill>
                <a:latin typeface="+mn-lt"/>
              </a:rPr>
              <a:t>T</a:t>
            </a:r>
            <a:r>
              <a:rPr lang="en-US" sz="3000" b="1" i="1" u="none" strike="noStrike" dirty="0">
                <a:solidFill>
                  <a:srgbClr val="222222"/>
                </a:solidFill>
                <a:effectLst/>
                <a:latin typeface="+mn-lt"/>
              </a:rPr>
              <a:t>he woman who was a sinner, wept as her sins were forgiven. Jesus, by Your blood, cleanse and redeem us, Your people. We realize that our sins are innumerable. Oh, </a:t>
            </a:r>
            <a:r>
              <a:rPr lang="en-US" sz="3000" b="1" i="1" dirty="0">
                <a:solidFill>
                  <a:srgbClr val="222222"/>
                </a:solidFill>
                <a:latin typeface="+mn-lt"/>
              </a:rPr>
              <a:t>So</a:t>
            </a:r>
            <a:r>
              <a:rPr lang="en-US" sz="3000" b="1" i="1" u="none" strike="noStrike" dirty="0">
                <a:solidFill>
                  <a:srgbClr val="222222"/>
                </a:solidFill>
                <a:effectLst/>
                <a:latin typeface="+mn-lt"/>
              </a:rPr>
              <a:t>n of God</a:t>
            </a:r>
            <a:r>
              <a:rPr lang="en-US" sz="3000" b="1" i="1" dirty="0">
                <a:solidFill>
                  <a:srgbClr val="222222"/>
                </a:solidFill>
                <a:latin typeface="+mn-lt"/>
              </a:rPr>
              <a:t>, w</a:t>
            </a:r>
            <a:r>
              <a:rPr lang="en-US" sz="3000" b="1" i="1" u="none" strike="noStrike" dirty="0">
                <a:solidFill>
                  <a:srgbClr val="222222"/>
                </a:solidFill>
                <a:effectLst/>
                <a:latin typeface="+mn-lt"/>
              </a:rPr>
              <a:t>ith Your kindness, purify us from all uncleanness.</a:t>
            </a:r>
          </a:p>
        </p:txBody>
      </p:sp>
      <p:sp>
        <p:nvSpPr>
          <p:cNvPr id="2" name="TextBox 1">
            <a:extLst>
              <a:ext uri="{FF2B5EF4-FFF2-40B4-BE49-F238E27FC236}">
                <a16:creationId xmlns:a16="http://schemas.microsoft.com/office/drawing/2014/main" id="{33C82009-1CFC-6F5B-D635-14DE77AAB7F3}"/>
              </a:ext>
            </a:extLst>
          </p:cNvPr>
          <p:cNvSpPr txBox="1"/>
          <p:nvPr/>
        </p:nvSpPr>
        <p:spPr>
          <a:xfrm>
            <a:off x="-13262" y="387617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F7C3D976-DCEA-8794-8084-DA2F1FAA5129}"/>
              </a:ext>
            </a:extLst>
          </p:cNvPr>
          <p:cNvCxnSpPr>
            <a:cxnSpLocks/>
            <a:endCxn id="2" idx="0"/>
          </p:cNvCxnSpPr>
          <p:nvPr/>
        </p:nvCxnSpPr>
        <p:spPr>
          <a:xfrm flipH="1">
            <a:off x="6082738" y="0"/>
            <a:ext cx="13259" cy="387617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9450393"/>
      </p:ext>
    </p:extLst>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FC23BFA-B045-456B-B5B8-42970F431A4F}"/>
              </a:ext>
            </a:extLst>
          </p:cNvPr>
          <p:cNvSpPr txBox="1">
            <a:spLocks noChangeArrowheads="1"/>
          </p:cNvSpPr>
          <p:nvPr/>
        </p:nvSpPr>
        <p:spPr bwMode="auto">
          <a:xfrm>
            <a:off x="6217284" y="368995"/>
            <a:ext cx="5853432"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D: </a:t>
            </a:r>
            <a:r>
              <a:rPr lang="en-US" sz="2800" b="1" kern="0" dirty="0" err="1">
                <a:latin typeface="Calibri" pitchFamily="34" charset="0"/>
                <a:ea typeface="Ebrima" pitchFamily="2" charset="0"/>
                <a:cs typeface="Calibri" pitchFamily="34" charset="0"/>
              </a:rPr>
              <a:t>Sakalathinteyum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udayavanaaya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pithaavaaya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daivathe</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sthoothram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eeka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Puthrane</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vannikukayum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vishudhiyumulla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Roohaaye</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sthuthikukayum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cheyeenam</a:t>
            </a:r>
            <a:r>
              <a:rPr lang="en-US" sz="2800" b="1" kern="0" dirty="0">
                <a:latin typeface="Calibri" pitchFamily="34" charset="0"/>
                <a:ea typeface="Ebrima" pitchFamily="2" charset="0"/>
                <a:cs typeface="Calibri" pitchFamily="34" charset="0"/>
              </a:rPr>
              <a:t>.</a:t>
            </a:r>
          </a:p>
        </p:txBody>
      </p:sp>
      <p:sp>
        <p:nvSpPr>
          <p:cNvPr id="102402" name="Rectangle 2"/>
          <p:cNvSpPr>
            <a:spLocks noGrp="1" noChangeArrowheads="1"/>
          </p:cNvSpPr>
          <p:nvPr>
            <p:ph type="ctrTitle"/>
          </p:nvPr>
        </p:nvSpPr>
        <p:spPr>
          <a:xfrm>
            <a:off x="-119269" y="742206"/>
            <a:ext cx="5664025" cy="3429000"/>
          </a:xfrm>
        </p:spPr>
        <p:txBody>
          <a:bodyPr anchor="ctr">
            <a:noAutofit/>
          </a:bodyPr>
          <a:lstStyle/>
          <a:p>
            <a:pPr marL="457200" rtl="0">
              <a:lnSpc>
                <a:spcPts val="2580"/>
              </a:lnSpc>
              <a:spcBef>
                <a:spcPts val="0"/>
              </a:spcBef>
              <a:spcAft>
                <a:spcPts val="0"/>
              </a:spcAft>
            </a:pPr>
            <a:r>
              <a:rPr lang="en-US" altLang="en-US" sz="3600" b="1" dirty="0">
                <a:solidFill>
                  <a:schemeClr val="accent6">
                    <a:lumMod val="50000"/>
                  </a:schemeClr>
                </a:solidFill>
                <a:latin typeface="MalayalamAbe" pitchFamily="18" charset="0"/>
              </a:rPr>
              <a:t>Ck</a:t>
            </a:r>
            <a:r>
              <a:rPr lang="en-US" altLang="en-US" sz="3600" b="1" dirty="0">
                <a:solidFill>
                  <a:schemeClr val="accent6">
                    <a:lumMod val="50000"/>
                  </a:schemeClr>
                </a:solidFill>
                <a:latin typeface="Malayalam MN" pitchFamily="2" charset="0"/>
                <a:cs typeface="Malayalam MN" pitchFamily="2" charset="0"/>
              </a:rPr>
              <a:t>. </a:t>
            </a:r>
            <a:r>
              <a:rPr lang="ml-IN" sz="2600" b="1" u="none" strike="noStrike" dirty="0">
                <a:solidFill>
                  <a:srgbClr val="000000"/>
                </a:solidFill>
                <a:effectLst/>
                <a:latin typeface="Malayalam MN" pitchFamily="2" charset="0"/>
                <a:cs typeface="Malayalam MN" pitchFamily="2" charset="0"/>
              </a:rPr>
              <a:t>സകലത്തിന്‍റെയും ഉടയവനായ പിതാവായ ദൈവത്തെ നാം സ്തോത്രം ചെയ്കയും തന്‍റെ ഏകപുത്രനെ നാം വന്ദിക്കുകയും ജീവനും വിശുദ്ധിയുമുള്ള തന്‍റെ റൂഹായെ നാം സ്തുതിക്കയും ചെയ്യണം.</a:t>
            </a:r>
            <a:br>
              <a:rPr lang="ml-IN" sz="2400" b="1" u="none" strike="noStrike" dirty="0">
                <a:solidFill>
                  <a:srgbClr val="000000"/>
                </a:solidFill>
                <a:effectLst/>
                <a:latin typeface="Malayalam MN" pitchFamily="2" charset="0"/>
                <a:cs typeface="Malayalam MN" pitchFamily="2" charset="0"/>
              </a:rPr>
            </a:br>
            <a:br>
              <a:rPr lang="ml-IN" sz="2400" b="1" dirty="0">
                <a:latin typeface="Malayalam MN" pitchFamily="2" charset="0"/>
                <a:cs typeface="Malayalam MN" pitchFamily="2" charset="0"/>
              </a:rPr>
            </a:br>
            <a:br>
              <a:rPr lang="ml-IN" sz="1200" b="1" dirty="0">
                <a:latin typeface="Malayalam MN" pitchFamily="2" charset="0"/>
                <a:cs typeface="Malayalam MN" pitchFamily="2" charset="0"/>
              </a:rPr>
            </a:br>
            <a:endParaRPr lang="en-US" altLang="en-US" sz="4400" b="1" dirty="0">
              <a:latin typeface="Malayalam MN" pitchFamily="2" charset="0"/>
              <a:cs typeface="Malayalam MN" pitchFamily="2" charset="0"/>
            </a:endParaRPr>
          </a:p>
        </p:txBody>
      </p:sp>
      <p:sp>
        <p:nvSpPr>
          <p:cNvPr id="2" name="TextBox 1">
            <a:extLst>
              <a:ext uri="{FF2B5EF4-FFF2-40B4-BE49-F238E27FC236}">
                <a16:creationId xmlns:a16="http://schemas.microsoft.com/office/drawing/2014/main" id="{DA9E4BFB-85BB-4B16-865E-B6A8470E8408}"/>
              </a:ext>
            </a:extLst>
          </p:cNvPr>
          <p:cNvSpPr txBox="1"/>
          <p:nvPr/>
        </p:nvSpPr>
        <p:spPr>
          <a:xfrm>
            <a:off x="1212783" y="4612394"/>
            <a:ext cx="9766434" cy="1569660"/>
          </a:xfrm>
          <a:prstGeom prst="rect">
            <a:avLst/>
          </a:prstGeom>
          <a:noFill/>
        </p:spPr>
        <p:txBody>
          <a:bodyPr wrap="square">
            <a:spAutoFit/>
          </a:bodyPr>
          <a:lstStyle/>
          <a:p>
            <a:pPr algn="ctr"/>
            <a:r>
              <a:rPr lang="en-US" sz="3200" b="1" i="1" dirty="0">
                <a:solidFill>
                  <a:schemeClr val="accent6">
                    <a:lumMod val="50000"/>
                  </a:schemeClr>
                </a:solidFill>
                <a:latin typeface="+mn-lt"/>
              </a:rPr>
              <a:t>D: </a:t>
            </a:r>
            <a:r>
              <a:rPr lang="en-US" sz="3200" b="1" i="1" dirty="0">
                <a:latin typeface="+mn-lt"/>
              </a:rPr>
              <a:t>Let us give glory to God the Father, Lord of all, and worship his only begotten Son, and praise His holy and life-giving Spirit.</a:t>
            </a:r>
          </a:p>
        </p:txBody>
      </p:sp>
      <p:sp>
        <p:nvSpPr>
          <p:cNvPr id="3" name="TextBox 2">
            <a:extLst>
              <a:ext uri="{FF2B5EF4-FFF2-40B4-BE49-F238E27FC236}">
                <a16:creationId xmlns:a16="http://schemas.microsoft.com/office/drawing/2014/main" id="{08266BAD-19A7-8E35-3F25-844C6810FD52}"/>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3D824235-E698-AD93-D575-A0954C8CFF76}"/>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197429"/>
      </p:ext>
    </p:extLst>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FC23BFA-B045-456B-B5B8-42970F431A4F}"/>
              </a:ext>
            </a:extLst>
          </p:cNvPr>
          <p:cNvSpPr txBox="1">
            <a:spLocks noChangeArrowheads="1"/>
          </p:cNvSpPr>
          <p:nvPr/>
        </p:nvSpPr>
        <p:spPr bwMode="auto">
          <a:xfrm>
            <a:off x="6853561" y="392954"/>
            <a:ext cx="5153900"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Anungrahikkunnavan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thrukkayyil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bharamelpichu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irakkunnu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Nallavane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thonni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cheyyenhame</a:t>
            </a:r>
            <a:r>
              <a:rPr lang="en-US" sz="2800" b="1" kern="0" dirty="0">
                <a:latin typeface="Calibri" pitchFamily="34" charset="0"/>
                <a:ea typeface="Ebrima" pitchFamily="2" charset="0"/>
                <a:cs typeface="Calibri" pitchFamily="34" charset="0"/>
              </a:rPr>
              <a:t>.</a:t>
            </a:r>
          </a:p>
        </p:txBody>
      </p:sp>
      <p:sp>
        <p:nvSpPr>
          <p:cNvPr id="102402" name="Rectangle 2"/>
          <p:cNvSpPr>
            <a:spLocks noGrp="1" noChangeArrowheads="1"/>
          </p:cNvSpPr>
          <p:nvPr>
            <p:ph type="ctrTitle"/>
          </p:nvPr>
        </p:nvSpPr>
        <p:spPr>
          <a:xfrm>
            <a:off x="0" y="0"/>
            <a:ext cx="5877017" cy="3429000"/>
          </a:xfrm>
        </p:spPr>
        <p:txBody>
          <a:bodyPr anchor="ctr">
            <a:noAutofit/>
          </a:bodyPr>
          <a:lstStyle/>
          <a:p>
            <a:pPr eaLnBrk="1" hangingPunct="1"/>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 </a:t>
            </a:r>
            <a:r>
              <a:rPr lang="en-US" altLang="en-US" sz="3200" b="1" dirty="0" err="1">
                <a:latin typeface="MalayalamAbe" pitchFamily="18" charset="0"/>
              </a:rPr>
              <a:t>LrkYz|j</a:t>
            </a:r>
            <a:r>
              <a:rPr lang="en-US" altLang="en-US" sz="3200" b="1" dirty="0">
                <a:latin typeface="MalayalamAbe" pitchFamily="18" charset="0"/>
              </a:rPr>
              <a:t>)</a:t>
            </a:r>
            <a:r>
              <a:rPr lang="en-US" altLang="en-US" sz="3200" b="1" dirty="0" err="1">
                <a:latin typeface="MalayalamAbe" pitchFamily="18" charset="0"/>
              </a:rPr>
              <a:t>k#irlu</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lSi</a:t>
            </a:r>
            <a:r>
              <a:rPr lang="en-US" altLang="en-US" sz="3200" b="1" dirty="0">
                <a:latin typeface="MalayalamAbe" pitchFamily="18" charset="0"/>
              </a:rPr>
              <a:t> </a:t>
            </a:r>
            <a:r>
              <a:rPr lang="en-US" altLang="en-US" sz="3200" b="1" dirty="0" err="1">
                <a:latin typeface="MalayalamAbe" pitchFamily="18" charset="0"/>
              </a:rPr>
              <a:t>rjsRy</a:t>
            </a:r>
            <a:r>
              <a:rPr lang="en-US" altLang="en-US" sz="3200" b="1" dirty="0">
                <a:latin typeface="MalayalamAbe" pitchFamily="18" charset="0"/>
              </a:rPr>
              <a:t> f{ss)</a:t>
            </a:r>
            <a:r>
              <a:rPr lang="en-US" altLang="en-US" sz="3200" b="1" dirty="0" err="1">
                <a:latin typeface="MalayalamAbe" pitchFamily="18" charset="0"/>
              </a:rPr>
              <a:t>u&amp;jH</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wJisr</a:t>
            </a:r>
            <a:r>
              <a:rPr lang="en-US" altLang="en-US" sz="3200" b="1" dirty="0">
                <a:latin typeface="MalayalamAbe" pitchFamily="18" charset="0"/>
              </a:rPr>
              <a:t> B*X &gt;</a:t>
            </a:r>
            <a:r>
              <a:rPr lang="en-US" altLang="en-US" sz="3200" b="1" dirty="0" err="1">
                <a:latin typeface="MalayalamAbe" pitchFamily="18" charset="0"/>
              </a:rPr>
              <a:t>gSah</a:t>
            </a:r>
            <a:r>
              <a:rPr lang="en-US" altLang="en-US" sz="3200" b="1" dirty="0">
                <a:latin typeface="MalayalamAbe" pitchFamily="18" charset="0"/>
              </a:rPr>
              <a:t>[</a:t>
            </a:r>
            <a:r>
              <a:rPr lang="en-US" altLang="en-US" sz="3200" b="1" dirty="0" err="1">
                <a:latin typeface="MalayalamAbe" pitchFamily="18" charset="0"/>
              </a:rPr>
              <a:t>ejv</a:t>
            </a:r>
            <a:r>
              <a:rPr lang="en-US" altLang="en-US" sz="3200" b="1" dirty="0">
                <a:latin typeface="MalayalamAbe" pitchFamily="18" charset="0"/>
              </a:rPr>
              <a:t>&amp;[ </a:t>
            </a:r>
            <a:r>
              <a:rPr lang="en-US" altLang="en-US" sz="3200" b="1" dirty="0" err="1">
                <a:latin typeface="MalayalamAbe" pitchFamily="18" charset="0"/>
              </a:rPr>
              <a:t>LrkYz</a:t>
            </a:r>
            <a:r>
              <a:rPr lang="en-US" altLang="en-US" sz="3200" b="1" dirty="0">
                <a:latin typeface="MalayalamAbe" pitchFamily="18" charset="0"/>
              </a:rPr>
              <a:t>|*X </a:t>
            </a:r>
            <a:r>
              <a:rPr lang="en-US" altLang="en-US" sz="3200" b="1" dirty="0" err="1">
                <a:latin typeface="MalayalamAbe" pitchFamily="18" charset="0"/>
              </a:rPr>
              <a:t>Tg</a:t>
            </a:r>
            <a:r>
              <a:rPr lang="en-US" altLang="en-US" sz="3200" b="1" dirty="0">
                <a:latin typeface="MalayalamAbe" pitchFamily="18" charset="0"/>
              </a:rPr>
              <a:t>)</a:t>
            </a:r>
            <a:r>
              <a:rPr lang="en-US" altLang="en-US" sz="3200" b="1" dirty="0" err="1">
                <a:latin typeface="MalayalamAbe" pitchFamily="18" charset="0"/>
              </a:rPr>
              <a:t>k#k</a:t>
            </a:r>
            <a:r>
              <a:rPr lang="en-US" altLang="en-US" sz="3200" b="1" dirty="0">
                <a:latin typeface="MalayalamAbe" pitchFamily="18" charset="0"/>
              </a:rPr>
              <a:t>. </a:t>
            </a:r>
            <a:r>
              <a:rPr lang="en-US" altLang="en-US" sz="3200" b="1" dirty="0" err="1">
                <a:latin typeface="MalayalamAbe" pitchFamily="18" charset="0"/>
              </a:rPr>
              <a:t>rh^iSr</a:t>
            </a:r>
            <a:r>
              <a:rPr lang="en-US" altLang="en-US" sz="3200" b="1" dirty="0">
                <a:latin typeface="MalayalamAbe" pitchFamily="18" charset="0"/>
              </a:rPr>
              <a:t> </a:t>
            </a:r>
            <a:r>
              <a:rPr lang="en-US" altLang="en-US" sz="3200" b="1" dirty="0" err="1">
                <a:latin typeface="MalayalamAbe" pitchFamily="18" charset="0"/>
              </a:rPr>
              <a:t>pu</a:t>
            </a:r>
            <a:r>
              <a:rPr lang="en-US" altLang="en-US" sz="3200" b="1" dirty="0">
                <a:latin typeface="MalayalamAbe" pitchFamily="18" charset="0"/>
              </a:rPr>
              <a:t> </a:t>
            </a:r>
            <a:r>
              <a:rPr lang="en-US" altLang="en-US" sz="3200" b="1" dirty="0" err="1">
                <a:latin typeface="MalayalamAbe" pitchFamily="18" charset="0"/>
              </a:rPr>
              <a:t>Sfl#j</a:t>
            </a:r>
            <a:r>
              <a:rPr lang="en-US" altLang="en-US" sz="3200" b="1" dirty="0">
                <a:latin typeface="MalayalamAbe" pitchFamily="18" charset="0"/>
              </a:rPr>
              <a:t> B*</a:t>
            </a:r>
            <a:r>
              <a:rPr lang="en-US" altLang="en-US" sz="3200" b="1" dirty="0" err="1">
                <a:latin typeface="MalayalamAbe" pitchFamily="18" charset="0"/>
              </a:rPr>
              <a:t>Sxlmk</a:t>
            </a:r>
            <a:r>
              <a:rPr lang="en-US" altLang="en-US" sz="3200" b="1" dirty="0">
                <a:latin typeface="MalayalamAbe" pitchFamily="18" charset="0"/>
              </a:rPr>
              <a:t> </a:t>
            </a:r>
            <a:r>
              <a:rPr lang="en-US" altLang="en-US" sz="3200" b="1" dirty="0" err="1">
                <a:latin typeface="MalayalamAbe" pitchFamily="18" charset="0"/>
              </a:rPr>
              <a:t>dgkn</a:t>
            </a:r>
            <a:r>
              <a:rPr lang="en-US" altLang="en-US" sz="3200" b="1" dirty="0">
                <a:latin typeface="MalayalamAbe" pitchFamily="18" charset="0"/>
              </a:rPr>
              <a:t> </a:t>
            </a:r>
            <a:r>
              <a:rPr lang="en-US" altLang="en-US" sz="3200" b="1" dirty="0" err="1">
                <a:latin typeface="MalayalamAbe" pitchFamily="18" charset="0"/>
              </a:rPr>
              <a:t>svSu&amp;nSa</a:t>
            </a:r>
            <a:r>
              <a:rPr lang="en-US" altLang="en-US" sz="3200" b="1" dirty="0">
                <a:latin typeface="MalayalamAbe" pitchFamily="18" charset="0"/>
              </a:rPr>
              <a:t>.</a:t>
            </a:r>
          </a:p>
        </p:txBody>
      </p:sp>
      <p:sp>
        <p:nvSpPr>
          <p:cNvPr id="2" name="TextBox 1">
            <a:extLst>
              <a:ext uri="{FF2B5EF4-FFF2-40B4-BE49-F238E27FC236}">
                <a16:creationId xmlns:a16="http://schemas.microsoft.com/office/drawing/2014/main" id="{DA9E4BFB-85BB-4B16-865E-B6A8470E8408}"/>
              </a:ext>
            </a:extLst>
          </p:cNvPr>
          <p:cNvSpPr txBox="1"/>
          <p:nvPr/>
        </p:nvSpPr>
        <p:spPr>
          <a:xfrm>
            <a:off x="1322950" y="4688153"/>
            <a:ext cx="9546099" cy="1569660"/>
          </a:xfrm>
          <a:prstGeom prst="rect">
            <a:avLst/>
          </a:prstGeom>
          <a:noFill/>
        </p:spPr>
        <p:txBody>
          <a:bodyPr wrap="square">
            <a:spAutoFit/>
          </a:bodyPr>
          <a:lstStyle/>
          <a:p>
            <a:pPr algn="ctr"/>
            <a:r>
              <a:rPr lang="en-US" sz="3200" b="1" i="1" dirty="0">
                <a:solidFill>
                  <a:schemeClr val="accent6">
                    <a:lumMod val="50000"/>
                  </a:schemeClr>
                </a:solidFill>
                <a:latin typeface="+mn-lt"/>
              </a:rPr>
              <a:t>C: </a:t>
            </a:r>
            <a:r>
              <a:rPr lang="en-US" sz="3200" b="1" i="1" dirty="0">
                <a:latin typeface="+mn-lt"/>
              </a:rPr>
              <a:t>O Lord of all blessings, we commit our lives into Your keeping and pray for Your blessings. Gracious God, have mercy upon on us and bless us.</a:t>
            </a:r>
          </a:p>
        </p:txBody>
      </p:sp>
      <p:sp>
        <p:nvSpPr>
          <p:cNvPr id="3" name="TextBox 2">
            <a:extLst>
              <a:ext uri="{FF2B5EF4-FFF2-40B4-BE49-F238E27FC236}">
                <a16:creationId xmlns:a16="http://schemas.microsoft.com/office/drawing/2014/main" id="{BE3A78A8-3BF9-45E2-0E46-A4096386E8D7}"/>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B476A548-D09F-09D3-3BDC-43000E1BA646}"/>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ctrTitle"/>
          </p:nvPr>
        </p:nvSpPr>
        <p:spPr>
          <a:xfrm>
            <a:off x="1223749" y="2853993"/>
            <a:ext cx="9744502" cy="1150014"/>
          </a:xfrm>
        </p:spPr>
        <p:txBody>
          <a:bodyPr anchor="ctr">
            <a:noAutofit/>
          </a:bodyPr>
          <a:lstStyle/>
          <a:p>
            <a:pPr eaLnBrk="1" hangingPunct="1"/>
            <a:r>
              <a:rPr lang="en-US" altLang="en-US" sz="8800" b="1" dirty="0" err="1">
                <a:solidFill>
                  <a:schemeClr val="accent6">
                    <a:lumMod val="50000"/>
                  </a:schemeClr>
                </a:solidFill>
                <a:latin typeface="MalayalamAbe" pitchFamily="18" charset="0"/>
              </a:rPr>
              <a:t>a</a:t>
            </a:r>
            <a:r>
              <a:rPr lang="en-US" altLang="en-US" sz="8800" b="1" dirty="0" err="1">
                <a:solidFill>
                  <a:schemeClr val="accent6">
                    <a:lumMod val="50000"/>
                  </a:schemeClr>
                </a:solidFill>
                <a:latin typeface="Kerala" pitchFamily="2" charset="0"/>
              </a:rPr>
              <a:t>i</a:t>
            </a:r>
            <a:r>
              <a:rPr lang="en-US" altLang="en-US" sz="8800" b="1" dirty="0" err="1">
                <a:solidFill>
                  <a:schemeClr val="accent6">
                    <a:lumMod val="50000"/>
                  </a:schemeClr>
                </a:solidFill>
                <a:latin typeface="MalayalamAbe" pitchFamily="18" charset="0"/>
              </a:rPr>
              <a:t>Uc</a:t>
            </a:r>
            <a:r>
              <a:rPr lang="en-US" altLang="en-US" sz="8800" b="1" dirty="0">
                <a:solidFill>
                  <a:schemeClr val="accent6">
                    <a:lumMod val="50000"/>
                  </a:schemeClr>
                </a:solidFill>
                <a:latin typeface="MalayalamAbe" pitchFamily="18" charset="0"/>
              </a:rPr>
              <a:t>[F </a:t>
            </a:r>
            <a:r>
              <a:rPr lang="en-US" altLang="en-US" sz="8800" b="1" dirty="0" err="1">
                <a:solidFill>
                  <a:schemeClr val="accent6">
                    <a:lumMod val="50000"/>
                  </a:schemeClr>
                </a:solidFill>
                <a:latin typeface="MalayalamAbe" pitchFamily="18" charset="0"/>
              </a:rPr>
              <a:t>YelG</a:t>
            </a:r>
            <a:r>
              <a:rPr lang="en-US" altLang="en-US" sz="8800" b="1" dirty="0" err="1">
                <a:solidFill>
                  <a:schemeClr val="accent6">
                    <a:lumMod val="50000"/>
                  </a:schemeClr>
                </a:solidFill>
                <a:latin typeface="Kerala" pitchFamily="2" charset="0"/>
              </a:rPr>
              <a:t>j</a:t>
            </a:r>
            <a:r>
              <a:rPr lang="en-US" altLang="en-US" sz="8800" b="1" dirty="0" err="1">
                <a:solidFill>
                  <a:schemeClr val="accent6">
                    <a:lumMod val="50000"/>
                  </a:schemeClr>
                </a:solidFill>
                <a:latin typeface="MalayalamAbe" pitchFamily="18" charset="0"/>
              </a:rPr>
              <a:t>r</a:t>
            </a:r>
            <a:endParaRPr lang="en-US" altLang="en-US" sz="4800" i="1" dirty="0">
              <a:solidFill>
                <a:schemeClr val="accent6">
                  <a:lumMod val="50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DCE8DC3-3960-421F-6916-62A174508BA0}"/>
              </a:ext>
            </a:extLst>
          </p:cNvPr>
          <p:cNvSpPr txBox="1"/>
          <p:nvPr/>
        </p:nvSpPr>
        <p:spPr>
          <a:xfrm>
            <a:off x="3318680" y="2098512"/>
            <a:ext cx="5554639" cy="646331"/>
          </a:xfrm>
          <a:prstGeom prst="rect">
            <a:avLst/>
          </a:prstGeom>
          <a:noFill/>
        </p:spPr>
        <p:txBody>
          <a:bodyPr wrap="square">
            <a:spAutoFit/>
          </a:bodyPr>
          <a:lstStyle/>
          <a:p>
            <a:pPr algn="ctr"/>
            <a:r>
              <a:rPr lang="en-US" altLang="en-US" sz="3600" b="1" i="1" dirty="0" err="1">
                <a:solidFill>
                  <a:schemeClr val="accent6">
                    <a:lumMod val="50000"/>
                  </a:schemeClr>
                </a:solidFill>
                <a:latin typeface="Calibri" panose="020F0502020204030204" pitchFamily="34" charset="0"/>
                <a:cs typeface="Calibri" panose="020F0502020204030204" pitchFamily="34" charset="0"/>
              </a:rPr>
              <a:t>Madhyastha</a:t>
            </a:r>
            <a:r>
              <a:rPr lang="en-US" altLang="en-US" sz="3600" b="1" i="1" dirty="0">
                <a:solidFill>
                  <a:schemeClr val="accent6">
                    <a:lumMod val="50000"/>
                  </a:schemeClr>
                </a:solidFill>
                <a:latin typeface="Calibri" panose="020F0502020204030204" pitchFamily="34" charset="0"/>
                <a:cs typeface="Calibri" panose="020F0502020204030204" pitchFamily="34" charset="0"/>
              </a:rPr>
              <a:t> </a:t>
            </a:r>
            <a:r>
              <a:rPr lang="en-US" altLang="en-US" sz="3600" b="1" i="1" dirty="0" err="1">
                <a:solidFill>
                  <a:schemeClr val="accent6">
                    <a:lumMod val="50000"/>
                  </a:schemeClr>
                </a:solidFill>
                <a:latin typeface="Calibri" panose="020F0502020204030204" pitchFamily="34" charset="0"/>
                <a:cs typeface="Calibri" panose="020F0502020204030204" pitchFamily="34" charset="0"/>
              </a:rPr>
              <a:t>Praarthana</a:t>
            </a:r>
            <a:endParaRPr lang="en-US" sz="3600" dirty="0"/>
          </a:p>
        </p:txBody>
      </p:sp>
      <p:sp>
        <p:nvSpPr>
          <p:cNvPr id="6" name="TextBox 5">
            <a:extLst>
              <a:ext uri="{FF2B5EF4-FFF2-40B4-BE49-F238E27FC236}">
                <a16:creationId xmlns:a16="http://schemas.microsoft.com/office/drawing/2014/main" id="{AEB0E5C3-4F9D-D1FB-2CE1-0E0588218D1B}"/>
              </a:ext>
            </a:extLst>
          </p:cNvPr>
          <p:cNvSpPr txBox="1"/>
          <p:nvPr/>
        </p:nvSpPr>
        <p:spPr>
          <a:xfrm>
            <a:off x="2543601" y="4113157"/>
            <a:ext cx="7104796" cy="646331"/>
          </a:xfrm>
          <a:prstGeom prst="rect">
            <a:avLst/>
          </a:prstGeom>
          <a:noFill/>
        </p:spPr>
        <p:txBody>
          <a:bodyPr wrap="square">
            <a:spAutoFit/>
          </a:bodyPr>
          <a:lstStyle/>
          <a:p>
            <a:pPr algn="ctr"/>
            <a:r>
              <a:rPr lang="en-US" altLang="en-US" sz="3600" b="1" i="1" dirty="0">
                <a:solidFill>
                  <a:schemeClr val="accent6">
                    <a:lumMod val="50000"/>
                  </a:schemeClr>
                </a:solidFill>
                <a:latin typeface="Calibri" panose="020F0502020204030204" pitchFamily="34" charset="0"/>
                <a:cs typeface="Calibri" panose="020F0502020204030204" pitchFamily="34" charset="0"/>
              </a:rPr>
              <a:t>Intercessory Prayer</a:t>
            </a:r>
            <a:endParaRPr lang="en-US" sz="3600" dirty="0"/>
          </a:p>
        </p:txBody>
      </p:sp>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ctrTitle"/>
          </p:nvPr>
        </p:nvSpPr>
        <p:spPr>
          <a:xfrm>
            <a:off x="455401" y="669063"/>
            <a:ext cx="5168348" cy="1447800"/>
          </a:xfrm>
        </p:spPr>
        <p:txBody>
          <a:bodyPr anchor="ctr">
            <a:noAutofit/>
          </a:bodyPr>
          <a:lstStyle/>
          <a:p>
            <a:pPr algn="l" eaLnBrk="1" hangingPunct="1">
              <a:lnSpc>
                <a:spcPts val="3560"/>
              </a:lnSpc>
            </a:pPr>
            <a:r>
              <a:rPr lang="en-US" altLang="en-US" sz="3800" b="1" dirty="0">
                <a:latin typeface="MalayalamAbe" pitchFamily="18" charset="0"/>
              </a:rPr>
              <a:t>			</a:t>
            </a:r>
            <a:br>
              <a:rPr lang="en-US" altLang="en-US" sz="3800" b="1" dirty="0">
                <a:latin typeface="MalayalamAbe" pitchFamily="18" charset="0"/>
              </a:rPr>
            </a:br>
            <a:r>
              <a:rPr lang="en-US" altLang="en-US" sz="3800" b="1" dirty="0">
                <a:solidFill>
                  <a:schemeClr val="accent6">
                    <a:lumMod val="50000"/>
                  </a:schemeClr>
                </a:solidFill>
                <a:latin typeface="MalayalamAbe" pitchFamily="18" charset="0"/>
              </a:rPr>
              <a:t>e</a:t>
            </a:r>
            <a:r>
              <a:rPr lang="en-US" altLang="en-US" sz="3800" b="1" dirty="0">
                <a:solidFill>
                  <a:schemeClr val="accent6">
                    <a:lumMod val="50000"/>
                  </a:schemeClr>
                </a:solidFill>
              </a:rPr>
              <a:t>. </a:t>
            </a:r>
            <a:r>
              <a:rPr lang="en-US" altLang="en-US" sz="3800" b="1" dirty="0"/>
              <a:t>(</a:t>
            </a:r>
            <a:r>
              <a:rPr lang="en-US" altLang="en-US" sz="3800" b="1" dirty="0" err="1">
                <a:latin typeface="MalayalamAbe" pitchFamily="18" charset="0"/>
              </a:rPr>
              <a:t>Qgk</a:t>
            </a:r>
            <a:r>
              <a:rPr lang="en-US" altLang="en-US" sz="3800" b="1" dirty="0">
                <a:latin typeface="MalayalamAbe" pitchFamily="18" charset="0"/>
              </a:rPr>
              <a:t> </a:t>
            </a:r>
            <a:r>
              <a:rPr lang="en-US" altLang="en-US" sz="3800" b="1" dirty="0" err="1">
                <a:latin typeface="MalayalamAbe" pitchFamily="18" charset="0"/>
              </a:rPr>
              <a:t>YelG</a:t>
            </a:r>
            <a:r>
              <a:rPr lang="en-US" altLang="en-US" sz="3800" b="1" dirty="0" err="1">
                <a:latin typeface="Kerala" pitchFamily="2" charset="0"/>
              </a:rPr>
              <a:t>j</a:t>
            </a:r>
            <a:r>
              <a:rPr lang="en-US" altLang="en-US" sz="3800" b="1" dirty="0" err="1">
                <a:latin typeface="MalayalamAbe" pitchFamily="18" charset="0"/>
              </a:rPr>
              <a:t>r</a:t>
            </a:r>
            <a:r>
              <a:rPr lang="en-US" altLang="en-US" sz="3800" b="1" dirty="0"/>
              <a:t>) </a:t>
            </a:r>
            <a:br>
              <a:rPr lang="en-US" altLang="en-US" sz="3800" b="1" dirty="0"/>
            </a:br>
            <a:r>
              <a:rPr lang="en-US" altLang="en-US" sz="3800" b="1" dirty="0"/>
              <a:t>...</a:t>
            </a:r>
            <a:r>
              <a:rPr lang="en-US" altLang="en-US" sz="3800" b="1" dirty="0" err="1">
                <a:latin typeface="MalayalamAbe" pitchFamily="18" charset="0"/>
              </a:rPr>
              <a:t>cIG</a:t>
            </a:r>
            <a:r>
              <a:rPr lang="en-US" altLang="en-US" sz="3800" b="1" dirty="0" err="1">
                <a:latin typeface="Kerala" pitchFamily="2" charset="0"/>
              </a:rPr>
              <a:t>P</a:t>
            </a:r>
            <a:r>
              <a:rPr lang="en-US" altLang="en-US" sz="3800" b="1" dirty="0" err="1">
                <a:latin typeface="MalayalamAbe" pitchFamily="18" charset="0"/>
              </a:rPr>
              <a:t>c</a:t>
            </a:r>
            <a:r>
              <a:rPr lang="en-US" altLang="en-US" sz="3800" b="1" dirty="0">
                <a:latin typeface="MalayalamAbe" pitchFamily="18" charset="0"/>
              </a:rPr>
              <a:t>[</a:t>
            </a:r>
            <a:r>
              <a:rPr lang="en-US" altLang="en-US" sz="3800" b="1" dirty="0" err="1">
                <a:latin typeface="MalayalamAbe" pitchFamily="18" charset="0"/>
              </a:rPr>
              <a:t>Frlu</a:t>
            </a:r>
            <a:r>
              <a:rPr lang="en-US" altLang="en-US" sz="3800" b="1" dirty="0">
                <a:latin typeface="MalayalamAbe" pitchFamily="18" charset="0"/>
              </a:rPr>
              <a:t> B*</a:t>
            </a:r>
            <a:r>
              <a:rPr lang="en-US" altLang="en-US" sz="3800" b="1" dirty="0" err="1">
                <a:latin typeface="MalayalamAbe" pitchFamily="18" charset="0"/>
              </a:rPr>
              <a:t>xksm</a:t>
            </a:r>
            <a:r>
              <a:rPr lang="en-US" altLang="en-US" sz="3800" b="1" dirty="0">
                <a:latin typeface="MalayalamAbe" pitchFamily="18" charset="0"/>
              </a:rPr>
              <a:t> </a:t>
            </a:r>
            <a:r>
              <a:rPr lang="en-US" altLang="en-US" sz="3800" b="1" dirty="0" err="1">
                <a:latin typeface="MalayalamAbe" pitchFamily="18" charset="0"/>
              </a:rPr>
              <a:t>ejflSi</a:t>
            </a:r>
            <a:r>
              <a:rPr lang="en-US" altLang="en-US" sz="3800" b="1" dirty="0">
                <a:latin typeface="MalayalamAbe" pitchFamily="18" charset="0"/>
              </a:rPr>
              <a:t>,</a:t>
            </a:r>
            <a:br>
              <a:rPr lang="en-US" altLang="en-US" sz="3800" b="1" dirty="0">
                <a:latin typeface="MalayalamAbe" pitchFamily="18" charset="0"/>
              </a:rPr>
            </a:br>
            <a:br>
              <a:rPr lang="en-US" altLang="en-US" sz="3800" b="1" dirty="0">
                <a:latin typeface="MalayalamAbe" pitchFamily="18" charset="0"/>
              </a:rPr>
            </a:br>
            <a:endParaRPr lang="en-US" altLang="en-US" sz="3800" b="1" dirty="0">
              <a:latin typeface="MalayalamAbe" pitchFamily="18" charset="0"/>
            </a:endParaRPr>
          </a:p>
        </p:txBody>
      </p:sp>
      <p:sp>
        <p:nvSpPr>
          <p:cNvPr id="3" name="Text Box 2">
            <a:extLst>
              <a:ext uri="{FF2B5EF4-FFF2-40B4-BE49-F238E27FC236}">
                <a16:creationId xmlns:a16="http://schemas.microsoft.com/office/drawing/2014/main" id="{C54A4F5F-BC0F-45E5-B73F-579078F1428B}"/>
              </a:ext>
            </a:extLst>
          </p:cNvPr>
          <p:cNvSpPr txBox="1">
            <a:spLocks noChangeArrowheads="1"/>
          </p:cNvSpPr>
          <p:nvPr/>
        </p:nvSpPr>
        <p:spPr bwMode="auto">
          <a:xfrm>
            <a:off x="6708206" y="-226882"/>
            <a:ext cx="5622833" cy="213774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latin typeface="Calibri" pitchFamily="34" charset="0"/>
                <a:ea typeface="Ebrima" pitchFamily="2" charset="0"/>
                <a:cs typeface="Calibri" pitchFamily="34" charset="0"/>
              </a:rPr>
              <a:t>                    </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a:latin typeface="Calibri" pitchFamily="34" charset="0"/>
                <a:ea typeface="Ebrima" pitchFamily="2" charset="0"/>
                <a:cs typeface="Calibri" pitchFamily="34" charset="0"/>
              </a:rPr>
              <a:t>(</a:t>
            </a:r>
            <a:r>
              <a:rPr lang="en-US" sz="3000" b="1" kern="0" dirty="0" err="1">
                <a:latin typeface="Calibri" pitchFamily="34" charset="0"/>
                <a:ea typeface="Ebrima" pitchFamily="2" charset="0"/>
                <a:cs typeface="Calibri" pitchFamily="34" charset="0"/>
              </a:rPr>
              <a:t>Oru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Praarthana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Swargasthanaaya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njangalhude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Pithaave</a:t>
            </a:r>
            <a:r>
              <a:rPr lang="en-US" sz="3000" b="1" kern="0" dirty="0">
                <a:latin typeface="Calibri" pitchFamily="34" charset="0"/>
                <a:ea typeface="Ebrima" pitchFamily="2" charset="0"/>
                <a:cs typeface="Calibri" pitchFamily="34" charset="0"/>
              </a:rPr>
              <a:t>,</a:t>
            </a:r>
          </a:p>
        </p:txBody>
      </p:sp>
      <p:sp>
        <p:nvSpPr>
          <p:cNvPr id="2" name="TextBox 1">
            <a:extLst>
              <a:ext uri="{FF2B5EF4-FFF2-40B4-BE49-F238E27FC236}">
                <a16:creationId xmlns:a16="http://schemas.microsoft.com/office/drawing/2014/main" id="{BC48C80A-ED58-6EC1-B17F-63AFD501E0A2}"/>
              </a:ext>
            </a:extLst>
          </p:cNvPr>
          <p:cNvSpPr txBox="1"/>
          <p:nvPr/>
        </p:nvSpPr>
        <p:spPr>
          <a:xfrm>
            <a:off x="267240" y="3096716"/>
            <a:ext cx="11657520" cy="4457887"/>
          </a:xfrm>
          <a:prstGeom prst="rect">
            <a:avLst/>
          </a:prstGeom>
          <a:noFill/>
        </p:spPr>
        <p:txBody>
          <a:bodyPr wrap="square" rtlCol="0">
            <a:spAutoFit/>
          </a:bodyPr>
          <a:lstStyle/>
          <a:p>
            <a:pPr marL="403225" indent="-403225">
              <a:lnSpc>
                <a:spcPts val="3800"/>
              </a:lnSpc>
              <a:spcBef>
                <a:spcPts val="0"/>
              </a:spcBef>
              <a:spcAft>
                <a:spcPts val="0"/>
              </a:spcAft>
              <a:buClr>
                <a:srgbClr val="000000"/>
              </a:buClr>
              <a:buSzPts val="3200"/>
            </a:pPr>
            <a:r>
              <a:rPr lang="en-US" sz="3000" b="1" i="1" dirty="0">
                <a:solidFill>
                  <a:schemeClr val="accent6">
                    <a:lumMod val="50000"/>
                  </a:schemeClr>
                </a:solidFill>
                <a:latin typeface="Calibri" panose="020F0502020204030204" pitchFamily="34" charset="0"/>
                <a:cs typeface="Calibri" panose="020F0502020204030204" pitchFamily="34" charset="0"/>
              </a:rPr>
              <a:t>*An alternative prayer or the following:</a:t>
            </a:r>
            <a:endPar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endParaRPr>
          </a:p>
          <a:p>
            <a:pPr marL="403225" indent="-403225">
              <a:lnSpc>
                <a:spcPts val="3800"/>
              </a:lnSpc>
              <a:spcBef>
                <a:spcPts val="0"/>
              </a:spcBef>
              <a:spcAft>
                <a:spcPts val="0"/>
              </a:spcAft>
              <a:buClr>
                <a:srgbClr val="000000"/>
              </a:buClr>
              <a:buSzPts val="3200"/>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(A Prayer) </a:t>
            </a:r>
            <a:r>
              <a:rPr lang="en-US" sz="3000" b="1" i="1" dirty="0">
                <a:solidFill>
                  <a:srgbClr val="000000"/>
                </a:solidFill>
                <a:effectLst/>
                <a:latin typeface="Calibri" panose="020F0502020204030204" pitchFamily="34" charset="0"/>
                <a:cs typeface="Calibri" panose="020F0502020204030204" pitchFamily="34" charset="0"/>
              </a:rPr>
              <a:t>O God, Father of our Lord Jesus Christ, glorified by cherubim, extolled by seraphim and exalted by all the heavenly host, </a:t>
            </a:r>
            <a:r>
              <a:rPr lang="en-US" sz="3000" b="1" i="1" u="none" strike="noStrike" cap="none" dirty="0">
                <a:solidFill>
                  <a:schemeClr val="dk1"/>
                </a:solidFill>
                <a:latin typeface="+mn-lt"/>
                <a:ea typeface="Calibri"/>
                <a:cs typeface="Times New Roman" panose="02020603050405020304" pitchFamily="18" charset="0"/>
                <a:sym typeface="Calibri"/>
              </a:rPr>
              <a:t>Y</a:t>
            </a:r>
            <a:r>
              <a:rPr lang="en-US" sz="3000" b="1" i="1" dirty="0">
                <a:solidFill>
                  <a:srgbClr val="000000"/>
                </a:solidFill>
                <a:effectLst/>
                <a:latin typeface="Calibri" panose="020F0502020204030204" pitchFamily="34" charset="0"/>
                <a:cs typeface="Calibri" panose="020F0502020204030204" pitchFamily="34" charset="0"/>
              </a:rPr>
              <a:t>ou sanctify the offerings and oblations presented before You. Sanctify our body, soul and spirit so that with pure and confident hearts we may address You as God and Father and pray:</a:t>
            </a:r>
          </a:p>
          <a:p>
            <a:pPr marL="403225" indent="-403225">
              <a:lnSpc>
                <a:spcPts val="3800"/>
              </a:lnSpc>
              <a:spcBef>
                <a:spcPts val="0"/>
              </a:spcBef>
              <a:spcAft>
                <a:spcPts val="0"/>
              </a:spcAft>
              <a:buClr>
                <a:srgbClr val="000000"/>
              </a:buClr>
              <a:buSzPts val="3200"/>
            </a:pPr>
            <a:r>
              <a:rPr lang="en-US" sz="3000" b="1" i="1" dirty="0">
                <a:solidFill>
                  <a:srgbClr val="000000"/>
                </a:solidFill>
                <a:latin typeface="Calibri" panose="020F0502020204030204" pitchFamily="34" charset="0"/>
                <a:cs typeface="Calibri" panose="020F0502020204030204" pitchFamily="34" charset="0"/>
              </a:rPr>
              <a:t>	‘</a:t>
            </a:r>
            <a:r>
              <a:rPr lang="en-US" sz="3000" b="1" i="1" dirty="0">
                <a:solidFill>
                  <a:srgbClr val="000000"/>
                </a:solidFill>
                <a:effectLst/>
                <a:latin typeface="Calibri" panose="020F0502020204030204" pitchFamily="34" charset="0"/>
                <a:cs typeface="Calibri" panose="020F0502020204030204" pitchFamily="34" charset="0"/>
              </a:rPr>
              <a:t>Our Father in heaven,'</a:t>
            </a:r>
          </a:p>
          <a:p>
            <a:pPr marL="403225" marR="0" lvl="0" indent="-403225" algn="l" rtl="0">
              <a:lnSpc>
                <a:spcPts val="3800"/>
              </a:lnSpc>
              <a:spcBef>
                <a:spcPts val="0"/>
              </a:spcBef>
              <a:spcAft>
                <a:spcPts val="0"/>
              </a:spcAft>
              <a:buClr>
                <a:srgbClr val="000000"/>
              </a:buClr>
              <a:buSzPts val="3200"/>
              <a:buFont typeface="Arial"/>
              <a:buNone/>
            </a:pPr>
            <a:endParaRPr lang="en-US" sz="3000" b="1" i="1" u="none" strike="noStrike" cap="none" dirty="0">
              <a:latin typeface="Calibri" panose="020F0502020204030204" pitchFamily="34" charset="0"/>
              <a:ea typeface="Calibri"/>
              <a:cs typeface="Calibri" panose="020F0502020204030204" pitchFamily="34" charset="0"/>
              <a:sym typeface="Calibri"/>
            </a:endParaRPr>
          </a:p>
          <a:p>
            <a:pPr>
              <a:lnSpc>
                <a:spcPts val="3800"/>
              </a:lnSpc>
            </a:pPr>
            <a:endParaRPr lang="en-US" sz="3000" b="1" i="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48E2812-EBCB-69C6-7078-F50F4CC2CEA3}"/>
              </a:ext>
            </a:extLst>
          </p:cNvPr>
          <p:cNvSpPr txBox="1"/>
          <p:nvPr/>
        </p:nvSpPr>
        <p:spPr>
          <a:xfrm>
            <a:off x="0" y="233953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86563D4B-FF13-1E6A-9BFC-B969272B9760}"/>
              </a:ext>
            </a:extLst>
          </p:cNvPr>
          <p:cNvCxnSpPr>
            <a:cxnSpLocks/>
            <a:endCxn id="5" idx="0"/>
          </p:cNvCxnSpPr>
          <p:nvPr/>
        </p:nvCxnSpPr>
        <p:spPr>
          <a:xfrm>
            <a:off x="6096000" y="0"/>
            <a:ext cx="0" cy="233953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8794382"/>
      </p:ext>
    </p:extLst>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93116E28-103B-4D32-B4FD-B279DB8E54AD}"/>
              </a:ext>
            </a:extLst>
          </p:cNvPr>
          <p:cNvSpPr txBox="1">
            <a:spLocks noChangeArrowheads="1"/>
          </p:cNvSpPr>
          <p:nvPr/>
        </p:nvSpPr>
        <p:spPr bwMode="auto">
          <a:xfrm>
            <a:off x="6368023" y="344765"/>
            <a:ext cx="5551955" cy="3050367"/>
          </a:xfrm>
          <a:prstGeom prst="rect">
            <a:avLst/>
          </a:prstGeom>
          <a:noFill/>
          <a:ln w="9525">
            <a:noFill/>
            <a:miter lim="800000"/>
            <a:headEnd/>
            <a:tailEnd/>
          </a:ln>
          <a:effectLst/>
        </p:spPr>
        <p:txBody>
          <a:bodyPr wrap="square" lIns="111402" tIns="55743" rIns="111402" bIns="55743">
            <a:spAutoFit/>
          </a:bodyPr>
          <a:lstStyle/>
          <a:p>
            <a:pPr>
              <a:lnSpc>
                <a:spcPts val="3280"/>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Ninte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naamam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parishudham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aakkapedenhame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raajyam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varanhame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hitham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sworgathile</a:t>
            </a:r>
            <a:r>
              <a:rPr lang="en-US" b="1" kern="0" dirty="0">
                <a:latin typeface="Calibri" pitchFamily="34" charset="0"/>
                <a:ea typeface="Ebrima" pitchFamily="2" charset="0"/>
                <a:cs typeface="Calibri" pitchFamily="34" charset="0"/>
              </a:rPr>
              <a:t> pole </a:t>
            </a:r>
            <a:r>
              <a:rPr lang="en-US" b="1" kern="0" dirty="0" err="1">
                <a:latin typeface="Calibri" pitchFamily="34" charset="0"/>
                <a:ea typeface="Ebrima" pitchFamily="2" charset="0"/>
                <a:cs typeface="Calibri" pitchFamily="34" charset="0"/>
              </a:rPr>
              <a:t>bhoomiyilum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aakenhame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Njangalku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aavashyam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ulla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aahaaram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innu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njangalku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tharanhame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Njangalude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kadakkaarodu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kshemich-irikkunnathu</a:t>
            </a:r>
            <a:r>
              <a:rPr lang="en-US" b="1" kern="0" dirty="0">
                <a:latin typeface="Calibri" pitchFamily="34" charset="0"/>
                <a:ea typeface="Ebrima" pitchFamily="2" charset="0"/>
                <a:cs typeface="Calibri" pitchFamily="34" charset="0"/>
              </a:rPr>
              <a:t> pole...</a:t>
            </a:r>
          </a:p>
        </p:txBody>
      </p:sp>
      <p:sp>
        <p:nvSpPr>
          <p:cNvPr id="106498" name="Rectangle 2"/>
          <p:cNvSpPr>
            <a:spLocks noGrp="1" noChangeArrowheads="1"/>
          </p:cNvSpPr>
          <p:nvPr>
            <p:ph type="ctrTitle"/>
          </p:nvPr>
        </p:nvSpPr>
        <p:spPr>
          <a:xfrm>
            <a:off x="304799" y="189316"/>
            <a:ext cx="5663941" cy="3429000"/>
          </a:xfrm>
        </p:spPr>
        <p:txBody>
          <a:bodyPr anchor="ctr">
            <a:noAutofit/>
          </a:bodyPr>
          <a:lstStyle/>
          <a:p>
            <a:pPr algn="l" eaLnBrk="1" hangingPunct="1">
              <a:lnSpc>
                <a:spcPts val="2640"/>
              </a:lnSpc>
            </a:pPr>
            <a:r>
              <a:rPr lang="en-US" altLang="en-US" sz="3200" b="1" dirty="0">
                <a:solidFill>
                  <a:schemeClr val="accent6">
                    <a:lumMod val="50000"/>
                  </a:schemeClr>
                </a:solidFill>
                <a:latin typeface="MalayalamAbe" pitchFamily="18" charset="0"/>
              </a:rPr>
              <a:t>w.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rla</a:t>
            </a:r>
            <a:r>
              <a:rPr lang="en-US" altLang="en-US" sz="3200" b="1" dirty="0">
                <a:latin typeface="MalayalamAbe" pitchFamily="18" charset="0"/>
              </a:rPr>
              <a:t>; </a:t>
            </a:r>
            <a:r>
              <a:rPr lang="en-US" altLang="en-US" sz="3200" b="1" dirty="0" err="1">
                <a:latin typeface="MalayalamAbe" pitchFamily="18" charset="0"/>
              </a:rPr>
              <a:t>egjCk</a:t>
            </a:r>
            <a:r>
              <a:rPr lang="en-US" altLang="en-US" sz="3200" b="1" dirty="0" err="1">
                <a:latin typeface="Kerala" pitchFamily="2" charset="0"/>
              </a:rPr>
              <a:t>i</a:t>
            </a:r>
            <a:r>
              <a:rPr lang="en-US" altLang="en-US" sz="3200" b="1" dirty="0" err="1">
                <a:latin typeface="MalayalamAbe" pitchFamily="18" charset="0"/>
              </a:rPr>
              <a:t>al</a:t>
            </a:r>
            <a:r>
              <a:rPr lang="en-US" altLang="en-US" sz="3200" b="1" dirty="0">
                <a:latin typeface="MalayalamAbe" pitchFamily="18" charset="0"/>
              </a:rPr>
              <a:t>)s/-</a:t>
            </a:r>
            <a:r>
              <a:rPr lang="en-US" altLang="en-US" sz="3200" b="1" dirty="0" err="1">
                <a:latin typeface="MalayalamAbe" pitchFamily="18" charset="0"/>
              </a:rPr>
              <a:t>SmnSa</a:t>
            </a:r>
            <a:r>
              <a:rPr lang="en-US" altLang="en-US" sz="3200" b="1" dirty="0">
                <a:latin typeface="MalayalamAbe" pitchFamily="18" charset="0"/>
              </a:rPr>
              <a:t>-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glwU</a:t>
            </a:r>
            <a:r>
              <a:rPr lang="en-US" altLang="en-US" sz="3200" b="1" dirty="0">
                <a:latin typeface="MalayalamAbe" pitchFamily="18" charset="0"/>
              </a:rPr>
              <a:t>; </a:t>
            </a:r>
            <a:r>
              <a:rPr lang="en-US" altLang="en-US" sz="3200" b="1" dirty="0" err="1">
                <a:latin typeface="MalayalamAbe" pitchFamily="18" charset="0"/>
              </a:rPr>
              <a:t>iSgnSa</a:t>
            </a:r>
            <a:r>
              <a:rPr lang="en-US" altLang="en-US" sz="3200" b="1" dirty="0">
                <a:latin typeface="MalayalamAbe" pitchFamily="18" charset="0"/>
              </a:rPr>
              <a:t> -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MalayalamAbe" pitchFamily="18" charset="0"/>
              </a:rPr>
              <a:t>jf</a:t>
            </a:r>
            <a:r>
              <a:rPr lang="en-US" altLang="en-US" sz="3200" b="1" dirty="0">
                <a:latin typeface="MalayalamAbe" pitchFamily="18" charset="0"/>
              </a:rPr>
              <a:t>; </a:t>
            </a:r>
            <a:r>
              <a:rPr lang="en-US" altLang="en-US" sz="3200" b="1" dirty="0" err="1">
                <a:latin typeface="MalayalamAbe" pitchFamily="18" charset="0"/>
              </a:rPr>
              <a:t>cIG</a:t>
            </a:r>
            <a:r>
              <a:rPr lang="en-US" altLang="en-US" sz="3200" b="1" dirty="0" err="1">
                <a:latin typeface="Kerala" pitchFamily="2" charset="0"/>
              </a:rPr>
              <a:t>P</a:t>
            </a:r>
            <a:r>
              <a:rPr lang="en-US" altLang="en-US" sz="3200" b="1" dirty="0">
                <a:latin typeface="MalayalamAbe" pitchFamily="18" charset="0"/>
              </a:rPr>
              <a:t>\</a:t>
            </a:r>
            <a:r>
              <a:rPr lang="en-US" altLang="en-US" sz="3200" b="1" dirty="0" err="1">
                <a:latin typeface="MalayalamAbe" pitchFamily="18" charset="0"/>
              </a:rPr>
              <a:t>jshS</a:t>
            </a:r>
            <a:r>
              <a:rPr lang="en-US" altLang="en-US" sz="3200" b="1" dirty="0">
                <a:latin typeface="MalayalamAbe" pitchFamily="18" charset="0"/>
              </a:rPr>
              <a:t>/</a:t>
            </a:r>
            <a:r>
              <a:rPr lang="en-US" altLang="en-US" sz="3200" b="1" dirty="0" err="1">
                <a:latin typeface="MalayalamAbe" pitchFamily="18" charset="0"/>
              </a:rPr>
              <a:t>lsh</a:t>
            </a:r>
            <a:r>
              <a:rPr lang="en-US" altLang="en-US" sz="3200" b="1" dirty="0">
                <a:latin typeface="MalayalamAbe" pitchFamily="18" charset="0"/>
              </a:rPr>
              <a:t> &gt;</a:t>
            </a:r>
            <a:r>
              <a:rPr lang="en-US" altLang="en-US" sz="3200" b="1" dirty="0" err="1">
                <a:latin typeface="MalayalamAbe" pitchFamily="18" charset="0"/>
              </a:rPr>
              <a:t>oajujhk</a:t>
            </a:r>
            <a:r>
              <a:rPr lang="en-US" altLang="en-US" sz="3200" b="1" dirty="0">
                <a:latin typeface="MalayalamAbe" pitchFamily="18" charset="0"/>
              </a:rPr>
              <a:t>; :</a:t>
            </a:r>
            <a:r>
              <a:rPr lang="en-US" altLang="en-US" sz="3200" b="1" dirty="0" err="1">
                <a:latin typeface="MalayalamAbe" pitchFamily="18" charset="0"/>
              </a:rPr>
              <a:t>SdnSa</a:t>
            </a:r>
            <a:r>
              <a:rPr lang="en-US" altLang="en-US" sz="3200" b="1" dirty="0">
                <a:latin typeface="MalayalamAbe" pitchFamily="18" charset="0"/>
              </a:rPr>
              <a:t> - B*X)k :</a:t>
            </a:r>
            <a:r>
              <a:rPr lang="en-US" altLang="en-US" sz="3200" b="1" dirty="0" err="1">
                <a:latin typeface="MalayalamAbe" pitchFamily="18" charset="0"/>
              </a:rPr>
              <a:t>iCUak</a:t>
            </a:r>
            <a:r>
              <a:rPr lang="en-US" altLang="en-US" sz="3200" b="1" dirty="0">
                <a:latin typeface="MalayalamAbe" pitchFamily="18" charset="0"/>
              </a:rPr>
              <a:t>= </a:t>
            </a:r>
            <a:r>
              <a:rPr lang="en-US" altLang="en-US" sz="3200" b="1" noProof="1">
                <a:latin typeface="MalayalamAbe" pitchFamily="18" charset="0"/>
              </a:rPr>
              <a:t>:|lg; T#k B*X-)k fSgnSa </a:t>
            </a:r>
            <a:r>
              <a:rPr lang="en-US" altLang="en-US" sz="3200" b="1" dirty="0">
                <a:latin typeface="MalayalamAbe" pitchFamily="18" charset="0"/>
              </a:rPr>
              <a:t>- </a:t>
            </a:r>
            <a:r>
              <a:rPr lang="en-US" altLang="en-US" sz="3200" b="1" noProof="1">
                <a:latin typeface="MalayalamAbe" pitchFamily="18" charset="0"/>
              </a:rPr>
              <a:t>B*xksm dm)lSglmk B*X </a:t>
            </a:r>
            <a:r>
              <a:rPr lang="en-US" altLang="en-US" sz="3200" b="1" noProof="1">
                <a:latin typeface="Kerala" pitchFamily="2" charset="0"/>
              </a:rPr>
              <a:t>f</a:t>
            </a:r>
            <a:r>
              <a:rPr lang="en-US" altLang="en-US" sz="3200" b="1" noProof="1">
                <a:latin typeface="MalayalamAbe" pitchFamily="18" charset="0"/>
              </a:rPr>
              <a:t>ajv&amp;jgj)k#fk Selsh...</a:t>
            </a:r>
            <a:endParaRPr lang="en-US" altLang="en-US" sz="3200" b="1" dirty="0">
              <a:latin typeface="MalayalamAbe" pitchFamily="18" charset="0"/>
            </a:endParaRPr>
          </a:p>
        </p:txBody>
      </p:sp>
      <p:sp>
        <p:nvSpPr>
          <p:cNvPr id="3" name="TextBox 2">
            <a:extLst>
              <a:ext uri="{FF2B5EF4-FFF2-40B4-BE49-F238E27FC236}">
                <a16:creationId xmlns:a16="http://schemas.microsoft.com/office/drawing/2014/main" id="{BDC434A7-E651-67CD-08B8-96A9DB5FDAAB}"/>
              </a:ext>
            </a:extLst>
          </p:cNvPr>
          <p:cNvSpPr txBox="1"/>
          <p:nvPr/>
        </p:nvSpPr>
        <p:spPr>
          <a:xfrm>
            <a:off x="698507" y="4831028"/>
            <a:ext cx="10540468" cy="1477328"/>
          </a:xfrm>
          <a:prstGeom prst="rect">
            <a:avLst/>
          </a:prstGeom>
          <a:noFill/>
        </p:spPr>
        <p:txBody>
          <a:bodyPr wrap="square">
            <a:spAutoFit/>
          </a:bodyPr>
          <a:lstStyle/>
          <a:p>
            <a:pPr marL="403225" marR="0" lvl="0" indent="-403225" rtl="0">
              <a:lnSpc>
                <a:spcPct val="100000"/>
              </a:lnSpc>
              <a:spcBef>
                <a:spcPts val="0"/>
              </a:spcBef>
              <a:spcAft>
                <a:spcPts val="0"/>
              </a:spcAft>
              <a:buClr>
                <a:schemeClr val="dk1"/>
              </a:buClr>
              <a:buSzPts val="3200"/>
              <a:buFont typeface="Arial"/>
              <a:buNone/>
            </a:pPr>
            <a:r>
              <a:rPr lang="en-US" sz="3000" b="1" i="1" dirty="0">
                <a:solidFill>
                  <a:schemeClr val="accent6">
                    <a:lumMod val="50000"/>
                  </a:schemeClr>
                </a:solidFill>
                <a:latin typeface="+mn-lt"/>
                <a:ea typeface="Calibri"/>
                <a:cs typeface="Times New Roman" panose="02020603050405020304" pitchFamily="18" charset="0"/>
                <a:sym typeface="Calibri"/>
              </a:rPr>
              <a:t>	</a:t>
            </a: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Hallowed be Your Name. May Your kingdom come. May Your will be done on earth as in heaven. Give us this day our daily bread. Forgive us our sins...</a:t>
            </a:r>
            <a:endParaRPr lang="en-US" sz="3000" b="1" i="1" u="none" strike="noStrike" cap="none" dirty="0">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15AF20C5-D0E6-ECF2-4C5F-164901181DA9}"/>
              </a:ext>
            </a:extLst>
          </p:cNvPr>
          <p:cNvSpPr txBox="1"/>
          <p:nvPr/>
        </p:nvSpPr>
        <p:spPr>
          <a:xfrm>
            <a:off x="0" y="386840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1F3FB4DE-2C17-ACB7-30B8-7309AFBC9441}"/>
              </a:ext>
            </a:extLst>
          </p:cNvPr>
          <p:cNvCxnSpPr>
            <a:cxnSpLocks/>
          </p:cNvCxnSpPr>
          <p:nvPr/>
        </p:nvCxnSpPr>
        <p:spPr>
          <a:xfrm>
            <a:off x="6096000" y="0"/>
            <a:ext cx="0" cy="389353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B3B7EC50-7C2F-4F28-A015-F589DE65068B}"/>
              </a:ext>
            </a:extLst>
          </p:cNvPr>
          <p:cNvSpPr txBox="1">
            <a:spLocks noChangeArrowheads="1"/>
          </p:cNvSpPr>
          <p:nvPr/>
        </p:nvSpPr>
        <p:spPr bwMode="auto">
          <a:xfrm>
            <a:off x="6329463" y="367605"/>
            <a:ext cx="5684668" cy="3583268"/>
          </a:xfrm>
          <a:prstGeom prst="rect">
            <a:avLst/>
          </a:prstGeom>
          <a:noFill/>
          <a:ln w="9525">
            <a:noFill/>
            <a:miter lim="800000"/>
            <a:headEnd/>
            <a:tailEnd/>
          </a:ln>
          <a:effectLst/>
        </p:spPr>
        <p:txBody>
          <a:bodyPr wrap="square" lIns="111402" tIns="55743" rIns="111402" bIns="55743">
            <a:spAutoFit/>
          </a:bodyPr>
          <a:lstStyle/>
          <a:p>
            <a:pPr algn="ctr">
              <a:lnSpc>
                <a:spcPts val="2660"/>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kadangalhum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doshangalhum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njangalodum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kshemikkanhame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pareekshayilekku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preveshippikkaathe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dushtanil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ninnu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rekshichu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kollhaname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Enthu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kondennaal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raajyavum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shakthiyum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mahathwavum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ennekkum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ninakk-ullhath-aakunnu</a:t>
            </a:r>
            <a:r>
              <a:rPr lang="en-US" sz="2800" b="1" kern="0" dirty="0">
                <a:latin typeface="Calibri" pitchFamily="34" charset="0"/>
                <a:ea typeface="Ebrima" pitchFamily="2" charset="0"/>
                <a:cs typeface="Calibri" pitchFamily="34" charset="0"/>
              </a:rPr>
              <a:t>. Amen.</a:t>
            </a:r>
          </a:p>
        </p:txBody>
      </p:sp>
      <p:sp>
        <p:nvSpPr>
          <p:cNvPr id="106498" name="Rectangle 2"/>
          <p:cNvSpPr>
            <a:spLocks noGrp="1" noChangeArrowheads="1"/>
          </p:cNvSpPr>
          <p:nvPr>
            <p:ph type="ctrTitle"/>
          </p:nvPr>
        </p:nvSpPr>
        <p:spPr>
          <a:xfrm>
            <a:off x="91953" y="444739"/>
            <a:ext cx="5684668" cy="3429000"/>
          </a:xfrm>
        </p:spPr>
        <p:txBody>
          <a:bodyPr anchor="ctr">
            <a:noAutofit/>
          </a:bodyPr>
          <a:lstStyle/>
          <a:p>
            <a:pPr eaLnBrk="1" hangingPunct="1">
              <a:lnSpc>
                <a:spcPts val="3240"/>
              </a:lnSpc>
            </a:pPr>
            <a:r>
              <a:rPr lang="en-US" altLang="en-US" sz="3200" b="1" dirty="0">
                <a:solidFill>
                  <a:schemeClr val="accent6">
                    <a:lumMod val="50000"/>
                  </a:schemeClr>
                </a:solidFill>
                <a:latin typeface="MalayalamAbe" pitchFamily="18" charset="0"/>
              </a:rPr>
              <a:t>w. </a:t>
            </a:r>
            <a:r>
              <a:rPr lang="en-US" altLang="en-US" sz="3200" b="1" noProof="1">
                <a:latin typeface="MalayalamAbe" pitchFamily="18" charset="0"/>
              </a:rPr>
              <a:t>B*xksm dm*xk;</a:t>
            </a:r>
            <a:r>
              <a:rPr lang="en-US" altLang="en-US" sz="3200" b="1" dirty="0">
                <a:latin typeface="MalayalamAbe" pitchFamily="18" charset="0"/>
              </a:rPr>
              <a:t> </a:t>
            </a:r>
            <a:r>
              <a:rPr lang="en-US" altLang="en-US" sz="3200" b="1" noProof="1">
                <a:latin typeface="MalayalamAbe" pitchFamily="18" charset="0"/>
              </a:rPr>
              <a:t>Spl&lt;*xk; B*Sxlmk; </a:t>
            </a:r>
            <a:r>
              <a:rPr lang="en-US" altLang="en-US" sz="3200" b="1" noProof="1">
                <a:latin typeface="Kerala" pitchFamily="2" charset="0"/>
              </a:rPr>
              <a:t>f</a:t>
            </a:r>
            <a:r>
              <a:rPr lang="en-US" altLang="en-US" sz="3200" b="1" noProof="1">
                <a:latin typeface="MalayalamAbe" pitchFamily="18" charset="0"/>
              </a:rPr>
              <a:t>ajS)nSa B*sx egJ</a:t>
            </a:r>
            <a:r>
              <a:rPr lang="en-US" altLang="en-US" sz="3200" b="1" noProof="1">
                <a:latin typeface="Kerala" pitchFamily="2" charset="0"/>
              </a:rPr>
              <a:t>f</a:t>
            </a:r>
            <a:r>
              <a:rPr lang="en-US" altLang="en-US" sz="3200" b="1" noProof="1">
                <a:latin typeface="MalayalamAbe" pitchFamily="18" charset="0"/>
              </a:rPr>
              <a:t>ujSh)k YeSiCj/j)lsf</a:t>
            </a:r>
            <a:r>
              <a:rPr lang="en-US" altLang="en-US" sz="3200" b="1" dirty="0">
                <a:latin typeface="MalayalamAbe" pitchFamily="18" charset="0"/>
              </a:rPr>
              <a:t> </a:t>
            </a:r>
            <a:r>
              <a:rPr lang="en-US" altLang="en-US" sz="3200" b="1" noProof="1">
                <a:latin typeface="MalayalamAbe" pitchFamily="18" charset="0"/>
              </a:rPr>
              <a:t>B*sx pk&lt;[mrjH rj#k g</a:t>
            </a:r>
            <a:r>
              <a:rPr lang="en-US" altLang="en-US" sz="3200" b="1" noProof="1">
                <a:latin typeface="Kerala" pitchFamily="2" charset="0"/>
              </a:rPr>
              <a:t>f</a:t>
            </a:r>
            <a:r>
              <a:rPr lang="en-US" altLang="en-US" sz="3200" b="1" noProof="1">
                <a:latin typeface="MalayalamAbe" pitchFamily="18" charset="0"/>
              </a:rPr>
              <a:t>jv&amp;k sdlS=nsa</a:t>
            </a:r>
            <a:r>
              <a:rPr lang="en-US" altLang="en-US" sz="3200" b="1" dirty="0">
                <a:latin typeface="MalayalamAbe" pitchFamily="18" charset="0"/>
              </a:rPr>
              <a:t> </a:t>
            </a:r>
            <a:r>
              <a:rPr lang="en-US" altLang="en-US" sz="3200" b="1" noProof="1">
                <a:latin typeface="MalayalamAbe" pitchFamily="18" charset="0"/>
              </a:rPr>
              <a:t>t%ksdls!#lH glwUik; Cd[fjuk; a|fIik;</a:t>
            </a:r>
            <a:r>
              <a:rPr lang="en-US" altLang="en-US" sz="3200" b="1" dirty="0">
                <a:latin typeface="MalayalamAbe" pitchFamily="18" charset="0"/>
              </a:rPr>
              <a:t> </a:t>
            </a:r>
            <a:r>
              <a:rPr lang="en-US" altLang="en-US" sz="3200" b="1" noProof="1">
                <a:latin typeface="MalayalamAbe" pitchFamily="18" charset="0"/>
              </a:rPr>
              <a:t>tS#)k; rjr)k=fldk#k.</a:t>
            </a:r>
            <a:br>
              <a:rPr lang="en-US" altLang="en-US" sz="3200" b="1" noProof="1">
                <a:latin typeface="MalayalamAbe" pitchFamily="18" charset="0"/>
              </a:rPr>
            </a:br>
            <a:r>
              <a:rPr lang="en-US" altLang="en-US" sz="3200" b="1" dirty="0">
                <a:latin typeface="MalayalamAbe" pitchFamily="18" charset="0"/>
              </a:rPr>
              <a:t> </a:t>
            </a:r>
            <a:r>
              <a:rPr lang="en-US" altLang="en-US" sz="3200" b="1" noProof="1">
                <a:latin typeface="MalayalamAbe" pitchFamily="18" charset="0"/>
              </a:rPr>
              <a:t>:SaR.</a:t>
            </a:r>
            <a:endParaRPr lang="en-US" altLang="en-US" sz="3200" b="1" dirty="0">
              <a:latin typeface="MalayalamAbe" pitchFamily="18" charset="0"/>
            </a:endParaRPr>
          </a:p>
        </p:txBody>
      </p:sp>
      <p:sp>
        <p:nvSpPr>
          <p:cNvPr id="3" name="TextBox 2">
            <a:extLst>
              <a:ext uri="{FF2B5EF4-FFF2-40B4-BE49-F238E27FC236}">
                <a16:creationId xmlns:a16="http://schemas.microsoft.com/office/drawing/2014/main" id="{D23431CC-CD5B-4C6B-E0F4-1DD40CC134FE}"/>
              </a:ext>
            </a:extLst>
          </p:cNvPr>
          <p:cNvSpPr txBox="1"/>
          <p:nvPr/>
        </p:nvSpPr>
        <p:spPr>
          <a:xfrm>
            <a:off x="1085404" y="4963358"/>
            <a:ext cx="10488118" cy="1477328"/>
          </a:xfrm>
          <a:prstGeom prst="rect">
            <a:avLst/>
          </a:prstGeom>
          <a:noFill/>
        </p:spPr>
        <p:txBody>
          <a:bodyPr wrap="square">
            <a:spAutoFit/>
          </a:bodyPr>
          <a:lstStyle/>
          <a:p>
            <a:pPr algn="ctr"/>
            <a:r>
              <a:rPr lang="en-US" sz="3000" b="1" i="1"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dirty="0">
                <a:latin typeface="Calibri" panose="020F0502020204030204" pitchFamily="34" charset="0"/>
                <a:ea typeface="Calibri"/>
                <a:cs typeface="Calibri" panose="020F0502020204030204" pitchFamily="34" charset="0"/>
                <a:sym typeface="Calibri"/>
              </a:rPr>
              <a:t>As </a:t>
            </a:r>
            <a:r>
              <a:rPr lang="en-US" sz="3000" b="1" i="1" u="none" strike="noStrike" cap="none" dirty="0">
                <a:latin typeface="Calibri" panose="020F0502020204030204" pitchFamily="34" charset="0"/>
                <a:ea typeface="Calibri"/>
                <a:cs typeface="Calibri" panose="020F0502020204030204" pitchFamily="34" charset="0"/>
                <a:sym typeface="Calibri"/>
              </a:rPr>
              <a:t>we forgive those who sin against us. Do not bring us to the time of trial</a:t>
            </a:r>
            <a:r>
              <a:rPr lang="en-US" sz="3000" b="1" i="1" dirty="0">
                <a:latin typeface="Calibri" panose="020F0502020204030204" pitchFamily="34" charset="0"/>
                <a:ea typeface="Calibri"/>
                <a:cs typeface="Calibri" panose="020F0502020204030204" pitchFamily="34" charset="0"/>
                <a:sym typeface="Calibri"/>
              </a:rPr>
              <a:t> </a:t>
            </a:r>
            <a:r>
              <a:rPr lang="en-US" sz="3000" b="1" i="1" u="none" strike="noStrike" cap="none" dirty="0">
                <a:latin typeface="Calibri" panose="020F0502020204030204" pitchFamily="34" charset="0"/>
                <a:ea typeface="Calibri"/>
                <a:cs typeface="Calibri" panose="020F0502020204030204" pitchFamily="34" charset="0"/>
                <a:sym typeface="Calibri"/>
              </a:rPr>
              <a:t>but deliver us from the evil one. For the kingdom, the power and the glory are Yours now and forever. Amen.</a:t>
            </a:r>
            <a:endParaRPr lang="en-US" sz="3000" b="1" i="1"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36DF3B29-0F45-C140-54D3-D558217F1AF2}"/>
              </a:ext>
            </a:extLst>
          </p:cNvPr>
          <p:cNvSpPr txBox="1"/>
          <p:nvPr/>
        </p:nvSpPr>
        <p:spPr>
          <a:xfrm>
            <a:off x="-7290" y="4234072"/>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3AC53905-1C08-4375-9996-8106535F4637}"/>
              </a:ext>
            </a:extLst>
          </p:cNvPr>
          <p:cNvCxnSpPr>
            <a:cxnSpLocks/>
          </p:cNvCxnSpPr>
          <p:nvPr/>
        </p:nvCxnSpPr>
        <p:spPr>
          <a:xfrm>
            <a:off x="6096000" y="0"/>
            <a:ext cx="0" cy="430509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0852038"/>
      </p:ext>
    </p:extLst>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755372" y="-250401"/>
            <a:ext cx="5486400" cy="34290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 </a:t>
            </a:r>
            <a:r>
              <a:rPr lang="en-US" altLang="en-US" sz="36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t>)</a:t>
            </a:r>
            <a:br>
              <a:rPr lang="en-US" altLang="en-US" sz="4400" b="1" noProof="1">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312531" y="393040"/>
            <a:ext cx="594360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a:latin typeface="Calibri" pitchFamily="34" charset="0"/>
                <a:ea typeface="Ebrima" pitchFamily="2" charset="0"/>
                <a:cs typeface="Calibri" pitchFamily="34" charset="0"/>
              </a:rPr>
              <a:t>(</a:t>
            </a:r>
            <a:r>
              <a:rPr lang="en-US" sz="3333" b="1" kern="0" dirty="0" err="1">
                <a:latin typeface="Calibri" pitchFamily="34" charset="0"/>
                <a:ea typeface="Ebrima" pitchFamily="2" charset="0"/>
                <a:cs typeface="Calibri" pitchFamily="34" charset="0"/>
              </a:rPr>
              <a:t>Oru</a:t>
            </a:r>
            <a:r>
              <a:rPr lang="en-US" sz="3333"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Praarthana</a:t>
            </a:r>
            <a:r>
              <a:rPr lang="en-US" sz="3333" b="1" kern="0" dirty="0">
                <a:latin typeface="Calibri" pitchFamily="34" charset="0"/>
                <a:ea typeface="Ebrima" pitchFamily="2" charset="0"/>
                <a:cs typeface="Calibri" pitchFamily="34" charset="0"/>
              </a:rPr>
              <a:t>)</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br>
              <a:rPr lang="en-US" sz="3333" b="1" kern="0" dirty="0">
                <a:latin typeface="Calibri" pitchFamily="34" charset="0"/>
                <a:ea typeface="Ebrima" pitchFamily="2" charset="0"/>
                <a:cs typeface="Calibri" pitchFamily="34" charset="0"/>
              </a:rPr>
            </a:br>
            <a:endParaRPr lang="en-US" sz="3333"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DA367E24-FDD4-8D1F-66AE-51C65801C420}"/>
              </a:ext>
            </a:extLst>
          </p:cNvPr>
          <p:cNvSpPr txBox="1"/>
          <p:nvPr/>
        </p:nvSpPr>
        <p:spPr>
          <a:xfrm>
            <a:off x="417441" y="3429000"/>
            <a:ext cx="11357113" cy="3375283"/>
          </a:xfrm>
          <a:prstGeom prst="rect">
            <a:avLst/>
          </a:prstGeom>
          <a:noFill/>
        </p:spPr>
        <p:txBody>
          <a:bodyPr wrap="square">
            <a:spAutoFit/>
          </a:bodyPr>
          <a:lstStyle/>
          <a:p>
            <a:pPr>
              <a:lnSpc>
                <a:spcPts val="3199"/>
              </a:lnSpc>
              <a:spcBef>
                <a:spcPts val="0"/>
              </a:spcBef>
            </a:pPr>
            <a:r>
              <a:rPr lang="en-US" sz="3000" b="1" i="1" dirty="0">
                <a:solidFill>
                  <a:schemeClr val="accent6">
                    <a:lumMod val="50000"/>
                  </a:schemeClr>
                </a:solidFill>
                <a:latin typeface="+mn-lt"/>
              </a:rPr>
              <a:t>*An alternative prayer or the following:</a:t>
            </a:r>
            <a:endParaRPr lang="en-US" sz="3000" b="1" i="1" kern="0" dirty="0">
              <a:latin typeface="+mn-lt"/>
              <a:ea typeface="Ebrima" pitchFamily="2" charset="0"/>
              <a:cs typeface="Calibri" pitchFamily="34" charset="0"/>
            </a:endParaRPr>
          </a:p>
          <a:p>
            <a:pPr>
              <a:lnSpc>
                <a:spcPts val="3199"/>
              </a:lnSpc>
              <a:spcBef>
                <a:spcPts val="0"/>
              </a:spcBef>
            </a:pPr>
            <a:r>
              <a:rPr lang="en-US" sz="3000" b="1" i="1" kern="0" dirty="0">
                <a:solidFill>
                  <a:schemeClr val="accent6">
                    <a:lumMod val="50000"/>
                  </a:schemeClr>
                </a:solidFill>
                <a:latin typeface="+mn-lt"/>
                <a:ea typeface="Ebrima" pitchFamily="2" charset="0"/>
                <a:cs typeface="Calibri" pitchFamily="34" charset="0"/>
              </a:rPr>
              <a:t>P: </a:t>
            </a:r>
            <a:r>
              <a:rPr lang="en-US" sz="3000" b="1" i="1" kern="0" dirty="0">
                <a:latin typeface="+mn-lt"/>
                <a:ea typeface="Ebrima" pitchFamily="2" charset="0"/>
                <a:cs typeface="Calibri" pitchFamily="34" charset="0"/>
              </a:rPr>
              <a:t>(A Prayer) </a:t>
            </a:r>
            <a:r>
              <a:rPr lang="en-US" sz="3000" b="1" i="1" dirty="0">
                <a:effectLst/>
                <a:latin typeface="+mn-lt"/>
              </a:rPr>
              <a:t>Dear Lord, Your servants have bowed their heads before You seeking Your abundant mercies. Sanctify our bodies and souls by sending us all Your blessings. Make us worthy to receive the life-giving body and blood of our Messiah. To You, and Your only Son, and the Holy Spirit, we render praise and glory, now and forever.</a:t>
            </a:r>
          </a:p>
          <a:p>
            <a:pPr>
              <a:lnSpc>
                <a:spcPts val="3199"/>
              </a:lnSpc>
              <a:spcBef>
                <a:spcPts val="0"/>
              </a:spcBef>
            </a:pPr>
            <a:r>
              <a:rPr lang="en-US" sz="3000" b="1" i="1" kern="0" dirty="0">
                <a:solidFill>
                  <a:schemeClr val="accent6">
                    <a:lumMod val="50000"/>
                  </a:schemeClr>
                </a:solidFill>
                <a:latin typeface="+mn-lt"/>
                <a:ea typeface="Ebrima" pitchFamily="2" charset="0"/>
                <a:cs typeface="Calibri" pitchFamily="34" charset="0"/>
              </a:rPr>
              <a:t>C: </a:t>
            </a:r>
            <a:r>
              <a:rPr lang="en-US" sz="3000" b="1" i="1" kern="0" dirty="0">
                <a:latin typeface="+mn-lt"/>
                <a:ea typeface="Ebrima" pitchFamily="2" charset="0"/>
                <a:cs typeface="Calibri" pitchFamily="34" charset="0"/>
              </a:rPr>
              <a:t>Amen.</a:t>
            </a:r>
            <a:br>
              <a:rPr lang="en-US" sz="3000" b="1" i="1" kern="0" dirty="0">
                <a:latin typeface="+mn-lt"/>
                <a:ea typeface="Ebrima" pitchFamily="2" charset="0"/>
                <a:cs typeface="Calibri" pitchFamily="34" charset="0"/>
              </a:rPr>
            </a:br>
            <a:endParaRPr lang="en-US" sz="3000" b="1" i="1" dirty="0">
              <a:latin typeface="+mn-lt"/>
            </a:endParaRPr>
          </a:p>
        </p:txBody>
      </p:sp>
      <p:sp>
        <p:nvSpPr>
          <p:cNvPr id="2" name="TextBox 1">
            <a:extLst>
              <a:ext uri="{FF2B5EF4-FFF2-40B4-BE49-F238E27FC236}">
                <a16:creationId xmlns:a16="http://schemas.microsoft.com/office/drawing/2014/main" id="{D729D4CA-60D2-D4BF-A7E8-8B17B047EF15}"/>
              </a:ext>
            </a:extLst>
          </p:cNvPr>
          <p:cNvSpPr txBox="1"/>
          <p:nvPr/>
        </p:nvSpPr>
        <p:spPr>
          <a:xfrm>
            <a:off x="0" y="253113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8D84586-30FB-B834-3D78-AD42A4B8DEE3}"/>
              </a:ext>
            </a:extLst>
          </p:cNvPr>
          <p:cNvCxnSpPr>
            <a:cxnSpLocks/>
          </p:cNvCxnSpPr>
          <p:nvPr/>
        </p:nvCxnSpPr>
        <p:spPr>
          <a:xfrm flipH="1">
            <a:off x="6095998" y="0"/>
            <a:ext cx="2" cy="258722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7905856"/>
      </p:ext>
    </p:extLst>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52E8EAF1-EBD4-493B-9709-CF5EDBCAE3B3}"/>
              </a:ext>
            </a:extLst>
          </p:cNvPr>
          <p:cNvSpPr txBox="1">
            <a:spLocks noChangeArrowheads="1"/>
          </p:cNvSpPr>
          <p:nvPr/>
        </p:nvSpPr>
        <p:spPr bwMode="auto">
          <a:xfrm>
            <a:off x="6442912" y="64887"/>
            <a:ext cx="5797213" cy="3713561"/>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600" b="1" kern="0" dirty="0">
                <a:solidFill>
                  <a:schemeClr val="accent6">
                    <a:lumMod val="50000"/>
                  </a:schemeClr>
                </a:solidFill>
                <a:latin typeface="Calibri" panose="020F0502020204030204" pitchFamily="34" charset="0"/>
                <a:ea typeface="Ebrima" pitchFamily="2" charset="0"/>
                <a:cs typeface="Calibri" panose="020F0502020204030204" pitchFamily="34" charset="0"/>
              </a:rPr>
              <a:t>P: </a:t>
            </a:r>
            <a:r>
              <a:rPr lang="en-US" sz="2600" b="1" kern="0" dirty="0" err="1">
                <a:latin typeface="Calibri" panose="020F0502020204030204" pitchFamily="34" charset="0"/>
                <a:ea typeface="Ebrima" pitchFamily="2" charset="0"/>
                <a:cs typeface="Calibri" panose="020F0502020204030204" pitchFamily="34" charset="0"/>
              </a:rPr>
              <a:t>Ningalkk-ellaavarkkum</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samaadhaanam</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undaayirikkatte</a:t>
            </a:r>
            <a:r>
              <a:rPr lang="en-US" sz="2600" b="1" kern="0" dirty="0">
                <a:latin typeface="Calibri" panose="020F0502020204030204" pitchFamily="34" charset="0"/>
                <a:ea typeface="Ebrima" pitchFamily="2" charset="0"/>
                <a:cs typeface="Calibri" panose="020F0502020204030204" pitchFamily="34" charset="0"/>
              </a:rPr>
              <a:t>.</a:t>
            </a:r>
          </a:p>
          <a:p>
            <a:pPr>
              <a:spcBef>
                <a:spcPts val="0"/>
              </a:spcBef>
            </a:pPr>
            <a:r>
              <a:rPr lang="en-US" sz="2600" b="1" kern="0" dirty="0">
                <a:solidFill>
                  <a:schemeClr val="accent6">
                    <a:lumMod val="50000"/>
                  </a:schemeClr>
                </a:solidFill>
                <a:latin typeface="Calibri" panose="020F0502020204030204" pitchFamily="34" charset="0"/>
                <a:ea typeface="Ebrima" pitchFamily="2" charset="0"/>
                <a:cs typeface="Calibri" panose="020F0502020204030204" pitchFamily="34" charset="0"/>
              </a:rPr>
              <a:t>C: </a:t>
            </a:r>
            <a:r>
              <a:rPr lang="en-US" sz="2600" b="1" kern="0" dirty="0" err="1">
                <a:latin typeface="Calibri" panose="020F0502020204030204" pitchFamily="34" charset="0"/>
                <a:ea typeface="Ebrima" pitchFamily="2" charset="0"/>
                <a:cs typeface="Calibri" panose="020F0502020204030204" pitchFamily="34" charset="0"/>
              </a:rPr>
              <a:t>Ninte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aathmaavodu</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koodeyum</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undaayirikkatte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Anungrahikkunnavan</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aaya</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njangalhude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karthaavum</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Daivavume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ee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rehasyangalhe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kaikkollhunnathinu</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munpu</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Thiru</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sannidhiyil</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njangalhude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thalakalhe</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njangal</a:t>
            </a:r>
            <a:r>
              <a:rPr lang="en-US" sz="2600" b="1" kern="0" dirty="0">
                <a:latin typeface="Calibri" panose="020F0502020204030204" pitchFamily="34" charset="0"/>
                <a:ea typeface="Ebrima" pitchFamily="2" charset="0"/>
                <a:cs typeface="Calibri" panose="020F0502020204030204" pitchFamily="34" charset="0"/>
              </a:rPr>
              <a:t> </a:t>
            </a:r>
            <a:r>
              <a:rPr lang="en-US" sz="2600" b="1" kern="0" dirty="0" err="1">
                <a:latin typeface="Calibri" panose="020F0502020204030204" pitchFamily="34" charset="0"/>
                <a:ea typeface="Ebrima" pitchFamily="2" charset="0"/>
                <a:cs typeface="Calibri" panose="020F0502020204030204" pitchFamily="34" charset="0"/>
              </a:rPr>
              <a:t>vanhakkunnu</a:t>
            </a:r>
            <a:r>
              <a:rPr lang="en-US" sz="2600" b="1" kern="0" dirty="0">
                <a:latin typeface="Calibri" panose="020F0502020204030204" pitchFamily="34" charset="0"/>
                <a:ea typeface="Ebrima" pitchFamily="2" charset="0"/>
                <a:cs typeface="Calibri" panose="020F0502020204030204" pitchFamily="34" charset="0"/>
              </a:rPr>
              <a:t>.</a:t>
            </a:r>
          </a:p>
        </p:txBody>
      </p:sp>
      <p:sp>
        <p:nvSpPr>
          <p:cNvPr id="108546" name="Rectangle 2"/>
          <p:cNvSpPr>
            <a:spLocks noGrp="1" noChangeArrowheads="1"/>
          </p:cNvSpPr>
          <p:nvPr>
            <p:ph type="ctrTitle"/>
          </p:nvPr>
        </p:nvSpPr>
        <p:spPr>
          <a:xfrm>
            <a:off x="238760" y="226548"/>
            <a:ext cx="5496216" cy="3428831"/>
          </a:xfrm>
        </p:spPr>
        <p:txBody>
          <a:bodyPr anchor="ctr">
            <a:noAutofit/>
          </a:bodyPr>
          <a:lstStyle/>
          <a:p>
            <a:pPr algn="l" eaLnBrk="1" hangingPunct="1">
              <a:lnSpc>
                <a:spcPts val="2740"/>
              </a:lnSpc>
            </a:pPr>
            <a:r>
              <a:rPr lang="en-US" altLang="en-US" sz="3200" b="1" noProof="1">
                <a:solidFill>
                  <a:schemeClr val="accent6">
                    <a:lumMod val="50000"/>
                  </a:schemeClr>
                </a:solidFill>
                <a:latin typeface="MalayalamAbe" pitchFamily="18" charset="0"/>
              </a:rPr>
              <a:t>e</a:t>
            </a:r>
            <a:r>
              <a:rPr lang="en-US" altLang="en-US" sz="3200" b="1" dirty="0">
                <a:solidFill>
                  <a:schemeClr val="accent6">
                    <a:lumMod val="50000"/>
                  </a:schemeClr>
                </a:solidFill>
              </a:rPr>
              <a:t>. </a:t>
            </a:r>
            <a:r>
              <a:rPr lang="en-US" altLang="en-US" sz="3200" b="1" dirty="0" err="1">
                <a:latin typeface="MalayalamAbe" pitchFamily="18" charset="0"/>
              </a:rPr>
              <a:t>rj</a:t>
            </a:r>
            <a:r>
              <a:rPr lang="en-US" altLang="en-US" sz="3200" b="1" dirty="0">
                <a:latin typeface="MalayalamAbe" pitchFamily="18" charset="0"/>
              </a:rPr>
              <a:t>*</a:t>
            </a:r>
            <a:r>
              <a:rPr lang="en-US" altLang="en-US" sz="3200" b="1" dirty="0" err="1">
                <a:latin typeface="MalayalamAbe" pitchFamily="18" charset="0"/>
              </a:rPr>
              <a:t>Xs</a:t>
            </a:r>
            <a:r>
              <a:rPr lang="en-US" altLang="en-US" sz="3200" b="1" dirty="0">
                <a:latin typeface="MalayalamAbe" pitchFamily="18" charset="0"/>
              </a:rPr>
              <a:t>)</a:t>
            </a:r>
            <a:r>
              <a:rPr lang="en-US" altLang="en-US" sz="3200" b="1" dirty="0" err="1">
                <a:latin typeface="MalayalamAbe" pitchFamily="18" charset="0"/>
              </a:rPr>
              <a:t>h^liG</a:t>
            </a:r>
            <a:r>
              <a:rPr lang="en-US" altLang="en-US" sz="3200" b="1" dirty="0">
                <a:latin typeface="MalayalamAbe" pitchFamily="18" charset="0"/>
              </a:rPr>
              <a:t>)k; </a:t>
            </a:r>
            <a:r>
              <a:rPr lang="en-US" altLang="en-US" sz="3200" b="1" dirty="0" err="1">
                <a:latin typeface="MalayalamAbe" pitchFamily="18" charset="0"/>
              </a:rPr>
              <a:t>calPlrak!lujgj</a:t>
            </a:r>
            <a:r>
              <a:rPr lang="en-US" altLang="en-US" sz="3200" b="1" dirty="0">
                <a:latin typeface="MalayalamAbe" pitchFamily="18" charset="0"/>
              </a:rPr>
              <a:t>)</a:t>
            </a:r>
            <a:r>
              <a:rPr lang="en-US" altLang="en-US" sz="3200" b="1" dirty="0" err="1">
                <a:latin typeface="MalayalamAbe" pitchFamily="18" charset="0"/>
              </a:rPr>
              <a:t>sM.</a:t>
            </a:r>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err="1">
                <a:latin typeface="MalayalamAbe" pitchFamily="18" charset="0"/>
              </a:rPr>
              <a:t>rjsRy</a:t>
            </a:r>
            <a:r>
              <a:rPr lang="en-US" altLang="en-US" sz="3200" b="1" dirty="0">
                <a:latin typeface="MalayalamAbe" pitchFamily="18" charset="0"/>
              </a:rPr>
              <a:t> :</a:t>
            </a:r>
            <a:r>
              <a:rPr lang="en-US" altLang="en-US" sz="3200" b="1" dirty="0" err="1">
                <a:latin typeface="Kerala" pitchFamily="2" charset="0"/>
              </a:rPr>
              <a:t>v</a:t>
            </a:r>
            <a:r>
              <a:rPr lang="en-US" altLang="en-US" sz="3200" b="1" dirty="0" err="1">
                <a:latin typeface="MalayalamAbe" pitchFamily="18" charset="0"/>
              </a:rPr>
              <a:t>lSilmk</a:t>
            </a:r>
            <a:r>
              <a:rPr lang="en-US" altLang="en-US" sz="3200" b="1" dirty="0">
                <a:latin typeface="MalayalamAbe" pitchFamily="18" charset="0"/>
              </a:rPr>
              <a:t> </a:t>
            </a:r>
            <a:r>
              <a:rPr lang="en-US" altLang="en-US" sz="3200" b="1" dirty="0" err="1">
                <a:latin typeface="MalayalamAbe" pitchFamily="18" charset="0"/>
              </a:rPr>
              <a:t>dosmuk</a:t>
            </a:r>
            <a:r>
              <a:rPr lang="en-US" altLang="en-US" sz="3200" b="1" dirty="0">
                <a:latin typeface="MalayalamAbe" pitchFamily="18" charset="0"/>
              </a:rPr>
              <a:t>; </a:t>
            </a:r>
            <a:r>
              <a:rPr lang="en-US" altLang="en-US" sz="3200" b="1" dirty="0" err="1">
                <a:latin typeface="MalayalamAbe" pitchFamily="18" charset="0"/>
              </a:rPr>
              <a:t>K!lujgj</a:t>
            </a:r>
            <a:r>
              <a:rPr lang="en-US" altLang="en-US" sz="3200" b="1" dirty="0">
                <a:latin typeface="MalayalamAbe" pitchFamily="18" charset="0"/>
              </a:rPr>
              <a:t>)</a:t>
            </a:r>
            <a:r>
              <a:rPr lang="en-US" altLang="en-US" sz="3200" b="1" dirty="0" err="1">
                <a:latin typeface="MalayalamAbe" pitchFamily="18" charset="0"/>
              </a:rPr>
              <a:t>sM.</a:t>
            </a:r>
            <a:r>
              <a:rPr lang="en-US" altLang="en-US" sz="3200" b="1" dirty="0">
                <a:latin typeface="MalayalamAbe" pitchFamily="18" charset="0"/>
              </a:rPr>
              <a:t> </a:t>
            </a:r>
            <a:r>
              <a:rPr lang="en-US" altLang="en-US" sz="3200" b="1" dirty="0" err="1">
                <a:latin typeface="MalayalamAbe" pitchFamily="18" charset="0"/>
              </a:rPr>
              <a:t>LrkYz|j</a:t>
            </a:r>
            <a:r>
              <a:rPr lang="en-US" altLang="en-US" sz="3200" b="1" dirty="0">
                <a:latin typeface="MalayalamAbe" pitchFamily="18" charset="0"/>
              </a:rPr>
              <a:t>)k#-</a:t>
            </a:r>
            <a:r>
              <a:rPr lang="en-US" altLang="en-US" sz="3200" b="1" dirty="0" err="1">
                <a:latin typeface="MalayalamAbe" pitchFamily="18" charset="0"/>
              </a:rPr>
              <a:t>irlu</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dG</a:t>
            </a:r>
            <a:r>
              <a:rPr lang="en-US" altLang="en-US" sz="3200" b="1" dirty="0">
                <a:latin typeface="MalayalamAbe" pitchFamily="18" charset="0"/>
              </a:rPr>
              <a:t>\</a:t>
            </a:r>
            <a:r>
              <a:rPr lang="en-US" altLang="en-US" sz="3200" b="1" dirty="0" err="1">
                <a:latin typeface="MalayalamAbe" pitchFamily="18" charset="0"/>
              </a:rPr>
              <a:t>lik</a:t>
            </a:r>
            <a:r>
              <a:rPr lang="en-US" altLang="en-US" sz="3200" b="1" dirty="0">
                <a:latin typeface="MalayalamAbe" pitchFamily="18" charset="0"/>
              </a:rPr>
              <a:t>; </a:t>
            </a:r>
            <a:r>
              <a:rPr lang="en-US" altLang="en-US" sz="3200" b="1" dirty="0" err="1">
                <a:latin typeface="MalayalamAbe" pitchFamily="18" charset="0"/>
              </a:rPr>
              <a:t>sspiikSa</a:t>
            </a:r>
            <a:r>
              <a:rPr lang="en-US" altLang="en-US" sz="3200" b="1" dirty="0">
                <a:latin typeface="MalayalamAbe" pitchFamily="18" charset="0"/>
              </a:rPr>
              <a:t> TO </a:t>
            </a:r>
            <a:r>
              <a:rPr lang="en-US" altLang="en-US" sz="3200" b="1" dirty="0" err="1">
                <a:latin typeface="MalayalamAbe" pitchFamily="18" charset="0"/>
              </a:rPr>
              <a:t>g|cU</a:t>
            </a:r>
            <a:r>
              <a:rPr lang="en-US" altLang="en-US" sz="3200" b="1" dirty="0">
                <a:latin typeface="MalayalamAbe" pitchFamily="18" charset="0"/>
              </a:rPr>
              <a:t>*</a:t>
            </a:r>
            <a:r>
              <a:rPr lang="en-US" altLang="en-US" sz="3200" b="1" dirty="0" err="1">
                <a:latin typeface="MalayalamAbe" pitchFamily="18" charset="0"/>
              </a:rPr>
              <a:t>sx</a:t>
            </a:r>
            <a:r>
              <a:rPr lang="en-US" altLang="en-US" sz="3200" b="1" dirty="0">
                <a:latin typeface="MalayalamAbe" pitchFamily="18" charset="0"/>
              </a:rPr>
              <a:t> </a:t>
            </a:r>
            <a:r>
              <a:rPr lang="en-US" altLang="en-US" sz="3200" b="1" dirty="0" err="1">
                <a:latin typeface="MalayalamAbe" pitchFamily="18" charset="0"/>
              </a:rPr>
              <a:t>ssds</a:t>
            </a:r>
            <a:r>
              <a:rPr lang="en-US" altLang="en-US" sz="3200" b="1" dirty="0">
                <a:latin typeface="MalayalamAbe" pitchFamily="18" charset="0"/>
              </a:rPr>
              <a:t>)l=</a:t>
            </a:r>
            <a:r>
              <a:rPr lang="en-US" altLang="en-US" sz="3200" b="1" dirty="0" err="1">
                <a:latin typeface="MalayalamAbe" pitchFamily="18" charset="0"/>
              </a:rPr>
              <a:t>k#fjrk</a:t>
            </a:r>
            <a:r>
              <a:rPr lang="en-US" altLang="en-US" sz="3200" b="1" dirty="0">
                <a:latin typeface="MalayalamAbe" pitchFamily="18" charset="0"/>
              </a:rPr>
              <a:t> </a:t>
            </a:r>
            <a:r>
              <a:rPr lang="en-US" altLang="en-US" sz="3200" b="1" dirty="0" err="1">
                <a:latin typeface="MalayalamAbe" pitchFamily="18" charset="0"/>
              </a:rPr>
              <a:t>ak</a:t>
            </a:r>
            <a:r>
              <a:rPr lang="en-US" altLang="en-US" sz="3200" b="1" dirty="0" err="1">
                <a:latin typeface="Kerala" pitchFamily="2" charset="0"/>
              </a:rPr>
              <a:t>O</a:t>
            </a:r>
            <a:r>
              <a:rPr lang="en-US" altLang="en-US" sz="3200" b="1" dirty="0">
                <a:latin typeface="MalayalamAbe" pitchFamily="18" charset="0"/>
              </a:rPr>
              <a:t>[ </a:t>
            </a:r>
            <a:r>
              <a:rPr lang="en-US" altLang="en-US" sz="3200" b="1" dirty="0" err="1">
                <a:latin typeface="MalayalamAbe" pitchFamily="18" charset="0"/>
              </a:rPr>
              <a:t>fjgkc#jPjujH</a:t>
            </a:r>
            <a:r>
              <a:rPr lang="en-US" altLang="en-US" sz="3200" b="1" dirty="0">
                <a:latin typeface="MalayalamAbe" pitchFamily="18" charset="0"/>
              </a:rPr>
              <a:t> B*</a:t>
            </a:r>
            <a:r>
              <a:rPr lang="en-US" altLang="en-US" sz="3200" b="1" dirty="0" err="1">
                <a:latin typeface="MalayalamAbe" pitchFamily="18" charset="0"/>
              </a:rPr>
              <a:t>xksm</a:t>
            </a:r>
            <a:r>
              <a:rPr lang="en-US" altLang="en-US" sz="3200" b="1" dirty="0">
                <a:latin typeface="MalayalamAbe" pitchFamily="18" charset="0"/>
              </a:rPr>
              <a:t> </a:t>
            </a:r>
            <a:r>
              <a:rPr lang="en-US" altLang="en-US" sz="3200" b="1" dirty="0" err="1">
                <a:latin typeface="MalayalamAbe" pitchFamily="18" charset="0"/>
              </a:rPr>
              <a:t>fhdsx</a:t>
            </a:r>
            <a:r>
              <a:rPr lang="en-US" altLang="en-US" sz="3200" b="1" dirty="0">
                <a:latin typeface="MalayalamAbe" pitchFamily="18" charset="0"/>
              </a:rPr>
              <a:t> B*X </a:t>
            </a:r>
            <a:r>
              <a:rPr lang="ml-IN" sz="2400" b="1" u="none" strike="noStrike" dirty="0">
                <a:effectLst/>
                <a:latin typeface="Malayalam MN" pitchFamily="2" charset="0"/>
                <a:cs typeface="Malayalam MN" pitchFamily="2" charset="0"/>
              </a:rPr>
              <a:t>വണക്കുന്നു</a:t>
            </a:r>
            <a:r>
              <a:rPr lang="en-US" sz="2400" b="1" i="0" u="none" strike="noStrike" dirty="0">
                <a:effectLst/>
                <a:latin typeface="Times New Roman" panose="02020603050405020304" pitchFamily="18" charset="0"/>
              </a:rPr>
              <a:t>.</a:t>
            </a:r>
            <a:endParaRPr lang="en-US" altLang="en-US" sz="3200" b="1" dirty="0">
              <a:latin typeface="MalayalamAbe" pitchFamily="18" charset="0"/>
            </a:endParaRPr>
          </a:p>
        </p:txBody>
      </p:sp>
      <p:sp>
        <p:nvSpPr>
          <p:cNvPr id="2" name="TextBox 1">
            <a:extLst>
              <a:ext uri="{FF2B5EF4-FFF2-40B4-BE49-F238E27FC236}">
                <a16:creationId xmlns:a16="http://schemas.microsoft.com/office/drawing/2014/main" id="{962F48AD-12FB-97AE-1BDE-8F02CB311715}"/>
              </a:ext>
            </a:extLst>
          </p:cNvPr>
          <p:cNvSpPr txBox="1"/>
          <p:nvPr/>
        </p:nvSpPr>
        <p:spPr>
          <a:xfrm>
            <a:off x="1058119" y="4554513"/>
            <a:ext cx="10402389" cy="1938992"/>
          </a:xfrm>
          <a:prstGeom prst="rect">
            <a:avLst/>
          </a:prstGeom>
          <a:noFill/>
        </p:spPr>
        <p:txBody>
          <a:bodyPr wrap="square">
            <a:spAutoFit/>
          </a:bodyPr>
          <a:lstStyle/>
          <a:p>
            <a:r>
              <a:rPr lang="en-US" sz="3000" b="1" i="1" dirty="0">
                <a:solidFill>
                  <a:schemeClr val="accent6">
                    <a:lumMod val="50000"/>
                  </a:schemeClr>
                </a:solidFill>
                <a:latin typeface="Calibri" panose="020F0502020204030204" pitchFamily="34" charset="0"/>
                <a:cs typeface="Calibri" panose="020F0502020204030204" pitchFamily="34" charset="0"/>
              </a:rPr>
              <a:t>P: </a:t>
            </a:r>
            <a:r>
              <a:rPr lang="en-US" sz="3000" b="1" i="1" dirty="0">
                <a:latin typeface="Calibri" panose="020F0502020204030204" pitchFamily="34" charset="0"/>
                <a:cs typeface="Calibri" panose="020F0502020204030204" pitchFamily="34" charset="0"/>
              </a:rPr>
              <a:t>Peace be with you all.</a:t>
            </a:r>
          </a:p>
          <a:p>
            <a:r>
              <a:rPr lang="en-US" sz="3000" b="1" i="1" dirty="0">
                <a:solidFill>
                  <a:schemeClr val="accent6">
                    <a:lumMod val="50000"/>
                  </a:schemeClr>
                </a:solidFill>
                <a:latin typeface="Calibri" panose="020F0502020204030204" pitchFamily="34" charset="0"/>
                <a:cs typeface="Calibri" panose="020F0502020204030204" pitchFamily="34" charset="0"/>
              </a:rPr>
              <a:t>C: </a:t>
            </a:r>
            <a:r>
              <a:rPr lang="en-US" sz="3000" b="1" i="1" dirty="0">
                <a:latin typeface="Calibri" panose="020F0502020204030204" pitchFamily="34" charset="0"/>
                <a:cs typeface="Calibri" panose="020F0502020204030204" pitchFamily="34" charset="0"/>
              </a:rPr>
              <a:t>And also with you. The one who blesses us, our Lord and God, before receiving these sacred mysteries, we bow our heads in Your holy presence.</a:t>
            </a:r>
          </a:p>
        </p:txBody>
      </p:sp>
      <p:sp>
        <p:nvSpPr>
          <p:cNvPr id="5" name="TextBox 4">
            <a:extLst>
              <a:ext uri="{FF2B5EF4-FFF2-40B4-BE49-F238E27FC236}">
                <a16:creationId xmlns:a16="http://schemas.microsoft.com/office/drawing/2014/main" id="{0CCF8B29-8EE8-A51A-AD16-1985143FDFE0}"/>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2909C92A-3273-3AE5-07D3-00CAB60F4C3C}"/>
              </a:ext>
            </a:extLst>
          </p:cNvPr>
          <p:cNvCxnSpPr>
            <a:cxnSpLocks/>
            <a:endCxn id="5"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609600" y="-816508"/>
            <a:ext cx="5486400" cy="34290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 </a:t>
            </a:r>
            <a:r>
              <a:rPr lang="en-US" altLang="en-US" sz="3600" b="1" dirty="0"/>
              <a:t>(</a:t>
            </a:r>
            <a:r>
              <a:rPr lang="en-US" altLang="en-US" sz="4400" b="1" dirty="0" err="1">
                <a:latin typeface="MalayalamAbe" pitchFamily="18" charset="0"/>
              </a:rPr>
              <a:t>Qgk</a:t>
            </a:r>
            <a:r>
              <a:rPr lang="en-US" altLang="en-US" sz="4400" b="1" dirty="0">
                <a:latin typeface="MalayalamAbe" pitchFamily="18" charset="0"/>
              </a:rPr>
              <a:t> </a:t>
            </a:r>
            <a:r>
              <a:rPr lang="en-US" altLang="en-US" sz="4400" b="1" dirty="0" err="1">
                <a:latin typeface="MalayalamAbe" pitchFamily="18" charset="0"/>
              </a:rPr>
              <a:t>YelG</a:t>
            </a:r>
            <a:r>
              <a:rPr lang="en-US" altLang="en-US" sz="4400" b="1" dirty="0" err="1">
                <a:latin typeface="Kerala" pitchFamily="2" charset="0"/>
              </a:rPr>
              <a:t>j</a:t>
            </a:r>
            <a:r>
              <a:rPr lang="en-US" altLang="en-US" sz="4400" b="1" dirty="0" err="1">
                <a:latin typeface="MalayalamAbe" pitchFamily="18" charset="0"/>
              </a:rPr>
              <a:t>r</a:t>
            </a:r>
            <a:r>
              <a:rPr lang="en-US" altLang="en-US" sz="3600" b="1" dirty="0"/>
              <a:t>)</a:t>
            </a:r>
            <a:br>
              <a:rPr lang="en-US" altLang="en-US" sz="4400" b="1" noProof="1">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252281" y="-176523"/>
            <a:ext cx="5943601"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a:latin typeface="Calibri" pitchFamily="34" charset="0"/>
                <a:ea typeface="Ebrima" pitchFamily="2" charset="0"/>
                <a:cs typeface="Calibri" pitchFamily="34" charset="0"/>
              </a:rPr>
              <a:t>(</a:t>
            </a:r>
            <a:r>
              <a:rPr lang="en-US" sz="3200" b="1" kern="0" dirty="0" err="1">
                <a:latin typeface="Calibri" pitchFamily="34" charset="0"/>
                <a:ea typeface="Ebrima" pitchFamily="2" charset="0"/>
                <a:cs typeface="Calibri" pitchFamily="34" charset="0"/>
              </a:rPr>
              <a:t>Oru</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Praarthana</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br>
              <a:rPr lang="en-US" sz="3200" b="1" kern="0" dirty="0">
                <a:latin typeface="Calibri" pitchFamily="34" charset="0"/>
                <a:ea typeface="Ebrima" pitchFamily="2" charset="0"/>
                <a:cs typeface="Calibri" pitchFamily="34" charset="0"/>
              </a:rPr>
            </a:br>
            <a:endParaRPr lang="en-US" sz="3200" b="1" kern="0" dirty="0">
              <a:latin typeface="Calibri" pitchFamily="34" charset="0"/>
              <a:ea typeface="Ebrima" pitchFamily="2" charset="0"/>
              <a:cs typeface="Calibri" pitchFamily="34" charset="0"/>
            </a:endParaRPr>
          </a:p>
        </p:txBody>
      </p:sp>
      <p:sp>
        <p:nvSpPr>
          <p:cNvPr id="3" name="TextBox 2">
            <a:extLst>
              <a:ext uri="{FF2B5EF4-FFF2-40B4-BE49-F238E27FC236}">
                <a16:creationId xmlns:a16="http://schemas.microsoft.com/office/drawing/2014/main" id="{DA367E24-FDD4-8D1F-66AE-51C65801C420}"/>
              </a:ext>
            </a:extLst>
          </p:cNvPr>
          <p:cNvSpPr txBox="1"/>
          <p:nvPr/>
        </p:nvSpPr>
        <p:spPr>
          <a:xfrm>
            <a:off x="321633" y="2514518"/>
            <a:ext cx="11581391" cy="4169347"/>
          </a:xfrm>
          <a:prstGeom prst="rect">
            <a:avLst/>
          </a:prstGeom>
          <a:noFill/>
        </p:spPr>
        <p:txBody>
          <a:bodyPr wrap="square">
            <a:spAutoFit/>
          </a:bodyPr>
          <a:lstStyle/>
          <a:p>
            <a:pPr>
              <a:lnSpc>
                <a:spcPts val="3999"/>
              </a:lnSpc>
              <a:spcBef>
                <a:spcPts val="0"/>
              </a:spcBef>
            </a:pPr>
            <a:r>
              <a:rPr lang="en-US" sz="3000" b="1" i="1" dirty="0">
                <a:solidFill>
                  <a:schemeClr val="accent6">
                    <a:lumMod val="50000"/>
                  </a:schemeClr>
                </a:solidFill>
                <a:latin typeface="Calibri" panose="020F0502020204030204" pitchFamily="34" charset="0"/>
                <a:cs typeface="Calibri" panose="020F0502020204030204" pitchFamily="34" charset="0"/>
              </a:rPr>
              <a:t>*An alternative prayer or the following:</a:t>
            </a:r>
            <a:endParaRPr lang="en-US" sz="3000" b="1" i="1" kern="0" dirty="0">
              <a:latin typeface="Calibri" panose="020F0502020204030204" pitchFamily="34" charset="0"/>
              <a:ea typeface="Ebrima" pitchFamily="2" charset="0"/>
              <a:cs typeface="Calibri" pitchFamily="34" charset="0"/>
            </a:endParaRPr>
          </a:p>
          <a:p>
            <a:pPr>
              <a:lnSpc>
                <a:spcPts val="3999"/>
              </a:lnSpc>
              <a:spcBef>
                <a:spcPts val="0"/>
              </a:spcBef>
            </a:pPr>
            <a:r>
              <a:rPr lang="en-US" sz="3000" b="1" i="1" kern="0" dirty="0">
                <a:solidFill>
                  <a:schemeClr val="accent6">
                    <a:lumMod val="50000"/>
                  </a:schemeClr>
                </a:solidFill>
                <a:latin typeface="Calibri" panose="020F0502020204030204" pitchFamily="34" charset="0"/>
                <a:ea typeface="Ebrima" pitchFamily="2" charset="0"/>
                <a:cs typeface="Calibri" pitchFamily="34" charset="0"/>
              </a:rPr>
              <a:t>P: </a:t>
            </a:r>
            <a:r>
              <a:rPr lang="en-US" sz="3000" b="1" i="1" kern="0" dirty="0">
                <a:latin typeface="Calibri" panose="020F0502020204030204" pitchFamily="34" charset="0"/>
                <a:ea typeface="Ebrima" pitchFamily="2" charset="0"/>
                <a:cs typeface="Calibri" pitchFamily="34" charset="0"/>
              </a:rPr>
              <a:t>(A Prayer) Dear Lord, Your servants have bowed their heads before You seeking Your abundant mercies. Sanctify our bodies and souls by sending us all Your blessings. Make us worthy to receive the life-giving body and blood of our Messiah. To You, and Your only Son, and the Holy Spirit, we render praise and glory, now and forever.</a:t>
            </a:r>
          </a:p>
          <a:p>
            <a:pPr>
              <a:lnSpc>
                <a:spcPts val="3999"/>
              </a:lnSpc>
              <a:spcBef>
                <a:spcPts val="0"/>
              </a:spcBef>
            </a:pPr>
            <a:r>
              <a:rPr lang="en-US" sz="3000" b="1" i="1" kern="0" dirty="0">
                <a:solidFill>
                  <a:schemeClr val="accent6">
                    <a:lumMod val="50000"/>
                  </a:schemeClr>
                </a:solidFill>
                <a:latin typeface="Calibri" panose="020F0502020204030204" pitchFamily="34" charset="0"/>
                <a:ea typeface="Ebrima" pitchFamily="2" charset="0"/>
                <a:cs typeface="Calibri" pitchFamily="34" charset="0"/>
              </a:rPr>
              <a:t>C: </a:t>
            </a:r>
            <a:r>
              <a:rPr lang="en-US" sz="3000" b="1" i="1" kern="0" dirty="0">
                <a:latin typeface="Calibri" panose="020F0502020204030204" pitchFamily="34" charset="0"/>
                <a:ea typeface="Ebrima" pitchFamily="2" charset="0"/>
                <a:cs typeface="Calibri" pitchFamily="34" charset="0"/>
              </a:rPr>
              <a:t>Amen.</a:t>
            </a:r>
            <a:br>
              <a:rPr lang="en-US" sz="3000" b="1" i="1" kern="0" dirty="0">
                <a:latin typeface="Calibri" panose="020F0502020204030204" pitchFamily="34" charset="0"/>
                <a:ea typeface="Ebrima" pitchFamily="2" charset="0"/>
                <a:cs typeface="Calibri" pitchFamily="34" charset="0"/>
              </a:rPr>
            </a:br>
            <a:endParaRPr lang="en-US" sz="3000" i="1"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D729D4CA-60D2-D4BF-A7E8-8B17B047EF15}"/>
              </a:ext>
            </a:extLst>
          </p:cNvPr>
          <p:cNvSpPr txBox="1"/>
          <p:nvPr/>
        </p:nvSpPr>
        <p:spPr>
          <a:xfrm>
            <a:off x="0" y="186680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8D84586-30FB-B834-3D78-AD42A4B8DEE3}"/>
              </a:ext>
            </a:extLst>
          </p:cNvPr>
          <p:cNvCxnSpPr>
            <a:cxnSpLocks/>
          </p:cNvCxnSpPr>
          <p:nvPr/>
        </p:nvCxnSpPr>
        <p:spPr>
          <a:xfrm>
            <a:off x="6096000" y="0"/>
            <a:ext cx="0" cy="204742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140030"/>
      </p:ext>
    </p:extLst>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274027" y="691681"/>
            <a:ext cx="5909146" cy="3429000"/>
          </a:xfrm>
        </p:spPr>
        <p:txBody>
          <a:bodyPr anchor="ctr">
            <a:noAutofit/>
          </a:bodyPr>
          <a:lstStyle/>
          <a:p>
            <a:pPr algn="l"/>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ml-IN" altLang="en-US" sz="2700" b="1" dirty="0">
                <a:solidFill>
                  <a:schemeClr val="tx1">
                    <a:lumMod val="95000"/>
                    <a:lumOff val="5000"/>
                  </a:schemeClr>
                </a:solidFill>
                <a:latin typeface="Malayalam MN" pitchFamily="2" charset="0"/>
                <a:cs typeface="Malayalam MN" pitchFamily="2" charset="0"/>
              </a:rPr>
              <a:t>വിശുദ്ധിയുള്ളതും മഹത്വമുള്ളതും</a:t>
            </a:r>
            <a:r>
              <a:rPr lang="en-US" altLang="en-US" sz="2700" b="1" dirty="0">
                <a:solidFill>
                  <a:schemeClr val="tx1">
                    <a:lumMod val="95000"/>
                    <a:lumOff val="5000"/>
                  </a:schemeClr>
                </a:solidFill>
                <a:latin typeface="Malayalam MN" pitchFamily="2" charset="0"/>
                <a:cs typeface="Malayalam MN" pitchFamily="2" charset="0"/>
              </a:rPr>
              <a:t> </a:t>
            </a:r>
            <a:r>
              <a:rPr lang="ml-IN" sz="2800" b="1" u="none" strike="noStrike" dirty="0">
                <a:effectLst/>
                <a:latin typeface="Malayalam MN" pitchFamily="2" charset="0"/>
                <a:cs typeface="Malayalam MN" pitchFamily="2" charset="0"/>
              </a:rPr>
              <a:t>♰</a:t>
            </a:r>
            <a:r>
              <a:rPr lang="en-US" altLang="en-US" sz="2700" b="1" dirty="0">
                <a:solidFill>
                  <a:schemeClr val="tx1">
                    <a:lumMod val="95000"/>
                    <a:lumOff val="5000"/>
                  </a:schemeClr>
                </a:solidFill>
                <a:latin typeface="Malayalam MN" pitchFamily="2" charset="0"/>
                <a:cs typeface="Malayalam MN" pitchFamily="2" charset="0"/>
              </a:rPr>
              <a:t>...</a:t>
            </a:r>
            <a:br>
              <a:rPr lang="en-US" altLang="en-US" sz="3200" b="1" dirty="0">
                <a:latin typeface="MalayalamAbe" pitchFamily="18" charset="0"/>
              </a:rPr>
            </a:br>
            <a:r>
              <a:rPr lang="en-US" altLang="en-US" sz="3400" b="1" dirty="0">
                <a:solidFill>
                  <a:schemeClr val="accent6">
                    <a:lumMod val="50000"/>
                  </a:schemeClr>
                </a:solidFill>
                <a:latin typeface="MalayalamAbe" pitchFamily="18" charset="0"/>
              </a:rPr>
              <a:t>w. </a:t>
            </a:r>
            <a:r>
              <a:rPr lang="en-US" altLang="en-US" sz="3400" b="1" dirty="0" err="1">
                <a:latin typeface="MalayalamAbe" pitchFamily="18" charset="0"/>
              </a:rPr>
              <a:t>rjsRy</a:t>
            </a:r>
            <a:r>
              <a:rPr lang="en-US" altLang="en-US" sz="3400" b="1" dirty="0">
                <a:latin typeface="MalayalamAbe" pitchFamily="18" charset="0"/>
              </a:rPr>
              <a:t> :</a:t>
            </a:r>
            <a:r>
              <a:rPr lang="en-US" altLang="en-US" sz="3400" b="1" dirty="0" err="1">
                <a:latin typeface="Kerala" pitchFamily="2" charset="0"/>
              </a:rPr>
              <a:t>v</a:t>
            </a:r>
            <a:r>
              <a:rPr lang="en-US" altLang="en-US" sz="3400" b="1" dirty="0" err="1">
                <a:latin typeface="MalayalamAbe" pitchFamily="18" charset="0"/>
              </a:rPr>
              <a:t>lSilmk</a:t>
            </a:r>
            <a:r>
              <a:rPr lang="en-US" altLang="en-US" sz="3400" b="1" dirty="0">
                <a:latin typeface="MalayalamAbe" pitchFamily="18" charset="0"/>
              </a:rPr>
              <a:t> </a:t>
            </a:r>
            <a:r>
              <a:rPr lang="en-US" altLang="en-US" sz="3400" b="1" dirty="0" err="1">
                <a:latin typeface="MalayalamAbe" pitchFamily="18" charset="0"/>
              </a:rPr>
              <a:t>dosmuk</a:t>
            </a:r>
            <a:r>
              <a:rPr lang="en-US" altLang="en-US" sz="3400" b="1" dirty="0">
                <a:latin typeface="MalayalamAbe" pitchFamily="18" charset="0"/>
              </a:rPr>
              <a:t>; </a:t>
            </a:r>
            <a:r>
              <a:rPr lang="en-US" altLang="en-US" sz="3400" b="1" dirty="0" err="1">
                <a:latin typeface="MalayalamAbe" pitchFamily="18" charset="0"/>
              </a:rPr>
              <a:t>K!lujgj</a:t>
            </a:r>
            <a:r>
              <a:rPr lang="en-US" altLang="en-US" sz="3400" b="1" dirty="0">
                <a:latin typeface="MalayalamAbe" pitchFamily="18" charset="0"/>
              </a:rPr>
              <a:t>)</a:t>
            </a:r>
            <a:r>
              <a:rPr lang="en-US" altLang="en-US" sz="3400" b="1" dirty="0" err="1">
                <a:latin typeface="MalayalamAbe" pitchFamily="18" charset="0"/>
              </a:rPr>
              <a:t>sM</a:t>
            </a:r>
            <a:r>
              <a:rPr lang="en-US" altLang="en-US" sz="3400" b="1" dirty="0">
                <a:latin typeface="MalayalamAbe" pitchFamily="18" charset="0"/>
              </a:rPr>
              <a:t> </a:t>
            </a:r>
            <a:r>
              <a:rPr lang="en-US" altLang="en-US" sz="3400" b="1" dirty="0" err="1">
                <a:latin typeface="MalayalamAbe" pitchFamily="18" charset="0"/>
              </a:rPr>
              <a:t>ijCk</a:t>
            </a:r>
            <a:r>
              <a:rPr lang="en-US" altLang="en-US" sz="3400" b="1" dirty="0" err="1">
                <a:latin typeface="Kerala" pitchFamily="2" charset="0"/>
              </a:rPr>
              <a:t>i</a:t>
            </a:r>
            <a:r>
              <a:rPr lang="en-US" altLang="en-US" sz="3400" b="1" dirty="0" err="1">
                <a:latin typeface="MalayalamAbe" pitchFamily="18" charset="0"/>
              </a:rPr>
              <a:t>juk</a:t>
            </a:r>
            <a:r>
              <a:rPr lang="en-US" altLang="en-US" sz="3400" b="1" dirty="0">
                <a:latin typeface="MalayalamAbe" pitchFamily="18" charset="0"/>
              </a:rPr>
              <a:t>; </a:t>
            </a:r>
            <a:r>
              <a:rPr lang="en-US" altLang="en-US" sz="3400" b="1" dirty="0" err="1">
                <a:latin typeface="MalayalamAbe" pitchFamily="18" charset="0"/>
              </a:rPr>
              <a:t>a|fIik</a:t>
            </a:r>
            <a:r>
              <a:rPr lang="en-US" altLang="en-US" sz="3400" b="1" dirty="0">
                <a:latin typeface="MalayalamAbe" pitchFamily="18" charset="0"/>
              </a:rPr>
              <a:t>; K= </a:t>
            </a:r>
            <a:r>
              <a:rPr lang="en-US" altLang="en-US" sz="3400" b="1" dirty="0" err="1">
                <a:latin typeface="MalayalamAbe" pitchFamily="18" charset="0"/>
              </a:rPr>
              <a:t>YfjfISa</a:t>
            </a:r>
            <a:r>
              <a:rPr lang="en-US" altLang="en-US" sz="3400" b="1" dirty="0">
                <a:latin typeface="MalayalamAbe" pitchFamily="18" charset="0"/>
              </a:rPr>
              <a:t> B*</a:t>
            </a:r>
            <a:r>
              <a:rPr lang="en-US" altLang="en-US" sz="3400" b="1" dirty="0" err="1">
                <a:latin typeface="MalayalamAbe" pitchFamily="18" charset="0"/>
              </a:rPr>
              <a:t>Sxlmk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svSu&amp;nSa</a:t>
            </a:r>
            <a:r>
              <a:rPr lang="en-US" altLang="en-US" sz="3400" b="1" dirty="0">
                <a:latin typeface="MalayalamAbe" pitchFamily="18" charset="0"/>
              </a:rPr>
              <a:t>.</a:t>
            </a:r>
          </a:p>
        </p:txBody>
      </p:sp>
      <p:sp>
        <p:nvSpPr>
          <p:cNvPr id="4" name="Text Box 2">
            <a:extLst>
              <a:ext uri="{FF2B5EF4-FFF2-40B4-BE49-F238E27FC236}">
                <a16:creationId xmlns:a16="http://schemas.microsoft.com/office/drawing/2014/main" id="{8AD50A61-2103-4DBF-A5D7-FFDA0F4BD660}"/>
              </a:ext>
            </a:extLst>
          </p:cNvPr>
          <p:cNvSpPr txBox="1">
            <a:spLocks noChangeArrowheads="1"/>
          </p:cNvSpPr>
          <p:nvPr/>
        </p:nvSpPr>
        <p:spPr bwMode="auto">
          <a:xfrm>
            <a:off x="6440267" y="1140796"/>
            <a:ext cx="5846612" cy="2697898"/>
          </a:xfrm>
          <a:prstGeom prst="rect">
            <a:avLst/>
          </a:prstGeom>
          <a:noFill/>
          <a:ln w="9525">
            <a:noFill/>
            <a:miter lim="800000"/>
            <a:headEnd/>
            <a:tailEnd/>
          </a:ln>
          <a:effectLst/>
        </p:spPr>
        <p:txBody>
          <a:bodyPr wrap="square" lIns="111402" tIns="55743" rIns="111402" bIns="55743">
            <a:spAutoFit/>
          </a:bodyPr>
          <a:lstStyle/>
          <a:p>
            <a:pPr algn="l" rtl="0">
              <a:spcBef>
                <a:spcPts val="0"/>
              </a:spcBef>
              <a:spcAft>
                <a:spcPts val="0"/>
              </a:spcAft>
            </a:pPr>
            <a:r>
              <a:rPr lang="en-US" sz="2800" b="1" kern="0" dirty="0">
                <a:solidFill>
                  <a:schemeClr val="accent6">
                    <a:lumMod val="50000"/>
                  </a:schemeClr>
                </a:solidFill>
                <a:latin typeface="+mn-lt"/>
                <a:ea typeface="Ebrima" pitchFamily="2" charset="0"/>
                <a:cs typeface="Calibri" pitchFamily="34" charset="0"/>
              </a:rPr>
              <a:t>P: </a:t>
            </a:r>
            <a:r>
              <a:rPr lang="en-US" sz="2800" b="1" kern="0" dirty="0" err="1">
                <a:solidFill>
                  <a:schemeClr val="tx1">
                    <a:lumMod val="95000"/>
                    <a:lumOff val="5000"/>
                  </a:schemeClr>
                </a:solidFill>
                <a:latin typeface="+mn-lt"/>
                <a:ea typeface="Ebrima" pitchFamily="2" charset="0"/>
                <a:cs typeface="Calibri" pitchFamily="34" charset="0"/>
              </a:rPr>
              <a:t>Vishudhiyullathum</a:t>
            </a:r>
            <a:r>
              <a:rPr lang="en-US" sz="2800" b="1" kern="0" dirty="0">
                <a:solidFill>
                  <a:schemeClr val="tx1">
                    <a:lumMod val="95000"/>
                    <a:lumOff val="5000"/>
                  </a:schemeClr>
                </a:solidFill>
                <a:latin typeface="+mn-lt"/>
                <a:ea typeface="Ebrima" pitchFamily="2" charset="0"/>
                <a:cs typeface="Calibri" pitchFamily="34" charset="0"/>
              </a:rPr>
              <a:t> </a:t>
            </a:r>
            <a:r>
              <a:rPr lang="en-US" sz="2800" b="1" kern="0" dirty="0" err="1">
                <a:solidFill>
                  <a:schemeClr val="tx1">
                    <a:lumMod val="95000"/>
                    <a:lumOff val="5000"/>
                  </a:schemeClr>
                </a:solidFill>
                <a:latin typeface="+mn-lt"/>
                <a:ea typeface="Ebrima" pitchFamily="2" charset="0"/>
                <a:cs typeface="Calibri" pitchFamily="34" charset="0"/>
              </a:rPr>
              <a:t>mahathwamullathum</a:t>
            </a:r>
            <a:r>
              <a:rPr lang="en-US" sz="2800" b="1" kern="0" dirty="0">
                <a:solidFill>
                  <a:schemeClr val="tx1">
                    <a:lumMod val="95000"/>
                    <a:lumOff val="5000"/>
                  </a:schemeClr>
                </a:solidFill>
                <a:latin typeface="+mn-lt"/>
                <a:ea typeface="Ebrima" pitchFamily="2" charset="0"/>
                <a:cs typeface="Calibri" pitchFamily="34" charset="0"/>
              </a:rPr>
              <a:t> </a:t>
            </a:r>
            <a:r>
              <a:rPr lang="ml-IN" sz="2800" b="1" u="none" strike="noStrike" dirty="0">
                <a:effectLst/>
                <a:latin typeface="Malayalam MN" pitchFamily="2" charset="0"/>
                <a:cs typeface="Malayalam MN" pitchFamily="2" charset="0"/>
              </a:rPr>
              <a:t>♰</a:t>
            </a:r>
            <a:r>
              <a:rPr lang="en-US" sz="2800" b="1" kern="0" dirty="0">
                <a:solidFill>
                  <a:schemeClr val="tx1">
                    <a:lumMod val="95000"/>
                    <a:lumOff val="5000"/>
                  </a:schemeClr>
                </a:solidFill>
                <a:latin typeface="+mn-lt"/>
                <a:ea typeface="Ebrima" pitchFamily="2" charset="0"/>
                <a:cs typeface="Calibri" pitchFamily="34" charset="0"/>
              </a:rPr>
              <a:t>... </a:t>
            </a:r>
          </a:p>
          <a:p>
            <a:pPr algn="l" rtl="0">
              <a:spcBef>
                <a:spcPts val="0"/>
              </a:spcBef>
              <a:spcAft>
                <a:spcPts val="0"/>
              </a:spcAft>
            </a:pPr>
            <a:r>
              <a:rPr lang="en-US" sz="2800" b="1" kern="0" dirty="0">
                <a:solidFill>
                  <a:schemeClr val="accent6">
                    <a:lumMod val="50000"/>
                  </a:schemeClr>
                </a:solidFill>
                <a:latin typeface="+mn-lt"/>
                <a:ea typeface="Ebrima" pitchFamily="2" charset="0"/>
                <a:cs typeface="Calibri" pitchFamily="34" charset="0"/>
              </a:rPr>
              <a:t>C: </a:t>
            </a:r>
            <a:r>
              <a:rPr lang="en-US" sz="2800" b="1" kern="0" dirty="0" err="1">
                <a:latin typeface="+mn-lt"/>
                <a:ea typeface="Ebrima" pitchFamily="2" charset="0"/>
                <a:cs typeface="Calibri" pitchFamily="34" charset="0"/>
              </a:rPr>
              <a:t>Ninte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aathmaavodu</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koodeyum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undaayirikkatte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vishudhiyum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mahathwavum</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ullha</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thrithwame</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njangalhodu</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karunha</a:t>
            </a:r>
            <a:r>
              <a:rPr lang="en-US" sz="2800" b="1" kern="0" dirty="0">
                <a:latin typeface="+mn-lt"/>
                <a:ea typeface="Ebrima" pitchFamily="2" charset="0"/>
                <a:cs typeface="Calibri" pitchFamily="34" charset="0"/>
              </a:rPr>
              <a:t> </a:t>
            </a:r>
            <a:r>
              <a:rPr lang="en-US" sz="2800" b="1" kern="0" dirty="0" err="1">
                <a:latin typeface="+mn-lt"/>
                <a:ea typeface="Ebrima" pitchFamily="2" charset="0"/>
                <a:cs typeface="Calibri" pitchFamily="34" charset="0"/>
              </a:rPr>
              <a:t>cheyyaname</a:t>
            </a:r>
            <a:r>
              <a:rPr lang="en-US" sz="2800" b="1" kern="0" dirty="0">
                <a:latin typeface="+mn-lt"/>
                <a:ea typeface="Ebrima" pitchFamily="2" charset="0"/>
                <a:cs typeface="Calibri" pitchFamily="34" charset="0"/>
              </a:rPr>
              <a:t>. </a:t>
            </a:r>
          </a:p>
        </p:txBody>
      </p:sp>
      <p:sp>
        <p:nvSpPr>
          <p:cNvPr id="5" name="TextBox 4">
            <a:extLst>
              <a:ext uri="{FF2B5EF4-FFF2-40B4-BE49-F238E27FC236}">
                <a16:creationId xmlns:a16="http://schemas.microsoft.com/office/drawing/2014/main" id="{9C60B222-BE66-D78B-D1AC-9C750A2BDB3A}"/>
              </a:ext>
            </a:extLst>
          </p:cNvPr>
          <p:cNvSpPr txBox="1"/>
          <p:nvPr/>
        </p:nvSpPr>
        <p:spPr>
          <a:xfrm>
            <a:off x="417249" y="4887755"/>
            <a:ext cx="11306788" cy="1711238"/>
          </a:xfrm>
          <a:prstGeom prst="rect">
            <a:avLst/>
          </a:prstGeom>
          <a:noFill/>
        </p:spPr>
        <p:txBody>
          <a:bodyPr wrap="square">
            <a:spAutoFit/>
          </a:bodyPr>
          <a:lstStyle/>
          <a:p>
            <a:pPr marL="398463" marR="0" lvl="0" indent="-398463" algn="l" rtl="0">
              <a:lnSpc>
                <a:spcPct val="8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dirty="0">
                <a:latin typeface="+mn-lt"/>
                <a:ea typeface="Calibri"/>
                <a:cs typeface="Times New Roman" panose="02020603050405020304" pitchFamily="18" charset="0"/>
                <a:sym typeface="Calibri"/>
              </a:rPr>
              <a:t>M</a:t>
            </a:r>
            <a:r>
              <a:rPr lang="en-US" sz="3000" b="1" i="1" u="none" strike="noStrike" cap="none" dirty="0">
                <a:latin typeface="+mn-lt"/>
                <a:ea typeface="Calibri"/>
                <a:cs typeface="Times New Roman" panose="02020603050405020304" pitchFamily="18" charset="0"/>
                <a:sym typeface="Calibri"/>
              </a:rPr>
              <a:t>ay the grace, mercy and blessings of the holy and glorious Trinity, uncreated, (</a:t>
            </a:r>
            <a:r>
              <a:rPr lang="ml-IN" sz="32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self existent, eternal, (</a:t>
            </a:r>
            <a:r>
              <a:rPr lang="ml-IN" sz="3200" b="1" u="none" strike="noStrike" dirty="0">
                <a:effectLst/>
                <a:latin typeface="Malayalam MN" pitchFamily="2" charset="0"/>
                <a:cs typeface="Malayalam MN" pitchFamily="2" charset="0"/>
              </a:rPr>
              <a:t>♰</a:t>
            </a:r>
            <a:r>
              <a:rPr lang="en-US" sz="32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adorable, and one in essence, (</a:t>
            </a:r>
            <a:r>
              <a:rPr lang="ml-IN" sz="3200" b="1" u="none" strike="noStrike" dirty="0">
                <a:effectLst/>
                <a:latin typeface="Malayalam MN" pitchFamily="2" charset="0"/>
                <a:cs typeface="Malayalam MN" pitchFamily="2" charset="0"/>
              </a:rPr>
              <a:t>♰</a:t>
            </a:r>
            <a:r>
              <a:rPr lang="en-US" sz="3000" b="1" i="1" u="none" strike="noStrike" cap="none" dirty="0">
                <a:latin typeface="+mn-lt"/>
                <a:ea typeface="Calibri"/>
                <a:cs typeface="Times New Roman" panose="02020603050405020304" pitchFamily="18" charset="0"/>
                <a:sym typeface="Calibri"/>
              </a:rPr>
              <a:t>) be with you all dearly beloved forever. </a:t>
            </a:r>
          </a:p>
          <a:p>
            <a:pPr algn="l" rtl="0">
              <a:spcBef>
                <a:spcPts val="0"/>
              </a:spcBef>
              <a:spcAft>
                <a:spcPts val="0"/>
              </a:spcAft>
            </a:pPr>
            <a:r>
              <a:rPr lang="en-US" sz="3000" b="1" i="1"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dirty="0">
                <a:effectLst/>
                <a:latin typeface="+mn-lt"/>
              </a:rPr>
              <a:t>And also with you. O holy and glorious Trinity, have mercy upon us.</a:t>
            </a:r>
          </a:p>
        </p:txBody>
      </p:sp>
      <p:sp>
        <p:nvSpPr>
          <p:cNvPr id="3" name="TextBox 2">
            <a:extLst>
              <a:ext uri="{FF2B5EF4-FFF2-40B4-BE49-F238E27FC236}">
                <a16:creationId xmlns:a16="http://schemas.microsoft.com/office/drawing/2014/main" id="{A1979A5F-CB1F-AEE1-658F-4A9F3859689C}"/>
              </a:ext>
            </a:extLst>
          </p:cNvPr>
          <p:cNvSpPr txBox="1"/>
          <p:nvPr/>
        </p:nvSpPr>
        <p:spPr>
          <a:xfrm>
            <a:off x="0" y="417822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Third Blessing</a:t>
            </a:r>
          </a:p>
        </p:txBody>
      </p:sp>
      <p:cxnSp>
        <p:nvCxnSpPr>
          <p:cNvPr id="7" name="Straight Connector 6">
            <a:extLst>
              <a:ext uri="{FF2B5EF4-FFF2-40B4-BE49-F238E27FC236}">
                <a16:creationId xmlns:a16="http://schemas.microsoft.com/office/drawing/2014/main" id="{931BC66E-74E7-35F9-EAB7-A129BBA90945}"/>
              </a:ext>
            </a:extLst>
          </p:cNvPr>
          <p:cNvCxnSpPr>
            <a:cxnSpLocks/>
            <a:endCxn id="3" idx="0"/>
          </p:cNvCxnSpPr>
          <p:nvPr/>
        </p:nvCxnSpPr>
        <p:spPr>
          <a:xfrm>
            <a:off x="6096000" y="0"/>
            <a:ext cx="0" cy="417822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3973907-99CD-4A99-E4CF-F6EC320F94E2}"/>
              </a:ext>
            </a:extLst>
          </p:cNvPr>
          <p:cNvSpPr txBox="1"/>
          <p:nvPr/>
        </p:nvSpPr>
        <p:spPr>
          <a:xfrm>
            <a:off x="1152917" y="176529"/>
            <a:ext cx="6236494" cy="707886"/>
          </a:xfrm>
          <a:prstGeom prst="rect">
            <a:avLst/>
          </a:prstGeom>
          <a:noFill/>
        </p:spPr>
        <p:txBody>
          <a:bodyPr wrap="square">
            <a:spAutoFit/>
          </a:bodyPr>
          <a:lstStyle/>
          <a:p>
            <a:r>
              <a:rPr lang="en-US" altLang="en-US" sz="4000" b="1" u="sng" dirty="0" err="1">
                <a:solidFill>
                  <a:schemeClr val="accent6">
                    <a:lumMod val="50000"/>
                  </a:schemeClr>
                </a:solidFill>
                <a:latin typeface="MalayalamAbe" pitchFamily="18" charset="0"/>
              </a:rPr>
              <a:t>ao#las</a:t>
            </a:r>
            <a:r>
              <a:rPr lang="en-US" altLang="en-US" sz="4000" b="1" u="sng" dirty="0">
                <a:solidFill>
                  <a:schemeClr val="accent6">
                    <a:lumMod val="50000"/>
                  </a:schemeClr>
                </a:solidFill>
                <a:latin typeface="MalayalamAbe" pitchFamily="18" charset="0"/>
              </a:rPr>
              <a:t>\ </a:t>
            </a:r>
            <a:r>
              <a:rPr lang="en-US" altLang="en-US" sz="4000" b="1" u="sng" dirty="0" err="1">
                <a:solidFill>
                  <a:schemeClr val="accent6">
                    <a:lumMod val="50000"/>
                  </a:schemeClr>
                </a:solidFill>
                <a:latin typeface="MalayalamAbe" pitchFamily="18" charset="0"/>
              </a:rPr>
              <a:t>yoC</a:t>
            </a:r>
            <a:r>
              <a:rPr lang="en-US" altLang="en-US" sz="4000" b="1" u="sng" dirty="0">
                <a:solidFill>
                  <a:schemeClr val="accent6">
                    <a:lumMod val="50000"/>
                  </a:schemeClr>
                </a:solidFill>
                <a:latin typeface="MalayalamAbe" pitchFamily="18" charset="0"/>
              </a:rPr>
              <a:t>[al</a:t>
            </a:r>
            <a:endParaRPr lang="en-US" sz="4000" u="sng" dirty="0">
              <a:solidFill>
                <a:schemeClr val="accent6">
                  <a:lumMod val="50000"/>
                </a:schemeClr>
              </a:solidFill>
            </a:endParaRPr>
          </a:p>
        </p:txBody>
      </p:sp>
      <p:sp>
        <p:nvSpPr>
          <p:cNvPr id="8" name="TextBox 7">
            <a:extLst>
              <a:ext uri="{FF2B5EF4-FFF2-40B4-BE49-F238E27FC236}">
                <a16:creationId xmlns:a16="http://schemas.microsoft.com/office/drawing/2014/main" id="{0F0EBC0D-2CC6-92E9-EA5E-1DEA3271C8DF}"/>
              </a:ext>
            </a:extLst>
          </p:cNvPr>
          <p:cNvSpPr txBox="1"/>
          <p:nvPr/>
        </p:nvSpPr>
        <p:spPr>
          <a:xfrm>
            <a:off x="7006764" y="249528"/>
            <a:ext cx="6236494" cy="584775"/>
          </a:xfrm>
          <a:prstGeom prst="rect">
            <a:avLst/>
          </a:prstGeom>
          <a:noFill/>
        </p:spPr>
        <p:txBody>
          <a:bodyPr wrap="square">
            <a:spAutoFit/>
          </a:bodyPr>
          <a:lstStyle/>
          <a:p>
            <a:pPr>
              <a:spcBef>
                <a:spcPts val="0"/>
              </a:spcBef>
              <a:spcAft>
                <a:spcPts val="0"/>
              </a:spcAft>
            </a:pPr>
            <a:r>
              <a:rPr lang="en-US" sz="3200" b="1" i="0" u="sng" strike="noStrike" dirty="0" err="1">
                <a:solidFill>
                  <a:schemeClr val="accent6">
                    <a:lumMod val="50000"/>
                  </a:schemeClr>
                </a:solidFill>
                <a:effectLst/>
                <a:latin typeface="+mn-lt"/>
              </a:rPr>
              <a:t>Moonnamathe</a:t>
            </a:r>
            <a:r>
              <a:rPr lang="en-US" sz="3200" b="1" i="0" u="sng" strike="noStrike" dirty="0">
                <a:solidFill>
                  <a:schemeClr val="accent6">
                    <a:lumMod val="50000"/>
                  </a:schemeClr>
                </a:solidFill>
                <a:effectLst/>
                <a:latin typeface="+mn-lt"/>
              </a:rPr>
              <a:t> </a:t>
            </a:r>
            <a:r>
              <a:rPr lang="en-US" sz="3200" b="1" i="0" u="sng" strike="noStrike" dirty="0" err="1">
                <a:solidFill>
                  <a:schemeClr val="accent6">
                    <a:lumMod val="50000"/>
                  </a:schemeClr>
                </a:solidFill>
                <a:effectLst/>
                <a:latin typeface="+mn-lt"/>
              </a:rPr>
              <a:t>Rooshma</a:t>
            </a:r>
            <a:endParaRPr lang="en-US" sz="3200" b="1" u="sng" dirty="0">
              <a:solidFill>
                <a:schemeClr val="accent6">
                  <a:lumMod val="50000"/>
                </a:schemeClr>
              </a:solidFill>
              <a:effectLst/>
              <a:latin typeface="+mn-lt"/>
            </a:endParaRPr>
          </a:p>
        </p:txBody>
      </p:sp>
    </p:spTree>
    <p:extLst>
      <p:ext uri="{BB962C8B-B14F-4D97-AF65-F5344CB8AC3E}">
        <p14:creationId xmlns:p14="http://schemas.microsoft.com/office/powerpoint/2010/main" val="3043195036"/>
      </p:ext>
    </p:extLst>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609600" y="9454"/>
            <a:ext cx="5486400" cy="3429000"/>
          </a:xfrm>
        </p:spPr>
        <p:txBody>
          <a:bodyPr anchor="ctr">
            <a:noAutofit/>
          </a:bodyPr>
          <a:lstStyle/>
          <a:p>
            <a:pPr algn="l" eaLnBrk="1" hangingPunct="1"/>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Ck. </a:t>
            </a:r>
            <a:r>
              <a:rPr lang="en-US" altLang="en-US" sz="3600" b="1" dirty="0" err="1">
                <a:latin typeface="MalayalamAbe" pitchFamily="18" charset="0"/>
              </a:rPr>
              <a:t>rl</a:t>
            </a:r>
            <a:r>
              <a:rPr lang="en-US" altLang="en-US" sz="3600" b="1" dirty="0">
                <a:latin typeface="MalayalamAbe" pitchFamily="18" charset="0"/>
              </a:rPr>
              <a:t>; :</a:t>
            </a:r>
            <a:r>
              <a:rPr lang="en-US" altLang="en-US" sz="3600" b="1" dirty="0" err="1">
                <a:latin typeface="MalayalamAbe" pitchFamily="18" charset="0"/>
              </a:rPr>
              <a:t>pgSilmk</a:t>
            </a:r>
            <a:r>
              <a:rPr lang="en-US" altLang="en-US" sz="3600" b="1" dirty="0">
                <a:latin typeface="MalayalamAbe" pitchFamily="18" charset="0"/>
              </a:rPr>
              <a:t>;</a:t>
            </a:r>
            <a:br>
              <a:rPr lang="en-US" altLang="en-US" sz="3600" b="1" dirty="0">
                <a:latin typeface="MalayalamAbe" pitchFamily="18" charset="0"/>
              </a:rPr>
            </a:br>
            <a:r>
              <a:rPr lang="en-US" altLang="en-US" sz="3600" b="1" dirty="0">
                <a:latin typeface="MalayalamAbe" pitchFamily="18" charset="0"/>
              </a:rPr>
              <a:t>&gt;u&gt;d[</a:t>
            </a:r>
            <a:r>
              <a:rPr lang="en-US" altLang="en-US" sz="3600" b="1" dirty="0" err="1">
                <a:latin typeface="MalayalamAbe" pitchFamily="18" charset="0"/>
              </a:rPr>
              <a:t>fjSulmk</a:t>
            </a:r>
            <a:r>
              <a:rPr lang="en-US" altLang="en-US" sz="3600" b="1" dirty="0">
                <a:latin typeface="MalayalamAbe" pitchFamily="18" charset="0"/>
              </a:rPr>
              <a:t>; </a:t>
            </a:r>
            <a:r>
              <a:rPr lang="en-US" altLang="en-US" sz="3600" b="1" dirty="0" err="1">
                <a:latin typeface="MalayalamAbe" pitchFamily="18" charset="0"/>
              </a:rPr>
              <a:t>domj</a:t>
            </a:r>
            <a:r>
              <a:rPr lang="en-US" altLang="en-US" sz="3600" b="1" dirty="0">
                <a:latin typeface="MalayalamAbe" pitchFamily="18" charset="0"/>
              </a:rPr>
              <a:t> </a:t>
            </a:r>
            <a:r>
              <a:rPr lang="en-US" altLang="en-US" sz="3600" b="1" dirty="0" err="1">
                <a:latin typeface="MalayalamAbe" pitchFamily="18" charset="0"/>
              </a:rPr>
              <a:t>co</a:t>
            </a:r>
            <a:r>
              <a:rPr lang="en-US" altLang="en-US" sz="3600" b="1" dirty="0" err="1">
                <a:latin typeface="Kerala" pitchFamily="2" charset="0"/>
              </a:rPr>
              <a:t>f</a:t>
            </a:r>
            <a:r>
              <a:rPr lang="en-US" altLang="en-US" sz="3600" b="1" dirty="0" err="1">
                <a:latin typeface="MalayalamAbe" pitchFamily="18" charset="0"/>
              </a:rPr>
              <a:t>j</a:t>
            </a:r>
            <a:r>
              <a:rPr lang="en-US" altLang="en-US" sz="3600" b="1" dirty="0">
                <a:latin typeface="MalayalamAbe" pitchFamily="18" charset="0"/>
              </a:rPr>
              <a:t>)n;.</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err="1">
                <a:latin typeface="MalayalamAbe" pitchFamily="18" charset="0"/>
              </a:rPr>
              <a:t>dG</a:t>
            </a:r>
            <a:r>
              <a:rPr lang="en-US" altLang="en-US" sz="3600" b="1" dirty="0">
                <a:latin typeface="MalayalamAbe" pitchFamily="18" charset="0"/>
              </a:rPr>
              <a:t>\</a:t>
            </a:r>
            <a:r>
              <a:rPr lang="en-US" altLang="en-US" sz="3600" b="1" dirty="0" err="1">
                <a:latin typeface="MalayalamAbe" pitchFamily="18" charset="0"/>
              </a:rPr>
              <a:t>lSi</a:t>
            </a:r>
            <a:r>
              <a:rPr lang="en-US" altLang="en-US" sz="3600" b="1" dirty="0">
                <a:latin typeface="MalayalamAbe" pitchFamily="18" charset="0"/>
              </a:rPr>
              <a:t> </a:t>
            </a:r>
            <a:r>
              <a:rPr lang="en-US" altLang="en-US" sz="3600" b="1" dirty="0" err="1">
                <a:latin typeface="MalayalamAbe" pitchFamily="18" charset="0"/>
              </a:rPr>
              <a:t>puSfl#j</a:t>
            </a:r>
            <a:r>
              <a:rPr lang="en-US" altLang="en-US" sz="3600" b="1" dirty="0">
                <a:latin typeface="MalayalamAbe" pitchFamily="18" charset="0"/>
              </a:rPr>
              <a:t> B*</a:t>
            </a:r>
            <a:r>
              <a:rPr lang="en-US" altLang="en-US" sz="3600" b="1" dirty="0" err="1">
                <a:latin typeface="MalayalamAbe" pitchFamily="18" charset="0"/>
              </a:rPr>
              <a:t>xksmSaH</a:t>
            </a:r>
            <a:r>
              <a:rPr lang="en-US" altLang="en-US" sz="3600" b="1" dirty="0">
                <a:latin typeface="MalayalamAbe" pitchFamily="18" charset="0"/>
              </a:rPr>
              <a:t> </a:t>
            </a:r>
            <a:r>
              <a:rPr lang="en-US" altLang="en-US" sz="3600" b="1" dirty="0" err="1">
                <a:latin typeface="MalayalamAbe" pitchFamily="18" charset="0"/>
              </a:rPr>
              <a:t>LrkYz</a:t>
            </a:r>
            <a:r>
              <a:rPr lang="en-US" altLang="en-US" sz="3600" b="1" dirty="0">
                <a:latin typeface="MalayalamAbe" pitchFamily="18" charset="0"/>
              </a:rPr>
              <a:t>|; </a:t>
            </a:r>
            <a:r>
              <a:rPr lang="en-US" altLang="en-US" sz="3600" b="1" dirty="0" err="1">
                <a:latin typeface="MalayalamAbe" pitchFamily="18" charset="0"/>
              </a:rPr>
              <a:t>svlgjunsa</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8AD50A61-2103-4DBF-A5D7-FFDA0F4BD660}"/>
              </a:ext>
            </a:extLst>
          </p:cNvPr>
          <p:cNvSpPr txBox="1">
            <a:spLocks noChangeArrowheads="1"/>
          </p:cNvSpPr>
          <p:nvPr/>
        </p:nvSpPr>
        <p:spPr bwMode="auto">
          <a:xfrm>
            <a:off x="6805257" y="284338"/>
            <a:ext cx="5486400" cy="315687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D: </a:t>
            </a:r>
            <a:r>
              <a:rPr lang="en-US" sz="2800" b="1" kern="0" dirty="0">
                <a:latin typeface="Calibri" pitchFamily="34" charset="0"/>
                <a:ea typeface="Ebrima" pitchFamily="2" charset="0"/>
                <a:cs typeface="Calibri" pitchFamily="34" charset="0"/>
              </a:rPr>
              <a:t>Naam </a:t>
            </a:r>
            <a:r>
              <a:rPr lang="en-US" sz="2800" b="1" kern="0" dirty="0" err="1">
                <a:latin typeface="Calibri" pitchFamily="34" charset="0"/>
                <a:ea typeface="Ebrima" pitchFamily="2" charset="0"/>
                <a:cs typeface="Calibri" pitchFamily="34" charset="0"/>
              </a:rPr>
              <a:t>aadaravodum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bhakthiyodum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koodi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sookshikkanam</a:t>
            </a:r>
            <a:r>
              <a:rPr lang="en-US" sz="2800" b="1" kern="0" dirty="0">
                <a:latin typeface="Calibri" pitchFamily="34" charset="0"/>
                <a:ea typeface="Ebrima" pitchFamily="2" charset="0"/>
                <a:cs typeface="Calibri" pitchFamily="34" charset="0"/>
              </a:rPr>
              <a:t>.</a:t>
            </a:r>
            <a:br>
              <a:rPr lang="en-US" sz="2800" b="1" kern="0" dirty="0">
                <a:latin typeface="Calibri" pitchFamily="34" charset="0"/>
                <a:ea typeface="Ebrima" pitchFamily="2" charset="0"/>
                <a:cs typeface="Calibri" pitchFamily="34" charset="0"/>
              </a:rPr>
            </a:b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thonni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mel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choriyenhame</a:t>
            </a:r>
            <a:r>
              <a:rPr lang="en-US" sz="2800" b="1" kern="0" dirty="0">
                <a:latin typeface="Calibri" pitchFamily="34" charset="0"/>
                <a:ea typeface="Ebrima" pitchFamily="2" charset="0"/>
                <a:cs typeface="Calibri" pitchFamily="34" charset="0"/>
              </a:rPr>
              <a:t>. </a:t>
            </a:r>
          </a:p>
        </p:txBody>
      </p:sp>
      <p:sp>
        <p:nvSpPr>
          <p:cNvPr id="6" name="TextBox 5">
            <a:extLst>
              <a:ext uri="{FF2B5EF4-FFF2-40B4-BE49-F238E27FC236}">
                <a16:creationId xmlns:a16="http://schemas.microsoft.com/office/drawing/2014/main" id="{EC697E41-BE6C-DB8E-DA6D-A50A0113A530}"/>
              </a:ext>
            </a:extLst>
          </p:cNvPr>
          <p:cNvSpPr txBox="1"/>
          <p:nvPr/>
        </p:nvSpPr>
        <p:spPr>
          <a:xfrm>
            <a:off x="2800740" y="4765930"/>
            <a:ext cx="7297102" cy="1077218"/>
          </a:xfrm>
          <a:prstGeom prst="rect">
            <a:avLst/>
          </a:prstGeom>
          <a:noFill/>
        </p:spPr>
        <p:txBody>
          <a:bodyPr wrap="square">
            <a:spAutoFit/>
          </a:bodyPr>
          <a:lstStyle/>
          <a:p>
            <a:pPr marL="177800" indent="-177800" algn="just" rtl="0">
              <a:spcBef>
                <a:spcPts val="0"/>
              </a:spcBef>
              <a:spcAft>
                <a:spcPts val="0"/>
              </a:spcAft>
            </a:pPr>
            <a:r>
              <a:rPr lang="en-US" sz="3200" b="1" i="1" u="none" strike="noStrike" dirty="0">
                <a:solidFill>
                  <a:schemeClr val="accent6">
                    <a:lumMod val="50000"/>
                  </a:schemeClr>
                </a:solidFill>
                <a:effectLst/>
                <a:latin typeface="+mn-lt"/>
              </a:rPr>
              <a:t>D: </a:t>
            </a:r>
            <a:r>
              <a:rPr lang="en-US" sz="3200" b="1" i="1" u="none" strike="noStrike" dirty="0">
                <a:effectLst/>
                <a:latin typeface="+mn-lt"/>
              </a:rPr>
              <a:t>Let us stand in awe and reverence.</a:t>
            </a:r>
          </a:p>
          <a:p>
            <a:pPr marL="177800" indent="-177800" algn="just" rtl="0">
              <a:spcBef>
                <a:spcPts val="0"/>
              </a:spcBef>
              <a:spcAft>
                <a:spcPts val="0"/>
              </a:spcAft>
            </a:pPr>
            <a:r>
              <a:rPr lang="en-US" sz="3200" b="1" i="1" u="none" strike="noStrike" dirty="0">
                <a:solidFill>
                  <a:schemeClr val="accent6">
                    <a:lumMod val="50000"/>
                  </a:schemeClr>
                </a:solidFill>
                <a:effectLst/>
                <a:latin typeface="+mn-lt"/>
              </a:rPr>
              <a:t>C: </a:t>
            </a:r>
            <a:r>
              <a:rPr lang="en-US" sz="3200" b="1" i="1" u="none" strike="noStrike" dirty="0">
                <a:effectLst/>
                <a:latin typeface="+mn-lt"/>
              </a:rPr>
              <a:t>Lord, have mercy on us and bless us.</a:t>
            </a:r>
            <a:endParaRPr lang="en-US" sz="3200" b="1" i="1" dirty="0">
              <a:latin typeface="+mn-lt"/>
            </a:endParaRPr>
          </a:p>
        </p:txBody>
      </p:sp>
      <p:sp>
        <p:nvSpPr>
          <p:cNvPr id="3" name="TextBox 2">
            <a:extLst>
              <a:ext uri="{FF2B5EF4-FFF2-40B4-BE49-F238E27FC236}">
                <a16:creationId xmlns:a16="http://schemas.microsoft.com/office/drawing/2014/main" id="{E7E924AD-49B7-AA99-2754-16DF29FC1963}"/>
              </a:ext>
            </a:extLst>
          </p:cNvPr>
          <p:cNvSpPr txBox="1"/>
          <p:nvPr/>
        </p:nvSpPr>
        <p:spPr>
          <a:xfrm>
            <a:off x="0" y="3841959"/>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8EF30CE7-A1CE-87EB-AD4A-4758A7DA4A09}"/>
              </a:ext>
            </a:extLst>
          </p:cNvPr>
          <p:cNvCxnSpPr>
            <a:cxnSpLocks/>
            <a:endCxn id="3" idx="0"/>
          </p:cNvCxnSpPr>
          <p:nvPr/>
        </p:nvCxnSpPr>
        <p:spPr>
          <a:xfrm>
            <a:off x="6096000" y="-1377"/>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717950"/>
      </p:ext>
    </p:extLst>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ctrTitle"/>
          </p:nvPr>
        </p:nvSpPr>
        <p:spPr>
          <a:xfrm>
            <a:off x="271464" y="799226"/>
            <a:ext cx="5764098" cy="3474719"/>
          </a:xfrm>
        </p:spPr>
        <p:txBody>
          <a:bodyPr anchor="ctr">
            <a:normAutofit/>
          </a:bodyPr>
          <a:lstStyle/>
          <a:p>
            <a:pPr algn="l" eaLnBrk="1" hangingPunct="1"/>
            <a:r>
              <a:rPr lang="en-US" altLang="en-US" sz="3100" b="1" dirty="0">
                <a:solidFill>
                  <a:schemeClr val="accent6">
                    <a:lumMod val="50000"/>
                  </a:schemeClr>
                </a:solidFill>
                <a:latin typeface="MalayalamAbe" pitchFamily="18" charset="0"/>
              </a:rPr>
              <a:t>e. </a:t>
            </a:r>
            <a:r>
              <a:rPr lang="en-US" altLang="en-US" sz="3100" b="1" dirty="0">
                <a:latin typeface="MalayalamAbe" pitchFamily="18" charset="0"/>
              </a:rPr>
              <a:t>TO </a:t>
            </a:r>
            <a:r>
              <a:rPr lang="en-US" altLang="en-US" sz="3100" b="1" dirty="0" err="1">
                <a:latin typeface="MalayalamAbe" pitchFamily="18" charset="0"/>
              </a:rPr>
              <a:t>ijCk</a:t>
            </a:r>
            <a:r>
              <a:rPr lang="en-US" altLang="en-US" sz="3100" b="1" dirty="0" err="1">
                <a:latin typeface="Kerala" pitchFamily="2" charset="0"/>
              </a:rPr>
              <a:t>i</a:t>
            </a:r>
            <a:r>
              <a:rPr lang="en-US" altLang="en-US" sz="3100" b="1" dirty="0" err="1">
                <a:latin typeface="MalayalamAbe" pitchFamily="18" charset="0"/>
              </a:rPr>
              <a:t>fdX</a:t>
            </a:r>
            <a:r>
              <a:rPr lang="en-US" altLang="en-US" sz="3100" b="1" dirty="0">
                <a:latin typeface="MalayalamAbe" pitchFamily="18" charset="0"/>
              </a:rPr>
              <a:t> </a:t>
            </a:r>
            <a:r>
              <a:rPr lang="en-US" altLang="en-US" sz="3100" b="1" dirty="0" err="1">
                <a:latin typeface="MalayalamAbe" pitchFamily="18" charset="0"/>
              </a:rPr>
              <a:t>ijCk</a:t>
            </a:r>
            <a:r>
              <a:rPr lang="en-US" altLang="en-US" sz="3100" b="1" dirty="0" err="1">
                <a:latin typeface="Kerala" pitchFamily="2" charset="0"/>
              </a:rPr>
              <a:t>i</a:t>
            </a:r>
            <a:r>
              <a:rPr lang="en-US" altLang="en-US" sz="3100" b="1" dirty="0" err="1">
                <a:latin typeface="MalayalamAbe" pitchFamily="18" charset="0"/>
              </a:rPr>
              <a:t>juk</a:t>
            </a:r>
            <a:r>
              <a:rPr lang="en-US" altLang="en-US" sz="3100" b="1" dirty="0">
                <a:latin typeface="MalayalamAbe" pitchFamily="18" charset="0"/>
              </a:rPr>
              <a:t>; </a:t>
            </a:r>
            <a:r>
              <a:rPr lang="en-US" altLang="en-US" sz="3100" b="1" dirty="0" err="1">
                <a:latin typeface="MalayalamAbe" pitchFamily="18" charset="0"/>
              </a:rPr>
              <a:t>simj</a:t>
            </a:r>
            <a:r>
              <a:rPr lang="en-US" altLang="en-US" sz="3100" b="1" dirty="0">
                <a:latin typeface="MalayalamAbe" pitchFamily="18" charset="0"/>
              </a:rPr>
              <a:t>/k; K=</a:t>
            </a:r>
            <a:r>
              <a:rPr lang="en-US" altLang="en-US" sz="3100" b="1" dirty="0" err="1">
                <a:latin typeface="MalayalamAbe" pitchFamily="18" charset="0"/>
              </a:rPr>
              <a:t>iG</a:t>
            </a:r>
            <a:r>
              <a:rPr lang="en-US" altLang="en-US" sz="3100" b="1" dirty="0">
                <a:latin typeface="MalayalamAbe" pitchFamily="18" charset="0"/>
              </a:rPr>
              <a:t>)k </a:t>
            </a:r>
            <a:r>
              <a:rPr lang="en-US" altLang="en-US" sz="3100" b="1" dirty="0" err="1">
                <a:latin typeface="MalayalamAbe" pitchFamily="18" charset="0"/>
              </a:rPr>
              <a:t>alYf</a:t>
            </a:r>
            <a:r>
              <a:rPr lang="en-US" altLang="en-US" sz="3100" b="1" dirty="0">
                <a:latin typeface="MalayalamAbe" pitchFamily="18" charset="0"/>
              </a:rPr>
              <a:t>; </a:t>
            </a:r>
            <a:r>
              <a:rPr lang="en-US" altLang="en-US" sz="3100" b="1" dirty="0" err="1">
                <a:latin typeface="MalayalamAbe" pitchFamily="18" charset="0"/>
              </a:rPr>
              <a:t>rHds</a:t>
            </a:r>
            <a:r>
              <a:rPr lang="en-US" altLang="en-US" sz="3100" b="1" dirty="0">
                <a:latin typeface="MalayalamAbe" pitchFamily="18" charset="0"/>
              </a:rPr>
              <a:t>/-</a:t>
            </a:r>
            <a:r>
              <a:rPr lang="en-US" altLang="en-US" sz="3100" b="1" dirty="0" err="1">
                <a:latin typeface="MalayalamAbe" pitchFamily="18" charset="0"/>
              </a:rPr>
              <a:t>mk#k</a:t>
            </a:r>
            <a:r>
              <a:rPr lang="en-US" altLang="en-US" sz="3100" b="1" dirty="0">
                <a:latin typeface="MalayalamAbe" pitchFamily="18" charset="0"/>
              </a:rPr>
              <a:t>.</a:t>
            </a:r>
            <a:br>
              <a:rPr lang="en-US" altLang="en-US" sz="3100" b="1" dirty="0">
                <a:latin typeface="MalayalamAbe" pitchFamily="18" charset="0"/>
              </a:rPr>
            </a:br>
            <a:r>
              <a:rPr lang="en-US" altLang="en-US" sz="3100" b="1" dirty="0">
                <a:solidFill>
                  <a:schemeClr val="accent6">
                    <a:lumMod val="50000"/>
                  </a:schemeClr>
                </a:solidFill>
                <a:latin typeface="MalayalamAbe" pitchFamily="18" charset="0"/>
              </a:rPr>
              <a:t>w. </a:t>
            </a:r>
            <a:r>
              <a:rPr lang="en-US" altLang="en-US" sz="3100" b="1" dirty="0">
                <a:latin typeface="MalayalamAbe" pitchFamily="18" charset="0"/>
              </a:rPr>
              <a:t>td </a:t>
            </a:r>
            <a:r>
              <a:rPr lang="en-US" altLang="en-US" sz="3100" b="1" dirty="0" err="1">
                <a:latin typeface="MalayalamAbe" pitchFamily="18" charset="0"/>
              </a:rPr>
              <a:t>ejflik</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 td </a:t>
            </a:r>
            <a:r>
              <a:rPr lang="en-US" altLang="en-US" sz="3100" b="1" dirty="0" err="1">
                <a:latin typeface="MalayalamAbe" pitchFamily="18" charset="0"/>
              </a:rPr>
              <a:t>ekYfR</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 td </a:t>
            </a:r>
            <a:r>
              <a:rPr lang="en-US" altLang="en-US" sz="3100" b="1" dirty="0" err="1">
                <a:latin typeface="MalayalamAbe" pitchFamily="18" charset="0"/>
              </a:rPr>
              <a:t>yo|luk</a:t>
            </a:r>
            <a:r>
              <a:rPr lang="en-US" altLang="en-US" sz="3100" b="1" dirty="0">
                <a:latin typeface="MalayalamAbe" pitchFamily="18" charset="0"/>
              </a:rPr>
              <a:t>; </a:t>
            </a:r>
            <a:r>
              <a:rPr lang="en-US" altLang="en-US" sz="3100" b="1" dirty="0" err="1">
                <a:latin typeface="MalayalamAbe" pitchFamily="18" charset="0"/>
              </a:rPr>
              <a:t>egjCk</a:t>
            </a:r>
            <a:r>
              <a:rPr lang="en-US" altLang="en-US" sz="3100" b="1" dirty="0" err="1">
                <a:latin typeface="Kerala" pitchFamily="2" charset="0"/>
              </a:rPr>
              <a:t>i</a:t>
            </a:r>
            <a:r>
              <a:rPr lang="en-US" altLang="en-US" sz="3100" b="1" dirty="0" err="1">
                <a:latin typeface="MalayalamAbe" pitchFamily="18" charset="0"/>
              </a:rPr>
              <a:t>rldk#k</a:t>
            </a:r>
            <a:r>
              <a:rPr lang="en-US" altLang="en-US" sz="3100" b="1" dirty="0">
                <a:latin typeface="MalayalamAbe" pitchFamily="18" charset="0"/>
              </a:rPr>
              <a:t> :</a:t>
            </a:r>
            <a:r>
              <a:rPr lang="en-US" altLang="en-US" sz="3100" b="1" dirty="0" err="1">
                <a:latin typeface="MalayalamAbe" pitchFamily="18" charset="0"/>
              </a:rPr>
              <a:t>SaR</a:t>
            </a:r>
            <a:r>
              <a:rPr lang="en-US" altLang="en-US" sz="3100" b="1" dirty="0">
                <a:latin typeface="MalayalamAbe" pitchFamily="18" charset="0"/>
              </a:rPr>
              <a:t> - ~</a:t>
            </a:r>
            <a:r>
              <a:rPr lang="en-US" altLang="en-US" sz="3100" b="1" dirty="0" err="1">
                <a:latin typeface="MalayalamAbe" pitchFamily="18" charset="0"/>
              </a:rPr>
              <a:t>lsyd</a:t>
            </a:r>
            <a:r>
              <a:rPr lang="en-US" altLang="en-US" sz="3100" b="1" dirty="0">
                <a:latin typeface="MalayalamAbe" pitchFamily="18" charset="0"/>
              </a:rPr>
              <a:t>[</a:t>
            </a:r>
            <a:r>
              <a:rPr lang="en-US" altLang="en-US" sz="3100" b="1" dirty="0" err="1">
                <a:latin typeface="MalayalamAbe" pitchFamily="18" charset="0"/>
              </a:rPr>
              <a:t>alG.</a:t>
            </a:r>
            <a:endParaRPr lang="en-US" altLang="en-US" sz="3100" b="1" dirty="0">
              <a:latin typeface="MalayalamAbe" pitchFamily="18" charset="0"/>
            </a:endParaRPr>
          </a:p>
        </p:txBody>
      </p:sp>
      <p:sp>
        <p:nvSpPr>
          <p:cNvPr id="4" name="Text Box 2">
            <a:extLst>
              <a:ext uri="{FF2B5EF4-FFF2-40B4-BE49-F238E27FC236}">
                <a16:creationId xmlns:a16="http://schemas.microsoft.com/office/drawing/2014/main" id="{C03869DD-ABCC-4D72-BA96-3F245ACB8008}"/>
              </a:ext>
            </a:extLst>
          </p:cNvPr>
          <p:cNvSpPr txBox="1">
            <a:spLocks noChangeArrowheads="1"/>
          </p:cNvSpPr>
          <p:nvPr/>
        </p:nvSpPr>
        <p:spPr bwMode="auto">
          <a:xfrm>
            <a:off x="6367747" y="1145242"/>
            <a:ext cx="5742925" cy="2913341"/>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P: </a:t>
            </a:r>
            <a:r>
              <a:rPr lang="en-US" sz="2600" b="1" kern="0" dirty="0" err="1">
                <a:latin typeface="Calibri" pitchFamily="34" charset="0"/>
                <a:ea typeface="Ebrima" pitchFamily="2" charset="0"/>
                <a:cs typeface="Calibri" pitchFamily="34" charset="0"/>
              </a:rPr>
              <a:t>Ee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vishudhathakal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vishudhiyum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vedippum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ullhavarku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maathram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nalkappe-dunnu</a:t>
            </a:r>
            <a:r>
              <a:rPr lang="en-US" sz="2600" b="1" kern="0" dirty="0">
                <a:latin typeface="Calibri" pitchFamily="34" charset="0"/>
                <a:ea typeface="Ebrima" pitchFamily="2" charset="0"/>
                <a:cs typeface="Calibri" pitchFamily="34" charset="0"/>
              </a:rPr>
              <a:t>.</a:t>
            </a:r>
          </a:p>
          <a:p>
            <a:pPr>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C: </a:t>
            </a:r>
            <a:r>
              <a:rPr lang="en-US" sz="2600" b="1" kern="0" dirty="0">
                <a:latin typeface="Calibri" pitchFamily="34" charset="0"/>
                <a:ea typeface="Ebrima" pitchFamily="2" charset="0"/>
                <a:cs typeface="Calibri" pitchFamily="34" charset="0"/>
              </a:rPr>
              <a:t>Eka </a:t>
            </a:r>
            <a:r>
              <a:rPr lang="en-US" sz="2600" b="1" kern="0" dirty="0" err="1">
                <a:latin typeface="Calibri" pitchFamily="34" charset="0"/>
                <a:ea typeface="Ebrima" pitchFamily="2" charset="0"/>
                <a:cs typeface="Calibri" pitchFamily="34" charset="0"/>
              </a:rPr>
              <a:t>Pithaavu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parishudhan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aakunnu</a:t>
            </a:r>
            <a:r>
              <a:rPr lang="en-US" sz="2600" b="1" kern="0" dirty="0">
                <a:latin typeface="Calibri" pitchFamily="34" charset="0"/>
                <a:ea typeface="Ebrima" pitchFamily="2" charset="0"/>
                <a:cs typeface="Calibri" pitchFamily="34" charset="0"/>
              </a:rPr>
              <a:t>- eka </a:t>
            </a:r>
            <a:r>
              <a:rPr lang="en-US" sz="2600" b="1" kern="0" dirty="0" err="1">
                <a:latin typeface="Calibri" pitchFamily="34" charset="0"/>
                <a:ea typeface="Ebrima" pitchFamily="2" charset="0"/>
                <a:cs typeface="Calibri" pitchFamily="34" charset="0"/>
              </a:rPr>
              <a:t>Puthran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parishudhan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aakunnu</a:t>
            </a:r>
            <a:r>
              <a:rPr lang="en-US" sz="2600" b="1" kern="0" dirty="0">
                <a:latin typeface="Calibri" pitchFamily="34" charset="0"/>
                <a:ea typeface="Ebrima" pitchFamily="2" charset="0"/>
                <a:cs typeface="Calibri" pitchFamily="34" charset="0"/>
              </a:rPr>
              <a:t>. eka </a:t>
            </a:r>
            <a:r>
              <a:rPr lang="en-US" sz="2600" b="1" kern="0" dirty="0" err="1">
                <a:latin typeface="Calibri" pitchFamily="34" charset="0"/>
                <a:ea typeface="Ebrima" pitchFamily="2" charset="0"/>
                <a:cs typeface="Calibri" pitchFamily="34" charset="0"/>
              </a:rPr>
              <a:t>Roohaayum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parishudhan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aakunnu</a:t>
            </a:r>
            <a:r>
              <a:rPr lang="en-US" sz="2600" b="1" kern="0" dirty="0">
                <a:latin typeface="Calibri" pitchFamily="34" charset="0"/>
                <a:ea typeface="Ebrima" pitchFamily="2" charset="0"/>
                <a:cs typeface="Calibri" pitchFamily="34" charset="0"/>
              </a:rPr>
              <a:t>. Amen- </a:t>
            </a:r>
            <a:r>
              <a:rPr lang="en-US" sz="2600" b="1" kern="0" dirty="0" err="1">
                <a:latin typeface="Calibri" pitchFamily="34" charset="0"/>
                <a:ea typeface="Ebrima" pitchFamily="2" charset="0"/>
                <a:cs typeface="Calibri" pitchFamily="34" charset="0"/>
              </a:rPr>
              <a:t>baarekmaar</a:t>
            </a:r>
            <a:r>
              <a:rPr lang="en-US" sz="26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B17C3B40-0BA9-9C36-4281-D1D87ED5A40A}"/>
              </a:ext>
            </a:extLst>
          </p:cNvPr>
          <p:cNvSpPr txBox="1"/>
          <p:nvPr/>
        </p:nvSpPr>
        <p:spPr>
          <a:xfrm>
            <a:off x="2247441" y="4949151"/>
            <a:ext cx="8964115" cy="1477328"/>
          </a:xfrm>
          <a:prstGeom prst="rect">
            <a:avLst/>
          </a:prstGeom>
          <a:noFill/>
        </p:spPr>
        <p:txBody>
          <a:bodyPr wrap="square">
            <a:spAutoFit/>
          </a:bodyPr>
          <a:lstStyle/>
          <a:p>
            <a:r>
              <a:rPr lang="en-US" sz="3000" b="1" i="1" dirty="0">
                <a:solidFill>
                  <a:schemeClr val="accent6">
                    <a:lumMod val="50000"/>
                  </a:schemeClr>
                </a:solidFill>
                <a:latin typeface="+mn-lt"/>
                <a:ea typeface="Calibri"/>
                <a:cs typeface="Times New Roman" panose="02020603050405020304" pitchFamily="18" charset="0"/>
                <a:sym typeface="Calibri"/>
              </a:rPr>
              <a:t>P: </a:t>
            </a:r>
            <a:r>
              <a:rPr lang="en-US" sz="3000" b="1" i="1" dirty="0">
                <a:latin typeface="+mn-lt"/>
                <a:ea typeface="Calibri"/>
                <a:cs typeface="Times New Roman" panose="02020603050405020304" pitchFamily="18" charset="0"/>
                <a:sym typeface="Calibri"/>
              </a:rPr>
              <a:t>Holy things for holy people.</a:t>
            </a:r>
            <a:br>
              <a:rPr lang="en-US" sz="3000" b="1" i="1" dirty="0">
                <a:latin typeface="+mn-lt"/>
                <a:ea typeface="Calibri"/>
                <a:cs typeface="Times New Roman" panose="02020603050405020304" pitchFamily="18" charset="0"/>
                <a:sym typeface="Calibri"/>
              </a:rPr>
            </a:br>
            <a:r>
              <a:rPr lang="en-US" sz="3000" b="1" i="1" dirty="0">
                <a:solidFill>
                  <a:schemeClr val="accent6">
                    <a:lumMod val="50000"/>
                  </a:schemeClr>
                </a:solidFill>
                <a:latin typeface="+mn-lt"/>
                <a:ea typeface="Calibri"/>
                <a:cs typeface="Times New Roman" panose="02020603050405020304" pitchFamily="18" charset="0"/>
                <a:sym typeface="Calibri"/>
              </a:rPr>
              <a:t>C: </a:t>
            </a:r>
            <a:r>
              <a:rPr lang="en-US" sz="3000" b="1" i="1" dirty="0">
                <a:latin typeface="+mn-lt"/>
                <a:ea typeface="Calibri"/>
                <a:cs typeface="Times New Roman" panose="02020603050405020304" pitchFamily="18" charset="0"/>
                <a:sym typeface="Calibri"/>
              </a:rPr>
              <a:t>Holy is the one Father, Holy is the one Son, Holy is the one Spirit. Amen. </a:t>
            </a:r>
            <a:r>
              <a:rPr lang="en-US" sz="3000" b="1" i="1" kern="0" dirty="0">
                <a:latin typeface="+mn-lt"/>
                <a:ea typeface="Ebrima" pitchFamily="2" charset="0"/>
                <a:cs typeface="Times New Roman" panose="02020603050405020304" pitchFamily="18" charset="0"/>
              </a:rPr>
              <a:t>Bless O Lord.</a:t>
            </a:r>
            <a:endParaRPr lang="en-US" sz="3000" b="1" i="1" dirty="0">
              <a:latin typeface="+mn-lt"/>
              <a:cs typeface="Times New Roman" panose="02020603050405020304" pitchFamily="18" charset="0"/>
            </a:endParaRPr>
          </a:p>
        </p:txBody>
      </p:sp>
      <p:sp>
        <p:nvSpPr>
          <p:cNvPr id="7" name="TextBox 6">
            <a:extLst>
              <a:ext uri="{FF2B5EF4-FFF2-40B4-BE49-F238E27FC236}">
                <a16:creationId xmlns:a16="http://schemas.microsoft.com/office/drawing/2014/main" id="{13B51A2A-241F-955F-9CCA-6EB7ADC22D66}"/>
              </a:ext>
            </a:extLst>
          </p:cNvPr>
          <p:cNvSpPr txBox="1"/>
          <p:nvPr/>
        </p:nvSpPr>
        <p:spPr>
          <a:xfrm>
            <a:off x="115203" y="101109"/>
            <a:ext cx="5588175" cy="903452"/>
          </a:xfrm>
          <a:prstGeom prst="rect">
            <a:avLst/>
          </a:prstGeom>
          <a:noFill/>
        </p:spPr>
        <p:txBody>
          <a:bodyPr wrap="square">
            <a:spAutoFit/>
          </a:bodyPr>
          <a:lstStyle/>
          <a:p>
            <a:pPr algn="ctr">
              <a:lnSpc>
                <a:spcPts val="3100"/>
              </a:lnSpc>
            </a:pPr>
            <a:r>
              <a:rPr lang="en-US" sz="3200" b="1" dirty="0">
                <a:solidFill>
                  <a:schemeClr val="accent6">
                    <a:lumMod val="50000"/>
                  </a:schemeClr>
                </a:solidFill>
              </a:rPr>
              <a:t>(</a:t>
            </a:r>
            <a:r>
              <a:rPr lang="en-US" altLang="en-US" sz="3200" b="1" dirty="0" err="1">
                <a:solidFill>
                  <a:schemeClr val="accent6">
                    <a:lumMod val="50000"/>
                  </a:schemeClr>
                </a:solidFill>
                <a:latin typeface="MalayalamAbe" pitchFamily="18" charset="0"/>
              </a:rPr>
              <a:t>eM</a:t>
            </a:r>
            <a:r>
              <a:rPr lang="en-US" altLang="en-US" sz="3200" b="1" dirty="0">
                <a:solidFill>
                  <a:schemeClr val="accent6">
                    <a:lumMod val="50000"/>
                  </a:schemeClr>
                </a:solidFill>
                <a:latin typeface="MalayalamAbe" pitchFamily="18" charset="0"/>
              </a:rPr>
              <a:t>)</a:t>
            </a:r>
            <a:r>
              <a:rPr lang="en-US" altLang="en-US" sz="3200" b="1" dirty="0" err="1">
                <a:solidFill>
                  <a:schemeClr val="accent6">
                    <a:lumMod val="50000"/>
                  </a:schemeClr>
                </a:solidFill>
                <a:latin typeface="MalayalamAbe" pitchFamily="18" charset="0"/>
              </a:rPr>
              <a:t>lgR</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eJhlcl</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KuG</a:t>
            </a:r>
            <a:r>
              <a:rPr lang="en-US" altLang="en-US" sz="3200" b="1" dirty="0">
                <a:solidFill>
                  <a:schemeClr val="accent6">
                    <a:lumMod val="50000"/>
                  </a:schemeClr>
                </a:solidFill>
                <a:latin typeface="MalayalamAbe" pitchFamily="18" charset="0"/>
              </a:rPr>
              <a:t>\</a:t>
            </a:r>
            <a:r>
              <a:rPr lang="en-US" altLang="en-US" sz="3200" b="1" dirty="0" err="1">
                <a:solidFill>
                  <a:schemeClr val="accent6">
                    <a:lumMod val="50000"/>
                  </a:schemeClr>
                </a:solidFill>
                <a:latin typeface="MalayalamAbe" pitchFamily="18" charset="0"/>
              </a:rPr>
              <a:t>js</a:t>
            </a:r>
            <a:endParaRPr lang="en-US" altLang="en-US" sz="3200" b="1" dirty="0">
              <a:solidFill>
                <a:schemeClr val="accent6">
                  <a:lumMod val="50000"/>
                </a:schemeClr>
              </a:solidFill>
              <a:latin typeface="MalayalamAbe" pitchFamily="18" charset="0"/>
            </a:endParaRPr>
          </a:p>
          <a:p>
            <a:pPr algn="ctr">
              <a:lnSpc>
                <a:spcPts val="3100"/>
              </a:lnSpc>
            </a:pPr>
            <a:r>
              <a:rPr lang="en-US" altLang="en-US" sz="3200" b="1" dirty="0">
                <a:solidFill>
                  <a:schemeClr val="accent6">
                    <a:lumMod val="50000"/>
                  </a:schemeClr>
                </a:solidFill>
                <a:latin typeface="MalayalamAbe" pitchFamily="18" charset="0"/>
              </a:rPr>
              <a:t>)</a:t>
            </a:r>
            <a:r>
              <a:rPr lang="en-US" altLang="en-US" sz="3200" b="1" dirty="0" err="1">
                <a:solidFill>
                  <a:schemeClr val="accent6">
                    <a:lumMod val="50000"/>
                  </a:schemeClr>
                </a:solidFill>
                <a:latin typeface="MalayalamAbe" pitchFamily="18" charset="0"/>
              </a:rPr>
              <a:t>l!k</a:t>
            </a:r>
            <a:r>
              <a:rPr lang="en-US" altLang="en-US" sz="3200" b="1" dirty="0">
                <a:solidFill>
                  <a:schemeClr val="accent6">
                    <a:lumMod val="50000"/>
                  </a:schemeClr>
                </a:solidFill>
                <a:latin typeface="MalayalamAbe" pitchFamily="18" charset="0"/>
              </a:rPr>
              <a:t> </a:t>
            </a:r>
            <a:r>
              <a:rPr lang="en-US" altLang="en-US" sz="3200" b="1" dirty="0" err="1">
                <a:solidFill>
                  <a:schemeClr val="accent6">
                    <a:lumMod val="50000"/>
                  </a:schemeClr>
                </a:solidFill>
                <a:latin typeface="MalayalamAbe" pitchFamily="18" charset="0"/>
              </a:rPr>
              <a:t>eyuk#k</a:t>
            </a:r>
            <a:r>
              <a:rPr lang="en-US" sz="3200" b="1" strike="noStrike" dirty="0">
                <a:solidFill>
                  <a:schemeClr val="accent6">
                    <a:lumMod val="50000"/>
                  </a:schemeClr>
                </a:solidFill>
                <a:effectLst/>
                <a:latin typeface="Times New Roman" panose="02020603050405020304" pitchFamily="18" charset="0"/>
              </a:rPr>
              <a:t>)</a:t>
            </a:r>
            <a:r>
              <a:rPr lang="en-US" sz="3200" b="1" dirty="0">
                <a:solidFill>
                  <a:schemeClr val="accent6">
                    <a:lumMod val="50000"/>
                  </a:schemeClr>
                </a:solidFill>
              </a:rPr>
              <a:t> </a:t>
            </a:r>
          </a:p>
        </p:txBody>
      </p:sp>
      <p:sp>
        <p:nvSpPr>
          <p:cNvPr id="8" name="TextBox 7">
            <a:extLst>
              <a:ext uri="{FF2B5EF4-FFF2-40B4-BE49-F238E27FC236}">
                <a16:creationId xmlns:a16="http://schemas.microsoft.com/office/drawing/2014/main" id="{5F03A572-F3C9-38DA-E40F-B201D257F068}"/>
              </a:ext>
            </a:extLst>
          </p:cNvPr>
          <p:cNvSpPr txBox="1"/>
          <p:nvPr/>
        </p:nvSpPr>
        <p:spPr>
          <a:xfrm>
            <a:off x="5975124" y="101109"/>
            <a:ext cx="6528172" cy="892552"/>
          </a:xfrm>
          <a:prstGeom prst="rect">
            <a:avLst/>
          </a:prstGeom>
          <a:noFill/>
        </p:spPr>
        <p:txBody>
          <a:bodyPr wrap="square">
            <a:spAutoFit/>
          </a:bodyPr>
          <a:lstStyle/>
          <a:p>
            <a:pPr algn="ctr" rtl="0">
              <a:spcBef>
                <a:spcPts val="0"/>
              </a:spcBef>
              <a:spcAft>
                <a:spcPts val="0"/>
              </a:spcAft>
            </a:pPr>
            <a:r>
              <a:rPr lang="en-US" sz="2600" b="1" dirty="0">
                <a:solidFill>
                  <a:schemeClr val="accent6">
                    <a:lumMod val="50000"/>
                  </a:schemeClr>
                </a:solidFill>
                <a:latin typeface="+mn-lt"/>
              </a:rPr>
              <a:t>(</a:t>
            </a:r>
            <a:r>
              <a:rPr lang="en-US" sz="2600" b="1" dirty="0" err="1">
                <a:solidFill>
                  <a:schemeClr val="accent6">
                    <a:lumMod val="50000"/>
                  </a:schemeClr>
                </a:solidFill>
                <a:latin typeface="+mn-lt"/>
              </a:rPr>
              <a:t>Pattakkaran</a:t>
            </a:r>
            <a:r>
              <a:rPr lang="en-US" sz="2600" b="1" dirty="0">
                <a:solidFill>
                  <a:schemeClr val="accent6">
                    <a:lumMod val="50000"/>
                  </a:schemeClr>
                </a:solidFill>
                <a:latin typeface="+mn-lt"/>
              </a:rPr>
              <a:t> </a:t>
            </a:r>
            <a:r>
              <a:rPr lang="en-US" sz="2600" b="1" dirty="0" err="1">
                <a:solidFill>
                  <a:schemeClr val="accent6">
                    <a:lumMod val="50000"/>
                  </a:schemeClr>
                </a:solidFill>
                <a:latin typeface="+mn-lt"/>
              </a:rPr>
              <a:t>Peelasa</a:t>
            </a:r>
            <a:r>
              <a:rPr lang="en-US" sz="2600" b="1" dirty="0">
                <a:solidFill>
                  <a:schemeClr val="accent6">
                    <a:lumMod val="50000"/>
                  </a:schemeClr>
                </a:solidFill>
                <a:latin typeface="+mn-lt"/>
              </a:rPr>
              <a:t> </a:t>
            </a:r>
            <a:r>
              <a:rPr lang="en-US" sz="2600" b="1" dirty="0" err="1">
                <a:solidFill>
                  <a:schemeClr val="accent6">
                    <a:lumMod val="50000"/>
                  </a:schemeClr>
                </a:solidFill>
                <a:latin typeface="+mn-lt"/>
              </a:rPr>
              <a:t>Uyarthi</a:t>
            </a:r>
            <a:r>
              <a:rPr lang="en-US" sz="2600" b="1" dirty="0">
                <a:solidFill>
                  <a:schemeClr val="accent6">
                    <a:lumMod val="50000"/>
                  </a:schemeClr>
                </a:solidFill>
                <a:latin typeface="+mn-lt"/>
              </a:rPr>
              <a:t> </a:t>
            </a:r>
          </a:p>
          <a:p>
            <a:pPr algn="ctr" rtl="0">
              <a:spcBef>
                <a:spcPts val="0"/>
              </a:spcBef>
              <a:spcAft>
                <a:spcPts val="0"/>
              </a:spcAft>
            </a:pPr>
            <a:r>
              <a:rPr lang="en-US" sz="2600" b="1" dirty="0" err="1">
                <a:solidFill>
                  <a:schemeClr val="accent6">
                    <a:lumMod val="50000"/>
                  </a:schemeClr>
                </a:solidFill>
                <a:latin typeface="+mn-lt"/>
              </a:rPr>
              <a:t>Kondu</a:t>
            </a:r>
            <a:r>
              <a:rPr lang="en-US" sz="2600" b="1" dirty="0">
                <a:solidFill>
                  <a:schemeClr val="accent6">
                    <a:lumMod val="50000"/>
                  </a:schemeClr>
                </a:solidFill>
                <a:latin typeface="+mn-lt"/>
              </a:rPr>
              <a:t> </a:t>
            </a:r>
            <a:r>
              <a:rPr lang="en-US" sz="2600" b="1" dirty="0" err="1">
                <a:solidFill>
                  <a:schemeClr val="accent6">
                    <a:lumMod val="50000"/>
                  </a:schemeClr>
                </a:solidFill>
                <a:latin typeface="+mn-lt"/>
              </a:rPr>
              <a:t>Chollunnu</a:t>
            </a:r>
            <a:r>
              <a:rPr lang="en-US" sz="2600" b="1" dirty="0">
                <a:solidFill>
                  <a:schemeClr val="accent6">
                    <a:lumMod val="50000"/>
                  </a:schemeClr>
                </a:solidFill>
                <a:latin typeface="+mn-lt"/>
              </a:rPr>
              <a:t>) </a:t>
            </a:r>
          </a:p>
        </p:txBody>
      </p:sp>
      <p:sp>
        <p:nvSpPr>
          <p:cNvPr id="5" name="TextBox 4">
            <a:extLst>
              <a:ext uri="{FF2B5EF4-FFF2-40B4-BE49-F238E27FC236}">
                <a16:creationId xmlns:a16="http://schemas.microsoft.com/office/drawing/2014/main" id="{7A208129-1BBF-191C-4020-3F80385DA18F}"/>
              </a:ext>
            </a:extLst>
          </p:cNvPr>
          <p:cNvSpPr txBox="1"/>
          <p:nvPr/>
        </p:nvSpPr>
        <p:spPr>
          <a:xfrm>
            <a:off x="0" y="4210164"/>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Lifting Up The Paten)</a:t>
            </a:r>
          </a:p>
        </p:txBody>
      </p:sp>
      <p:cxnSp>
        <p:nvCxnSpPr>
          <p:cNvPr id="6" name="Straight Connector 5">
            <a:extLst>
              <a:ext uri="{FF2B5EF4-FFF2-40B4-BE49-F238E27FC236}">
                <a16:creationId xmlns:a16="http://schemas.microsoft.com/office/drawing/2014/main" id="{04CFB25E-03D2-D810-7473-DB6F1B01B6CF}"/>
              </a:ext>
            </a:extLst>
          </p:cNvPr>
          <p:cNvCxnSpPr>
            <a:cxnSpLocks/>
          </p:cNvCxnSpPr>
          <p:nvPr/>
        </p:nvCxnSpPr>
        <p:spPr>
          <a:xfrm>
            <a:off x="6096000" y="0"/>
            <a:ext cx="0" cy="433516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ctrTitle"/>
          </p:nvPr>
        </p:nvSpPr>
        <p:spPr>
          <a:xfrm>
            <a:off x="195950" y="738890"/>
            <a:ext cx="5883715" cy="3429000"/>
          </a:xfrm>
        </p:spPr>
        <p:txBody>
          <a:bodyPr anchor="ctr">
            <a:normAutofit/>
          </a:bodyPr>
          <a:lstStyle/>
          <a:p>
            <a:pPr algn="l" eaLnBrk="1" hangingPunct="1">
              <a:lnSpc>
                <a:spcPts val="4140"/>
              </a:lnSpc>
            </a:pPr>
            <a:r>
              <a:rPr lang="en-US" altLang="en-US" sz="3200" b="1" dirty="0">
                <a:solidFill>
                  <a:schemeClr val="accent6">
                    <a:lumMod val="50000"/>
                  </a:schemeClr>
                </a:solidFill>
                <a:latin typeface="MalayalamAbe" pitchFamily="18" charset="0"/>
              </a:rPr>
              <a:t>e. </a:t>
            </a:r>
            <a:r>
              <a:rPr lang="en-US" altLang="en-US" sz="3200" b="1" dirty="0" err="1">
                <a:latin typeface="MalayalamAbe" pitchFamily="18" charset="0"/>
              </a:rPr>
              <a:t>ejflijrk</a:t>
            </a:r>
            <a:r>
              <a:rPr lang="en-US" altLang="en-US" sz="3200" b="1" dirty="0">
                <a:latin typeface="MalayalamAbe" pitchFamily="18" charset="0"/>
              </a:rPr>
              <a:t>; </a:t>
            </a:r>
            <a:r>
              <a:rPr lang="en-US" altLang="en-US" sz="3200" b="1" dirty="0" err="1">
                <a:latin typeface="MalayalamAbe" pitchFamily="18" charset="0"/>
              </a:rPr>
              <a:t>ekYfrk</a:t>
            </a:r>
            <a:r>
              <a:rPr lang="en-US" altLang="en-US" sz="3200" b="1" dirty="0">
                <a:latin typeface="MalayalamAbe" pitchFamily="18" charset="0"/>
              </a:rPr>
              <a:t>; </a:t>
            </a:r>
            <a:r>
              <a:rPr lang="en-US" altLang="en-US" sz="3200" b="1" dirty="0" err="1">
                <a:latin typeface="MalayalamAbe" pitchFamily="18" charset="0"/>
              </a:rPr>
              <a:t>egjCk</a:t>
            </a:r>
            <a:r>
              <a:rPr lang="en-US" altLang="en-US" sz="3200" b="1" dirty="0" err="1">
                <a:latin typeface="Kerala" pitchFamily="2" charset="0"/>
              </a:rPr>
              <a:t>i</a:t>
            </a:r>
            <a:r>
              <a:rPr lang="en-US" altLang="en-US" sz="3200" b="1" dirty="0" err="1">
                <a:latin typeface="MalayalamAbe" pitchFamily="18" charset="0"/>
              </a:rPr>
              <a:t>yo|lu</a:t>
            </a:r>
            <a:r>
              <a:rPr lang="en-US" altLang="en-US" sz="3200" b="1" dirty="0">
                <a:latin typeface="MalayalamAbe" pitchFamily="18" charset="0"/>
              </a:rPr>
              <a:t>[)k; c[</a:t>
            </a:r>
            <a:r>
              <a:rPr lang="en-US" altLang="en-US" sz="3200" b="1" dirty="0" err="1">
                <a:latin typeface="MalayalamAbe" pitchFamily="18" charset="0"/>
              </a:rPr>
              <a:t>fkfj</a:t>
            </a:r>
            <a:r>
              <a:rPr lang="en-US" altLang="en-US" sz="3200" b="1" dirty="0">
                <a:latin typeface="MalayalamAbe" pitchFamily="18" charset="0"/>
              </a:rPr>
              <a:t>.</a:t>
            </a:r>
            <a:br>
              <a:rPr lang="en-US" altLang="en-US" sz="3200" b="1" dirty="0">
                <a:latin typeface="MalayalamAbe" pitchFamily="18" charset="0"/>
              </a:rPr>
            </a:b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a:latin typeface="MalayalamAbe" pitchFamily="18" charset="0"/>
              </a:rPr>
              <a:t>:</a:t>
            </a:r>
            <a:r>
              <a:rPr lang="en-US" altLang="en-US" sz="3200" b="1" dirty="0" err="1">
                <a:latin typeface="MalayalamAbe" pitchFamily="18" charset="0"/>
              </a:rPr>
              <a:t>pjakfH</a:t>
            </a:r>
            <a:r>
              <a:rPr lang="en-US" altLang="en-US" sz="3200" b="1" dirty="0">
                <a:latin typeface="MalayalamAbe" pitchFamily="18" charset="0"/>
              </a:rPr>
              <a:t> </a:t>
            </a:r>
            <a:r>
              <a:rPr lang="en-US" altLang="en-US" sz="3200" b="1" dirty="0" err="1">
                <a:latin typeface="MalayalamAbe" pitchFamily="18" charset="0"/>
              </a:rPr>
              <a:t>ts#S</a:t>
            </a:r>
            <a:r>
              <a:rPr lang="en-US" altLang="en-US" sz="3200" b="1" dirty="0">
                <a:latin typeface="MalayalamAbe" pitchFamily="18" charset="0"/>
              </a:rPr>
              <a:t>#)k; </a:t>
            </a:r>
            <a:r>
              <a:rPr lang="en-US" altLang="en-US" sz="3200" b="1" dirty="0" err="1">
                <a:latin typeface="MalayalamAbe" pitchFamily="18" charset="0"/>
              </a:rPr>
              <a:t>LiG</a:t>
            </a:r>
            <a:r>
              <a:rPr lang="en-US" altLang="en-US" sz="3200" b="1" dirty="0">
                <a:latin typeface="MalayalamAbe" pitchFamily="18" charset="0"/>
              </a:rPr>
              <a:t> </a:t>
            </a:r>
            <a:r>
              <a:rPr lang="en-US" altLang="en-US" sz="3200" b="1" dirty="0" err="1">
                <a:latin typeface="MalayalamAbe" pitchFamily="18" charset="0"/>
              </a:rPr>
              <a:t>Q#kfs</a:t>
            </a:r>
            <a:r>
              <a:rPr lang="en-US" altLang="en-US" sz="3200" b="1" dirty="0">
                <a:latin typeface="MalayalamAbe" pitchFamily="18" charset="0"/>
              </a:rPr>
              <a:t># :</a:t>
            </a:r>
            <a:r>
              <a:rPr lang="en-US" altLang="en-US" sz="3200" b="1" dirty="0" err="1">
                <a:latin typeface="MalayalamAbe" pitchFamily="18" charset="0"/>
              </a:rPr>
              <a:t>dk#k</a:t>
            </a:r>
            <a:r>
              <a:rPr lang="en-US" altLang="en-US" sz="3200" b="1" dirty="0">
                <a:latin typeface="MalayalamAbe" pitchFamily="18" charset="0"/>
              </a:rPr>
              <a:t>. :</a:t>
            </a:r>
            <a:r>
              <a:rPr lang="en-US" altLang="en-US" sz="3200" b="1" dirty="0" err="1">
                <a:latin typeface="MalayalamAbe" pitchFamily="18" charset="0"/>
              </a:rPr>
              <a:t>SaR</a:t>
            </a:r>
            <a:r>
              <a:rPr lang="en-US" altLang="en-US" sz="3200" b="1" dirty="0">
                <a:latin typeface="MalayalamAbe" pitchFamily="18" charset="0"/>
              </a:rPr>
              <a:t>.</a:t>
            </a:r>
          </a:p>
        </p:txBody>
      </p:sp>
      <p:sp>
        <p:nvSpPr>
          <p:cNvPr id="5" name="Text Box 2">
            <a:extLst>
              <a:ext uri="{FF2B5EF4-FFF2-40B4-BE49-F238E27FC236}">
                <a16:creationId xmlns:a16="http://schemas.microsoft.com/office/drawing/2014/main" id="{BA433FEA-8F6A-489F-A4A1-3CE56B4383BB}"/>
              </a:ext>
            </a:extLst>
          </p:cNvPr>
          <p:cNvSpPr txBox="1">
            <a:spLocks noChangeArrowheads="1"/>
          </p:cNvSpPr>
          <p:nvPr/>
        </p:nvSpPr>
        <p:spPr bwMode="auto">
          <a:xfrm>
            <a:off x="6490129" y="1431483"/>
            <a:ext cx="5460145" cy="213094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P: </a:t>
            </a:r>
            <a:r>
              <a:rPr lang="en-US" sz="2800" b="1" kern="0" dirty="0" err="1">
                <a:latin typeface="Calibri" pitchFamily="34" charset="0"/>
                <a:ea typeface="Ebrima" pitchFamily="2" charset="0"/>
                <a:cs typeface="Calibri" pitchFamily="34" charset="0"/>
              </a:rPr>
              <a:t>Pithaavinum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Puthranum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Parishudha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Roohaaykkum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a:t>
            </a:r>
          </a:p>
          <a:p>
            <a:pPr>
              <a:lnSpc>
                <a:spcPts val="3999"/>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fi-FI" sz="2800" b="1" kern="0" dirty="0" err="1">
                <a:latin typeface="Calibri" pitchFamily="34" charset="0"/>
                <a:ea typeface="Ebrima" pitchFamily="2" charset="0"/>
                <a:cs typeface="Calibri" pitchFamily="34" charset="0"/>
              </a:rPr>
              <a:t>Aadi</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muthal</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ennennekkum</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avar</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onnuthanne</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aakunnu</a:t>
            </a:r>
            <a:r>
              <a:rPr lang="fi-FI" sz="2800" b="1" kern="0" dirty="0">
                <a:latin typeface="Calibri" pitchFamily="34" charset="0"/>
                <a:ea typeface="Ebrima" pitchFamily="2" charset="0"/>
                <a:cs typeface="Calibri" pitchFamily="34" charset="0"/>
              </a:rPr>
              <a:t>. </a:t>
            </a:r>
            <a:r>
              <a:rPr lang="fi-FI" sz="2800" b="1" kern="0" dirty="0" err="1">
                <a:latin typeface="Calibri" pitchFamily="34" charset="0"/>
                <a:ea typeface="Ebrima" pitchFamily="2" charset="0"/>
                <a:cs typeface="Calibri" pitchFamily="34" charset="0"/>
              </a:rPr>
              <a:t>Amen</a:t>
            </a:r>
            <a:r>
              <a:rPr lang="fi-FI" sz="2800" b="1" kern="0" dirty="0">
                <a:latin typeface="Calibri" pitchFamily="34" charset="0"/>
                <a:ea typeface="Ebrima" pitchFamily="2" charset="0"/>
                <a:cs typeface="Calibri" pitchFamily="34" charset="0"/>
              </a:rPr>
              <a:t>.</a:t>
            </a:r>
            <a:endParaRPr lang="en-US" sz="28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EB4C69E6-87F6-5551-A196-6DEAE799FE34}"/>
              </a:ext>
            </a:extLst>
          </p:cNvPr>
          <p:cNvSpPr txBox="1"/>
          <p:nvPr/>
        </p:nvSpPr>
        <p:spPr>
          <a:xfrm>
            <a:off x="619681" y="4956263"/>
            <a:ext cx="11740896" cy="1077218"/>
          </a:xfrm>
          <a:prstGeom prst="rect">
            <a:avLst/>
          </a:prstGeom>
          <a:noFill/>
        </p:spPr>
        <p:txBody>
          <a:bodyPr wrap="square" rtlCol="0">
            <a:spAutoFit/>
          </a:bodyPr>
          <a:lstStyle/>
          <a:p>
            <a:pPr marL="403225" marR="0" lvl="0" indent="-403225" rtl="0">
              <a:spcBef>
                <a:spcPts val="0"/>
              </a:spcBef>
              <a:spcAft>
                <a:spcPts val="0"/>
              </a:spcAft>
              <a:buClr>
                <a:srgbClr val="000000"/>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200" b="1" i="1" u="none" strike="noStrike" cap="none" dirty="0">
                <a:latin typeface="Calibri" panose="020F0502020204030204" pitchFamily="34" charset="0"/>
                <a:ea typeface="Calibri"/>
                <a:cs typeface="Calibri" panose="020F0502020204030204" pitchFamily="34" charset="0"/>
                <a:sym typeface="Calibri"/>
              </a:rPr>
              <a:t>Glory be to the Father, and to the Son, and to the Holy Spirit.</a:t>
            </a:r>
            <a:endParaRPr lang="en-US" sz="3200" b="1" i="1" dirty="0">
              <a:latin typeface="Calibri" panose="020F0502020204030204" pitchFamily="34" charset="0"/>
              <a:ea typeface="Calibri"/>
              <a:cs typeface="Calibri" panose="020F0502020204030204" pitchFamily="34" charset="0"/>
              <a:sym typeface="Arial"/>
            </a:endParaRPr>
          </a:p>
          <a:p>
            <a:pPr marL="403225" marR="0" lvl="0" indent="-403225" rtl="0">
              <a:spcBef>
                <a:spcPts val="0"/>
              </a:spcBef>
              <a:spcAft>
                <a:spcPts val="0"/>
              </a:spcAft>
              <a:buClr>
                <a:srgbClr val="000000"/>
              </a:buClr>
              <a:buSzPts val="3200"/>
              <a:buFont typeface="Arial"/>
              <a:buNone/>
            </a:pPr>
            <a:r>
              <a:rPr lang="en-US" sz="32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200" b="1" i="1" u="none" strike="noStrike" cap="none" dirty="0">
                <a:latin typeface="Calibri" panose="020F0502020204030204" pitchFamily="34" charset="0"/>
                <a:ea typeface="Calibri"/>
                <a:cs typeface="Calibri" panose="020F0502020204030204" pitchFamily="34" charset="0"/>
                <a:sym typeface="Calibri"/>
              </a:rPr>
              <a:t>One from the beginning and forever and ever, Amen.</a:t>
            </a:r>
          </a:p>
        </p:txBody>
      </p:sp>
      <p:sp>
        <p:nvSpPr>
          <p:cNvPr id="6" name="TextBox 5">
            <a:extLst>
              <a:ext uri="{FF2B5EF4-FFF2-40B4-BE49-F238E27FC236}">
                <a16:creationId xmlns:a16="http://schemas.microsoft.com/office/drawing/2014/main" id="{7DF8D759-8119-C9A6-99AF-1B02ADD839C2}"/>
              </a:ext>
            </a:extLst>
          </p:cNvPr>
          <p:cNvSpPr txBox="1"/>
          <p:nvPr/>
        </p:nvSpPr>
        <p:spPr>
          <a:xfrm>
            <a:off x="-106383" y="179153"/>
            <a:ext cx="6202383" cy="1016304"/>
          </a:xfrm>
          <a:prstGeom prst="rect">
            <a:avLst/>
          </a:prstGeom>
          <a:noFill/>
        </p:spPr>
        <p:txBody>
          <a:bodyPr wrap="square">
            <a:spAutoFit/>
          </a:bodyPr>
          <a:lstStyle/>
          <a:p>
            <a:pPr algn="ctr">
              <a:lnSpc>
                <a:spcPts val="3520"/>
              </a:lnSpc>
            </a:pPr>
            <a:r>
              <a:rPr lang="en-US" sz="3600" b="1" dirty="0">
                <a:solidFill>
                  <a:schemeClr val="accent6">
                    <a:lumMod val="50000"/>
                  </a:schemeClr>
                </a:solidFill>
              </a:rPr>
              <a:t>(</a:t>
            </a:r>
            <a:r>
              <a:rPr lang="en-US" altLang="en-US" sz="3600" b="1" dirty="0" err="1">
                <a:solidFill>
                  <a:schemeClr val="accent6">
                    <a:lumMod val="50000"/>
                  </a:schemeClr>
                </a:solidFill>
                <a:latin typeface="MalayalamAbe" pitchFamily="18" charset="0"/>
              </a:rPr>
              <a:t>eM</a:t>
            </a:r>
            <a:r>
              <a:rPr lang="en-US" altLang="en-US" sz="3600" b="1" dirty="0">
                <a:solidFill>
                  <a:schemeClr val="accent6">
                    <a:lumMod val="50000"/>
                  </a:schemeClr>
                </a:solidFill>
                <a:latin typeface="MalayalamAbe" pitchFamily="18" charset="0"/>
              </a:rPr>
              <a:t>)</a:t>
            </a:r>
            <a:r>
              <a:rPr lang="en-US" altLang="en-US" sz="3600" b="1" dirty="0" err="1">
                <a:solidFill>
                  <a:schemeClr val="accent6">
                    <a:lumMod val="50000"/>
                  </a:schemeClr>
                </a:solidFill>
                <a:latin typeface="MalayalamAbe" pitchFamily="18" charset="0"/>
              </a:rPr>
              <a:t>lgR</a:t>
            </a:r>
            <a:r>
              <a:rPr lang="en-US" altLang="en-US" sz="3600" b="1" dirty="0">
                <a:solidFill>
                  <a:schemeClr val="accent6">
                    <a:lumMod val="50000"/>
                  </a:schemeClr>
                </a:solidFill>
                <a:latin typeface="MalayalamAbe" pitchFamily="18" charset="0"/>
              </a:rPr>
              <a:t> </a:t>
            </a:r>
            <a:r>
              <a:rPr lang="en-US" altLang="en-US" sz="3600" b="1" dirty="0" err="1">
                <a:solidFill>
                  <a:schemeClr val="accent6">
                    <a:lumMod val="50000"/>
                  </a:schemeClr>
                </a:solidFill>
                <a:latin typeface="MalayalamAbe" pitchFamily="18" charset="0"/>
              </a:rPr>
              <a:t>dlcl</a:t>
            </a:r>
            <a:r>
              <a:rPr lang="en-US" altLang="en-US" sz="3600" b="1" dirty="0">
                <a:solidFill>
                  <a:schemeClr val="accent6">
                    <a:lumMod val="50000"/>
                  </a:schemeClr>
                </a:solidFill>
                <a:latin typeface="MalayalamAbe" pitchFamily="18" charset="0"/>
              </a:rPr>
              <a:t> </a:t>
            </a:r>
            <a:r>
              <a:rPr lang="en-US" altLang="en-US" sz="3600" b="1" dirty="0" err="1">
                <a:solidFill>
                  <a:schemeClr val="accent6">
                    <a:lumMod val="50000"/>
                  </a:schemeClr>
                </a:solidFill>
                <a:latin typeface="MalayalamAbe" pitchFamily="18" charset="0"/>
              </a:rPr>
              <a:t>KuG</a:t>
            </a:r>
            <a:r>
              <a:rPr lang="en-US" altLang="en-US" sz="3600" b="1" dirty="0">
                <a:solidFill>
                  <a:schemeClr val="accent6">
                    <a:lumMod val="50000"/>
                  </a:schemeClr>
                </a:solidFill>
                <a:latin typeface="MalayalamAbe" pitchFamily="18" charset="0"/>
              </a:rPr>
              <a:t>\</a:t>
            </a:r>
            <a:r>
              <a:rPr lang="en-US" altLang="en-US" sz="3600" b="1" dirty="0" err="1">
                <a:solidFill>
                  <a:schemeClr val="accent6">
                    <a:lumMod val="50000"/>
                  </a:schemeClr>
                </a:solidFill>
                <a:latin typeface="MalayalamAbe" pitchFamily="18" charset="0"/>
              </a:rPr>
              <a:t>js</a:t>
            </a:r>
            <a:r>
              <a:rPr lang="en-US" altLang="en-US" sz="3600" b="1" dirty="0">
                <a:solidFill>
                  <a:schemeClr val="accent6">
                    <a:lumMod val="50000"/>
                  </a:schemeClr>
                </a:solidFill>
                <a:latin typeface="MalayalamAbe" pitchFamily="18" charset="0"/>
              </a:rPr>
              <a:t>)</a:t>
            </a:r>
            <a:r>
              <a:rPr lang="en-US" altLang="en-US" sz="3600" b="1" dirty="0" err="1">
                <a:solidFill>
                  <a:schemeClr val="accent6">
                    <a:lumMod val="50000"/>
                  </a:schemeClr>
                </a:solidFill>
                <a:latin typeface="MalayalamAbe" pitchFamily="18" charset="0"/>
              </a:rPr>
              <a:t>l!k</a:t>
            </a:r>
            <a:r>
              <a:rPr lang="en-US" altLang="en-US" sz="3600" b="1" dirty="0">
                <a:solidFill>
                  <a:schemeClr val="accent6">
                    <a:lumMod val="50000"/>
                  </a:schemeClr>
                </a:solidFill>
                <a:latin typeface="MalayalamAbe" pitchFamily="18" charset="0"/>
              </a:rPr>
              <a:t> </a:t>
            </a:r>
            <a:r>
              <a:rPr lang="en-US" altLang="en-US" sz="3600" b="1" dirty="0" err="1">
                <a:solidFill>
                  <a:schemeClr val="accent6">
                    <a:lumMod val="50000"/>
                  </a:schemeClr>
                </a:solidFill>
                <a:latin typeface="MalayalamAbe" pitchFamily="18" charset="0"/>
              </a:rPr>
              <a:t>eyuk#k</a:t>
            </a:r>
            <a:r>
              <a:rPr lang="en-US" sz="3600" b="1" strike="noStrike" dirty="0">
                <a:solidFill>
                  <a:schemeClr val="accent6">
                    <a:lumMod val="50000"/>
                  </a:schemeClr>
                </a:solidFill>
                <a:effectLst/>
                <a:latin typeface="Times New Roman" panose="02020603050405020304" pitchFamily="18" charset="0"/>
              </a:rPr>
              <a:t>)</a:t>
            </a:r>
            <a:endParaRPr lang="en-US" sz="3600" dirty="0">
              <a:solidFill>
                <a:schemeClr val="accent6">
                  <a:lumMod val="50000"/>
                </a:schemeClr>
              </a:solidFill>
            </a:endParaRPr>
          </a:p>
        </p:txBody>
      </p:sp>
      <p:sp>
        <p:nvSpPr>
          <p:cNvPr id="8" name="TextBox 7">
            <a:extLst>
              <a:ext uri="{FF2B5EF4-FFF2-40B4-BE49-F238E27FC236}">
                <a16:creationId xmlns:a16="http://schemas.microsoft.com/office/drawing/2014/main" id="{3612C688-D85A-2C7A-64A1-E60409A09B57}"/>
              </a:ext>
            </a:extLst>
          </p:cNvPr>
          <p:cNvSpPr txBox="1"/>
          <p:nvPr/>
        </p:nvSpPr>
        <p:spPr>
          <a:xfrm>
            <a:off x="6750265" y="179153"/>
            <a:ext cx="4939872" cy="954107"/>
          </a:xfrm>
          <a:prstGeom prst="rect">
            <a:avLst/>
          </a:prstGeom>
          <a:noFill/>
        </p:spPr>
        <p:txBody>
          <a:bodyPr wrap="square">
            <a:spAutoFit/>
          </a:bodyPr>
          <a:lstStyle/>
          <a:p>
            <a:pPr algn="ctr" rtl="0">
              <a:spcBef>
                <a:spcPts val="0"/>
              </a:spcBef>
              <a:spcAft>
                <a:spcPts val="0"/>
              </a:spcAft>
            </a:pPr>
            <a:r>
              <a:rPr lang="en-US" sz="2800" b="1" dirty="0">
                <a:solidFill>
                  <a:schemeClr val="accent6">
                    <a:lumMod val="50000"/>
                  </a:schemeClr>
                </a:solidFill>
                <a:latin typeface="+mn-lt"/>
              </a:rPr>
              <a:t>(</a:t>
            </a:r>
            <a:r>
              <a:rPr lang="en-US" sz="2800" b="1" dirty="0" err="1">
                <a:solidFill>
                  <a:schemeClr val="accent6">
                    <a:lumMod val="50000"/>
                  </a:schemeClr>
                </a:solidFill>
                <a:latin typeface="+mn-lt"/>
              </a:rPr>
              <a:t>Pattakkaran</a:t>
            </a:r>
            <a:r>
              <a:rPr lang="en-US" sz="2800" b="1" dirty="0">
                <a:solidFill>
                  <a:schemeClr val="accent6">
                    <a:lumMod val="50000"/>
                  </a:schemeClr>
                </a:solidFill>
                <a:latin typeface="+mn-lt"/>
              </a:rPr>
              <a:t> </a:t>
            </a:r>
            <a:r>
              <a:rPr lang="en-US" sz="2800" b="1" dirty="0" err="1">
                <a:solidFill>
                  <a:schemeClr val="accent6">
                    <a:lumMod val="50000"/>
                  </a:schemeClr>
                </a:solidFill>
                <a:latin typeface="+mn-lt"/>
              </a:rPr>
              <a:t>Kasa</a:t>
            </a:r>
            <a:r>
              <a:rPr lang="en-US" sz="2800" b="1" dirty="0">
                <a:solidFill>
                  <a:schemeClr val="accent6">
                    <a:lumMod val="50000"/>
                  </a:schemeClr>
                </a:solidFill>
                <a:latin typeface="+mn-lt"/>
              </a:rPr>
              <a:t> </a:t>
            </a:r>
            <a:r>
              <a:rPr lang="en-US" sz="2800" b="1" dirty="0" err="1">
                <a:solidFill>
                  <a:schemeClr val="accent6">
                    <a:lumMod val="50000"/>
                  </a:schemeClr>
                </a:solidFill>
                <a:latin typeface="+mn-lt"/>
              </a:rPr>
              <a:t>Uyarthi</a:t>
            </a:r>
            <a:r>
              <a:rPr lang="en-US" sz="2800" b="1" dirty="0">
                <a:solidFill>
                  <a:schemeClr val="accent6">
                    <a:lumMod val="50000"/>
                  </a:schemeClr>
                </a:solidFill>
                <a:latin typeface="+mn-lt"/>
              </a:rPr>
              <a:t> </a:t>
            </a:r>
            <a:r>
              <a:rPr lang="en-US" sz="2800" b="1" dirty="0" err="1">
                <a:solidFill>
                  <a:schemeClr val="accent6">
                    <a:lumMod val="50000"/>
                  </a:schemeClr>
                </a:solidFill>
                <a:latin typeface="+mn-lt"/>
              </a:rPr>
              <a:t>Kondu</a:t>
            </a:r>
            <a:r>
              <a:rPr lang="en-US" sz="2800" b="1" dirty="0">
                <a:solidFill>
                  <a:schemeClr val="accent6">
                    <a:lumMod val="50000"/>
                  </a:schemeClr>
                </a:solidFill>
                <a:latin typeface="+mn-lt"/>
              </a:rPr>
              <a:t> </a:t>
            </a:r>
            <a:r>
              <a:rPr lang="en-US" sz="2800" b="1" dirty="0" err="1">
                <a:solidFill>
                  <a:schemeClr val="accent6">
                    <a:lumMod val="50000"/>
                  </a:schemeClr>
                </a:solidFill>
                <a:latin typeface="+mn-lt"/>
              </a:rPr>
              <a:t>Parayunnu</a:t>
            </a:r>
            <a:r>
              <a:rPr lang="en-US" sz="2800" b="1" dirty="0">
                <a:solidFill>
                  <a:schemeClr val="accent6">
                    <a:lumMod val="50000"/>
                  </a:schemeClr>
                </a:solidFill>
                <a:latin typeface="+mn-lt"/>
              </a:rPr>
              <a:t>)</a:t>
            </a:r>
          </a:p>
        </p:txBody>
      </p:sp>
      <p:sp>
        <p:nvSpPr>
          <p:cNvPr id="3" name="TextBox 2">
            <a:extLst>
              <a:ext uri="{FF2B5EF4-FFF2-40B4-BE49-F238E27FC236}">
                <a16:creationId xmlns:a16="http://schemas.microsoft.com/office/drawing/2014/main" id="{05565520-294A-0089-B8E6-3F93B2050E53}"/>
              </a:ext>
            </a:extLst>
          </p:cNvPr>
          <p:cNvSpPr txBox="1"/>
          <p:nvPr/>
        </p:nvSpPr>
        <p:spPr>
          <a:xfrm>
            <a:off x="0" y="3992278"/>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Lifting Up The Chalice)</a:t>
            </a:r>
          </a:p>
        </p:txBody>
      </p:sp>
      <p:cxnSp>
        <p:nvCxnSpPr>
          <p:cNvPr id="4" name="Straight Connector 3">
            <a:extLst>
              <a:ext uri="{FF2B5EF4-FFF2-40B4-BE49-F238E27FC236}">
                <a16:creationId xmlns:a16="http://schemas.microsoft.com/office/drawing/2014/main" id="{40B95CFF-DE9C-3E23-3D98-291514B6F426}"/>
              </a:ext>
            </a:extLst>
          </p:cNvPr>
          <p:cNvCxnSpPr>
            <a:cxnSpLocks/>
          </p:cNvCxnSpPr>
          <p:nvPr/>
        </p:nvCxnSpPr>
        <p:spPr>
          <a:xfrm>
            <a:off x="6096000" y="0"/>
            <a:ext cx="0" cy="399227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DB40C99-F557-46B4-A845-BECEC84E319B}"/>
              </a:ext>
            </a:extLst>
          </p:cNvPr>
          <p:cNvSpPr txBox="1">
            <a:spLocks noChangeArrowheads="1"/>
          </p:cNvSpPr>
          <p:nvPr/>
        </p:nvSpPr>
        <p:spPr bwMode="auto">
          <a:xfrm>
            <a:off x="6800602" y="1420634"/>
            <a:ext cx="5627914"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Thante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karunhayaal</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Amen.</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Thante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Thirumeniyude</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Amen.</a:t>
            </a:r>
          </a:p>
        </p:txBody>
      </p:sp>
      <p:sp>
        <p:nvSpPr>
          <p:cNvPr id="114690" name="Rectangle 2"/>
          <p:cNvSpPr>
            <a:spLocks noGrp="1" noChangeArrowheads="1"/>
          </p:cNvSpPr>
          <p:nvPr>
            <p:ph type="ctrTitle"/>
          </p:nvPr>
        </p:nvSpPr>
        <p:spPr>
          <a:xfrm>
            <a:off x="606715" y="1045289"/>
            <a:ext cx="5954487" cy="3429000"/>
          </a:xfrm>
        </p:spPr>
        <p:txBody>
          <a:bodyPr anchor="ctr">
            <a:normAutofit/>
          </a:bodyPr>
          <a:lstStyle/>
          <a:p>
            <a:pPr algn="l" eaLnBrk="1" hangingPunct="1"/>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err="1">
                <a:latin typeface="MalayalamAbe" pitchFamily="18" charset="0"/>
              </a:rPr>
              <a:t>fsRy</a:t>
            </a:r>
            <a:r>
              <a:rPr lang="en-US" altLang="en-US" sz="3600" b="1" dirty="0">
                <a:latin typeface="MalayalamAbe" pitchFamily="18" charset="0"/>
              </a:rPr>
              <a:t> </a:t>
            </a:r>
            <a:r>
              <a:rPr lang="en-US" altLang="en-US" sz="3600" b="1" dirty="0" err="1">
                <a:latin typeface="MalayalamAbe" pitchFamily="18" charset="0"/>
              </a:rPr>
              <a:t>dgknulH</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SaR</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err="1">
                <a:latin typeface="MalayalamAbe" pitchFamily="18" charset="0"/>
              </a:rPr>
              <a:t>fsRy</a:t>
            </a:r>
            <a:r>
              <a:rPr lang="en-US" altLang="en-US" sz="3600" b="1" dirty="0">
                <a:latin typeface="MalayalamAbe" pitchFamily="18" charset="0"/>
              </a:rPr>
              <a:t> </a:t>
            </a:r>
            <a:r>
              <a:rPr lang="en-US" altLang="en-US" sz="3600" b="1" dirty="0" err="1">
                <a:latin typeface="MalayalamAbe" pitchFamily="18" charset="0"/>
              </a:rPr>
              <a:t>fjgkSarjuksm</a:t>
            </a:r>
            <a:r>
              <a:rPr lang="en-US" altLang="en-US" sz="3600" b="1" dirty="0">
                <a:latin typeface="MalayalamAbe" pitchFamily="18" charset="0"/>
              </a:rPr>
              <a:t>... </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SaR</a:t>
            </a:r>
            <a:r>
              <a:rPr lang="en-US" altLang="en-US" sz="3600" b="1" dirty="0">
                <a:latin typeface="MalayalamAbe" pitchFamily="18" charset="0"/>
              </a:rPr>
              <a:t>.</a:t>
            </a:r>
            <a:br>
              <a:rPr lang="en-US" altLang="en-US" sz="3600" b="1" dirty="0">
                <a:latin typeface="MalayalamAbe" pitchFamily="18" charset="0"/>
              </a:rPr>
            </a:br>
            <a:endParaRPr lang="en-US" altLang="en-US" sz="3600" b="1" dirty="0">
              <a:latin typeface="MalayalamAbe" pitchFamily="18" charset="0"/>
            </a:endParaRPr>
          </a:p>
        </p:txBody>
      </p:sp>
      <p:sp>
        <p:nvSpPr>
          <p:cNvPr id="2" name="TextBox 1">
            <a:extLst>
              <a:ext uri="{FF2B5EF4-FFF2-40B4-BE49-F238E27FC236}">
                <a16:creationId xmlns:a16="http://schemas.microsoft.com/office/drawing/2014/main" id="{5ECF7E30-19E8-9F2A-95D8-0904060FC594}"/>
              </a:ext>
            </a:extLst>
          </p:cNvPr>
          <p:cNvSpPr txBox="1"/>
          <p:nvPr/>
        </p:nvSpPr>
        <p:spPr>
          <a:xfrm>
            <a:off x="606715" y="4627539"/>
            <a:ext cx="11457543" cy="1828962"/>
          </a:xfrm>
          <a:prstGeom prst="rect">
            <a:avLst/>
          </a:prstGeom>
          <a:noFill/>
        </p:spPr>
        <p:txBody>
          <a:bodyPr wrap="square" rtlCol="0">
            <a:spAutoFit/>
          </a:bodyPr>
          <a:lstStyle/>
          <a:p>
            <a:pPr marL="403225" marR="0" lvl="0" indent="-403225" algn="l" rtl="0">
              <a:lnSpc>
                <a:spcPts val="26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The one Holy Father, who created the world in His mercy is with us.</a:t>
            </a:r>
            <a:endParaRPr lang="en-US" sz="3000" b="1" i="1" u="none" strike="noStrike" cap="none" dirty="0">
              <a:latin typeface="Calibri" panose="020F0502020204030204" pitchFamily="34" charset="0"/>
              <a:ea typeface="Arial"/>
              <a:cs typeface="Calibri" panose="020F0502020204030204" pitchFamily="34" charset="0"/>
              <a:sym typeface="Arial"/>
            </a:endParaRPr>
          </a:p>
          <a:p>
            <a:pPr marL="403225" marR="0" lvl="0" indent="-403225" algn="l" rtl="0">
              <a:lnSpc>
                <a:spcPts val="26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Amen.</a:t>
            </a:r>
          </a:p>
          <a:p>
            <a:pPr marL="403225" marR="0" lvl="0" indent="-403225" algn="l" rtl="0">
              <a:lnSpc>
                <a:spcPts val="26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latin typeface="Calibri" panose="020F0502020204030204" pitchFamily="34" charset="0"/>
                <a:ea typeface="Calibri"/>
                <a:cs typeface="Calibri" panose="020F0502020204030204" pitchFamily="34" charset="0"/>
                <a:sym typeface="Calibri"/>
              </a:rPr>
              <a:t>The one Holy Son, who saved it by His precious passion, is with us.</a:t>
            </a:r>
            <a:endParaRPr lang="en-US" sz="3000" b="1" i="1" u="none" strike="noStrike" cap="none" dirty="0">
              <a:latin typeface="Calibri" panose="020F0502020204030204" pitchFamily="34" charset="0"/>
              <a:ea typeface="Arial"/>
              <a:cs typeface="Calibri" panose="020F0502020204030204" pitchFamily="34" charset="0"/>
              <a:sym typeface="Arial"/>
            </a:endParaRPr>
          </a:p>
          <a:p>
            <a:pPr marL="403225" marR="0" lvl="0" indent="-403225" algn="l" rtl="0">
              <a:lnSpc>
                <a:spcPts val="2600"/>
              </a:lnSpc>
              <a:spcBef>
                <a:spcPts val="1000"/>
              </a:spcBef>
              <a:spcAft>
                <a:spcPts val="0"/>
              </a:spcAft>
              <a:buClr>
                <a:srgbClr val="D51900"/>
              </a:buClr>
              <a:buSzPts val="32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C: </a:t>
            </a:r>
            <a:r>
              <a:rPr lang="en-US" sz="3000" b="1" i="1" u="none" strike="noStrike" cap="none" dirty="0">
                <a:latin typeface="Calibri" panose="020F0502020204030204" pitchFamily="34" charset="0"/>
                <a:ea typeface="Calibri"/>
                <a:cs typeface="Calibri" panose="020F0502020204030204" pitchFamily="34" charset="0"/>
                <a:sym typeface="Calibri"/>
              </a:rPr>
              <a:t>Amen.</a:t>
            </a:r>
            <a:endParaRPr lang="en-US" sz="3000" b="1" i="1" u="none" strike="noStrike" cap="none" dirty="0">
              <a:latin typeface="Calibri" panose="020F0502020204030204" pitchFamily="34" charset="0"/>
              <a:ea typeface="Arial"/>
              <a:cs typeface="Calibri" panose="020F0502020204030204" pitchFamily="34" charset="0"/>
              <a:sym typeface="Arial"/>
            </a:endParaRPr>
          </a:p>
        </p:txBody>
      </p:sp>
      <p:sp>
        <p:nvSpPr>
          <p:cNvPr id="8" name="TextBox 7">
            <a:extLst>
              <a:ext uri="{FF2B5EF4-FFF2-40B4-BE49-F238E27FC236}">
                <a16:creationId xmlns:a16="http://schemas.microsoft.com/office/drawing/2014/main" id="{AE9DFE36-39E3-CF05-C91D-1EA8BCBAF884}"/>
              </a:ext>
            </a:extLst>
          </p:cNvPr>
          <p:cNvSpPr txBox="1"/>
          <p:nvPr/>
        </p:nvSpPr>
        <p:spPr>
          <a:xfrm>
            <a:off x="-103979" y="50029"/>
            <a:ext cx="6315452" cy="1208023"/>
          </a:xfrm>
          <a:prstGeom prst="rect">
            <a:avLst/>
          </a:prstGeom>
          <a:noFill/>
        </p:spPr>
        <p:txBody>
          <a:bodyPr wrap="square">
            <a:spAutoFit/>
          </a:bodyPr>
          <a:lstStyle/>
          <a:p>
            <a:pPr marL="177800" indent="-177800" algn="ctr" rtl="0">
              <a:lnSpc>
                <a:spcPts val="2880"/>
              </a:lnSpc>
              <a:spcBef>
                <a:spcPts val="0"/>
              </a:spcBef>
              <a:spcAft>
                <a:spcPts val="0"/>
              </a:spcAft>
            </a:pPr>
            <a:r>
              <a:rPr lang="en-US" sz="2000" b="1" dirty="0">
                <a:solidFill>
                  <a:schemeClr val="accent6">
                    <a:lumMod val="50000"/>
                  </a:schemeClr>
                </a:solidFill>
              </a:rPr>
              <a:t>(</a:t>
            </a:r>
            <a:r>
              <a:rPr lang="ml-IN" sz="2000" b="1" u="none" strike="noStrike" dirty="0">
                <a:solidFill>
                  <a:schemeClr val="accent6">
                    <a:lumMod val="50000"/>
                  </a:schemeClr>
                </a:solidFill>
                <a:effectLst/>
                <a:latin typeface="Malayalam MN" pitchFamily="2" charset="0"/>
                <a:cs typeface="Malayalam MN" pitchFamily="2" charset="0"/>
              </a:rPr>
              <a:t>പട്ടക്കാരന്‍ കൈകളെ കുരിശിന്‍റെ ഭാഷയില്‍ കാസായും പീലാസായും പിടിച്ചു കൊണ്ട് ചൊല്ലുന്നത്</a:t>
            </a:r>
            <a:r>
              <a:rPr lang="en-US" sz="2000" b="1" strike="noStrike" dirty="0">
                <a:solidFill>
                  <a:schemeClr val="accent6">
                    <a:lumMod val="50000"/>
                  </a:schemeClr>
                </a:solidFill>
                <a:effectLst/>
                <a:latin typeface="Times New Roman" panose="02020603050405020304" pitchFamily="18" charset="0"/>
              </a:rPr>
              <a:t>) </a:t>
            </a:r>
            <a:r>
              <a:rPr lang="ml-IN" sz="2000" b="1" u="none" strike="noStrike" dirty="0">
                <a:solidFill>
                  <a:schemeClr val="accent6">
                    <a:lumMod val="50000"/>
                  </a:schemeClr>
                </a:solidFill>
                <a:effectLst/>
                <a:latin typeface="Times New Roman" panose="02020603050405020304" pitchFamily="18" charset="0"/>
              </a:rPr>
              <a:t> </a:t>
            </a:r>
            <a:endParaRPr lang="ml-IN" sz="2000" b="1" u="none" strike="noStrike" dirty="0">
              <a:solidFill>
                <a:schemeClr val="accent6">
                  <a:lumMod val="50000"/>
                </a:schemeClr>
              </a:solidFill>
              <a:effectLst/>
            </a:endParaRPr>
          </a:p>
        </p:txBody>
      </p:sp>
      <p:sp>
        <p:nvSpPr>
          <p:cNvPr id="10" name="TextBox 9">
            <a:extLst>
              <a:ext uri="{FF2B5EF4-FFF2-40B4-BE49-F238E27FC236}">
                <a16:creationId xmlns:a16="http://schemas.microsoft.com/office/drawing/2014/main" id="{EE4AC6E6-F5D5-589B-6536-C93C082F5D40}"/>
              </a:ext>
            </a:extLst>
          </p:cNvPr>
          <p:cNvSpPr txBox="1"/>
          <p:nvPr/>
        </p:nvSpPr>
        <p:spPr>
          <a:xfrm>
            <a:off x="6143500" y="-35625"/>
            <a:ext cx="6096000" cy="1292662"/>
          </a:xfrm>
          <a:prstGeom prst="rect">
            <a:avLst/>
          </a:prstGeom>
          <a:noFill/>
        </p:spPr>
        <p:txBody>
          <a:bodyPr wrap="square">
            <a:spAutoFit/>
          </a:bodyPr>
          <a:lstStyle/>
          <a:p>
            <a:pPr marL="177800" indent="-177800" algn="ctr" rtl="0">
              <a:spcBef>
                <a:spcPts val="0"/>
              </a:spcBef>
              <a:spcAft>
                <a:spcPts val="0"/>
              </a:spcAft>
            </a:pPr>
            <a:r>
              <a:rPr lang="en-US" sz="2600" b="1" u="none" strike="noStrike" dirty="0">
                <a:solidFill>
                  <a:schemeClr val="accent6">
                    <a:lumMod val="50000"/>
                  </a:schemeClr>
                </a:solidFill>
                <a:effectLst/>
                <a:latin typeface="+mn-lt"/>
              </a:rPr>
              <a:t>(</a:t>
            </a:r>
            <a:r>
              <a:rPr lang="en-US" sz="2600" b="1" u="none" strike="noStrike" dirty="0" err="1">
                <a:solidFill>
                  <a:schemeClr val="accent6">
                    <a:lumMod val="50000"/>
                  </a:schemeClr>
                </a:solidFill>
                <a:effectLst/>
                <a:latin typeface="+mn-lt"/>
              </a:rPr>
              <a:t>Pattakkaran</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Kaikale</a:t>
            </a:r>
            <a:r>
              <a:rPr lang="en-US" sz="2600" b="1" u="none" strike="noStrike" dirty="0">
                <a:solidFill>
                  <a:schemeClr val="accent6">
                    <a:lumMod val="50000"/>
                  </a:schemeClr>
                </a:solidFill>
                <a:effectLst/>
                <a:latin typeface="+mn-lt"/>
              </a:rPr>
              <a:t> </a:t>
            </a:r>
          </a:p>
          <a:p>
            <a:pPr marL="177800" indent="-177800" algn="ctr" rtl="0">
              <a:spcBef>
                <a:spcPts val="0"/>
              </a:spcBef>
              <a:spcAft>
                <a:spcPts val="0"/>
              </a:spcAft>
            </a:pPr>
            <a:r>
              <a:rPr lang="en-US" sz="2600" b="1" u="none" strike="noStrike" dirty="0" err="1">
                <a:solidFill>
                  <a:schemeClr val="accent6">
                    <a:lumMod val="50000"/>
                  </a:schemeClr>
                </a:solidFill>
                <a:effectLst/>
                <a:latin typeface="+mn-lt"/>
              </a:rPr>
              <a:t>Kurishinte</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Bhashayil</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Kaasayum</a:t>
            </a:r>
            <a:r>
              <a:rPr lang="en-US" sz="2600" b="1" u="none" strike="noStrike" dirty="0">
                <a:solidFill>
                  <a:schemeClr val="accent6">
                    <a:lumMod val="50000"/>
                  </a:schemeClr>
                </a:solidFill>
                <a:effectLst/>
                <a:latin typeface="+mn-lt"/>
              </a:rPr>
              <a:t> </a:t>
            </a:r>
          </a:p>
          <a:p>
            <a:pPr marL="177800" indent="-177800" algn="ctr" rtl="0">
              <a:spcBef>
                <a:spcPts val="0"/>
              </a:spcBef>
              <a:spcAft>
                <a:spcPts val="0"/>
              </a:spcAft>
            </a:pPr>
            <a:r>
              <a:rPr lang="en-US" sz="2600" b="1" u="none" strike="noStrike" dirty="0" err="1">
                <a:solidFill>
                  <a:schemeClr val="accent6">
                    <a:lumMod val="50000"/>
                  </a:schemeClr>
                </a:solidFill>
                <a:effectLst/>
                <a:latin typeface="+mn-lt"/>
              </a:rPr>
              <a:t>Peelaasayum</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Pidichu</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Kondu</a:t>
            </a:r>
            <a:r>
              <a:rPr lang="en-US" sz="2600" b="1" u="none" strike="noStrike" dirty="0">
                <a:solidFill>
                  <a:schemeClr val="accent6">
                    <a:lumMod val="50000"/>
                  </a:schemeClr>
                </a:solidFill>
                <a:effectLst/>
                <a:latin typeface="+mn-lt"/>
              </a:rPr>
              <a:t> </a:t>
            </a:r>
            <a:r>
              <a:rPr lang="en-US" sz="2600" b="1" u="none" strike="noStrike" dirty="0" err="1">
                <a:solidFill>
                  <a:schemeClr val="accent6">
                    <a:lumMod val="50000"/>
                  </a:schemeClr>
                </a:solidFill>
                <a:effectLst/>
                <a:latin typeface="+mn-lt"/>
              </a:rPr>
              <a:t>Chollunnathu</a:t>
            </a:r>
            <a:r>
              <a:rPr lang="en-US" sz="2600" b="1" u="none" strike="noStrike" dirty="0">
                <a:solidFill>
                  <a:schemeClr val="accent6">
                    <a:lumMod val="50000"/>
                  </a:schemeClr>
                </a:solidFill>
                <a:effectLst/>
                <a:latin typeface="+mn-lt"/>
              </a:rPr>
              <a:t>)</a:t>
            </a:r>
          </a:p>
        </p:txBody>
      </p:sp>
      <p:sp>
        <p:nvSpPr>
          <p:cNvPr id="5" name="TextBox 4">
            <a:extLst>
              <a:ext uri="{FF2B5EF4-FFF2-40B4-BE49-F238E27FC236}">
                <a16:creationId xmlns:a16="http://schemas.microsoft.com/office/drawing/2014/main" id="{2AE795A0-87E6-5032-DC91-3155ED30A470}"/>
              </a:ext>
            </a:extLst>
          </p:cNvPr>
          <p:cNvSpPr txBox="1"/>
          <p:nvPr/>
        </p:nvSpPr>
        <p:spPr>
          <a:xfrm>
            <a:off x="0" y="379781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Holds The Paten And Chalice In The Form Of A Cross)</a:t>
            </a:r>
          </a:p>
        </p:txBody>
      </p:sp>
      <p:cxnSp>
        <p:nvCxnSpPr>
          <p:cNvPr id="7" name="Straight Connector 6">
            <a:extLst>
              <a:ext uri="{FF2B5EF4-FFF2-40B4-BE49-F238E27FC236}">
                <a16:creationId xmlns:a16="http://schemas.microsoft.com/office/drawing/2014/main" id="{D8B4066E-73FD-CAA3-87F9-C3DE1BA20497}"/>
              </a:ext>
            </a:extLst>
          </p:cNvPr>
          <p:cNvCxnSpPr>
            <a:cxnSpLocks/>
            <a:endCxn id="5" idx="0"/>
          </p:cNvCxnSpPr>
          <p:nvPr/>
        </p:nvCxnSpPr>
        <p:spPr>
          <a:xfrm>
            <a:off x="6096000" y="0"/>
            <a:ext cx="0" cy="379781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8755870"/>
      </p:ext>
    </p:extLst>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DB40C99-F557-46B4-A845-BECEC84E319B}"/>
              </a:ext>
            </a:extLst>
          </p:cNvPr>
          <p:cNvSpPr txBox="1">
            <a:spLocks noChangeArrowheads="1"/>
          </p:cNvSpPr>
          <p:nvPr/>
        </p:nvSpPr>
        <p:spPr bwMode="auto">
          <a:xfrm>
            <a:off x="7053943" y="882736"/>
            <a:ext cx="5856514"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P: </a:t>
            </a:r>
            <a:r>
              <a:rPr lang="en-US" sz="3333" b="1" kern="0" dirty="0" err="1">
                <a:latin typeface="Calibri" pitchFamily="34" charset="0"/>
                <a:ea typeface="Ebrima" pitchFamily="2" charset="0"/>
                <a:cs typeface="Calibri" pitchFamily="34" charset="0"/>
              </a:rPr>
              <a:t>Undaayathum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undaakunnathum</a:t>
            </a:r>
            <a:r>
              <a:rPr lang="en-US" sz="3333" b="1" kern="0" dirty="0">
                <a:latin typeface="Calibri" pitchFamily="34" charset="0"/>
                <a:ea typeface="Ebrima" pitchFamily="2" charset="0"/>
                <a:cs typeface="Calibri" pitchFamily="34" charset="0"/>
              </a:rPr>
              <a:t> </a:t>
            </a:r>
            <a:r>
              <a:rPr lang="en-US" sz="3333" b="1" kern="0" dirty="0" err="1">
                <a:latin typeface="Calibri" pitchFamily="34" charset="0"/>
                <a:ea typeface="Ebrima" pitchFamily="2" charset="0"/>
                <a:cs typeface="Calibri" pitchFamily="34" charset="0"/>
              </a:rPr>
              <a:t>aaya</a:t>
            </a:r>
            <a:r>
              <a:rPr lang="en-US" sz="3333"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p>
        </p:txBody>
      </p:sp>
      <p:sp>
        <p:nvSpPr>
          <p:cNvPr id="114690" name="Rectangle 2"/>
          <p:cNvSpPr>
            <a:spLocks noGrp="1" noChangeArrowheads="1"/>
          </p:cNvSpPr>
          <p:nvPr>
            <p:ph type="ctrTitle"/>
          </p:nvPr>
        </p:nvSpPr>
        <p:spPr>
          <a:xfrm>
            <a:off x="859133" y="862570"/>
            <a:ext cx="5421087" cy="1676400"/>
          </a:xfrm>
        </p:spPr>
        <p:txBody>
          <a:bodyPr anchor="ctr">
            <a:normAutofit fontScale="90000"/>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K!lufk</a:t>
            </a:r>
            <a:r>
              <a:rPr lang="en-US" altLang="en-US" sz="4400" b="1" dirty="0">
                <a:latin typeface="MalayalamAbe" pitchFamily="18" charset="0"/>
              </a:rPr>
              <a:t>; </a:t>
            </a:r>
            <a:r>
              <a:rPr lang="en-US" altLang="en-US" sz="4400" b="1" dirty="0" err="1">
                <a:latin typeface="MalayalamAbe" pitchFamily="18" charset="0"/>
              </a:rPr>
              <a:t>K!ldk#fkalu</a:t>
            </a:r>
            <a:r>
              <a:rPr lang="en-US" altLang="en-US" sz="4400" b="1" dirty="0">
                <a:latin typeface="MalayalamAbe" pitchFamily="18" charset="0"/>
              </a:rPr>
              <a:t>... </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2" name="TextBox 1">
            <a:extLst>
              <a:ext uri="{FF2B5EF4-FFF2-40B4-BE49-F238E27FC236}">
                <a16:creationId xmlns:a16="http://schemas.microsoft.com/office/drawing/2014/main" id="{4458321F-3B72-93F0-7C7D-ABC16B3143FE}"/>
              </a:ext>
            </a:extLst>
          </p:cNvPr>
          <p:cNvSpPr txBox="1"/>
          <p:nvPr/>
        </p:nvSpPr>
        <p:spPr>
          <a:xfrm>
            <a:off x="1219200" y="4227666"/>
            <a:ext cx="9753600" cy="2508635"/>
          </a:xfrm>
          <a:prstGeom prst="rect">
            <a:avLst/>
          </a:prstGeom>
          <a:noFill/>
        </p:spPr>
        <p:txBody>
          <a:bodyPr wrap="square" rtlCol="0">
            <a:spAutoFit/>
          </a:bodyPr>
          <a:lstStyle/>
          <a:p>
            <a:pPr marL="434975" marR="0" lvl="0" indent="-434975" algn="l" rtl="0">
              <a:lnSpc>
                <a:spcPts val="38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The one living Holy Spirit, who perfects and fulfills all that is and that has been, is with us. May the name of the Lord be blessed as in the beginning both now and forever.</a:t>
            </a:r>
          </a:p>
          <a:p>
            <a:pPr marL="434975" marR="0" lvl="0" indent="-434975" algn="l" rtl="0">
              <a:lnSpc>
                <a:spcPts val="38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Amen.</a:t>
            </a:r>
            <a:endParaRPr lang="en-US" sz="3000" b="1" i="1" u="none" strike="noStrike" cap="none" dirty="0">
              <a:latin typeface="+mn-lt"/>
              <a:ea typeface="Arial"/>
              <a:cs typeface="Times New Roman" panose="02020603050405020304" pitchFamily="18" charset="0"/>
              <a:sym typeface="Arial"/>
            </a:endParaRPr>
          </a:p>
          <a:p>
            <a:pPr>
              <a:lnSpc>
                <a:spcPts val="3800"/>
              </a:lnSpc>
            </a:pPr>
            <a:endParaRPr lang="en-US" sz="3000" b="1" i="1" dirty="0">
              <a:latin typeface="+mn-lt"/>
              <a:cs typeface="Times New Roman" panose="02020603050405020304" pitchFamily="18" charset="0"/>
            </a:endParaRPr>
          </a:p>
        </p:txBody>
      </p:sp>
      <p:sp>
        <p:nvSpPr>
          <p:cNvPr id="3" name="TextBox 2">
            <a:extLst>
              <a:ext uri="{FF2B5EF4-FFF2-40B4-BE49-F238E27FC236}">
                <a16:creationId xmlns:a16="http://schemas.microsoft.com/office/drawing/2014/main" id="{27BA7ED1-5948-16F9-A119-878D6DA096B6}"/>
              </a:ext>
            </a:extLst>
          </p:cNvPr>
          <p:cNvSpPr txBox="1"/>
          <p:nvPr/>
        </p:nvSpPr>
        <p:spPr>
          <a:xfrm>
            <a:off x="0" y="3231251"/>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22731B2E-E4DB-594A-6AC5-B08430AD90D1}"/>
              </a:ext>
            </a:extLst>
          </p:cNvPr>
          <p:cNvCxnSpPr>
            <a:cxnSpLocks/>
            <a:endCxn id="3" idx="0"/>
          </p:cNvCxnSpPr>
          <p:nvPr/>
        </p:nvCxnSpPr>
        <p:spPr>
          <a:xfrm>
            <a:off x="6096000" y="0"/>
            <a:ext cx="0" cy="323125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E2A5B34-81DA-4E57-B975-DC54E9406385}"/>
              </a:ext>
            </a:extLst>
          </p:cNvPr>
          <p:cNvSpPr txBox="1">
            <a:spLocks noChangeArrowheads="1"/>
          </p:cNvSpPr>
          <p:nvPr/>
        </p:nvSpPr>
        <p:spPr bwMode="auto">
          <a:xfrm>
            <a:off x="6407007" y="1420395"/>
            <a:ext cx="5552310" cy="2697898"/>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err="1">
                <a:latin typeface="Calibri" pitchFamily="34" charset="0"/>
                <a:ea typeface="Ebrima" pitchFamily="2" charset="0"/>
                <a:cs typeface="Calibri" pitchFamily="34" charset="0"/>
              </a:rPr>
              <a:t>Daiva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suthar</a:t>
            </a:r>
            <a:r>
              <a:rPr lang="en-US" sz="2800" b="1" kern="0" dirty="0">
                <a:latin typeface="Calibri" pitchFamily="34" charset="0"/>
                <a:ea typeface="Ebrima" pitchFamily="2" charset="0"/>
                <a:cs typeface="Calibri" pitchFamily="34" charset="0"/>
              </a:rPr>
              <a:t> naam </a:t>
            </a:r>
            <a:r>
              <a:rPr lang="en-US" sz="2800" b="1" kern="0" dirty="0" err="1">
                <a:latin typeface="Calibri" pitchFamily="34" charset="0"/>
                <a:ea typeface="Ebrima" pitchFamily="2" charset="0"/>
                <a:cs typeface="Calibri" pitchFamily="34" charset="0"/>
              </a:rPr>
              <a:t>aayiduvaan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jeevikalhaayi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nadannappol</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Upadeshichittullh-avaraam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punhya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pithaakkalhe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Praarthana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kaazhchakal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okkeyilum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orthavare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pinthudarenham</a:t>
            </a:r>
            <a:r>
              <a:rPr lang="en-US" sz="2800" b="1" kern="0" dirty="0">
                <a:latin typeface="Calibri" pitchFamily="34" charset="0"/>
                <a:ea typeface="Ebrima" pitchFamily="2" charset="0"/>
                <a:cs typeface="Calibri" pitchFamily="34" charset="0"/>
              </a:rPr>
              <a:t>.</a:t>
            </a:r>
          </a:p>
        </p:txBody>
      </p:sp>
      <p:sp>
        <p:nvSpPr>
          <p:cNvPr id="115714" name="Rectangle 2"/>
          <p:cNvSpPr>
            <a:spLocks noGrp="1" noChangeArrowheads="1"/>
          </p:cNvSpPr>
          <p:nvPr>
            <p:ph type="ctrTitle"/>
          </p:nvPr>
        </p:nvSpPr>
        <p:spPr>
          <a:xfrm>
            <a:off x="200025" y="1443867"/>
            <a:ext cx="5552309" cy="2688951"/>
          </a:xfrm>
        </p:spPr>
        <p:txBody>
          <a:bodyPr anchor="ctr">
            <a:noAutofit/>
          </a:bodyPr>
          <a:lstStyle/>
          <a:p>
            <a:pPr eaLnBrk="1" hangingPunct="1"/>
            <a:r>
              <a:rPr lang="en-US" altLang="en-US" sz="3200" b="1" dirty="0" err="1">
                <a:latin typeface="MalayalamAbe" pitchFamily="18" charset="0"/>
              </a:rPr>
              <a:t>sspickfG</a:t>
            </a:r>
            <a:r>
              <a:rPr lang="en-US" altLang="en-US" sz="3200" b="1" dirty="0">
                <a:latin typeface="MalayalamAbe" pitchFamily="18" charset="0"/>
              </a:rPr>
              <a:t> </a:t>
            </a:r>
            <a:r>
              <a:rPr lang="en-US" altLang="en-US" sz="3200" b="1" dirty="0" err="1">
                <a:latin typeface="MalayalamAbe" pitchFamily="18" charset="0"/>
              </a:rPr>
              <a:t>rlalujmkilR-wJijdxluj</a:t>
            </a:r>
            <a:r>
              <a:rPr lang="en-US" altLang="en-US" sz="3200" b="1" dirty="0">
                <a:latin typeface="MalayalamAbe" pitchFamily="18" charset="0"/>
              </a:rPr>
              <a:t> </a:t>
            </a:r>
            <a:r>
              <a:rPr lang="en-US" altLang="en-US" sz="3200" b="1" dirty="0" err="1">
                <a:latin typeface="MalayalamAbe" pitchFamily="18" charset="0"/>
              </a:rPr>
              <a:t>rm#S</a:t>
            </a:r>
            <a:r>
              <a:rPr lang="en-US" altLang="en-US" sz="3200" b="1" dirty="0">
                <a:latin typeface="MalayalamAbe" pitchFamily="18" charset="0"/>
              </a:rPr>
              <a:t>/</a:t>
            </a:r>
            <a:r>
              <a:rPr lang="en-US" altLang="en-US" sz="3200" b="1" dirty="0" err="1">
                <a:latin typeface="MalayalamAbe" pitchFamily="18" charset="0"/>
              </a:rPr>
              <a:t>lX</a:t>
            </a:r>
            <a:r>
              <a:rPr lang="en-US" altLang="en-US" sz="3200" b="1" dirty="0">
                <a:latin typeface="MalayalamAbe" pitchFamily="18" charset="0"/>
              </a:rPr>
              <a:t> - </a:t>
            </a:r>
            <a:r>
              <a:rPr lang="en-US" altLang="en-US" sz="3200" b="1" dirty="0" err="1">
                <a:latin typeface="MalayalamAbe" pitchFamily="18" charset="0"/>
              </a:rPr>
              <a:t>KeSpCjv&amp;jMk</a:t>
            </a:r>
            <a:r>
              <a:rPr lang="en-US" altLang="en-US" sz="3200" b="1" dirty="0">
                <a:latin typeface="MalayalamAbe" pitchFamily="18" charset="0"/>
              </a:rPr>
              <a:t>=</a:t>
            </a:r>
            <a:r>
              <a:rPr lang="en-US" altLang="en-US" sz="3200" b="1" dirty="0" err="1">
                <a:latin typeface="MalayalamAbe" pitchFamily="18" charset="0"/>
              </a:rPr>
              <a:t>igl</a:t>
            </a:r>
            <a:r>
              <a:rPr lang="en-US" altLang="en-US" sz="3200" b="1" dirty="0">
                <a:latin typeface="MalayalamAbe" pitchFamily="18" charset="0"/>
              </a:rPr>
              <a:t>; </a:t>
            </a:r>
            <a:r>
              <a:rPr lang="en-US" altLang="en-US" sz="3200" b="1" dirty="0" err="1">
                <a:latin typeface="MalayalamAbe" pitchFamily="18" charset="0"/>
              </a:rPr>
              <a:t>eknU</a:t>
            </a:r>
            <a:r>
              <a:rPr lang="en-US" altLang="en-US" sz="3200" b="1" dirty="0">
                <a:latin typeface="MalayalamAbe" pitchFamily="18" charset="0"/>
              </a:rPr>
              <a:t> </a:t>
            </a:r>
            <a:r>
              <a:rPr lang="en-US" altLang="en-US" sz="3200" b="1" dirty="0" err="1">
                <a:latin typeface="MalayalamAbe" pitchFamily="18" charset="0"/>
              </a:rPr>
              <a:t>ejfl</a:t>
            </a:r>
            <a:r>
              <a:rPr lang="en-US" altLang="en-US" sz="3200" b="1" dirty="0">
                <a:latin typeface="MalayalamAbe" pitchFamily="18" charset="0"/>
              </a:rPr>
              <a:t>)</a:t>
            </a:r>
            <a:r>
              <a:rPr lang="en-US" altLang="en-US" sz="3200" b="1" dirty="0" err="1">
                <a:latin typeface="MalayalamAbe" pitchFamily="18" charset="0"/>
              </a:rPr>
              <a:t>sx</a:t>
            </a:r>
            <a:r>
              <a:rPr lang="en-US" altLang="en-US" sz="3200" b="1" dirty="0">
                <a:latin typeface="MalayalamAbe" pitchFamily="18" charset="0"/>
              </a:rPr>
              <a:t>- </a:t>
            </a:r>
            <a:r>
              <a:rPr lang="en-US" altLang="en-US" sz="3200" b="1" dirty="0" err="1">
                <a:latin typeface="MalayalamAbe" pitchFamily="18" charset="0"/>
              </a:rPr>
              <a:t>YelG</a:t>
            </a:r>
            <a:r>
              <a:rPr lang="en-US" altLang="en-US" sz="3200" b="1" dirty="0" err="1">
                <a:latin typeface="Kerala" pitchFamily="2" charset="0"/>
              </a:rPr>
              <a:t>j</a:t>
            </a:r>
            <a:r>
              <a:rPr lang="en-US" altLang="en-US" sz="3200" b="1" dirty="0" err="1">
                <a:latin typeface="MalayalamAbe" pitchFamily="18" charset="0"/>
              </a:rPr>
              <a:t>r</a:t>
            </a:r>
            <a:r>
              <a:rPr lang="en-US" altLang="en-US" sz="3200" b="1" dirty="0">
                <a:latin typeface="MalayalamAbe" pitchFamily="18" charset="0"/>
              </a:rPr>
              <a:t> </a:t>
            </a:r>
            <a:r>
              <a:rPr lang="en-US" altLang="en-US" sz="3200" b="1" dirty="0" err="1">
                <a:latin typeface="MalayalamAbe" pitchFamily="18" charset="0"/>
              </a:rPr>
              <a:t>dlq</a:t>
            </a:r>
            <a:r>
              <a:rPr lang="en-US" altLang="en-US" sz="3200" b="1" dirty="0">
                <a:latin typeface="MalayalamAbe" pitchFamily="18" charset="0"/>
              </a:rPr>
              <a:t>[</a:t>
            </a:r>
            <a:r>
              <a:rPr lang="en-US" altLang="en-US" sz="3200" b="1" dirty="0" err="1">
                <a:latin typeface="MalayalamAbe" pitchFamily="18" charset="0"/>
              </a:rPr>
              <a:t>vdsxls</a:t>
            </a:r>
            <a:r>
              <a:rPr lang="en-US" altLang="en-US" sz="3200" b="1" dirty="0">
                <a:latin typeface="MalayalamAbe" pitchFamily="18" charset="0"/>
              </a:rPr>
              <a:t>)</a:t>
            </a:r>
            <a:r>
              <a:rPr lang="en-US" altLang="en-US" sz="3200" b="1" dirty="0" err="1">
                <a:latin typeface="MalayalamAbe" pitchFamily="18" charset="0"/>
              </a:rPr>
              <a:t>ujhk</a:t>
            </a:r>
            <a:r>
              <a:rPr lang="en-US" altLang="en-US" sz="3200" b="1" dirty="0">
                <a:latin typeface="MalayalamAbe" pitchFamily="18" charset="0"/>
              </a:rPr>
              <a:t>; </a:t>
            </a:r>
            <a:r>
              <a:rPr lang="en-US" altLang="en-US" sz="3200" b="1" dirty="0" err="1">
                <a:latin typeface="MalayalamAbe" pitchFamily="18" charset="0"/>
              </a:rPr>
              <a:t>QlG</a:t>
            </a:r>
            <a:r>
              <a:rPr lang="en-US" altLang="en-US" sz="3200" b="1" dirty="0">
                <a:latin typeface="MalayalamAbe" pitchFamily="18" charset="0"/>
              </a:rPr>
              <a:t>\</a:t>
            </a:r>
            <a:r>
              <a:rPr lang="en-US" altLang="en-US" sz="3200" b="1" dirty="0" err="1">
                <a:latin typeface="MalayalamAbe" pitchFamily="18" charset="0"/>
              </a:rPr>
              <a:t>isg</a:t>
            </a:r>
            <a:r>
              <a:rPr lang="en-US" altLang="en-US" sz="3200" b="1" dirty="0">
                <a:latin typeface="MalayalamAbe" pitchFamily="18" charset="0"/>
              </a:rPr>
              <a:t> </a:t>
            </a:r>
            <a:r>
              <a:rPr lang="en-US" altLang="en-US" sz="3200" b="1" dirty="0" err="1">
                <a:latin typeface="MalayalamAbe" pitchFamily="18" charset="0"/>
              </a:rPr>
              <a:t>ej%kmSgn</a:t>
            </a:r>
            <a:r>
              <a:rPr lang="en-US" altLang="en-US" sz="3200" b="1" dirty="0">
                <a:latin typeface="MalayalamAbe" pitchFamily="18" charset="0"/>
              </a:rPr>
              <a:t>;</a:t>
            </a:r>
          </a:p>
        </p:txBody>
      </p:sp>
      <p:sp>
        <p:nvSpPr>
          <p:cNvPr id="6" name="TextBox 5">
            <a:extLst>
              <a:ext uri="{FF2B5EF4-FFF2-40B4-BE49-F238E27FC236}">
                <a16:creationId xmlns:a16="http://schemas.microsoft.com/office/drawing/2014/main" id="{EDED77DC-8877-3452-A26E-009B7E1F433F}"/>
              </a:ext>
            </a:extLst>
          </p:cNvPr>
          <p:cNvSpPr txBox="1"/>
          <p:nvPr/>
        </p:nvSpPr>
        <p:spPr>
          <a:xfrm>
            <a:off x="1625973" y="5064099"/>
            <a:ext cx="8940051" cy="1477328"/>
          </a:xfrm>
          <a:prstGeom prst="rect">
            <a:avLst/>
          </a:prstGeom>
          <a:noFill/>
        </p:spPr>
        <p:txBody>
          <a:bodyPr wrap="square">
            <a:spAutoFit/>
          </a:bodyPr>
          <a:lstStyle/>
          <a:p>
            <a:pPr algn="ctr" rtl="0">
              <a:spcBef>
                <a:spcPts val="1200"/>
              </a:spcBef>
              <a:spcAft>
                <a:spcPts val="0"/>
              </a:spcAft>
            </a:pPr>
            <a:r>
              <a:rPr lang="en-US" sz="3000" b="1" i="1" u="none" strike="noStrike" dirty="0">
                <a:effectLst/>
                <a:latin typeface="Calibri" panose="020F0502020204030204" pitchFamily="34" charset="0"/>
                <a:cs typeface="Calibri" panose="020F0502020204030204" pitchFamily="34" charset="0"/>
              </a:rPr>
              <a:t>Now, as we come to Your table -</a:t>
            </a:r>
            <a:r>
              <a:rPr lang="en-US" sz="3000" b="1" dirty="0">
                <a:latin typeface="Calibri" panose="020F0502020204030204" pitchFamily="34" charset="0"/>
                <a:cs typeface="Calibri" panose="020F0502020204030204" pitchFamily="34" charset="0"/>
              </a:rPr>
              <a:t> </a:t>
            </a:r>
            <a:r>
              <a:rPr lang="en-US" sz="3000" b="1" i="1" u="none" strike="noStrike" dirty="0">
                <a:effectLst/>
                <a:latin typeface="Calibri" panose="020F0502020204030204" pitchFamily="34" charset="0"/>
                <a:cs typeface="Calibri" panose="020F0502020204030204" pitchFamily="34" charset="0"/>
              </a:rPr>
              <a:t>We recall those gone before us</a:t>
            </a:r>
            <a:r>
              <a:rPr lang="en-US" sz="3000" b="1" dirty="0">
                <a:latin typeface="Calibri" panose="020F0502020204030204" pitchFamily="34" charset="0"/>
                <a:cs typeface="Calibri" panose="020F0502020204030204" pitchFamily="34" charset="0"/>
              </a:rPr>
              <a:t> - </a:t>
            </a:r>
            <a:r>
              <a:rPr lang="en-US" sz="3000" b="1" i="1" u="none" strike="noStrike" dirty="0">
                <a:effectLst/>
                <a:latin typeface="Calibri" panose="020F0502020204030204" pitchFamily="34" charset="0"/>
                <a:cs typeface="Calibri" panose="020F0502020204030204" pitchFamily="34" charset="0"/>
              </a:rPr>
              <a:t>Grant their lives be an example</a:t>
            </a:r>
            <a:r>
              <a:rPr lang="en-US" sz="3000" b="1" dirty="0">
                <a:latin typeface="Calibri" panose="020F0502020204030204" pitchFamily="34" charset="0"/>
                <a:cs typeface="Calibri" panose="020F0502020204030204" pitchFamily="34" charset="0"/>
              </a:rPr>
              <a:t> - </a:t>
            </a:r>
            <a:r>
              <a:rPr lang="en-US" sz="3000" b="1" i="1" u="none" strike="noStrike" dirty="0">
                <a:effectLst/>
                <a:latin typeface="Calibri" panose="020F0502020204030204" pitchFamily="34" charset="0"/>
                <a:cs typeface="Calibri" panose="020F0502020204030204" pitchFamily="34" charset="0"/>
              </a:rPr>
              <a:t>May we use their teaching as our guide.</a:t>
            </a:r>
            <a:endParaRPr lang="en-US" sz="3000" b="1" i="0" u="none" strike="noStrike" dirty="0">
              <a:effectLst/>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F70110C4-001D-1FC5-9B11-0BC6142435DD}"/>
              </a:ext>
            </a:extLst>
          </p:cNvPr>
          <p:cNvSpPr txBox="1"/>
          <p:nvPr/>
        </p:nvSpPr>
        <p:spPr>
          <a:xfrm>
            <a:off x="-53730" y="143602"/>
            <a:ext cx="6210292" cy="1015663"/>
          </a:xfrm>
          <a:prstGeom prst="rect">
            <a:avLst/>
          </a:prstGeom>
          <a:noFill/>
        </p:spPr>
        <p:txBody>
          <a:bodyPr wrap="square">
            <a:spAutoFit/>
          </a:bodyPr>
          <a:lstStyle/>
          <a:p>
            <a:pPr algn="ctr" rtl="0">
              <a:spcBef>
                <a:spcPts val="1200"/>
              </a:spcBef>
              <a:spcAft>
                <a:spcPts val="0"/>
              </a:spcAft>
            </a:pPr>
            <a:r>
              <a:rPr lang="en-US" sz="2000" b="1" dirty="0">
                <a:solidFill>
                  <a:schemeClr val="accent6">
                    <a:lumMod val="50000"/>
                  </a:schemeClr>
                </a:solidFill>
                <a:latin typeface="Malayalam MN" pitchFamily="2" charset="0"/>
                <a:cs typeface="Malayalam MN" pitchFamily="2" charset="0"/>
              </a:rPr>
              <a:t>(</a:t>
            </a:r>
            <a:r>
              <a:rPr lang="ml-IN" sz="2000" b="1" u="none" strike="noStrike" dirty="0">
                <a:solidFill>
                  <a:schemeClr val="accent6">
                    <a:lumMod val="50000"/>
                  </a:schemeClr>
                </a:solidFill>
                <a:effectLst/>
                <a:latin typeface="Malayalam MN" pitchFamily="2" charset="0"/>
                <a:cs typeface="Malayalam MN" pitchFamily="2" charset="0"/>
              </a:rPr>
              <a:t>ഇവിടെ വിശുദ്ധ കുര്‍ബാന കൈക്കൊള്ളുവാന്‍ ഒരുങ്ങിയിരിക്കുന്നവര്‍ വന്ന് ക്രമമായി മുട്ടുകുത്തണം</a:t>
            </a:r>
            <a:r>
              <a:rPr lang="en-US" sz="2000" b="1" strike="noStrike" dirty="0">
                <a:solidFill>
                  <a:schemeClr val="accent6">
                    <a:lumMod val="50000"/>
                  </a:schemeClr>
                </a:solidFill>
                <a:effectLst/>
                <a:latin typeface="Malayalam MN" pitchFamily="2" charset="0"/>
                <a:cs typeface="Malayalam MN" pitchFamily="2" charset="0"/>
              </a:rPr>
              <a:t>)</a:t>
            </a:r>
            <a:endParaRPr lang="ml-IN" sz="2000" b="1" u="none" strike="noStrike" dirty="0">
              <a:solidFill>
                <a:schemeClr val="accent6">
                  <a:lumMod val="50000"/>
                </a:schemeClr>
              </a:solidFill>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9AC616E5-7E04-6287-371B-D5B775FD6169}"/>
              </a:ext>
            </a:extLst>
          </p:cNvPr>
          <p:cNvSpPr txBox="1"/>
          <p:nvPr/>
        </p:nvSpPr>
        <p:spPr>
          <a:xfrm>
            <a:off x="6462717" y="123505"/>
            <a:ext cx="5529258" cy="1200329"/>
          </a:xfrm>
          <a:prstGeom prst="rect">
            <a:avLst/>
          </a:prstGeom>
          <a:noFill/>
        </p:spPr>
        <p:txBody>
          <a:bodyPr wrap="square">
            <a:spAutoFit/>
          </a:bodyPr>
          <a:lstStyle/>
          <a:p>
            <a:pPr algn="ctr" rtl="0">
              <a:spcBef>
                <a:spcPts val="1200"/>
              </a:spcBef>
              <a:spcAft>
                <a:spcPts val="0"/>
              </a:spcAft>
            </a:pP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Ivide</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Vishudha</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Kurbaana</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Kaikolluvan</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Orungiyirikkunnavar</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Vannu</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Kramamai</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b="1" u="none" strike="noStrike" dirty="0" err="1">
                <a:solidFill>
                  <a:schemeClr val="accent6">
                    <a:lumMod val="50000"/>
                  </a:schemeClr>
                </a:solidFill>
                <a:effectLst/>
                <a:latin typeface="Calibri" panose="020F0502020204030204" pitchFamily="34" charset="0"/>
                <a:cs typeface="Calibri" panose="020F0502020204030204" pitchFamily="34" charset="0"/>
              </a:rPr>
              <a:t>Muttukuttanam</a:t>
            </a:r>
            <a:r>
              <a:rPr lang="en-US" b="1" u="none" strike="noStrike" dirty="0">
                <a:solidFill>
                  <a:schemeClr val="accent6">
                    <a:lumMod val="50000"/>
                  </a:schemeClr>
                </a:solidFill>
                <a:effectLst/>
                <a:latin typeface="Calibri" panose="020F0502020204030204" pitchFamily="34" charset="0"/>
                <a:cs typeface="Calibri" panose="020F0502020204030204" pitchFamily="34" charset="0"/>
              </a:rPr>
              <a:t>)</a:t>
            </a:r>
          </a:p>
        </p:txBody>
      </p:sp>
      <p:sp>
        <p:nvSpPr>
          <p:cNvPr id="2" name="TextBox 1">
            <a:extLst>
              <a:ext uri="{FF2B5EF4-FFF2-40B4-BE49-F238E27FC236}">
                <a16:creationId xmlns:a16="http://schemas.microsoft.com/office/drawing/2014/main" id="{8656600A-95A3-95A7-D109-F3B3D071D19C}"/>
              </a:ext>
            </a:extLst>
          </p:cNvPr>
          <p:cNvSpPr txBox="1"/>
          <p:nvPr/>
        </p:nvSpPr>
        <p:spPr>
          <a:xfrm>
            <a:off x="0" y="4401863"/>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(Communicants May Come Forward And Kneel)</a:t>
            </a:r>
          </a:p>
        </p:txBody>
      </p:sp>
      <p:cxnSp>
        <p:nvCxnSpPr>
          <p:cNvPr id="5" name="Straight Connector 4">
            <a:extLst>
              <a:ext uri="{FF2B5EF4-FFF2-40B4-BE49-F238E27FC236}">
                <a16:creationId xmlns:a16="http://schemas.microsoft.com/office/drawing/2014/main" id="{8C534151-08EF-9BE6-7B1B-FB31D10BADF3}"/>
              </a:ext>
            </a:extLst>
          </p:cNvPr>
          <p:cNvCxnSpPr>
            <a:cxnSpLocks/>
            <a:endCxn id="2" idx="0"/>
          </p:cNvCxnSpPr>
          <p:nvPr/>
        </p:nvCxnSpPr>
        <p:spPr>
          <a:xfrm>
            <a:off x="6096000" y="0"/>
            <a:ext cx="0" cy="440186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E2A5B34-81DA-4E57-B975-DC54E9406385}"/>
              </a:ext>
            </a:extLst>
          </p:cNvPr>
          <p:cNvSpPr txBox="1">
            <a:spLocks noChangeArrowheads="1"/>
          </p:cNvSpPr>
          <p:nvPr/>
        </p:nvSpPr>
        <p:spPr bwMode="auto">
          <a:xfrm>
            <a:off x="6213231" y="300215"/>
            <a:ext cx="5943600" cy="3128785"/>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err="1">
                <a:latin typeface="Calibri" pitchFamily="34" charset="0"/>
                <a:ea typeface="Ebrima" pitchFamily="2" charset="0"/>
                <a:cs typeface="Calibri" pitchFamily="34" charset="0"/>
              </a:rPr>
              <a:t>Daiva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suthan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avare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mokshe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anukoolam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aakkum</a:t>
            </a:r>
            <a:br>
              <a:rPr lang="en-US" sz="2800" b="1" kern="0" dirty="0">
                <a:latin typeface="Calibri" pitchFamily="34" charset="0"/>
                <a:ea typeface="Ebrima" pitchFamily="2" charset="0"/>
                <a:cs typeface="Calibri" pitchFamily="34" charset="0"/>
              </a:rPr>
            </a:br>
            <a:r>
              <a:rPr lang="en-US" sz="2800" b="1" kern="0" dirty="0" err="1">
                <a:latin typeface="Calibri" pitchFamily="34" charset="0"/>
                <a:ea typeface="Ebrima" pitchFamily="2" charset="0"/>
                <a:cs typeface="Calibri" pitchFamily="34" charset="0"/>
              </a:rPr>
              <a:t>Naadha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anugrahich-engalhe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thunhakkenhame</a:t>
            </a:r>
            <a:r>
              <a:rPr lang="en-US" sz="2800" b="1" kern="0" dirty="0">
                <a:latin typeface="Calibri" pitchFamily="34" charset="0"/>
                <a:ea typeface="Ebrima" pitchFamily="2" charset="0"/>
                <a:cs typeface="Calibri" pitchFamily="34" charset="0"/>
              </a:rPr>
              <a:t>.</a:t>
            </a:r>
          </a:p>
          <a:p>
            <a:pPr algn="ctr">
              <a:spcBef>
                <a:spcPts val="0"/>
              </a:spcBef>
            </a:pPr>
            <a:r>
              <a:rPr lang="en-US" sz="2800" b="1" kern="0" dirty="0" err="1">
                <a:latin typeface="Calibri" pitchFamily="34" charset="0"/>
                <a:ea typeface="Ebrima" pitchFamily="2" charset="0"/>
                <a:cs typeface="Calibri" pitchFamily="34" charset="0"/>
              </a:rPr>
              <a:t>Kurriye-elaayisson</a:t>
            </a:r>
            <a:r>
              <a:rPr lang="en-US" sz="2800" b="1" kern="0" dirty="0">
                <a:latin typeface="Calibri" pitchFamily="34" charset="0"/>
                <a:ea typeface="Ebrima" pitchFamily="2" charset="0"/>
                <a:cs typeface="Calibri" pitchFamily="34" charset="0"/>
              </a:rPr>
              <a:t>. </a:t>
            </a:r>
          </a:p>
          <a:p>
            <a:pPr algn="ctr">
              <a:spcBef>
                <a:spcPts val="0"/>
              </a:spcBef>
            </a:pPr>
            <a:r>
              <a:rPr lang="en-US" sz="2800" b="1" kern="0" dirty="0" err="1">
                <a:latin typeface="Calibri" pitchFamily="34" charset="0"/>
                <a:ea typeface="Ebrima" pitchFamily="2" charset="0"/>
                <a:cs typeface="Calibri" pitchFamily="34" charset="0"/>
              </a:rPr>
              <a:t>Kurriye-elaayisson</a:t>
            </a:r>
            <a:r>
              <a:rPr lang="en-US" sz="2800" b="1" kern="0" dirty="0">
                <a:latin typeface="Calibri" pitchFamily="34" charset="0"/>
                <a:ea typeface="Ebrima" pitchFamily="2" charset="0"/>
                <a:cs typeface="Calibri" pitchFamily="34" charset="0"/>
              </a:rPr>
              <a:t>. </a:t>
            </a:r>
          </a:p>
          <a:p>
            <a:pPr algn="ctr">
              <a:spcBef>
                <a:spcPts val="0"/>
              </a:spcBef>
            </a:pPr>
            <a:r>
              <a:rPr lang="en-US" sz="2800" b="1" kern="0" dirty="0" err="1">
                <a:latin typeface="Calibri" pitchFamily="34" charset="0"/>
                <a:ea typeface="Ebrima" pitchFamily="2" charset="0"/>
                <a:cs typeface="Calibri" pitchFamily="34" charset="0"/>
              </a:rPr>
              <a:t>Kurriye-elaayisson</a:t>
            </a:r>
            <a:r>
              <a:rPr lang="en-US" sz="2800" b="1" kern="0" dirty="0">
                <a:latin typeface="Calibri" pitchFamily="34" charset="0"/>
                <a:ea typeface="Ebrima" pitchFamily="2" charset="0"/>
                <a:cs typeface="Calibri" pitchFamily="34" charset="0"/>
              </a:rPr>
              <a:t>.</a:t>
            </a:r>
          </a:p>
        </p:txBody>
      </p:sp>
      <p:sp>
        <p:nvSpPr>
          <p:cNvPr id="115714" name="Rectangle 2"/>
          <p:cNvSpPr>
            <a:spLocks noGrp="1" noChangeArrowheads="1"/>
          </p:cNvSpPr>
          <p:nvPr>
            <p:ph type="ctrTitle"/>
          </p:nvPr>
        </p:nvSpPr>
        <p:spPr>
          <a:xfrm>
            <a:off x="0" y="321468"/>
            <a:ext cx="6096000" cy="3200400"/>
          </a:xfrm>
        </p:spPr>
        <p:txBody>
          <a:bodyPr anchor="ctr">
            <a:noAutofit/>
          </a:bodyPr>
          <a:lstStyle/>
          <a:p>
            <a:pPr eaLnBrk="1" hangingPunct="1">
              <a:lnSpc>
                <a:spcPts val="3720"/>
              </a:lnSpc>
            </a:pPr>
            <a:r>
              <a:rPr lang="en-US" altLang="en-US" sz="3600" b="1" dirty="0" err="1">
                <a:latin typeface="MalayalamAbe" pitchFamily="18" charset="0"/>
              </a:rPr>
              <a:t>sspi-ckfR</a:t>
            </a:r>
            <a:r>
              <a:rPr lang="en-US" altLang="en-US" sz="3600" b="1" dirty="0">
                <a:latin typeface="MalayalamAbe" pitchFamily="18" charset="0"/>
              </a:rPr>
              <a:t> </a:t>
            </a:r>
            <a:r>
              <a:rPr lang="en-US" altLang="en-US" sz="3600" b="1" dirty="0" err="1">
                <a:latin typeface="MalayalamAbe" pitchFamily="18" charset="0"/>
              </a:rPr>
              <a:t>Lisg</a:t>
            </a:r>
            <a:r>
              <a:rPr lang="en-US" altLang="en-US" sz="3600" b="1" dirty="0">
                <a:latin typeface="MalayalamAbe" pitchFamily="18" charset="0"/>
              </a:rPr>
              <a:t> </a:t>
            </a:r>
            <a:r>
              <a:rPr lang="en-US" altLang="en-US" sz="3600" b="1" dirty="0" err="1">
                <a:latin typeface="MalayalamAbe" pitchFamily="18" charset="0"/>
              </a:rPr>
              <a:t>SalS</a:t>
            </a:r>
            <a:r>
              <a:rPr lang="en-US" altLang="en-US" sz="3600" b="1" dirty="0" err="1">
                <a:latin typeface="Kerala" pitchFamily="2" charset="0"/>
              </a:rPr>
              <a:t>f</a:t>
            </a:r>
            <a:r>
              <a:rPr lang="en-US" altLang="en-US" sz="3600" b="1" dirty="0" err="1">
                <a:latin typeface="MalayalamAbe" pitchFamily="18" charset="0"/>
              </a:rPr>
              <a:t>-Lrkdohal</a:t>
            </a:r>
            <a:r>
              <a:rPr lang="en-US" altLang="en-US" sz="3600" b="1" dirty="0">
                <a:latin typeface="MalayalamAbe" pitchFamily="18" charset="0"/>
              </a:rPr>
              <a:t>)k;</a:t>
            </a:r>
            <a:br>
              <a:rPr lang="en-US" altLang="en-US" sz="3600" b="1" dirty="0">
                <a:latin typeface="MalayalamAbe" pitchFamily="18" charset="0"/>
              </a:rPr>
            </a:br>
            <a:r>
              <a:rPr lang="en-US" altLang="en-US" sz="3600" b="1" dirty="0" err="1">
                <a:latin typeface="MalayalamAbe" pitchFamily="18" charset="0"/>
              </a:rPr>
              <a:t>rlFl</a:t>
            </a:r>
            <a:r>
              <a:rPr lang="en-US" altLang="en-US" sz="3600" b="1" dirty="0">
                <a:latin typeface="MalayalamAbe" pitchFamily="18" charset="0"/>
              </a:rPr>
              <a:t> -</a:t>
            </a:r>
            <a:r>
              <a:rPr lang="en-US" altLang="en-US" sz="3600" b="1" dirty="0" err="1">
                <a:latin typeface="MalayalamAbe" pitchFamily="18" charset="0"/>
              </a:rPr>
              <a:t>LrkYz|jsv</a:t>
            </a:r>
            <a:r>
              <a:rPr lang="en-US" altLang="en-US" sz="3600" b="1" dirty="0">
                <a:latin typeface="MalayalamAbe" pitchFamily="18" charset="0"/>
              </a:rPr>
              <a:t>&amp;*</a:t>
            </a:r>
            <a:r>
              <a:rPr lang="en-US" altLang="en-US" sz="3600" b="1" dirty="0" err="1">
                <a:latin typeface="MalayalamAbe" pitchFamily="18" charset="0"/>
              </a:rPr>
              <a:t>sx</a:t>
            </a:r>
            <a:r>
              <a:rPr lang="en-US" altLang="en-US" sz="3600" b="1" dirty="0">
                <a:latin typeface="MalayalamAbe" pitchFamily="18" charset="0"/>
              </a:rPr>
              <a:t> </a:t>
            </a:r>
            <a:r>
              <a:rPr lang="en-US" altLang="en-US" sz="3600" b="1" dirty="0" err="1">
                <a:latin typeface="MalayalamAbe" pitchFamily="18" charset="0"/>
              </a:rPr>
              <a:t>fknSu</a:t>
            </a:r>
            <a:r>
              <a:rPr lang="en-US" altLang="en-US" sz="3600" b="1" dirty="0">
                <a:latin typeface="MalayalamAbe" pitchFamily="18" charset="0"/>
              </a:rPr>
              <a:t>[)</a:t>
            </a:r>
            <a:r>
              <a:rPr lang="en-US" altLang="en-US" sz="3600" b="1" dirty="0" err="1">
                <a:latin typeface="MalayalamAbe" pitchFamily="18" charset="0"/>
              </a:rPr>
              <a:t>nSa</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br>
              <a:rPr lang="en-US" altLang="en-US" sz="3600" b="1" dirty="0">
                <a:latin typeface="MalayalamAbe" pitchFamily="18" charset="0"/>
              </a:rPr>
            </a:b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6" name="TextBox 5">
            <a:extLst>
              <a:ext uri="{FF2B5EF4-FFF2-40B4-BE49-F238E27FC236}">
                <a16:creationId xmlns:a16="http://schemas.microsoft.com/office/drawing/2014/main" id="{EDED77DC-8877-3452-A26E-009B7E1F433F}"/>
              </a:ext>
            </a:extLst>
          </p:cNvPr>
          <p:cNvSpPr txBox="1"/>
          <p:nvPr/>
        </p:nvSpPr>
        <p:spPr>
          <a:xfrm>
            <a:off x="998051" y="4588528"/>
            <a:ext cx="10430360" cy="1938992"/>
          </a:xfrm>
          <a:prstGeom prst="rect">
            <a:avLst/>
          </a:prstGeom>
          <a:noFill/>
        </p:spPr>
        <p:txBody>
          <a:bodyPr wrap="square">
            <a:spAutoFit/>
          </a:bodyPr>
          <a:lstStyle/>
          <a:p>
            <a:pPr algn="ctr" rtl="0">
              <a:spcBef>
                <a:spcPts val="1200"/>
              </a:spcBef>
              <a:spcAft>
                <a:spcPts val="0"/>
              </a:spcAft>
            </a:pPr>
            <a:r>
              <a:rPr lang="en-US" sz="3000" b="1" i="1" u="none" strike="noStrike" dirty="0">
                <a:effectLst/>
                <a:latin typeface="+mn-lt"/>
              </a:rPr>
              <a:t>Lord, You've prepared this communion. You are our hope and salvation.</a:t>
            </a:r>
            <a:r>
              <a:rPr lang="en-US" sz="3000" b="1" i="1" dirty="0">
                <a:latin typeface="+mn-lt"/>
              </a:rPr>
              <a:t> </a:t>
            </a:r>
            <a:r>
              <a:rPr lang="en-US" sz="3000" b="1" i="1" u="none" strike="noStrike" dirty="0">
                <a:effectLst/>
                <a:latin typeface="+mn-lt"/>
              </a:rPr>
              <a:t>We bow our heads in Your presence,</a:t>
            </a:r>
            <a:r>
              <a:rPr lang="en-US" sz="3000" b="1" i="1" dirty="0">
                <a:latin typeface="+mn-lt"/>
              </a:rPr>
              <a:t> a</a:t>
            </a:r>
            <a:r>
              <a:rPr lang="en-US" sz="3000" b="1" i="1" u="none" strike="noStrike" dirty="0">
                <a:effectLst/>
                <a:latin typeface="+mn-lt"/>
              </a:rPr>
              <a:t>s we share in Your body and blood.</a:t>
            </a:r>
            <a:r>
              <a:rPr lang="en-US" sz="3000" b="1" i="1" dirty="0">
                <a:latin typeface="+mn-lt"/>
              </a:rPr>
              <a:t> </a:t>
            </a:r>
            <a:r>
              <a:rPr lang="en-US" sz="3000" b="1" i="1" u="none" strike="noStrike" dirty="0">
                <a:effectLst/>
                <a:latin typeface="+mn-lt"/>
              </a:rPr>
              <a:t>May we find renewal of life in You. Lord, have mercy.</a:t>
            </a:r>
            <a:r>
              <a:rPr lang="en-US" sz="3000" b="1" i="1" dirty="0">
                <a:latin typeface="+mn-lt"/>
              </a:rPr>
              <a:t> </a:t>
            </a:r>
            <a:r>
              <a:rPr lang="en-US" sz="3000" b="1" i="1" u="none" strike="noStrike" dirty="0">
                <a:effectLst/>
                <a:latin typeface="+mn-lt"/>
              </a:rPr>
              <a:t>Lord, have mercy.</a:t>
            </a:r>
            <a:r>
              <a:rPr lang="en-US" sz="3000" b="1" i="1" dirty="0">
                <a:latin typeface="+mn-lt"/>
              </a:rPr>
              <a:t> </a:t>
            </a:r>
            <a:r>
              <a:rPr lang="en-US" sz="3000" b="1" i="1" u="none" strike="noStrike" dirty="0">
                <a:effectLst/>
                <a:latin typeface="+mn-lt"/>
              </a:rPr>
              <a:t>Lord, have mercy.</a:t>
            </a:r>
          </a:p>
        </p:txBody>
      </p:sp>
      <p:sp>
        <p:nvSpPr>
          <p:cNvPr id="2" name="TextBox 1">
            <a:extLst>
              <a:ext uri="{FF2B5EF4-FFF2-40B4-BE49-F238E27FC236}">
                <a16:creationId xmlns:a16="http://schemas.microsoft.com/office/drawing/2014/main" id="{FD0ED3C8-904E-C85F-B92D-EB0B9AAC9BB1}"/>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61558FF2-C300-B312-34A8-1EB138AC2AA5}"/>
              </a:ext>
            </a:extLst>
          </p:cNvPr>
          <p:cNvCxnSpPr>
            <a:cxnSpLocks/>
            <a:endCxn id="2"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0083656"/>
      </p:ext>
    </p:extLst>
  </p:cSld>
  <p:clrMapOvr>
    <a:masterClrMapping/>
  </p:clrMapOvr>
  <p:transition spd="slow"/>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ctrTitle"/>
          </p:nvPr>
        </p:nvSpPr>
        <p:spPr>
          <a:xfrm>
            <a:off x="403564" y="539796"/>
            <a:ext cx="5501295" cy="3429000"/>
          </a:xfrm>
        </p:spPr>
        <p:txBody>
          <a:bodyPr anchor="ctr">
            <a:noAutofit/>
          </a:bodyPr>
          <a:lstStyle/>
          <a:p>
            <a:pPr algn="l" eaLnBrk="1" hangingPunct="1">
              <a:lnSpc>
                <a:spcPts val="2840"/>
              </a:lnSpc>
            </a:pPr>
            <a:r>
              <a:rPr lang="en-US" altLang="en-US" sz="3400" b="1" dirty="0">
                <a:solidFill>
                  <a:schemeClr val="accent6">
                    <a:lumMod val="50000"/>
                  </a:schemeClr>
                </a:solidFill>
                <a:latin typeface="MalayalamAbe" pitchFamily="18" charset="0"/>
              </a:rPr>
              <a:t>e. </a:t>
            </a:r>
            <a:r>
              <a:rPr lang="en-US" altLang="en-US" sz="3400" b="1" dirty="0" err="1">
                <a:latin typeface="MalayalamAbe" pitchFamily="18" charset="0"/>
              </a:rPr>
              <a:t>tsRy</a:t>
            </a:r>
            <a:r>
              <a:rPr lang="en-US" altLang="en-US" sz="3400" b="1" dirty="0">
                <a:latin typeface="MalayalamAbe" pitchFamily="18" charset="0"/>
              </a:rPr>
              <a:t> </a:t>
            </a:r>
            <a:r>
              <a:rPr lang="en-US" altLang="en-US" sz="3400" b="1" dirty="0" err="1">
                <a:latin typeface="MalayalamAbe" pitchFamily="18" charset="0"/>
              </a:rPr>
              <a:t>cS|lpggk</a:t>
            </a:r>
            <a:r>
              <a:rPr lang="en-US" altLang="en-US" sz="3400" b="1" dirty="0">
                <a:latin typeface="MalayalamAbe" pitchFamily="18" charset="0"/>
              </a:rPr>
              <a:t>; </a:t>
            </a:r>
            <a:r>
              <a:rPr lang="en-US" altLang="en-US" sz="3400" b="1" dirty="0" err="1">
                <a:latin typeface="MalayalamAbe" pitchFamily="18" charset="0"/>
              </a:rPr>
              <a:t>il</a:t>
            </a:r>
            <a:r>
              <a:rPr lang="en-US" altLang="en-US" sz="3400" b="1" dirty="0" err="1">
                <a:latin typeface="Kerala" pitchFamily="2" charset="0"/>
              </a:rPr>
              <a:t>r</a:t>
            </a:r>
            <a:r>
              <a:rPr lang="en-US" altLang="en-US" sz="3400" b="1" dirty="0" err="1">
                <a:latin typeface="MalayalamAbe" pitchFamily="18" charset="0"/>
              </a:rPr>
              <a:t>hUak</a:t>
            </a:r>
            <a:r>
              <a:rPr lang="en-US" altLang="en-US" sz="3400" b="1" dirty="0">
                <a:latin typeface="MalayalamAbe" pitchFamily="18" charset="0"/>
              </a:rPr>
              <a:t>=</a:t>
            </a:r>
            <a:r>
              <a:rPr lang="en-US" altLang="en-US" sz="3400" b="1" dirty="0" err="1">
                <a:latin typeface="MalayalamAbe" pitchFamily="18" charset="0"/>
              </a:rPr>
              <a:t>igkSa</a:t>
            </a:r>
            <a:r>
              <a:rPr lang="en-US" altLang="en-US" sz="3400" b="1" dirty="0">
                <a:latin typeface="MalayalamAbe" pitchFamily="18" charset="0"/>
              </a:rPr>
              <a:t> </a:t>
            </a:r>
            <a:r>
              <a:rPr lang="en-US" altLang="en-US" sz="3400" b="1" dirty="0" err="1">
                <a:latin typeface="MalayalamAbe" pitchFamily="18" charset="0"/>
              </a:rPr>
              <a:t>trj</a:t>
            </a:r>
            <a:r>
              <a:rPr lang="en-US" altLang="en-US" sz="3400" b="1" dirty="0">
                <a:latin typeface="MalayalamAbe" pitchFamily="18" charset="0"/>
              </a:rPr>
              <a:t>)k </a:t>
            </a:r>
            <a:r>
              <a:rPr lang="en-US" altLang="en-US" sz="3400" b="1" dirty="0" err="1">
                <a:latin typeface="MalayalamAbe" pitchFamily="18" charset="0"/>
              </a:rPr>
              <a:t>Si!j</a:t>
            </a:r>
            <a:r>
              <a:rPr lang="en-US" altLang="en-US" sz="3400" b="1" dirty="0">
                <a:latin typeface="MalayalamAbe" pitchFamily="18" charset="0"/>
              </a:rPr>
              <a:t> </a:t>
            </a:r>
            <a:r>
              <a:rPr lang="en-US" altLang="en-US" sz="3400" b="1" dirty="0" err="1">
                <a:latin typeface="MalayalamAbe" pitchFamily="18" charset="0"/>
              </a:rPr>
              <a:t>YelG</a:t>
            </a:r>
            <a:r>
              <a:rPr lang="en-US" altLang="en-US" sz="3400" b="1" dirty="0" err="1">
                <a:latin typeface="Kerala" pitchFamily="2" charset="0"/>
              </a:rPr>
              <a:t>j</a:t>
            </a:r>
            <a:r>
              <a:rPr lang="en-US" altLang="en-US" sz="3400" b="1" dirty="0" err="1">
                <a:latin typeface="MalayalamAbe" pitchFamily="18" charset="0"/>
              </a:rPr>
              <a:t>j</a:t>
            </a:r>
            <a:r>
              <a:rPr lang="en-US" altLang="en-US" sz="3400" b="1" dirty="0">
                <a:latin typeface="MalayalamAbe" pitchFamily="18" charset="0"/>
              </a:rPr>
              <a:t>/</a:t>
            </a:r>
            <a:r>
              <a:rPr lang="en-US" altLang="en-US" sz="3400" b="1" dirty="0" err="1">
                <a:latin typeface="MalayalamAbe" pitchFamily="18" charset="0"/>
              </a:rPr>
              <a:t>jR</a:t>
            </a:r>
            <a:r>
              <a:rPr lang="en-US" altLang="en-US" sz="3400" b="1" dirty="0">
                <a:latin typeface="MalayalamAbe" pitchFamily="18" charset="0"/>
              </a:rPr>
              <a:t> </a:t>
            </a:r>
            <a:r>
              <a:rPr lang="en-US" altLang="en-US" sz="3400" b="1" dirty="0" err="1">
                <a:latin typeface="MalayalamAbe" pitchFamily="18" charset="0"/>
              </a:rPr>
              <a:t>ejflik</a:t>
            </a:r>
            <a:r>
              <a:rPr lang="en-US" altLang="en-US" sz="3400" b="1" dirty="0">
                <a:latin typeface="MalayalamAbe" pitchFamily="18" charset="0"/>
              </a:rPr>
              <a:t> a)</a:t>
            </a:r>
            <a:r>
              <a:rPr lang="en-US" altLang="en-US" sz="3400" b="1" dirty="0" err="1">
                <a:latin typeface="MalayalamAbe" pitchFamily="18" charset="0"/>
              </a:rPr>
              <a:t>Sxlmk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svu&amp;k#Yedlg</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lik</a:t>
            </a:r>
            <a:r>
              <a:rPr lang="en-US" altLang="en-US" sz="3400" b="1" dirty="0">
                <a:latin typeface="MalayalamAbe" pitchFamily="18" charset="0"/>
              </a:rPr>
              <a:t> fs# &gt;us/</a:t>
            </a:r>
            <a:r>
              <a:rPr lang="en-US" altLang="en-US" sz="3400" b="1" dirty="0" err="1">
                <a:latin typeface="MalayalamAbe" pitchFamily="18" charset="0"/>
              </a:rPr>
              <a:t>mk#iSglmk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svu&amp;k#k</a:t>
            </a:r>
            <a:r>
              <a:rPr lang="en-US" altLang="en-US" sz="3400" b="1" dirty="0">
                <a:latin typeface="MalayalamAbe" pitchFamily="18" charset="0"/>
              </a:rPr>
              <a:t>.</a:t>
            </a:r>
            <a:br>
              <a:rPr lang="en-US" altLang="en-US" sz="3400" b="1" dirty="0">
                <a:latin typeface="MalayalamAbe" pitchFamily="18" charset="0"/>
              </a:rPr>
            </a:br>
            <a:r>
              <a:rPr lang="en-US" altLang="en-US" sz="3400" b="1" dirty="0">
                <a:solidFill>
                  <a:schemeClr val="accent6">
                    <a:lumMod val="50000"/>
                  </a:schemeClr>
                </a:solidFill>
                <a:latin typeface="MalayalamAbe" pitchFamily="18" charset="0"/>
              </a:rPr>
              <a:t>w. </a:t>
            </a:r>
            <a:r>
              <a:rPr lang="en-US" altLang="en-US" sz="3400" b="1" dirty="0">
                <a:latin typeface="MalayalamAbe" pitchFamily="18" charset="0"/>
              </a:rPr>
              <a:t>ark&lt;</a:t>
            </a:r>
            <a:r>
              <a:rPr lang="en-US" altLang="en-US" sz="3400" b="1" dirty="0" err="1">
                <a:latin typeface="MalayalamAbe" pitchFamily="18" charset="0"/>
              </a:rPr>
              <a:t>UsRy</a:t>
            </a:r>
            <a:r>
              <a:rPr lang="en-US" altLang="en-US" sz="3400" b="1" dirty="0">
                <a:latin typeface="MalayalamAbe" pitchFamily="18" charset="0"/>
              </a:rPr>
              <a:t> </a:t>
            </a:r>
            <a:r>
              <a:rPr lang="en-US" altLang="en-US" sz="3400" b="1" dirty="0" err="1">
                <a:latin typeface="MalayalamAbe" pitchFamily="18" charset="0"/>
              </a:rPr>
              <a:t>pjic</a:t>
            </a:r>
            <a:r>
              <a:rPr lang="en-US" altLang="en-US" sz="3400" b="1" dirty="0">
                <a:latin typeface="MalayalamAbe" pitchFamily="18" charset="0"/>
              </a:rPr>
              <a:t>*X </a:t>
            </a:r>
            <a:r>
              <a:rPr lang="en-US" altLang="en-US" sz="3400" b="1" dirty="0" err="1">
                <a:latin typeface="MalayalamAbe" pitchFamily="18" charset="0"/>
              </a:rPr>
              <a:t>ekh^k</a:t>
            </a:r>
            <a:r>
              <a:rPr lang="en-US" altLang="en-US" sz="3400" b="1" dirty="0">
                <a:latin typeface="MalayalamAbe" pitchFamily="18" charset="0"/>
              </a:rPr>
              <a:t> </a:t>
            </a:r>
            <a:r>
              <a:rPr lang="en-US" altLang="en-US" sz="3400" b="1" dirty="0" err="1">
                <a:latin typeface="MalayalamAbe" pitchFamily="18" charset="0"/>
              </a:rPr>
              <a:t>Selshuldk#k</a:t>
            </a:r>
            <a:r>
              <a:rPr lang="en-US" altLang="en-US" sz="3400" b="1" dirty="0">
                <a:latin typeface="MalayalamAbe" pitchFamily="18" charset="0"/>
              </a:rPr>
              <a:t> </a:t>
            </a:r>
            <a:r>
              <a:rPr lang="en-US" altLang="en-US" sz="3400" b="1" dirty="0" err="1">
                <a:latin typeface="MalayalamAbe" pitchFamily="18" charset="0"/>
              </a:rPr>
              <a:t>iuhjsh</a:t>
            </a:r>
            <a:r>
              <a:rPr lang="en-US" altLang="en-US" sz="3400" b="1" dirty="0">
                <a:latin typeface="MalayalamAbe" pitchFamily="18" charset="0"/>
              </a:rPr>
              <a:t> ek&lt;[e; </a:t>
            </a:r>
            <a:r>
              <a:rPr lang="en-US" altLang="en-US" sz="3400" b="1" dirty="0" err="1">
                <a:latin typeface="MalayalamAbe" pitchFamily="18" charset="0"/>
              </a:rPr>
              <a:t>Selsh</a:t>
            </a:r>
            <a:r>
              <a:rPr lang="en-US" altLang="en-US" sz="3400" b="1" dirty="0">
                <a:latin typeface="MalayalamAbe" pitchFamily="18" charset="0"/>
              </a:rPr>
              <a:t> </a:t>
            </a:r>
            <a:r>
              <a:rPr lang="en-US" altLang="en-US" sz="3400" b="1" dirty="0" err="1">
                <a:latin typeface="MalayalamAbe" pitchFamily="18" charset="0"/>
              </a:rPr>
              <a:t>LiR</a:t>
            </a:r>
            <a:r>
              <a:rPr lang="en-US" altLang="en-US" sz="3400" b="1" dirty="0">
                <a:latin typeface="MalayalamAbe" pitchFamily="18" charset="0"/>
              </a:rPr>
              <a:t> </a:t>
            </a:r>
            <a:r>
              <a:rPr lang="en-US" altLang="en-US" sz="3400" b="1" dirty="0" err="1">
                <a:latin typeface="MalayalamAbe" pitchFamily="18" charset="0"/>
              </a:rPr>
              <a:t>akxu</a:t>
            </a:r>
            <a:r>
              <a:rPr lang="en-US" altLang="en-US" sz="3400" b="1" dirty="0">
                <a:latin typeface="MalayalamAbe" pitchFamily="18" charset="0"/>
              </a:rPr>
              <a:t>[)</a:t>
            </a:r>
            <a:r>
              <a:rPr lang="en-US" altLang="en-US" sz="3400" b="1" dirty="0" err="1">
                <a:latin typeface="MalayalamAbe" pitchFamily="18" charset="0"/>
              </a:rPr>
              <a:t>k#k</a:t>
            </a:r>
            <a:r>
              <a:rPr lang="en-US" altLang="en-US" sz="3400" b="1" dirty="0">
                <a:latin typeface="MalayalamAbe" pitchFamily="18" charset="0"/>
              </a:rPr>
              <a:t>. ~</a:t>
            </a:r>
            <a:r>
              <a:rPr lang="en-US" altLang="en-US" sz="3400" b="1" dirty="0" err="1">
                <a:latin typeface="MalayalamAbe" pitchFamily="18" charset="0"/>
              </a:rPr>
              <a:t>lsyd</a:t>
            </a:r>
            <a:r>
              <a:rPr lang="en-US" altLang="en-US" sz="3400" b="1" dirty="0">
                <a:latin typeface="MalayalamAbe" pitchFamily="18" charset="0"/>
              </a:rPr>
              <a:t>[</a:t>
            </a:r>
            <a:r>
              <a:rPr lang="en-US" altLang="en-US" sz="3400" b="1" dirty="0" err="1">
                <a:latin typeface="MalayalamAbe" pitchFamily="18" charset="0"/>
              </a:rPr>
              <a:t>alG.</a:t>
            </a:r>
            <a:endParaRPr lang="en-US" altLang="en-US" sz="3400" b="1" dirty="0">
              <a:latin typeface="MalayalamAbe" pitchFamily="18" charset="0"/>
            </a:endParaRPr>
          </a:p>
        </p:txBody>
      </p:sp>
      <p:sp>
        <p:nvSpPr>
          <p:cNvPr id="4" name="Text Box 2">
            <a:extLst>
              <a:ext uri="{FF2B5EF4-FFF2-40B4-BE49-F238E27FC236}">
                <a16:creationId xmlns:a16="http://schemas.microsoft.com/office/drawing/2014/main" id="{1153B9AC-9E2E-4B48-94C8-BA7B165A8996}"/>
              </a:ext>
            </a:extLst>
          </p:cNvPr>
          <p:cNvSpPr txBox="1">
            <a:spLocks noChangeArrowheads="1"/>
          </p:cNvSpPr>
          <p:nvPr/>
        </p:nvSpPr>
        <p:spPr bwMode="auto">
          <a:xfrm>
            <a:off x="6287142" y="255235"/>
            <a:ext cx="5791200" cy="3713561"/>
          </a:xfrm>
          <a:prstGeom prst="rect">
            <a:avLst/>
          </a:prstGeom>
          <a:noFill/>
          <a:ln w="9525">
            <a:noFill/>
            <a:miter lim="800000"/>
            <a:headEnd/>
            <a:tailEnd/>
          </a:ln>
          <a:effectLst/>
        </p:spPr>
        <p:txBody>
          <a:bodyPr wrap="square" lIns="111402" tIns="55743" rIns="111402" bIns="55743">
            <a:spAutoFit/>
          </a:bodyPr>
          <a:lstStyle/>
          <a:p>
            <a:pPr>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P: </a:t>
            </a:r>
            <a:r>
              <a:rPr lang="en-US" sz="2600" b="1" kern="0" dirty="0" err="1">
                <a:latin typeface="Calibri" pitchFamily="34" charset="0"/>
                <a:ea typeface="Ebrima" pitchFamily="2" charset="0"/>
                <a:cs typeface="Calibri" pitchFamily="34" charset="0"/>
              </a:rPr>
              <a:t>Ente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sahodararum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vaalsallyam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ullhavarume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enikku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vendi</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praarthippin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Pithaavu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makkalodu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karunha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cheyunna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prakaaram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Karthaavu</a:t>
            </a:r>
            <a:r>
              <a:rPr lang="en-US" sz="2600" b="1" kern="0" dirty="0">
                <a:latin typeface="Calibri" pitchFamily="34" charset="0"/>
                <a:ea typeface="Ebrima" pitchFamily="2" charset="0"/>
                <a:cs typeface="Calibri" pitchFamily="34" charset="0"/>
              </a:rPr>
              <a:t> thane </a:t>
            </a:r>
            <a:r>
              <a:rPr lang="en-US" sz="2600" b="1" kern="0" dirty="0" err="1">
                <a:latin typeface="Calibri" pitchFamily="34" charset="0"/>
                <a:ea typeface="Ebrima" pitchFamily="2" charset="0"/>
                <a:cs typeface="Calibri" pitchFamily="34" charset="0"/>
              </a:rPr>
              <a:t>bhayappedunnavarodu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karunha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cheyyunnu</a:t>
            </a:r>
            <a:r>
              <a:rPr lang="en-US" sz="2600" b="1" kern="0" dirty="0">
                <a:latin typeface="Calibri" pitchFamily="34" charset="0"/>
                <a:ea typeface="Ebrima" pitchFamily="2" charset="0"/>
                <a:cs typeface="Calibri" pitchFamily="34" charset="0"/>
              </a:rPr>
              <a:t>.</a:t>
            </a:r>
          </a:p>
          <a:p>
            <a:pPr>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C: </a:t>
            </a:r>
            <a:r>
              <a:rPr lang="en-US" sz="2600" b="1" kern="0" dirty="0" err="1">
                <a:latin typeface="Calibri" pitchFamily="34" charset="0"/>
                <a:ea typeface="Ebrima" pitchFamily="2" charset="0"/>
                <a:cs typeface="Calibri" pitchFamily="34" charset="0"/>
              </a:rPr>
              <a:t>Manushyante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divasangal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pullu</a:t>
            </a:r>
            <a:r>
              <a:rPr lang="en-US" sz="2600" b="1" kern="0" dirty="0">
                <a:latin typeface="Calibri" pitchFamily="34" charset="0"/>
                <a:ea typeface="Ebrima" pitchFamily="2" charset="0"/>
                <a:cs typeface="Calibri" pitchFamily="34" charset="0"/>
              </a:rPr>
              <a:t> pole </a:t>
            </a:r>
            <a:r>
              <a:rPr lang="en-US" sz="2600" b="1" kern="0" dirty="0" err="1">
                <a:latin typeface="Calibri" pitchFamily="34" charset="0"/>
                <a:ea typeface="Ebrima" pitchFamily="2" charset="0"/>
                <a:cs typeface="Calibri" pitchFamily="34" charset="0"/>
              </a:rPr>
              <a:t>aakunnu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vayalile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pushpam</a:t>
            </a:r>
            <a:r>
              <a:rPr lang="en-US" sz="2600" b="1" kern="0" dirty="0">
                <a:latin typeface="Calibri" pitchFamily="34" charset="0"/>
                <a:ea typeface="Ebrima" pitchFamily="2" charset="0"/>
                <a:cs typeface="Calibri" pitchFamily="34" charset="0"/>
              </a:rPr>
              <a:t> pole </a:t>
            </a:r>
            <a:r>
              <a:rPr lang="en-US" sz="2600" b="1" kern="0" dirty="0" err="1">
                <a:latin typeface="Calibri" pitchFamily="34" charset="0"/>
                <a:ea typeface="Ebrima" pitchFamily="2" charset="0"/>
                <a:cs typeface="Calibri" pitchFamily="34" charset="0"/>
              </a:rPr>
              <a:t>avan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mulhaykkunnu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Baarekmaar</a:t>
            </a:r>
            <a:r>
              <a:rPr lang="en-US" sz="2600" b="1" kern="0" dirty="0">
                <a:latin typeface="Calibri" pitchFamily="34" charset="0"/>
                <a:ea typeface="Ebrima" pitchFamily="2" charset="0"/>
                <a:cs typeface="Calibri" pitchFamily="34" charset="0"/>
              </a:rPr>
              <a:t>.</a:t>
            </a:r>
          </a:p>
        </p:txBody>
      </p:sp>
      <p:sp>
        <p:nvSpPr>
          <p:cNvPr id="5" name="TextBox 4">
            <a:extLst>
              <a:ext uri="{FF2B5EF4-FFF2-40B4-BE49-F238E27FC236}">
                <a16:creationId xmlns:a16="http://schemas.microsoft.com/office/drawing/2014/main" id="{0A5FE957-173E-AB7F-5C38-CA801C0BB6B3}"/>
              </a:ext>
            </a:extLst>
          </p:cNvPr>
          <p:cNvSpPr txBox="1"/>
          <p:nvPr/>
        </p:nvSpPr>
        <p:spPr>
          <a:xfrm>
            <a:off x="587044" y="5102744"/>
            <a:ext cx="11400195" cy="1578894"/>
          </a:xfrm>
          <a:prstGeom prst="rect">
            <a:avLst/>
          </a:prstGeom>
          <a:noFill/>
        </p:spPr>
        <p:txBody>
          <a:bodyPr wrap="square">
            <a:spAutoFit/>
          </a:bodyPr>
          <a:lstStyle/>
          <a:p>
            <a:pPr marL="403225" indent="-403225">
              <a:lnSpc>
                <a:spcPct val="80000"/>
              </a:lnSpc>
              <a:spcBef>
                <a:spcPts val="0"/>
              </a:spcBef>
              <a:spcAft>
                <a:spcPts val="0"/>
              </a:spcAft>
              <a:buClr>
                <a:srgbClr val="000000"/>
              </a:buClr>
              <a:buSzPts val="3200"/>
            </a:pPr>
            <a:r>
              <a:rPr lang="en-US" sz="3000" b="1" i="1" dirty="0">
                <a:solidFill>
                  <a:schemeClr val="accent6">
                    <a:lumMod val="50000"/>
                  </a:schemeClr>
                </a:solidFill>
                <a:latin typeface="+mn-lt"/>
                <a:ea typeface="Calibri"/>
                <a:cs typeface="Times New Roman" panose="02020603050405020304" pitchFamily="18" charset="0"/>
                <a:sym typeface="Calibri"/>
              </a:rPr>
              <a:t>P</a:t>
            </a: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 </a:t>
            </a:r>
            <a:r>
              <a:rPr lang="en-US" sz="3000" b="1" i="1" u="none" strike="noStrike" dirty="0">
                <a:effectLst/>
                <a:latin typeface="+mn-lt"/>
                <a:cs typeface="Times New Roman" panose="02020603050405020304" pitchFamily="18" charset="0"/>
              </a:rPr>
              <a:t>Dearly beloved, pray for me as a father has compassion on his children, so the Lord has pity on those who fear Him.</a:t>
            </a:r>
            <a:endParaRPr lang="en-US" sz="3000" b="1" i="1" u="none" strike="noStrike" cap="none" dirty="0">
              <a:solidFill>
                <a:schemeClr val="accent6">
                  <a:lumMod val="50000"/>
                </a:schemeClr>
              </a:solidFill>
              <a:latin typeface="+mn-lt"/>
              <a:ea typeface="Calibri"/>
              <a:cs typeface="Times New Roman" panose="02020603050405020304" pitchFamily="18" charset="0"/>
              <a:sym typeface="Calibri"/>
            </a:endParaRPr>
          </a:p>
          <a:p>
            <a:pPr marL="403225" marR="0" lvl="0" indent="-403225" rtl="0">
              <a:lnSpc>
                <a:spcPct val="8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As for us, our days are like grass. We bloom like the</a:t>
            </a:r>
            <a:r>
              <a:rPr lang="en-US" sz="3000" b="1" i="1" dirty="0">
                <a:latin typeface="+mn-lt"/>
                <a:ea typeface="Calibri"/>
                <a:cs typeface="Times New Roman" panose="02020603050405020304" pitchFamily="18" charset="0"/>
                <a:sym typeface="Calibri"/>
              </a:rPr>
              <a:t> </a:t>
            </a:r>
            <a:r>
              <a:rPr lang="en-US" sz="3000" b="1" i="1" u="none" strike="noStrike" cap="none" dirty="0">
                <a:latin typeface="+mn-lt"/>
                <a:ea typeface="Calibri"/>
                <a:cs typeface="Times New Roman" panose="02020603050405020304" pitchFamily="18" charset="0"/>
                <a:sym typeface="Calibri"/>
              </a:rPr>
              <a:t>flowers of the field. Bless us, O Lord. </a:t>
            </a:r>
          </a:p>
        </p:txBody>
      </p:sp>
      <p:sp>
        <p:nvSpPr>
          <p:cNvPr id="3" name="TextBox 2">
            <a:extLst>
              <a:ext uri="{FF2B5EF4-FFF2-40B4-BE49-F238E27FC236}">
                <a16:creationId xmlns:a16="http://schemas.microsoft.com/office/drawing/2014/main" id="{77431A0A-37C7-3D16-A374-4801D0F2C63F}"/>
              </a:ext>
            </a:extLst>
          </p:cNvPr>
          <p:cNvSpPr txBox="1"/>
          <p:nvPr/>
        </p:nvSpPr>
        <p:spPr>
          <a:xfrm>
            <a:off x="0" y="433262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B8C0E417-A274-0C4F-C971-F8924D6F1B96}"/>
              </a:ext>
            </a:extLst>
          </p:cNvPr>
          <p:cNvCxnSpPr>
            <a:cxnSpLocks/>
            <a:endCxn id="3" idx="0"/>
          </p:cNvCxnSpPr>
          <p:nvPr/>
        </p:nvCxnSpPr>
        <p:spPr>
          <a:xfrm>
            <a:off x="6096000" y="0"/>
            <a:ext cx="0" cy="433262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ctrTitle"/>
          </p:nvPr>
        </p:nvSpPr>
        <p:spPr>
          <a:xfrm>
            <a:off x="598870" y="501377"/>
            <a:ext cx="5497130" cy="2927623"/>
          </a:xfrm>
        </p:spPr>
        <p:txBody>
          <a:bodyPr anchor="ctr">
            <a:noAutofit/>
          </a:bodyPr>
          <a:lstStyle/>
          <a:p>
            <a:pPr algn="l" eaLnBrk="1" hangingPunct="1"/>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rPr>
              <a:t>. </a:t>
            </a:r>
            <a:r>
              <a:rPr lang="en-US" altLang="en-US" sz="3600" b="1" dirty="0" err="1">
                <a:latin typeface="MalayalamAbe" pitchFamily="18" charset="0"/>
              </a:rPr>
              <a:t>ejflijrk</a:t>
            </a:r>
            <a:r>
              <a:rPr lang="en-US" altLang="en-US" sz="3600" b="1" dirty="0">
                <a:latin typeface="MalayalamAbe" pitchFamily="18" charset="0"/>
              </a:rPr>
              <a:t>; </a:t>
            </a:r>
            <a:r>
              <a:rPr lang="en-US" altLang="en-US" sz="3600" b="1" dirty="0" err="1">
                <a:latin typeface="MalayalamAbe" pitchFamily="18" charset="0"/>
              </a:rPr>
              <a:t>ekYfrk</a:t>
            </a:r>
            <a:r>
              <a:rPr lang="en-US" altLang="en-US" sz="3600" b="1" dirty="0">
                <a:latin typeface="MalayalamAbe" pitchFamily="18" charset="0"/>
              </a:rPr>
              <a:t>; </a:t>
            </a:r>
            <a:r>
              <a:rPr lang="en-US" altLang="en-US" sz="3600" b="1" dirty="0" err="1">
                <a:latin typeface="MalayalamAbe" pitchFamily="18" charset="0"/>
              </a:rPr>
              <a:t>egjCk</a:t>
            </a:r>
            <a:r>
              <a:rPr lang="en-US" altLang="en-US" sz="3600" b="1" dirty="0" err="1">
                <a:latin typeface="Kerala" pitchFamily="2" charset="0"/>
              </a:rPr>
              <a:t>i</a:t>
            </a:r>
            <a:r>
              <a:rPr lang="en-US" altLang="en-US" sz="3600" b="1" dirty="0" err="1">
                <a:latin typeface="MalayalamAbe" pitchFamily="18" charset="0"/>
              </a:rPr>
              <a:t>yo|lu</a:t>
            </a:r>
            <a:r>
              <a:rPr lang="en-US" altLang="en-US" sz="3600" b="1" dirty="0">
                <a:latin typeface="MalayalamAbe" pitchFamily="18" charset="0"/>
              </a:rPr>
              <a:t>[)k; </a:t>
            </a:r>
            <a:br>
              <a:rPr lang="en-US" altLang="en-US" sz="3600" b="1" dirty="0">
                <a:latin typeface="MalayalamAbe" pitchFamily="18" charset="0"/>
              </a:rPr>
            </a:br>
            <a:r>
              <a:rPr lang="en-US" altLang="en-US" sz="3600" b="1" dirty="0">
                <a:latin typeface="MalayalamAbe" pitchFamily="18" charset="0"/>
              </a:rPr>
              <a:t>c[</a:t>
            </a:r>
            <a:r>
              <a:rPr lang="en-US" altLang="en-US" sz="3600" b="1" dirty="0" err="1">
                <a:latin typeface="MalayalamAbe" pitchFamily="18" charset="0"/>
              </a:rPr>
              <a:t>fkfj</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pjakfH</a:t>
            </a:r>
            <a:r>
              <a:rPr lang="en-US" altLang="en-US" sz="3600" b="1" dirty="0">
                <a:latin typeface="MalayalamAbe" pitchFamily="18" charset="0"/>
              </a:rPr>
              <a:t> </a:t>
            </a:r>
            <a:r>
              <a:rPr lang="en-US" altLang="en-US" sz="3600" b="1" dirty="0" err="1">
                <a:latin typeface="MalayalamAbe" pitchFamily="18" charset="0"/>
              </a:rPr>
              <a:t>t#S</a:t>
            </a:r>
            <a:r>
              <a:rPr lang="en-US" altLang="en-US" sz="3600" b="1" dirty="0">
                <a:latin typeface="MalayalamAbe" pitchFamily="18" charset="0"/>
              </a:rPr>
              <a:t>#)k; fs#. :</a:t>
            </a:r>
            <a:r>
              <a:rPr lang="en-US" altLang="en-US" sz="3600" b="1" dirty="0" err="1">
                <a:latin typeface="MalayalamAbe" pitchFamily="18" charset="0"/>
              </a:rPr>
              <a:t>SaR</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1B8CD946-2672-41E0-92EA-C651BF21D76F}"/>
              </a:ext>
            </a:extLst>
          </p:cNvPr>
          <p:cNvSpPr txBox="1">
            <a:spLocks noChangeArrowheads="1"/>
          </p:cNvSpPr>
          <p:nvPr/>
        </p:nvSpPr>
        <p:spPr bwMode="auto">
          <a:xfrm>
            <a:off x="6629400" y="609598"/>
            <a:ext cx="5562600" cy="2650705"/>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Pithaavinum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Puthranum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Parishudha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Roohaaykkum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sthuthi</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Aadi </a:t>
            </a:r>
            <a:r>
              <a:rPr lang="en-US" sz="3000" b="1" kern="0" dirty="0" err="1">
                <a:latin typeface="Calibri" pitchFamily="34" charset="0"/>
                <a:ea typeface="Ebrima" pitchFamily="2" charset="0"/>
                <a:cs typeface="Calibri" pitchFamily="34" charset="0"/>
              </a:rPr>
              <a:t>muthal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ennennekkum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thanne</a:t>
            </a:r>
            <a:r>
              <a:rPr lang="en-US" sz="3000" b="1" kern="0" dirty="0">
                <a:latin typeface="Calibri" pitchFamily="34" charset="0"/>
                <a:ea typeface="Ebrima" pitchFamily="2" charset="0"/>
                <a:cs typeface="Calibri" pitchFamily="34" charset="0"/>
              </a:rPr>
              <a:t>.  Amen.</a:t>
            </a:r>
          </a:p>
        </p:txBody>
      </p:sp>
      <p:sp>
        <p:nvSpPr>
          <p:cNvPr id="3" name="TextBox 2">
            <a:extLst>
              <a:ext uri="{FF2B5EF4-FFF2-40B4-BE49-F238E27FC236}">
                <a16:creationId xmlns:a16="http://schemas.microsoft.com/office/drawing/2014/main" id="{32066863-53AB-E6B4-97B5-5EE36B362BE5}"/>
              </a:ext>
            </a:extLst>
          </p:cNvPr>
          <p:cNvSpPr txBox="1"/>
          <p:nvPr/>
        </p:nvSpPr>
        <p:spPr>
          <a:xfrm>
            <a:off x="2051804" y="4807023"/>
            <a:ext cx="8414656" cy="1578894"/>
          </a:xfrm>
          <a:prstGeom prst="rect">
            <a:avLst/>
          </a:prstGeom>
          <a:noFill/>
        </p:spPr>
        <p:txBody>
          <a:bodyPr wrap="square">
            <a:spAutoFit/>
          </a:bodyPr>
          <a:lstStyle/>
          <a:p>
            <a:pPr marL="403225" marR="0" lvl="0" indent="-403225" algn="l" rtl="0">
              <a:lnSpc>
                <a:spcPct val="8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latin typeface="+mn-lt"/>
                <a:ea typeface="Calibri"/>
                <a:cs typeface="Times New Roman" panose="02020603050405020304" pitchFamily="18" charset="0"/>
                <a:sym typeface="Calibri"/>
              </a:rPr>
              <a:t>Glory be to the Father, and to the Son, and to the Holy Spirit.</a:t>
            </a:r>
          </a:p>
          <a:p>
            <a:pPr marL="403225" marR="0" lvl="0" indent="-403225" algn="l" rtl="0">
              <a:lnSpc>
                <a:spcPct val="8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As it was in the beginning, is now and ever shall be. Amen.</a:t>
            </a:r>
            <a:endParaRPr lang="en-US" sz="3000" b="1" i="1" u="none" strike="noStrike" cap="none" dirty="0">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34EE41EA-E7C9-EC22-48B5-4AE9B322A996}"/>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14D95E65-33AC-3A38-3271-2081998F9FA3}"/>
              </a:ext>
            </a:extLst>
          </p:cNvPr>
          <p:cNvCxnSpPr>
            <a:cxnSpLocks/>
            <a:endCxn id="5" idx="0"/>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ctrTitle"/>
          </p:nvPr>
        </p:nvSpPr>
        <p:spPr>
          <a:xfrm>
            <a:off x="95227" y="235390"/>
            <a:ext cx="5848953" cy="3429000"/>
          </a:xfrm>
        </p:spPr>
        <p:txBody>
          <a:bodyPr anchor="ctr">
            <a:noAutofit/>
          </a:bodyPr>
          <a:lstStyle/>
          <a:p>
            <a:pPr eaLnBrk="1" hangingPunct="1"/>
            <a:r>
              <a:rPr lang="en-US" altLang="en-US" sz="3600" b="1" dirty="0" err="1">
                <a:latin typeface="MalayalamAbe" pitchFamily="18" charset="0"/>
              </a:rPr>
              <a:t>rjR</a:t>
            </a:r>
            <a:r>
              <a:rPr lang="en-US" altLang="en-US" sz="3600" b="1" dirty="0">
                <a:latin typeface="MalayalamAbe" pitchFamily="18" charset="0"/>
              </a:rPr>
              <a:t> </a:t>
            </a:r>
            <a:r>
              <a:rPr lang="en-US" altLang="en-US" sz="3600" b="1" dirty="0" err="1">
                <a:latin typeface="MalayalamAbe" pitchFamily="18" charset="0"/>
              </a:rPr>
              <a:t>Cgn</a:t>
            </a:r>
            <a:r>
              <a:rPr lang="en-US" altLang="en-US" sz="3600" b="1" dirty="0">
                <a:latin typeface="MalayalamAbe" pitchFamily="18" charset="0"/>
              </a:rPr>
              <a:t>-\</a:t>
            </a:r>
            <a:r>
              <a:rPr lang="en-US" altLang="en-US" sz="3600" b="1" dirty="0" err="1">
                <a:latin typeface="MalayalamAbe" pitchFamily="18" charset="0"/>
              </a:rPr>
              <a:t>jH</a:t>
            </a:r>
            <a:r>
              <a:rPr lang="en-US" altLang="en-US" sz="3600" b="1" dirty="0">
                <a:latin typeface="MalayalamAbe" pitchFamily="18" charset="0"/>
              </a:rPr>
              <a:t> a{</a:t>
            </a:r>
            <a:r>
              <a:rPr lang="en-US" altLang="en-US" sz="3600" b="1" dirty="0" err="1">
                <a:latin typeface="MalayalamAbe" pitchFamily="18" charset="0"/>
              </a:rPr>
              <a:t>fgl</a:t>
            </a:r>
            <a:r>
              <a:rPr lang="en-US" altLang="en-US" sz="3600" b="1" dirty="0">
                <a:latin typeface="MalayalamAbe" pitchFamily="18" charset="0"/>
              </a:rPr>
              <a:t>; </a:t>
            </a:r>
            <a:r>
              <a:rPr lang="en-US" altLang="en-US" sz="3600" b="1" dirty="0" err="1">
                <a:latin typeface="MalayalamAbe" pitchFamily="18" charset="0"/>
              </a:rPr>
              <a:t>rj#mjulsg-rjR-wJi</a:t>
            </a:r>
            <a:r>
              <a:rPr lang="en-US" altLang="en-US" sz="3600" b="1" dirty="0">
                <a:latin typeface="MalayalamAbe" pitchFamily="18" charset="0"/>
              </a:rPr>
              <a:t> </a:t>
            </a:r>
            <a:r>
              <a:rPr lang="en-US" altLang="en-US" sz="3600" b="1" dirty="0" err="1">
                <a:latin typeface="MalayalamAbe" pitchFamily="18" charset="0"/>
              </a:rPr>
              <a:t>cIg</a:t>
            </a:r>
            <a:r>
              <a:rPr lang="en-US" altLang="en-US" sz="3600" b="1" dirty="0">
                <a:latin typeface="MalayalamAbe" pitchFamily="18" charset="0"/>
              </a:rPr>
              <a:t>; </a:t>
            </a:r>
            <a:br>
              <a:rPr lang="en-US" altLang="en-US" sz="3600" b="1" dirty="0">
                <a:latin typeface="MalayalamAbe" pitchFamily="18" charset="0"/>
              </a:rPr>
            </a:br>
            <a:r>
              <a:rPr lang="en-US" altLang="en-US" sz="3600" b="1" dirty="0" err="1">
                <a:latin typeface="MalayalamAbe" pitchFamily="18" charset="0"/>
              </a:rPr>
              <a:t>eykpJclujSh</a:t>
            </a:r>
            <a:r>
              <a:rPr lang="en-US" altLang="en-US" sz="3600" b="1" dirty="0">
                <a:latin typeface="MalayalamAbe" pitchFamily="18" charset="0"/>
              </a:rPr>
              <a:t>)</a:t>
            </a:r>
            <a:r>
              <a:rPr lang="en-US" altLang="en-US" sz="3600" b="1" dirty="0" err="1">
                <a:latin typeface="MalayalamAbe" pitchFamily="18" charset="0"/>
              </a:rPr>
              <a:t>knG</a:t>
            </a:r>
            <a:r>
              <a:rPr lang="en-US" altLang="en-US" sz="3600" b="1" dirty="0">
                <a:latin typeface="MalayalamAbe" pitchFamily="18" charset="0"/>
              </a:rPr>
              <a:t>\</a:t>
            </a:r>
            <a:r>
              <a:rPr lang="en-US" altLang="en-US" sz="3600" b="1" dirty="0" err="1">
                <a:latin typeface="MalayalamAbe" pitchFamily="18" charset="0"/>
              </a:rPr>
              <a:t>kS</a:t>
            </a:r>
            <a:r>
              <a:rPr lang="en-US" altLang="en-US" sz="3600" b="1" dirty="0" err="1">
                <a:latin typeface="Kerala" pitchFamily="2" charset="0"/>
              </a:rPr>
              <a:t>O</a:t>
            </a:r>
            <a:r>
              <a:rPr lang="en-US" altLang="en-US" sz="3600" b="1" dirty="0" err="1">
                <a:latin typeface="MalayalamAbe" pitchFamily="18" charset="0"/>
              </a:rPr>
              <a:t>lX</a:t>
            </a:r>
            <a:r>
              <a:rPr lang="en-US" altLang="en-US" sz="3600" b="1" dirty="0">
                <a:latin typeface="MalayalamAbe" pitchFamily="18" charset="0"/>
              </a:rPr>
              <a:t> -B*</a:t>
            </a:r>
            <a:r>
              <a:rPr lang="en-US" altLang="en-US" sz="3600" b="1" dirty="0" err="1">
                <a:latin typeface="MalayalamAbe" pitchFamily="18" charset="0"/>
              </a:rPr>
              <a:t>sxuk</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a:t>
            </a:r>
            <a:r>
              <a:rPr lang="en-US" altLang="en-US" sz="3600" b="1" dirty="0" err="1">
                <a:latin typeface="MalayalamAbe" pitchFamily="18" charset="0"/>
              </a:rPr>
              <a:t>QlGS</a:t>
            </a:r>
            <a:r>
              <a:rPr lang="en-US" altLang="en-US" sz="3600" b="1" dirty="0">
                <a:latin typeface="MalayalamAbe" pitchFamily="18" charset="0"/>
              </a:rPr>
              <a:t>)</a:t>
            </a:r>
            <a:r>
              <a:rPr lang="en-US" altLang="en-US" sz="3600" b="1" dirty="0" err="1">
                <a:latin typeface="MalayalamAbe" pitchFamily="18" charset="0"/>
              </a:rPr>
              <a:t>nSa</a:t>
            </a:r>
            <a:br>
              <a:rPr lang="en-US" altLang="en-US" sz="3600" b="1" dirty="0">
                <a:latin typeface="MalayalamAbe" pitchFamily="18" charset="0"/>
              </a:rPr>
            </a:br>
            <a:r>
              <a:rPr lang="en-US" altLang="en-US" sz="3600" b="1" dirty="0">
                <a:latin typeface="MalayalamAbe" pitchFamily="18" charset="0"/>
              </a:rPr>
              <a:t>c[</a:t>
            </a:r>
            <a:r>
              <a:rPr lang="en-US" altLang="en-US" sz="3600" b="1" dirty="0" err="1">
                <a:latin typeface="MalayalamAbe" pitchFamily="18" charset="0"/>
              </a:rPr>
              <a:t>fOsaRdlShlc</a:t>
            </a:r>
            <a:r>
              <a:rPr lang="en-US" altLang="en-US" sz="3600" b="1" dirty="0">
                <a:latin typeface="MalayalamAbe" pitchFamily="18" charset="0"/>
              </a:rPr>
              <a:t>[ -</a:t>
            </a:r>
            <a:r>
              <a:rPr lang="en-US" altLang="en-US" sz="3600" b="1" dirty="0" err="1">
                <a:latin typeface="MalayalamAbe" pitchFamily="18" charset="0"/>
              </a:rPr>
              <a:t>dkyjSuhlujS</a:t>
            </a:r>
            <a:r>
              <a:rPr lang="en-US" altLang="en-US" sz="3600" b="1" dirty="0" err="1">
                <a:latin typeface="Kerala" pitchFamily="2" charset="0"/>
              </a:rPr>
              <a:t>T</a:t>
            </a:r>
            <a:r>
              <a:rPr lang="en-US" altLang="en-US" sz="3600" b="1" dirty="0" err="1">
                <a:latin typeface="MalayalamAbe" pitchFamily="18" charset="0"/>
              </a:rPr>
              <a:t>lR</a:t>
            </a:r>
            <a:r>
              <a:rPr lang="en-US" altLang="en-US" sz="3600" b="1" dirty="0">
                <a:latin typeface="MalayalamAbe" pitchFamily="18" charset="0"/>
              </a:rPr>
              <a:t>.</a:t>
            </a:r>
          </a:p>
        </p:txBody>
      </p:sp>
      <p:sp>
        <p:nvSpPr>
          <p:cNvPr id="4" name="Text Box 2">
            <a:extLst>
              <a:ext uri="{FF2B5EF4-FFF2-40B4-BE49-F238E27FC236}">
                <a16:creationId xmlns:a16="http://schemas.microsoft.com/office/drawing/2014/main" id="{A43C8BCD-2899-4D92-BAC6-E63C00B7209C}"/>
              </a:ext>
            </a:extLst>
          </p:cNvPr>
          <p:cNvSpPr txBox="1">
            <a:spLocks noChangeArrowheads="1"/>
          </p:cNvSpPr>
          <p:nvPr/>
        </p:nvSpPr>
        <p:spPr bwMode="auto">
          <a:xfrm>
            <a:off x="6090138" y="328573"/>
            <a:ext cx="5848953" cy="3156870"/>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2800" b="1" kern="0" dirty="0">
                <a:latin typeface="Calibri" pitchFamily="34" charset="0"/>
                <a:ea typeface="Ebrima" pitchFamily="2" charset="0"/>
                <a:cs typeface="Calibri" pitchFamily="34" charset="0"/>
              </a:rPr>
              <a:t>Nin </a:t>
            </a:r>
            <a:r>
              <a:rPr lang="en-US" sz="2800" b="1" kern="0" dirty="0" err="1">
                <a:latin typeface="Calibri" pitchFamily="34" charset="0"/>
                <a:ea typeface="Ebrima" pitchFamily="2" charset="0"/>
                <a:cs typeface="Calibri" pitchFamily="34" charset="0"/>
              </a:rPr>
              <a:t>sharanhathil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mrutharaam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adiyaare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nin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jeeva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sworam</a:t>
            </a:r>
            <a:br>
              <a:rPr lang="en-US" sz="2800" b="1" kern="0" dirty="0">
                <a:latin typeface="Calibri" pitchFamily="34" charset="0"/>
                <a:ea typeface="Ebrima" pitchFamily="2" charset="0"/>
                <a:cs typeface="Calibri" pitchFamily="34" charset="0"/>
              </a:rPr>
            </a:br>
            <a:r>
              <a:rPr lang="en-US" sz="2800" b="1" kern="0" dirty="0" err="1">
                <a:latin typeface="Calibri" pitchFamily="34" charset="0"/>
                <a:ea typeface="Ebrima" pitchFamily="2" charset="0"/>
                <a:cs typeface="Calibri" pitchFamily="34" charset="0"/>
              </a:rPr>
              <a:t>Parrudeesaayilekk-unarthumbol</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njangalheyum</a:t>
            </a:r>
            <a:r>
              <a:rPr lang="en-US" sz="2800" b="1" kern="0" dirty="0">
                <a:latin typeface="Calibri" pitchFamily="34" charset="0"/>
                <a:ea typeface="Ebrima" pitchFamily="2" charset="0"/>
                <a:cs typeface="Calibri" pitchFamily="34" charset="0"/>
              </a:rPr>
              <a:t> nee </a:t>
            </a:r>
          </a:p>
          <a:p>
            <a:pPr algn="ctr">
              <a:lnSpc>
                <a:spcPts val="3999"/>
              </a:lnSpc>
              <a:spcBef>
                <a:spcPts val="0"/>
              </a:spcBef>
            </a:pPr>
            <a:r>
              <a:rPr lang="en-US" sz="2800" b="1" kern="0" dirty="0" err="1">
                <a:latin typeface="Calibri" pitchFamily="34" charset="0"/>
                <a:ea typeface="Ebrima" pitchFamily="2" charset="0"/>
                <a:cs typeface="Calibri" pitchFamily="34" charset="0"/>
              </a:rPr>
              <a:t>Orkkenhame</a:t>
            </a:r>
            <a:r>
              <a:rPr lang="en-US" sz="2800" b="1" kern="0" dirty="0">
                <a:latin typeface="Calibri" pitchFamily="34" charset="0"/>
                <a:ea typeface="Ebrima" pitchFamily="2" charset="0"/>
                <a:cs typeface="Calibri" pitchFamily="34" charset="0"/>
              </a:rPr>
              <a:t> - </a:t>
            </a:r>
            <a:r>
              <a:rPr lang="en-US" sz="2800" b="1" kern="0" dirty="0" err="1">
                <a:latin typeface="Calibri" pitchFamily="34" charset="0"/>
                <a:ea typeface="Ebrima" pitchFamily="2" charset="0"/>
                <a:cs typeface="Calibri" pitchFamily="34" charset="0"/>
              </a:rPr>
              <a:t>Sthoumen</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kaalos</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Kurriye-elaayisson</a:t>
            </a:r>
            <a:r>
              <a:rPr lang="en-US" sz="2800" b="1" kern="0" dirty="0">
                <a:latin typeface="Calibri" pitchFamily="34" charset="0"/>
                <a:ea typeface="Ebrima" pitchFamily="2" charset="0"/>
                <a:cs typeface="Calibri" pitchFamily="34" charset="0"/>
              </a:rPr>
              <a:t>.</a:t>
            </a:r>
          </a:p>
        </p:txBody>
      </p:sp>
      <p:sp>
        <p:nvSpPr>
          <p:cNvPr id="5" name="TextBox 4">
            <a:extLst>
              <a:ext uri="{FF2B5EF4-FFF2-40B4-BE49-F238E27FC236}">
                <a16:creationId xmlns:a16="http://schemas.microsoft.com/office/drawing/2014/main" id="{D0A1C581-4CD3-7143-CD55-B462D24323E2}"/>
              </a:ext>
            </a:extLst>
          </p:cNvPr>
          <p:cNvSpPr txBox="1"/>
          <p:nvPr/>
        </p:nvSpPr>
        <p:spPr>
          <a:xfrm>
            <a:off x="488705" y="4724449"/>
            <a:ext cx="11202865" cy="1569660"/>
          </a:xfrm>
          <a:prstGeom prst="rect">
            <a:avLst/>
          </a:prstGeom>
          <a:noFill/>
        </p:spPr>
        <p:txBody>
          <a:bodyPr wrap="square" rtlCol="0">
            <a:spAutoFit/>
          </a:bodyPr>
          <a:lstStyle/>
          <a:p>
            <a:pPr algn="ctr"/>
            <a:r>
              <a:rPr lang="en-US" sz="3200" b="1" i="1" u="none" strike="noStrike" dirty="0">
                <a:effectLst/>
                <a:latin typeface="+mn-lt"/>
                <a:cs typeface="Times New Roman" panose="02020603050405020304" pitchFamily="18" charset="0"/>
              </a:rPr>
              <a:t>In paradise, when with Your living voice, You awaken Your servants who have died— remember us as well. </a:t>
            </a:r>
          </a:p>
          <a:p>
            <a:pPr algn="ctr"/>
            <a:r>
              <a:rPr lang="en-US" sz="3200" b="1" i="1" kern="0" dirty="0">
                <a:latin typeface="+mn-lt"/>
                <a:ea typeface="Ebrima" pitchFamily="2" charset="0"/>
                <a:cs typeface="Times New Roman" panose="02020603050405020304" pitchFamily="18" charset="0"/>
              </a:rPr>
              <a:t>Let us stand in reverence.</a:t>
            </a:r>
            <a:r>
              <a:rPr lang="en-US" sz="3200" b="1" i="1" u="none" strike="noStrike" dirty="0">
                <a:effectLst/>
                <a:latin typeface="+mn-lt"/>
                <a:cs typeface="Times New Roman" panose="02020603050405020304" pitchFamily="18" charset="0"/>
              </a:rPr>
              <a:t> </a:t>
            </a:r>
            <a:r>
              <a:rPr lang="en-US" sz="3200" b="1" i="1" kern="0" dirty="0">
                <a:latin typeface="+mn-lt"/>
                <a:ea typeface="Ebrima" pitchFamily="2" charset="0"/>
                <a:cs typeface="Times New Roman" panose="02020603050405020304" pitchFamily="18" charset="0"/>
              </a:rPr>
              <a:t>Lord, have mercy.</a:t>
            </a:r>
            <a:endParaRPr lang="en-US" sz="3200" b="1" i="1" dirty="0">
              <a:latin typeface="+mn-lt"/>
              <a:cs typeface="Times New Roman" panose="02020603050405020304" pitchFamily="18" charset="0"/>
            </a:endParaRPr>
          </a:p>
        </p:txBody>
      </p:sp>
      <p:sp>
        <p:nvSpPr>
          <p:cNvPr id="2" name="TextBox 1">
            <a:extLst>
              <a:ext uri="{FF2B5EF4-FFF2-40B4-BE49-F238E27FC236}">
                <a16:creationId xmlns:a16="http://schemas.microsoft.com/office/drawing/2014/main" id="{D9BC37D6-D77B-EB6A-12C7-E5AA5406DD6E}"/>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849DE332-A1BC-7523-04EA-1F07A9EABEDC}"/>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99D7D54E-1CDE-4817-801F-EA77E036CFE0}"/>
              </a:ext>
            </a:extLst>
          </p:cNvPr>
          <p:cNvSpPr txBox="1">
            <a:spLocks noChangeArrowheads="1"/>
          </p:cNvSpPr>
          <p:nvPr/>
        </p:nvSpPr>
        <p:spPr bwMode="auto">
          <a:xfrm>
            <a:off x="6096000" y="141832"/>
            <a:ext cx="6096000" cy="3559672"/>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latin typeface="Calibri" pitchFamily="34" charset="0"/>
                <a:ea typeface="Ebrima" pitchFamily="2" charset="0"/>
                <a:cs typeface="Calibri" pitchFamily="34" charset="0"/>
              </a:rPr>
              <a:t>Nin </a:t>
            </a:r>
            <a:r>
              <a:rPr lang="en-US" sz="2800" b="1" kern="0" dirty="0" err="1">
                <a:latin typeface="Calibri" pitchFamily="34" charset="0"/>
                <a:ea typeface="Ebrima" pitchFamily="2" charset="0"/>
                <a:cs typeface="Calibri" pitchFamily="34" charset="0"/>
              </a:rPr>
              <a:t>kalppanayaal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maranham</a:t>
            </a:r>
            <a:r>
              <a:rPr lang="en-US" sz="2800" b="1" kern="0" dirty="0">
                <a:latin typeface="Calibri" pitchFamily="34" charset="0"/>
                <a:ea typeface="Ebrima" pitchFamily="2" charset="0"/>
                <a:cs typeface="Calibri" pitchFamily="34" charset="0"/>
              </a:rPr>
              <a:t> </a:t>
            </a:r>
          </a:p>
          <a:p>
            <a:pPr algn="ctr">
              <a:spcBef>
                <a:spcPts val="0"/>
              </a:spcBef>
            </a:pPr>
            <a:r>
              <a:rPr lang="en-US" sz="2800" b="1" kern="0" dirty="0" err="1">
                <a:latin typeface="Calibri" pitchFamily="34" charset="0"/>
                <a:ea typeface="Ebrima" pitchFamily="2" charset="0"/>
                <a:cs typeface="Calibri" pitchFamily="34" charset="0"/>
              </a:rPr>
              <a:t>adikaaram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cheithu</a:t>
            </a:r>
            <a:br>
              <a:rPr lang="en-US" sz="2800" b="1" kern="0" dirty="0">
                <a:latin typeface="Calibri" pitchFamily="34" charset="0"/>
                <a:ea typeface="Ebrima" pitchFamily="2" charset="0"/>
                <a:cs typeface="Calibri" pitchFamily="34" charset="0"/>
              </a:rPr>
            </a:br>
            <a:r>
              <a:rPr lang="en-US" sz="2800" b="1" kern="0" dirty="0">
                <a:latin typeface="Calibri" pitchFamily="34" charset="0"/>
                <a:ea typeface="Ebrima" pitchFamily="2" charset="0"/>
                <a:cs typeface="Calibri" pitchFamily="34" charset="0"/>
              </a:rPr>
              <a:t>Nin </a:t>
            </a:r>
            <a:r>
              <a:rPr lang="en-US" sz="2800" b="1" kern="0" dirty="0" err="1">
                <a:latin typeface="Calibri" pitchFamily="34" charset="0"/>
                <a:ea typeface="Ebrima" pitchFamily="2" charset="0"/>
                <a:cs typeface="Calibri" pitchFamily="34" charset="0"/>
              </a:rPr>
              <a:t>uyirppaal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athu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maanj-athinaal</a:t>
            </a:r>
            <a:r>
              <a:rPr lang="en-US" sz="2800" b="1" kern="0" dirty="0">
                <a:latin typeface="Calibri" pitchFamily="34" charset="0"/>
                <a:ea typeface="Ebrima" pitchFamily="2" charset="0"/>
                <a:cs typeface="Calibri" pitchFamily="34" charset="0"/>
              </a:rPr>
              <a:t> </a:t>
            </a:r>
          </a:p>
          <a:p>
            <a:pPr algn="ctr">
              <a:spcBef>
                <a:spcPts val="0"/>
              </a:spcBef>
            </a:pPr>
            <a:r>
              <a:rPr lang="en-US" sz="2800" b="1" kern="0" dirty="0" err="1">
                <a:latin typeface="Calibri" pitchFamily="34" charset="0"/>
                <a:ea typeface="Ebrima" pitchFamily="2" charset="0"/>
                <a:cs typeface="Calibri" pitchFamily="34" charset="0"/>
              </a:rPr>
              <a:t>ninakaay</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sthothram</a:t>
            </a:r>
            <a:br>
              <a:rPr lang="en-US" sz="2800" b="1" kern="0" dirty="0">
                <a:latin typeface="Calibri" pitchFamily="34" charset="0"/>
                <a:ea typeface="Ebrima" pitchFamily="2" charset="0"/>
                <a:cs typeface="Calibri" pitchFamily="34" charset="0"/>
              </a:rPr>
            </a:br>
            <a:r>
              <a:rPr lang="en-US" sz="2800" b="1" kern="0" dirty="0">
                <a:latin typeface="Calibri" pitchFamily="34" charset="0"/>
                <a:ea typeface="Ebrima" pitchFamily="2" charset="0"/>
                <a:cs typeface="Calibri" pitchFamily="34" charset="0"/>
              </a:rPr>
              <a:t>Ella </a:t>
            </a:r>
            <a:r>
              <a:rPr lang="en-US" sz="2800" b="1" kern="0" dirty="0" err="1">
                <a:latin typeface="Calibri" pitchFamily="34" charset="0"/>
                <a:ea typeface="Ebrima" pitchFamily="2" charset="0"/>
                <a:cs typeface="Calibri" pitchFamily="34" charset="0"/>
              </a:rPr>
              <a:t>naavum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sthothram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arppichidume</a:t>
            </a:r>
            <a:br>
              <a:rPr lang="en-US" sz="2800" b="1" kern="0" dirty="0">
                <a:latin typeface="Calibri" pitchFamily="34" charset="0"/>
                <a:ea typeface="Ebrima" pitchFamily="2" charset="0"/>
                <a:cs typeface="Calibri" pitchFamily="34" charset="0"/>
              </a:rPr>
            </a:br>
            <a:r>
              <a:rPr lang="en-US" sz="2800" b="1" kern="0" dirty="0" err="1">
                <a:latin typeface="Calibri" pitchFamily="34" charset="0"/>
                <a:ea typeface="Ebrima" pitchFamily="2" charset="0"/>
                <a:cs typeface="Calibri" pitchFamily="34" charset="0"/>
              </a:rPr>
              <a:t>Aadaam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suthare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cherthiduvone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anungrahikka</a:t>
            </a:r>
            <a:r>
              <a:rPr lang="en-US" sz="2800" b="1" kern="0" dirty="0">
                <a:latin typeface="Calibri" pitchFamily="34" charset="0"/>
                <a:ea typeface="Ebrima" pitchFamily="2" charset="0"/>
                <a:cs typeface="Calibri" pitchFamily="34" charset="0"/>
              </a:rPr>
              <a:t>.</a:t>
            </a:r>
          </a:p>
        </p:txBody>
      </p:sp>
      <p:sp>
        <p:nvSpPr>
          <p:cNvPr id="123906" name="Rectangle 2"/>
          <p:cNvSpPr>
            <a:spLocks noGrp="1" noChangeArrowheads="1"/>
          </p:cNvSpPr>
          <p:nvPr>
            <p:ph type="ctrTitle"/>
          </p:nvPr>
        </p:nvSpPr>
        <p:spPr>
          <a:xfrm>
            <a:off x="264570" y="712601"/>
            <a:ext cx="5566861" cy="2514600"/>
          </a:xfrm>
        </p:spPr>
        <p:txBody>
          <a:bodyPr anchor="ctr">
            <a:noAutofit/>
          </a:bodyPr>
          <a:lstStyle/>
          <a:p>
            <a:pPr eaLnBrk="1" hangingPunct="1"/>
            <a:r>
              <a:rPr lang="en-US" altLang="en-US" sz="3200" b="1" dirty="0">
                <a:latin typeface="MalayalamAbe" pitchFamily="18" charset="0"/>
              </a:rPr>
              <a:t> </a:t>
            </a:r>
            <a:r>
              <a:rPr lang="en-US" altLang="en-US" sz="3200" b="1" dirty="0" err="1">
                <a:latin typeface="MalayalamAbe" pitchFamily="18" charset="0"/>
              </a:rPr>
              <a:t>rjR</a:t>
            </a:r>
            <a:r>
              <a:rPr lang="en-US" altLang="en-US" sz="3200" b="1" dirty="0">
                <a:latin typeface="MalayalamAbe" pitchFamily="18" charset="0"/>
              </a:rPr>
              <a:t> dh[</a:t>
            </a:r>
            <a:r>
              <a:rPr lang="en-US" altLang="en-US" sz="3200" b="1" dirty="0" err="1">
                <a:latin typeface="MalayalamAbe" pitchFamily="18" charset="0"/>
              </a:rPr>
              <a:t>erulH</a:t>
            </a:r>
            <a:r>
              <a:rPr lang="en-US" altLang="en-US" sz="3200" b="1" dirty="0">
                <a:latin typeface="MalayalamAbe" pitchFamily="18" charset="0"/>
              </a:rPr>
              <a:t> </a:t>
            </a:r>
            <a:r>
              <a:rPr lang="en-US" altLang="en-US" sz="3200" b="1" dirty="0" err="1">
                <a:latin typeface="MalayalamAbe" pitchFamily="18" charset="0"/>
              </a:rPr>
              <a:t>agn</a:t>
            </a:r>
            <a:r>
              <a:rPr lang="en-US" altLang="en-US" sz="3200" b="1" dirty="0">
                <a:latin typeface="MalayalamAbe" pitchFamily="18" charset="0"/>
              </a:rPr>
              <a:t>; </a:t>
            </a:r>
            <a:r>
              <a:rPr lang="en-US" altLang="en-US" sz="3200" b="1" dirty="0" err="1">
                <a:latin typeface="MalayalamAbe" pitchFamily="18" charset="0"/>
              </a:rPr>
              <a:t>LPjdlg</a:t>
            </a:r>
            <a:r>
              <a:rPr lang="en-US" altLang="en-US" sz="3200" b="1" dirty="0">
                <a:latin typeface="MalayalamAbe" pitchFamily="18" charset="0"/>
              </a:rPr>
              <a:t>; </a:t>
            </a:r>
            <a:r>
              <a:rPr lang="en-US" altLang="en-US" sz="3200" b="1" dirty="0" err="1">
                <a:latin typeface="MalayalamAbe" pitchFamily="18" charset="0"/>
              </a:rPr>
              <a:t>svu</a:t>
            </a:r>
            <a:r>
              <a:rPr lang="en-US" altLang="en-US" sz="3200" b="1" dirty="0">
                <a:latin typeface="MalayalamAbe" pitchFamily="18" charset="0"/>
              </a:rPr>
              <a:t>[</a:t>
            </a:r>
            <a:r>
              <a:rPr lang="en-US" altLang="en-US" sz="3200" b="1" dirty="0" err="1">
                <a:latin typeface="MalayalamAbe" pitchFamily="18" charset="0"/>
              </a:rPr>
              <a:t>fk</a:t>
            </a:r>
            <a:r>
              <a:rPr lang="en-US" altLang="en-US" sz="3200" b="1" dirty="0">
                <a:latin typeface="MalayalamAbe" pitchFamily="18" charset="0"/>
              </a:rPr>
              <a:t> </a:t>
            </a:r>
            <a:r>
              <a:rPr lang="en-US" altLang="en-US" sz="3200" b="1" dirty="0" err="1">
                <a:latin typeface="MalayalamAbe" pitchFamily="18" charset="0"/>
              </a:rPr>
              <a:t>rj#kujG</a:t>
            </a:r>
            <a:r>
              <a:rPr lang="en-US" altLang="en-US" sz="3200" b="1" dirty="0">
                <a:latin typeface="MalayalamAbe" pitchFamily="18" charset="0"/>
              </a:rPr>
              <a:t>/</a:t>
            </a:r>
            <a:r>
              <a:rPr lang="en-US" altLang="en-US" sz="3200" b="1" dirty="0" err="1">
                <a:latin typeface="MalayalamAbe" pitchFamily="18" charset="0"/>
              </a:rPr>
              <a:t>lhfk</a:t>
            </a:r>
            <a:r>
              <a:rPr lang="en-US" altLang="en-US" sz="3200" b="1" dirty="0">
                <a:latin typeface="MalayalamAbe" pitchFamily="18" charset="0"/>
              </a:rPr>
              <a:t> </a:t>
            </a:r>
            <a:r>
              <a:rPr lang="en-US" altLang="en-US" sz="3200" b="1" dirty="0" err="1">
                <a:latin typeface="MalayalamAbe" pitchFamily="18" charset="0"/>
              </a:rPr>
              <a:t>al</a:t>
            </a:r>
            <a:r>
              <a:rPr lang="en-US" altLang="en-US" sz="3200" b="1" dirty="0" err="1">
                <a:latin typeface="Kerala" pitchFamily="2" charset="0"/>
              </a:rPr>
              <a:t>E</a:t>
            </a:r>
            <a:r>
              <a:rPr lang="en-US" altLang="en-US" sz="3200" b="1" dirty="0" err="1">
                <a:latin typeface="MalayalamAbe" pitchFamily="18" charset="0"/>
              </a:rPr>
              <a:t>fjrlH</a:t>
            </a:r>
            <a:r>
              <a:rPr lang="en-US" altLang="en-US" sz="3200" b="1" dirty="0">
                <a:latin typeface="MalayalamAbe" pitchFamily="18" charset="0"/>
              </a:rPr>
              <a:t> </a:t>
            </a:r>
            <a:r>
              <a:rPr lang="en-US" altLang="en-US" sz="3200" b="1" dirty="0" err="1">
                <a:latin typeface="MalayalamAbe" pitchFamily="18" charset="0"/>
              </a:rPr>
              <a:t>rjr</a:t>
            </a:r>
            <a:r>
              <a:rPr lang="en-US" altLang="en-US" sz="3200" b="1" dirty="0">
                <a:latin typeface="MalayalamAbe" pitchFamily="18" charset="0"/>
              </a:rPr>
              <a:t>)</a:t>
            </a:r>
            <a:r>
              <a:rPr lang="en-US" altLang="en-US" sz="3200" b="1" dirty="0" err="1">
                <a:latin typeface="MalayalamAbe" pitchFamily="18" charset="0"/>
              </a:rPr>
              <a:t>lu</a:t>
            </a:r>
            <a:r>
              <a:rPr lang="en-US" altLang="en-US" sz="3200" b="1" dirty="0">
                <a:latin typeface="MalayalamAbe" pitchFamily="18" charset="0"/>
              </a:rPr>
              <a:t>[ Sc[</a:t>
            </a:r>
            <a:r>
              <a:rPr lang="en-US" altLang="en-US" sz="3200" b="1" dirty="0" err="1">
                <a:latin typeface="MalayalamAbe" pitchFamily="18" charset="0"/>
              </a:rPr>
              <a:t>flYf</a:t>
            </a:r>
            <a:r>
              <a:rPr lang="en-US" altLang="en-US" sz="3200" b="1" dirty="0">
                <a:latin typeface="MalayalamAbe" pitchFamily="18" charset="0"/>
              </a:rPr>
              <a:t>; </a:t>
            </a:r>
            <a:br>
              <a:rPr lang="en-US" altLang="en-US" sz="3200" b="1" dirty="0">
                <a:latin typeface="MalayalamAbe" pitchFamily="18" charset="0"/>
              </a:rPr>
            </a:br>
            <a:r>
              <a:rPr lang="en-US" altLang="en-US" sz="3200" b="1" dirty="0">
                <a:latin typeface="MalayalamAbe" pitchFamily="18" charset="0"/>
              </a:rPr>
              <a:t> </a:t>
            </a:r>
            <a:r>
              <a:rPr lang="en-US" altLang="en-US" sz="3200" b="1" dirty="0" err="1">
                <a:latin typeface="MalayalamAbe" pitchFamily="18" charset="0"/>
              </a:rPr>
              <a:t>th^l</a:t>
            </a:r>
            <a:r>
              <a:rPr lang="en-US" altLang="en-US" sz="3200" b="1" dirty="0">
                <a:latin typeface="MalayalamAbe" pitchFamily="18" charset="0"/>
              </a:rPr>
              <a:t> </a:t>
            </a:r>
            <a:r>
              <a:rPr lang="en-US" altLang="en-US" sz="3200" b="1" dirty="0" err="1">
                <a:latin typeface="MalayalamAbe" pitchFamily="18" charset="0"/>
              </a:rPr>
              <a:t>rlik</a:t>
            </a:r>
            <a:r>
              <a:rPr lang="en-US" altLang="en-US" sz="3200" b="1" dirty="0">
                <a:latin typeface="MalayalamAbe" pitchFamily="18" charset="0"/>
              </a:rPr>
              <a:t>; </a:t>
            </a:r>
            <a:r>
              <a:rPr lang="en-US" altLang="en-US" sz="3200" b="1" dirty="0" err="1">
                <a:latin typeface="MalayalamAbe" pitchFamily="18" charset="0"/>
              </a:rPr>
              <a:t>rjr</a:t>
            </a:r>
            <a:r>
              <a:rPr lang="en-US" altLang="en-US" sz="3200" b="1" dirty="0">
                <a:latin typeface="MalayalamAbe" pitchFamily="18" charset="0"/>
              </a:rPr>
              <a:t>)k Sc[</a:t>
            </a:r>
            <a:r>
              <a:rPr lang="en-US" altLang="en-US" sz="3200" b="1" dirty="0" err="1">
                <a:latin typeface="MalayalamAbe" pitchFamily="18" charset="0"/>
              </a:rPr>
              <a:t>flYf</a:t>
            </a:r>
            <a:r>
              <a:rPr lang="en-US" altLang="en-US" sz="3200" b="1" dirty="0">
                <a:latin typeface="MalayalamAbe" pitchFamily="18" charset="0"/>
              </a:rPr>
              <a:t>; LG/</a:t>
            </a:r>
            <a:r>
              <a:rPr lang="en-US" altLang="en-US" sz="3200" b="1" dirty="0" err="1">
                <a:latin typeface="MalayalamAbe" pitchFamily="18" charset="0"/>
              </a:rPr>
              <a:t>jv&amp;jmkSa</a:t>
            </a:r>
            <a:r>
              <a:rPr lang="en-US" altLang="en-US" sz="3200" b="1" dirty="0">
                <a:latin typeface="MalayalamAbe" pitchFamily="18" charset="0"/>
              </a:rPr>
              <a:t>,</a:t>
            </a:r>
            <a:br>
              <a:rPr lang="en-US" altLang="en-US" sz="3200" b="1" dirty="0">
                <a:latin typeface="MalayalamAbe" pitchFamily="18" charset="0"/>
              </a:rPr>
            </a:br>
            <a:r>
              <a:rPr lang="en-US" altLang="en-US" sz="3200" b="1" dirty="0">
                <a:latin typeface="MalayalamAbe" pitchFamily="18" charset="0"/>
              </a:rPr>
              <a:t>:pl; </a:t>
            </a:r>
            <a:r>
              <a:rPr lang="en-US" altLang="en-US" sz="3200" b="1" dirty="0" err="1">
                <a:latin typeface="MalayalamAbe" pitchFamily="18" charset="0"/>
              </a:rPr>
              <a:t>ckfsg</a:t>
            </a:r>
            <a:r>
              <a:rPr lang="en-US" altLang="en-US" sz="3200" b="1" dirty="0">
                <a:latin typeface="MalayalamAbe" pitchFamily="18" charset="0"/>
              </a:rPr>
              <a:t> </a:t>
            </a:r>
            <a:r>
              <a:rPr lang="en-US" altLang="en-US" sz="3200" b="1" dirty="0" err="1">
                <a:latin typeface="MalayalamAbe" pitchFamily="18" charset="0"/>
              </a:rPr>
              <a:t>SvG</a:t>
            </a:r>
            <a:r>
              <a:rPr lang="en-US" altLang="en-US" sz="3200" b="1" dirty="0">
                <a:latin typeface="MalayalamAbe" pitchFamily="18" charset="0"/>
              </a:rPr>
              <a:t>\</a:t>
            </a:r>
            <a:r>
              <a:rPr lang="en-US" altLang="en-US" sz="3200" b="1" dirty="0" err="1">
                <a:latin typeface="MalayalamAbe" pitchFamily="18" charset="0"/>
              </a:rPr>
              <a:t>jmkSilSr</a:t>
            </a:r>
            <a:r>
              <a:rPr lang="en-US" altLang="en-US" sz="3200" b="1" dirty="0">
                <a:latin typeface="MalayalamAbe" pitchFamily="18" charset="0"/>
              </a:rPr>
              <a:t> </a:t>
            </a:r>
            <a:r>
              <a:rPr lang="en-US" altLang="en-US" sz="3200" b="1" dirty="0" err="1">
                <a:latin typeface="MalayalamAbe" pitchFamily="18" charset="0"/>
              </a:rPr>
              <a:t>LrkYz|j</a:t>
            </a:r>
            <a:r>
              <a:rPr lang="en-US" altLang="en-US" sz="3200" b="1" dirty="0">
                <a:latin typeface="MalayalamAbe" pitchFamily="18" charset="0"/>
              </a:rPr>
              <a:t>).</a:t>
            </a:r>
          </a:p>
        </p:txBody>
      </p:sp>
      <p:sp>
        <p:nvSpPr>
          <p:cNvPr id="2" name="TextBox 1">
            <a:extLst>
              <a:ext uri="{FF2B5EF4-FFF2-40B4-BE49-F238E27FC236}">
                <a16:creationId xmlns:a16="http://schemas.microsoft.com/office/drawing/2014/main" id="{7A8DB772-A676-DF43-8C11-21F986E0F40B}"/>
              </a:ext>
            </a:extLst>
          </p:cNvPr>
          <p:cNvSpPr txBox="1"/>
          <p:nvPr/>
        </p:nvSpPr>
        <p:spPr>
          <a:xfrm>
            <a:off x="335605" y="4508388"/>
            <a:ext cx="11520790" cy="2185214"/>
          </a:xfrm>
          <a:prstGeom prst="rect">
            <a:avLst/>
          </a:prstGeom>
          <a:noFill/>
        </p:spPr>
        <p:txBody>
          <a:bodyPr wrap="square" rtlCol="0">
            <a:spAutoFit/>
          </a:bodyPr>
          <a:lstStyle/>
          <a:p>
            <a:pPr algn="ctr"/>
            <a:r>
              <a:rPr lang="en-US" sz="3000" b="1" i="1" u="none" strike="noStrike" cap="none" dirty="0">
                <a:solidFill>
                  <a:schemeClr val="dk1"/>
                </a:solidFill>
                <a:latin typeface="+mn-lt"/>
                <a:ea typeface="Calibri"/>
                <a:cs typeface="Times New Roman" panose="02020603050405020304" pitchFamily="18" charset="0"/>
                <a:sym typeface="Calibri"/>
              </a:rPr>
              <a:t>O Lord, at Your command death held its sway. You abolished death through Your resurrection. Therefore, O Lord, we praise and exalt You. O Lord, every mouth shall sing Your praise. O Lord who gathers up the children of Adam from everywhere, bless us and help us.</a:t>
            </a:r>
            <a:endParaRPr lang="en-US" sz="3000" b="1" i="1" u="none" strike="noStrike" cap="none" dirty="0">
              <a:solidFill>
                <a:schemeClr val="dk1"/>
              </a:solidFill>
              <a:latin typeface="+mn-lt"/>
              <a:ea typeface="Arial"/>
              <a:cs typeface="Times New Roman" panose="02020603050405020304" pitchFamily="18" charset="0"/>
              <a:sym typeface="Arial"/>
            </a:endParaRPr>
          </a:p>
          <a:p>
            <a:pPr algn="ctr"/>
            <a:endParaRPr lang="en-US" sz="1600" i="1" dirty="0">
              <a:cs typeface="Times New Roman" panose="02020603050405020304" pitchFamily="18" charset="0"/>
            </a:endParaRPr>
          </a:p>
        </p:txBody>
      </p:sp>
      <p:sp>
        <p:nvSpPr>
          <p:cNvPr id="3" name="TextBox 2">
            <a:extLst>
              <a:ext uri="{FF2B5EF4-FFF2-40B4-BE49-F238E27FC236}">
                <a16:creationId xmlns:a16="http://schemas.microsoft.com/office/drawing/2014/main" id="{4220853A-060D-6CA1-715D-9C6366E66E99}"/>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76558DF6-F2CA-E124-F351-8070CDDF2666}"/>
              </a:ext>
            </a:extLst>
          </p:cNvPr>
          <p:cNvCxnSpPr>
            <a:cxnSpLocks/>
          </p:cNvCxnSpPr>
          <p:nvPr/>
        </p:nvCxnSpPr>
        <p:spPr>
          <a:xfrm>
            <a:off x="6096000" y="0"/>
            <a:ext cx="0" cy="384333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3DBF00B0-4764-41EE-A99F-22191516E753}"/>
              </a:ext>
            </a:extLst>
          </p:cNvPr>
          <p:cNvSpPr txBox="1">
            <a:spLocks noChangeArrowheads="1"/>
          </p:cNvSpPr>
          <p:nvPr/>
        </p:nvSpPr>
        <p:spPr bwMode="auto">
          <a:xfrm>
            <a:off x="6378895" y="444513"/>
            <a:ext cx="5632937" cy="3576472"/>
          </a:xfrm>
          <a:prstGeom prst="rect">
            <a:avLst/>
          </a:prstGeom>
          <a:noFill/>
          <a:ln w="9525">
            <a:noFill/>
            <a:miter lim="800000"/>
            <a:headEnd/>
            <a:tailEnd/>
          </a:ln>
          <a:effectLst/>
        </p:spPr>
        <p:txBody>
          <a:bodyPr wrap="square" lIns="111402" tIns="55743" rIns="111402" bIns="55743">
            <a:spAutoFit/>
          </a:bodyPr>
          <a:lstStyle/>
          <a:p>
            <a:pPr algn="ctr">
              <a:lnSpc>
                <a:spcPts val="2720"/>
              </a:lnSpc>
              <a:spcBef>
                <a:spcPts val="0"/>
              </a:spcBef>
            </a:pPr>
            <a:r>
              <a:rPr lang="en-US" sz="2600" b="1" kern="0" dirty="0">
                <a:solidFill>
                  <a:schemeClr val="accent6">
                    <a:lumMod val="50000"/>
                  </a:schemeClr>
                </a:solidFill>
                <a:latin typeface="Calibri" pitchFamily="34" charset="0"/>
                <a:ea typeface="Ebrima" pitchFamily="2" charset="0"/>
                <a:cs typeface="Calibri" pitchFamily="34" charset="0"/>
              </a:rPr>
              <a:t>C: </a:t>
            </a:r>
            <a:r>
              <a:rPr lang="en-US" sz="2600" b="1" kern="0" dirty="0" err="1">
                <a:latin typeface="Calibri" pitchFamily="34" charset="0"/>
                <a:ea typeface="Ebrima" pitchFamily="2" charset="0"/>
                <a:cs typeface="Calibri" pitchFamily="34" charset="0"/>
              </a:rPr>
              <a:t>Swantha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maranhathaal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njangalkku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jeevan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nalkiya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Daiva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Puthra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njangal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shabdam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uyarthi</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ninakku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sthuthi</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paaduvaan</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mannhil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ninnu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njangalhe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uyirth-ezhunnelppi-kkanhame</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Pithaavum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Puthranum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Parishudha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Roohaayum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aaya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Daivam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vannyanum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sthuthyanum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aakunnu</a:t>
            </a:r>
            <a:r>
              <a:rPr lang="en-US" sz="2600" b="1" kern="0" dirty="0">
                <a:latin typeface="Calibri" pitchFamily="34" charset="0"/>
                <a:ea typeface="Ebrima" pitchFamily="2" charset="0"/>
                <a:cs typeface="Calibri" pitchFamily="34" charset="0"/>
              </a:rPr>
              <a:t>. Aadi </a:t>
            </a:r>
            <a:r>
              <a:rPr lang="en-US" sz="2600" b="1" kern="0" dirty="0" err="1">
                <a:latin typeface="Calibri" pitchFamily="34" charset="0"/>
                <a:ea typeface="Ebrima" pitchFamily="2" charset="0"/>
                <a:cs typeface="Calibri" pitchFamily="34" charset="0"/>
              </a:rPr>
              <a:t>muthal</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thalamurra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thalamurra</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varekkum</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thanikku</a:t>
            </a:r>
            <a:r>
              <a:rPr lang="en-US" sz="2600" b="1" kern="0" dirty="0">
                <a:latin typeface="Calibri" pitchFamily="34" charset="0"/>
                <a:ea typeface="Ebrima" pitchFamily="2" charset="0"/>
                <a:cs typeface="Calibri" pitchFamily="34" charset="0"/>
              </a:rPr>
              <a:t> </a:t>
            </a:r>
            <a:r>
              <a:rPr lang="en-US" sz="2600" b="1" kern="0" dirty="0" err="1">
                <a:latin typeface="Calibri" pitchFamily="34" charset="0"/>
                <a:ea typeface="Ebrima" pitchFamily="2" charset="0"/>
                <a:cs typeface="Calibri" pitchFamily="34" charset="0"/>
              </a:rPr>
              <a:t>stuthi</a:t>
            </a:r>
            <a:r>
              <a:rPr lang="en-US" sz="2600" b="1" kern="0" dirty="0">
                <a:latin typeface="Calibri" pitchFamily="34" charset="0"/>
                <a:ea typeface="Ebrima" pitchFamily="2" charset="0"/>
                <a:cs typeface="Calibri" pitchFamily="34" charset="0"/>
              </a:rPr>
              <a:t>. Ha-</a:t>
            </a:r>
            <a:r>
              <a:rPr lang="en-US" sz="2600" b="1" kern="0" dirty="0" err="1">
                <a:latin typeface="Calibri" pitchFamily="34" charset="0"/>
                <a:ea typeface="Ebrima" pitchFamily="2" charset="0"/>
                <a:cs typeface="Calibri" pitchFamily="34" charset="0"/>
              </a:rPr>
              <a:t>lle</a:t>
            </a:r>
            <a:r>
              <a:rPr lang="en-US" sz="2600" b="1" kern="0" dirty="0">
                <a:latin typeface="Calibri" pitchFamily="34" charset="0"/>
                <a:ea typeface="Ebrima" pitchFamily="2" charset="0"/>
                <a:cs typeface="Calibri" pitchFamily="34" charset="0"/>
              </a:rPr>
              <a:t>-</a:t>
            </a:r>
            <a:r>
              <a:rPr lang="en-US" sz="2600" b="1" kern="0" dirty="0" err="1">
                <a:latin typeface="Calibri" pitchFamily="34" charset="0"/>
                <a:ea typeface="Ebrima" pitchFamily="2" charset="0"/>
                <a:cs typeface="Calibri" pitchFamily="34" charset="0"/>
              </a:rPr>
              <a:t>lu-jah</a:t>
            </a:r>
            <a:r>
              <a:rPr lang="en-US" sz="2600" b="1" kern="0" dirty="0">
                <a:latin typeface="Calibri" pitchFamily="34" charset="0"/>
                <a:ea typeface="Ebrima" pitchFamily="2" charset="0"/>
                <a:cs typeface="Calibri" pitchFamily="34" charset="0"/>
              </a:rPr>
              <a:t>.</a:t>
            </a:r>
          </a:p>
        </p:txBody>
      </p:sp>
      <p:sp>
        <p:nvSpPr>
          <p:cNvPr id="124930" name="Rectangle 2"/>
          <p:cNvSpPr>
            <a:spLocks noGrp="1" noChangeArrowheads="1"/>
          </p:cNvSpPr>
          <p:nvPr>
            <p:ph type="ctrTitle"/>
          </p:nvPr>
        </p:nvSpPr>
        <p:spPr>
          <a:xfrm>
            <a:off x="180168" y="1156901"/>
            <a:ext cx="5587314" cy="2209800"/>
          </a:xfrm>
        </p:spPr>
        <p:txBody>
          <a:bodyPr anchor="ctr">
            <a:noAutofit/>
          </a:bodyPr>
          <a:lstStyle/>
          <a:p>
            <a:pPr>
              <a:lnSpc>
                <a:spcPts val="2540"/>
              </a:lnSpc>
            </a:pPr>
            <a:r>
              <a:rPr lang="en-US" altLang="en-US" sz="3200" b="1" dirty="0">
                <a:solidFill>
                  <a:schemeClr val="accent6">
                    <a:lumMod val="50000"/>
                  </a:schemeClr>
                </a:solidFill>
                <a:latin typeface="MalayalamAbe" pitchFamily="18" charset="0"/>
              </a:rPr>
              <a:t>w</a:t>
            </a:r>
            <a:r>
              <a:rPr lang="en-US" altLang="en-US" sz="3200" b="1" dirty="0">
                <a:solidFill>
                  <a:schemeClr val="accent6">
                    <a:lumMod val="50000"/>
                  </a:schemeClr>
                </a:solidFill>
              </a:rPr>
              <a:t>. </a:t>
            </a:r>
            <a:r>
              <a:rPr lang="en-US" altLang="en-US" sz="3200" b="1" dirty="0" err="1">
                <a:latin typeface="MalayalamAbe" pitchFamily="18" charset="0"/>
              </a:rPr>
              <a:t>cI</a:t>
            </a:r>
            <a:r>
              <a:rPr lang="en-US" altLang="en-US" sz="3200" b="1" dirty="0">
                <a:latin typeface="MalayalamAbe" pitchFamily="18" charset="0"/>
              </a:rPr>
              <a:t>% </a:t>
            </a:r>
            <a:r>
              <a:rPr lang="en-US" altLang="en-US" sz="3200" b="1" dirty="0" err="1">
                <a:latin typeface="MalayalamAbe" pitchFamily="18" charset="0"/>
              </a:rPr>
              <a:t>agn</a:t>
            </a:r>
            <a:r>
              <a:rPr lang="en-US" altLang="en-US" sz="3200" b="1" dirty="0">
                <a:latin typeface="MalayalamAbe" pitchFamily="18" charset="0"/>
              </a:rPr>
              <a:t>\</a:t>
            </a:r>
            <a:r>
              <a:rPr lang="en-US" altLang="en-US" sz="3200" b="1" dirty="0" err="1">
                <a:latin typeface="MalayalamAbe" pitchFamily="18" charset="0"/>
              </a:rPr>
              <a:t>lH</a:t>
            </a:r>
            <a:r>
              <a:rPr lang="en-US" altLang="en-US" sz="3200" b="1" dirty="0">
                <a:latin typeface="MalayalamAbe" pitchFamily="18" charset="0"/>
              </a:rPr>
              <a:t> - B*X)[ </a:t>
            </a:r>
            <a:r>
              <a:rPr lang="en-US" altLang="en-US" sz="3200" b="1" dirty="0" err="1">
                <a:latin typeface="MalayalamAbe" pitchFamily="18" charset="0"/>
              </a:rPr>
              <a:t>wJi</a:t>
            </a:r>
            <a:r>
              <a:rPr lang="en-US" altLang="en-US" sz="3200" b="1" i="1" dirty="0" err="1">
                <a:latin typeface="MalayalamAbe" pitchFamily="18" charset="0"/>
              </a:rPr>
              <a:t>R</a:t>
            </a:r>
            <a:r>
              <a:rPr lang="en-US" altLang="en-US" sz="3200" b="1" i="1" dirty="0">
                <a:latin typeface="MalayalamAbe" pitchFamily="18" charset="0"/>
              </a:rPr>
              <a:t> </a:t>
            </a:r>
            <a:r>
              <a:rPr lang="en-US" altLang="en-US" sz="3200" b="1" dirty="0" err="1">
                <a:latin typeface="MalayalamAbe" pitchFamily="18" charset="0"/>
              </a:rPr>
              <a:t>rHdju</a:t>
            </a:r>
            <a:r>
              <a:rPr lang="en-US" altLang="en-US" sz="3200" b="1" dirty="0">
                <a:latin typeface="MalayalamAbe" pitchFamily="18" charset="0"/>
              </a:rPr>
              <a:t> </a:t>
            </a:r>
            <a:r>
              <a:rPr lang="en-US" altLang="en-US" sz="3200" b="1" dirty="0" err="1">
                <a:latin typeface="MalayalamAbe" pitchFamily="18" charset="0"/>
              </a:rPr>
              <a:t>sspiekYfl</a:t>
            </a:r>
            <a:r>
              <a:rPr lang="en-US" altLang="en-US" sz="3200" b="1" dirty="0">
                <a:latin typeface="MalayalamAbe" pitchFamily="18" charset="0"/>
              </a:rPr>
              <a:t> - B*X C~[</a:t>
            </a:r>
            <a:r>
              <a:rPr lang="en-US" altLang="en-US" sz="3200" b="1" dirty="0" err="1">
                <a:latin typeface="MalayalamAbe" pitchFamily="18" charset="0"/>
              </a:rPr>
              <a:t>pakuG</a:t>
            </a:r>
            <a:r>
              <a:rPr lang="en-US" altLang="en-US" sz="3200" b="1" dirty="0">
                <a:latin typeface="MalayalamAbe" pitchFamily="18" charset="0"/>
              </a:rPr>
              <a:t>\j, </a:t>
            </a:r>
            <a:r>
              <a:rPr lang="en-US" altLang="en-US" sz="3200" b="1" dirty="0" err="1">
                <a:latin typeface="MalayalamAbe" pitchFamily="18" charset="0"/>
              </a:rPr>
              <a:t>rjr</a:t>
            </a:r>
            <a:r>
              <a:rPr lang="en-US" altLang="en-US" sz="3200" b="1" dirty="0">
                <a:latin typeface="MalayalamAbe" pitchFamily="18" charset="0"/>
              </a:rPr>
              <a:t>)k c[</a:t>
            </a:r>
            <a:r>
              <a:rPr lang="en-US" altLang="en-US" sz="3200" b="1" dirty="0" err="1">
                <a:latin typeface="MalayalamAbe" pitchFamily="18" charset="0"/>
              </a:rPr>
              <a:t>fkfj</a:t>
            </a:r>
            <a:r>
              <a:rPr lang="en-US" altLang="en-US" sz="3200" b="1" dirty="0">
                <a:latin typeface="MalayalamAbe" pitchFamily="18" charset="0"/>
              </a:rPr>
              <a:t> </a:t>
            </a:r>
            <a:r>
              <a:rPr lang="en-US" altLang="en-US" sz="3200" b="1" dirty="0" err="1">
                <a:latin typeface="MalayalamAbe" pitchFamily="18" charset="0"/>
              </a:rPr>
              <a:t>elmkilR</a:t>
            </a:r>
            <a:r>
              <a:rPr lang="en-US" altLang="en-US" sz="3200" b="1" dirty="0">
                <a:latin typeface="MalayalamAbe" pitchFamily="18" charset="0"/>
              </a:rPr>
              <a:t> </a:t>
            </a:r>
            <a:r>
              <a:rPr lang="en-US" altLang="en-US" sz="3200" b="1" dirty="0" err="1">
                <a:latin typeface="MalayalamAbe" pitchFamily="18" charset="0"/>
              </a:rPr>
              <a:t>a</a:t>
            </a:r>
            <a:r>
              <a:rPr lang="en-US" altLang="en-US" sz="3200" b="1" dirty="0" err="1">
                <a:latin typeface="Kerala" pitchFamily="2" charset="0"/>
              </a:rPr>
              <a:t>H</a:t>
            </a:r>
            <a:r>
              <a:rPr lang="en-US" altLang="en-US" sz="3200" b="1" dirty="0" err="1">
                <a:latin typeface="MalayalamAbe" pitchFamily="18" charset="0"/>
              </a:rPr>
              <a:t>jH</a:t>
            </a:r>
            <a:r>
              <a:rPr lang="en-US" altLang="en-US" sz="3200" b="1" dirty="0">
                <a:latin typeface="MalayalamAbe" pitchFamily="18" charset="0"/>
              </a:rPr>
              <a:t> </a:t>
            </a:r>
            <a:r>
              <a:rPr lang="en-US" altLang="en-US" sz="3200" b="1" dirty="0" err="1">
                <a:latin typeface="MalayalamAbe" pitchFamily="18" charset="0"/>
              </a:rPr>
              <a:t>rj#k</a:t>
            </a:r>
            <a:r>
              <a:rPr lang="en-US" altLang="en-US" sz="3200" b="1" dirty="0">
                <a:latin typeface="MalayalamAbe" pitchFamily="18" charset="0"/>
              </a:rPr>
              <a:t> B*</a:t>
            </a:r>
            <a:r>
              <a:rPr lang="en-US" altLang="en-US" sz="3200" b="1" dirty="0" err="1">
                <a:latin typeface="MalayalamAbe" pitchFamily="18" charset="0"/>
              </a:rPr>
              <a:t>sx</a:t>
            </a:r>
            <a:r>
              <a:rPr lang="en-US" altLang="en-US" sz="3200" b="1" dirty="0">
                <a:latin typeface="MalayalamAbe" pitchFamily="18" charset="0"/>
              </a:rPr>
              <a:t> </a:t>
            </a:r>
            <a:r>
              <a:rPr lang="en-US" altLang="en-US" sz="3200" b="1" dirty="0" err="1">
                <a:latin typeface="MalayalamAbe" pitchFamily="18" charset="0"/>
              </a:rPr>
              <a:t>KujGs</a:t>
            </a:r>
            <a:r>
              <a:rPr lang="en-US" altLang="en-US" sz="3200" b="1" dirty="0">
                <a:latin typeface="MalayalamAbe" pitchFamily="18" charset="0"/>
              </a:rPr>
              <a:t>\</a:t>
            </a:r>
            <a:r>
              <a:rPr lang="en-US" altLang="en-US" sz="3200" b="1" dirty="0" err="1">
                <a:latin typeface="MalayalamAbe" pitchFamily="18" charset="0"/>
              </a:rPr>
              <a:t>qkS#h</a:t>
            </a:r>
            <a:r>
              <a:rPr lang="en-US" altLang="en-US" sz="3200" b="1" dirty="0">
                <a:latin typeface="MalayalamAbe" pitchFamily="18" charset="0"/>
              </a:rPr>
              <a:t>[</a:t>
            </a:r>
            <a:r>
              <a:rPr lang="en-US" altLang="en-US" sz="3200" b="1" dirty="0" err="1">
                <a:latin typeface="MalayalamAbe" pitchFamily="18" charset="0"/>
              </a:rPr>
              <a:t>ej</a:t>
            </a:r>
            <a:r>
              <a:rPr lang="en-US" altLang="en-US" sz="3200" b="1" dirty="0">
                <a:latin typeface="MalayalamAbe" pitchFamily="18" charset="0"/>
              </a:rPr>
              <a:t>-S)</a:t>
            </a:r>
            <a:r>
              <a:rPr lang="en-US" altLang="en-US" sz="3200" b="1" dirty="0" err="1">
                <a:latin typeface="MalayalamAbe" pitchFamily="18" charset="0"/>
              </a:rPr>
              <a:t>nSa</a:t>
            </a:r>
            <a:r>
              <a:rPr lang="en-US" altLang="en-US" sz="3200" b="1" dirty="0">
                <a:latin typeface="MalayalamAbe" pitchFamily="18" charset="0"/>
              </a:rPr>
              <a:t> </a:t>
            </a:r>
            <a:r>
              <a:rPr lang="en-US" altLang="en-US" sz="3200" b="1" dirty="0" err="1">
                <a:latin typeface="MalayalamAbe" pitchFamily="18" charset="0"/>
              </a:rPr>
              <a:t>ejflik</a:t>
            </a:r>
            <a:r>
              <a:rPr lang="en-US" altLang="en-US" sz="3200" b="1" dirty="0">
                <a:latin typeface="MalayalamAbe" pitchFamily="18" charset="0"/>
              </a:rPr>
              <a:t>; </a:t>
            </a:r>
            <a:r>
              <a:rPr lang="en-US" altLang="en-US" sz="3200" b="1" dirty="0" err="1">
                <a:latin typeface="MalayalamAbe" pitchFamily="18" charset="0"/>
              </a:rPr>
              <a:t>ekYfrk</a:t>
            </a:r>
            <a:r>
              <a:rPr lang="en-US" altLang="en-US" sz="3200" b="1" dirty="0">
                <a:latin typeface="MalayalamAbe" pitchFamily="18" charset="0"/>
              </a:rPr>
              <a:t>; </a:t>
            </a:r>
            <a:r>
              <a:rPr lang="en-US" altLang="en-US" sz="3200" b="1" dirty="0" err="1">
                <a:latin typeface="MalayalamAbe" pitchFamily="18" charset="0"/>
              </a:rPr>
              <a:t>egjCk</a:t>
            </a:r>
            <a:r>
              <a:rPr lang="en-US" altLang="en-US" sz="3200" b="1" dirty="0" err="1">
                <a:latin typeface="Kerala" pitchFamily="2" charset="0"/>
              </a:rPr>
              <a:t>i</a:t>
            </a:r>
            <a:r>
              <a:rPr lang="en-US" altLang="en-US" sz="3200" b="1" dirty="0" err="1">
                <a:latin typeface="MalayalamAbe" pitchFamily="18" charset="0"/>
              </a:rPr>
              <a:t>yo|luk</a:t>
            </a:r>
            <a:r>
              <a:rPr lang="en-US" altLang="en-US" sz="3200" b="1" dirty="0">
                <a:latin typeface="MalayalamAbe" pitchFamily="18" charset="0"/>
              </a:rPr>
              <a:t>; :u </a:t>
            </a:r>
            <a:r>
              <a:rPr lang="en-US" altLang="en-US" sz="3200" b="1" dirty="0" err="1">
                <a:latin typeface="MalayalamAbe" pitchFamily="18" charset="0"/>
              </a:rPr>
              <a:t>sspi</a:t>
            </a:r>
            <a:r>
              <a:rPr lang="en-US" altLang="en-US" sz="3200" b="1" dirty="0">
                <a:latin typeface="MalayalamAbe" pitchFamily="18" charset="0"/>
              </a:rPr>
              <a:t>; </a:t>
            </a:r>
            <a:r>
              <a:rPr lang="en-US" altLang="en-US" sz="3200" b="1" dirty="0" err="1">
                <a:latin typeface="MalayalamAbe" pitchFamily="18" charset="0"/>
              </a:rPr>
              <a:t>i$Urk</a:t>
            </a:r>
            <a:r>
              <a:rPr lang="en-US" altLang="en-US" sz="3200" b="1" dirty="0">
                <a:latin typeface="MalayalamAbe" pitchFamily="18" charset="0"/>
              </a:rPr>
              <a:t>; c[</a:t>
            </a:r>
            <a:r>
              <a:rPr lang="en-US" altLang="en-US" sz="3200" b="1" dirty="0" err="1">
                <a:latin typeface="MalayalamAbe" pitchFamily="18" charset="0"/>
              </a:rPr>
              <a:t>fkfUrk</a:t>
            </a:r>
            <a:r>
              <a:rPr lang="en-US" altLang="en-US" sz="3200" b="1" dirty="0">
                <a:latin typeface="MalayalamAbe" pitchFamily="18" charset="0"/>
              </a:rPr>
              <a:t>; :</a:t>
            </a:r>
            <a:r>
              <a:rPr lang="en-US" altLang="en-US" sz="3200" b="1" dirty="0" err="1">
                <a:latin typeface="MalayalamAbe" pitchFamily="18" charset="0"/>
              </a:rPr>
              <a:t>dk#k</a:t>
            </a:r>
            <a:r>
              <a:rPr lang="en-US" altLang="en-US" sz="3200" b="1" dirty="0">
                <a:latin typeface="MalayalamAbe" pitchFamily="18" charset="0"/>
              </a:rPr>
              <a:t> - :</a:t>
            </a:r>
            <a:r>
              <a:rPr lang="en-US" altLang="en-US" sz="3200" b="1" dirty="0" err="1">
                <a:latin typeface="MalayalamAbe" pitchFamily="18" charset="0"/>
              </a:rPr>
              <a:t>pjakfH</a:t>
            </a:r>
            <a:r>
              <a:rPr lang="en-US" altLang="en-US" sz="3200" b="1" dirty="0">
                <a:latin typeface="MalayalamAbe" pitchFamily="18" charset="0"/>
              </a:rPr>
              <a:t> </a:t>
            </a:r>
            <a:r>
              <a:rPr lang="en-US" altLang="en-US" sz="3200" b="1" dirty="0" err="1">
                <a:latin typeface="MalayalamAbe" pitchFamily="18" charset="0"/>
              </a:rPr>
              <a:t>fhaky</a:t>
            </a:r>
            <a:r>
              <a:rPr lang="en-US" altLang="en-US" sz="3200" b="1" dirty="0">
                <a:latin typeface="MalayalamAbe" pitchFamily="18" charset="0"/>
              </a:rPr>
              <a:t> </a:t>
            </a:r>
            <a:r>
              <a:rPr lang="en-US" altLang="en-US" sz="3200" b="1" dirty="0" err="1">
                <a:latin typeface="MalayalamAbe" pitchFamily="18" charset="0"/>
              </a:rPr>
              <a:t>fhakyiSg</a:t>
            </a:r>
            <a:r>
              <a:rPr lang="en-US" altLang="en-US" sz="3200" b="1" dirty="0">
                <a:latin typeface="MalayalamAbe" pitchFamily="18" charset="0"/>
              </a:rPr>
              <a:t>)k; </a:t>
            </a:r>
            <a:r>
              <a:rPr lang="en-US" altLang="en-US" sz="3200" b="1" dirty="0" err="1">
                <a:latin typeface="MalayalamAbe" pitchFamily="18" charset="0"/>
              </a:rPr>
              <a:t>frj</a:t>
            </a:r>
            <a:r>
              <a:rPr lang="en-US" altLang="en-US" sz="3200" b="1" dirty="0">
                <a:latin typeface="MalayalamAbe" pitchFamily="18" charset="0"/>
              </a:rPr>
              <a:t>)k c[</a:t>
            </a:r>
            <a:r>
              <a:rPr lang="en-US" altLang="en-US" sz="3200" b="1" dirty="0" err="1">
                <a:latin typeface="MalayalamAbe" pitchFamily="18" charset="0"/>
              </a:rPr>
              <a:t>fkfj</a:t>
            </a:r>
            <a:r>
              <a:rPr lang="en-US" altLang="en-US" sz="3200" b="1" dirty="0">
                <a:latin typeface="MalayalamAbe" pitchFamily="18" charset="0"/>
              </a:rPr>
              <a:t>. </a:t>
            </a:r>
            <a:br>
              <a:rPr lang="en-US" altLang="en-US" sz="3200" b="1" dirty="0">
                <a:latin typeface="MalayalamAbe" pitchFamily="18" charset="0"/>
              </a:rPr>
            </a:br>
            <a:r>
              <a:rPr lang="en-US" altLang="en-US" sz="3200" b="1" dirty="0">
                <a:latin typeface="MalayalamAbe" pitchFamily="18" charset="0"/>
              </a:rPr>
              <a:t>|</a:t>
            </a:r>
            <a:r>
              <a:rPr lang="en-US" altLang="en-US" sz="3200" b="1" dirty="0" err="1">
                <a:latin typeface="MalayalamAbe" pitchFamily="18" charset="0"/>
              </a:rPr>
              <a:t>l-Sh-hk-u&amp;l</a:t>
            </a:r>
            <a:r>
              <a:rPr lang="en-US" altLang="en-US" sz="3200" b="1" dirty="0">
                <a:latin typeface="MalayalamAbe" pitchFamily="18" charset="0"/>
              </a:rPr>
              <a:t>.</a:t>
            </a:r>
          </a:p>
        </p:txBody>
      </p:sp>
      <p:sp>
        <p:nvSpPr>
          <p:cNvPr id="3" name="TextBox 2">
            <a:extLst>
              <a:ext uri="{FF2B5EF4-FFF2-40B4-BE49-F238E27FC236}">
                <a16:creationId xmlns:a16="http://schemas.microsoft.com/office/drawing/2014/main" id="{5B058E91-169D-0FF7-6598-DA147AB388D8}"/>
              </a:ext>
            </a:extLst>
          </p:cNvPr>
          <p:cNvSpPr txBox="1"/>
          <p:nvPr/>
        </p:nvSpPr>
        <p:spPr>
          <a:xfrm>
            <a:off x="0" y="5091900"/>
            <a:ext cx="12192000" cy="1529393"/>
          </a:xfrm>
          <a:prstGeom prst="rect">
            <a:avLst/>
          </a:prstGeom>
          <a:noFill/>
        </p:spPr>
        <p:txBody>
          <a:bodyPr wrap="square">
            <a:spAutoFit/>
          </a:bodyPr>
          <a:lstStyle/>
          <a:p>
            <a:pPr marL="403225" marR="0" lvl="0" indent="-403225" algn="ctr" rtl="0">
              <a:lnSpc>
                <a:spcPct val="80000"/>
              </a:lnSpc>
              <a:spcBef>
                <a:spcPts val="0"/>
              </a:spcBef>
              <a:spcAft>
                <a:spcPts val="0"/>
              </a:spcAft>
              <a:buClr>
                <a:srgbClr val="000000"/>
              </a:buClr>
              <a:buSzPts val="3200"/>
              <a:buFont typeface="Arial"/>
              <a:buNone/>
            </a:pPr>
            <a:r>
              <a:rPr lang="en-US" sz="2900" b="1" i="1" dirty="0">
                <a:solidFill>
                  <a:schemeClr val="dk1"/>
                </a:solidFill>
                <a:latin typeface="+mn-lt"/>
                <a:ea typeface="Calibri"/>
                <a:cs typeface="Times New Roman" panose="02020603050405020304" pitchFamily="18" charset="0"/>
                <a:sym typeface="Calibri"/>
              </a:rPr>
              <a:t>	</a:t>
            </a:r>
            <a:r>
              <a:rPr lang="en-US" sz="2900" b="1" i="1" u="none" strike="noStrike" cap="none" dirty="0">
                <a:solidFill>
                  <a:schemeClr val="accent6">
                    <a:lumMod val="50000"/>
                  </a:schemeClr>
                </a:solidFill>
                <a:latin typeface="+mn-lt"/>
                <a:ea typeface="Calibri"/>
                <a:cs typeface="Times New Roman" panose="02020603050405020304" pitchFamily="18" charset="0"/>
                <a:sym typeface="Calibri"/>
              </a:rPr>
              <a:t> C: </a:t>
            </a:r>
            <a:r>
              <a:rPr lang="en-US" sz="2900" b="1" i="1" strike="noStrike" cap="none" dirty="0">
                <a:solidFill>
                  <a:schemeClr val="dk1"/>
                </a:solidFill>
                <a:latin typeface="+mn-lt"/>
                <a:ea typeface="Calibri"/>
                <a:cs typeface="Times New Roman" panose="02020603050405020304" pitchFamily="18" charset="0"/>
                <a:sym typeface="Calibri"/>
              </a:rPr>
              <a:t>O Son of God, Your death has changed our death into life. Raise us from the dust that we may ever praise </a:t>
            </a:r>
            <a:r>
              <a:rPr lang="en-US" sz="2800" b="1" i="1" u="none" strike="noStrike" cap="none" dirty="0">
                <a:solidFill>
                  <a:schemeClr val="dk1"/>
                </a:solidFill>
                <a:latin typeface="+mn-lt"/>
                <a:ea typeface="Calibri"/>
                <a:cs typeface="Times New Roman" panose="02020603050405020304" pitchFamily="18" charset="0"/>
                <a:sym typeface="Calibri"/>
              </a:rPr>
              <a:t>Y</a:t>
            </a:r>
            <a:r>
              <a:rPr lang="en-US" sz="2900" b="1" i="1" strike="noStrike" cap="none" dirty="0">
                <a:solidFill>
                  <a:schemeClr val="dk1"/>
                </a:solidFill>
                <a:latin typeface="+mn-lt"/>
                <a:ea typeface="Calibri"/>
                <a:cs typeface="Times New Roman" panose="02020603050405020304" pitchFamily="18" charset="0"/>
                <a:sym typeface="Calibri"/>
              </a:rPr>
              <a:t>ou. God the Father, the Son, and the Holy Spirit, is worthy of glory and worship forever. From the beginning and from generation to generation, may he be praised. Hallelujah.</a:t>
            </a:r>
            <a:endParaRPr lang="en-US" sz="2900" b="1" i="1" strike="noStrike" cap="none" dirty="0">
              <a:solidFill>
                <a:schemeClr val="dk1"/>
              </a:solidFill>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13963255-8761-0249-DB96-0E33D42AB794}"/>
              </a:ext>
            </a:extLst>
          </p:cNvPr>
          <p:cNvSpPr txBox="1"/>
          <p:nvPr/>
        </p:nvSpPr>
        <p:spPr>
          <a:xfrm>
            <a:off x="0" y="436241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F0BCBDF5-87ED-266E-1662-6D0BBDF9DEF0}"/>
              </a:ext>
            </a:extLst>
          </p:cNvPr>
          <p:cNvCxnSpPr>
            <a:cxnSpLocks/>
          </p:cNvCxnSpPr>
          <p:nvPr/>
        </p:nvCxnSpPr>
        <p:spPr>
          <a:xfrm>
            <a:off x="6096000" y="0"/>
            <a:ext cx="0" cy="446549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8B66EA7F-F467-42FD-BF58-9C38C27D4CE0}"/>
              </a:ext>
            </a:extLst>
          </p:cNvPr>
          <p:cNvSpPr txBox="1">
            <a:spLocks noChangeArrowheads="1"/>
          </p:cNvSpPr>
          <p:nvPr/>
        </p:nvSpPr>
        <p:spPr bwMode="auto">
          <a:xfrm>
            <a:off x="6858460" y="1242750"/>
            <a:ext cx="5649686"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Njangalhude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reksha-kkaayi</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vannavanum</a:t>
            </a:r>
            <a:r>
              <a:rPr lang="en-US" sz="3000" b="1" kern="0" dirty="0">
                <a:latin typeface="Calibri" pitchFamily="34" charset="0"/>
                <a:ea typeface="Ebrima" pitchFamily="2" charset="0"/>
                <a:cs typeface="Calibri" pitchFamily="34" charset="0"/>
              </a:rPr>
              <a:t>...</a:t>
            </a:r>
          </a:p>
          <a:p>
            <a:pP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a:latin typeface="Calibri" pitchFamily="34" charset="0"/>
                <a:ea typeface="Ebrima" pitchFamily="2" charset="0"/>
                <a:cs typeface="Calibri" pitchFamily="34" charset="0"/>
              </a:rPr>
              <a:t>Amen.</a:t>
            </a:r>
          </a:p>
        </p:txBody>
      </p:sp>
      <p:sp>
        <p:nvSpPr>
          <p:cNvPr id="125954" name="Rectangle 2"/>
          <p:cNvSpPr>
            <a:spLocks noGrp="1" noChangeArrowheads="1"/>
          </p:cNvSpPr>
          <p:nvPr>
            <p:ph type="ctrTitle"/>
          </p:nvPr>
        </p:nvSpPr>
        <p:spPr>
          <a:xfrm>
            <a:off x="513755" y="1287936"/>
            <a:ext cx="5068491" cy="1524000"/>
          </a:xfrm>
        </p:spPr>
        <p:txBody>
          <a:bodyPr anchor="ctr">
            <a:noAutofit/>
          </a:bodyPr>
          <a:lstStyle/>
          <a:p>
            <a:pPr algn="l" eaLnBrk="1" hangingPunct="1"/>
            <a:r>
              <a:rPr lang="en-US" altLang="en-US" sz="3600" b="1" dirty="0">
                <a:solidFill>
                  <a:schemeClr val="accent6">
                    <a:lumMod val="50000"/>
                  </a:schemeClr>
                </a:solidFill>
                <a:latin typeface="MalayalamAbe" pitchFamily="18" charset="0"/>
              </a:rPr>
              <a:t>e. </a:t>
            </a:r>
            <a:r>
              <a:rPr lang="en-US" altLang="en-US" sz="3600" b="1" dirty="0">
                <a:latin typeface="MalayalamAbe" pitchFamily="18" charset="0"/>
              </a:rPr>
              <a:t>B*</a:t>
            </a:r>
            <a:r>
              <a:rPr lang="en-US" altLang="en-US" sz="3600" b="1" dirty="0" err="1">
                <a:latin typeface="MalayalamAbe" pitchFamily="18" charset="0"/>
              </a:rPr>
              <a:t>xksm</a:t>
            </a:r>
            <a:r>
              <a:rPr lang="en-US" altLang="en-US" sz="3600" b="1" dirty="0">
                <a:latin typeface="MalayalamAbe" pitchFamily="18" charset="0"/>
              </a:rPr>
              <a:t> </a:t>
            </a:r>
            <a:r>
              <a:rPr lang="en-US" altLang="en-US" sz="3600" b="1" dirty="0" err="1">
                <a:latin typeface="MalayalamAbe" pitchFamily="18" charset="0"/>
              </a:rPr>
              <a:t>g</a:t>
            </a:r>
            <a:r>
              <a:rPr lang="en-US" altLang="en-US" sz="3600" b="1" dirty="0" err="1">
                <a:latin typeface="Kerala" pitchFamily="2" charset="0"/>
              </a:rPr>
              <a:t>f</a:t>
            </a:r>
            <a:r>
              <a:rPr lang="en-US" altLang="en-US" sz="3600" b="1" dirty="0" err="1">
                <a:latin typeface="MalayalamAbe" pitchFamily="18" charset="0"/>
              </a:rPr>
              <a:t>u</a:t>
            </a:r>
            <a:r>
              <a:rPr lang="en-US" altLang="en-US" sz="3600" b="1" dirty="0">
                <a:latin typeface="MalayalamAbe" pitchFamily="18" charset="0"/>
              </a:rPr>
              <a:t>[-)</a:t>
            </a:r>
            <a:r>
              <a:rPr lang="en-US" altLang="en-US" sz="3600" b="1" dirty="0" err="1">
                <a:latin typeface="MalayalamAbe" pitchFamily="18" charset="0"/>
              </a:rPr>
              <a:t>luj</a:t>
            </a:r>
            <a:r>
              <a:rPr lang="en-US" altLang="en-US" sz="3600" b="1" dirty="0">
                <a:latin typeface="MalayalamAbe" pitchFamily="18" charset="0"/>
              </a:rPr>
              <a:t> </a:t>
            </a:r>
            <a:r>
              <a:rPr lang="en-US" altLang="en-US" sz="3600" b="1" dirty="0" err="1">
                <a:latin typeface="MalayalamAbe" pitchFamily="18" charset="0"/>
              </a:rPr>
              <a:t>i#irk</a:t>
            </a:r>
            <a:r>
              <a:rPr lang="en-US" altLang="en-US" sz="3600" b="1" dirty="0">
                <a:latin typeface="MalayalamAbe" pitchFamily="18" charset="0"/>
              </a:rPr>
              <a:t>;...</a:t>
            </a:r>
            <a:br>
              <a:rPr lang="en-US" altLang="en-US" sz="3600" b="1" dirty="0">
                <a:latin typeface="MalayalamAbe" pitchFamily="18" charset="0"/>
              </a:rPr>
            </a:br>
            <a:r>
              <a:rPr lang="en-US" altLang="en-US" sz="3600" b="1" dirty="0">
                <a:solidFill>
                  <a:schemeClr val="accent6">
                    <a:lumMod val="50000"/>
                  </a:schemeClr>
                </a:solidFill>
                <a:latin typeface="MalayalamAbe" pitchFamily="18" charset="0"/>
              </a:rPr>
              <a:t>w</a:t>
            </a:r>
            <a:r>
              <a:rPr lang="en-US" altLang="en-US" sz="3600" b="1" dirty="0">
                <a:solidFill>
                  <a:schemeClr val="accent6">
                    <a:lumMod val="50000"/>
                  </a:schemeClr>
                </a:solidFill>
              </a:rPr>
              <a:t>. </a:t>
            </a:r>
            <a:r>
              <a:rPr lang="en-US" altLang="en-US" sz="3600" b="1" dirty="0">
                <a:latin typeface="MalayalamAbe" pitchFamily="18" charset="0"/>
              </a:rPr>
              <a:t>:</a:t>
            </a:r>
            <a:r>
              <a:rPr lang="en-US" altLang="en-US" sz="3600" b="1" dirty="0" err="1">
                <a:latin typeface="MalayalamAbe" pitchFamily="18" charset="0"/>
              </a:rPr>
              <a:t>SaR</a:t>
            </a:r>
            <a:r>
              <a:rPr lang="en-US" altLang="en-US" sz="3600" b="1" dirty="0">
                <a:latin typeface="MalayalamAbe" pitchFamily="18" charset="0"/>
              </a:rPr>
              <a:t>.</a:t>
            </a:r>
          </a:p>
        </p:txBody>
      </p:sp>
      <p:sp>
        <p:nvSpPr>
          <p:cNvPr id="2" name="TextBox 1">
            <a:extLst>
              <a:ext uri="{FF2B5EF4-FFF2-40B4-BE49-F238E27FC236}">
                <a16:creationId xmlns:a16="http://schemas.microsoft.com/office/drawing/2014/main" id="{5BA69F7C-7D53-ACC0-AF47-546130E8F687}"/>
              </a:ext>
            </a:extLst>
          </p:cNvPr>
          <p:cNvSpPr txBox="1"/>
          <p:nvPr/>
        </p:nvSpPr>
        <p:spPr>
          <a:xfrm>
            <a:off x="1760729" y="3941379"/>
            <a:ext cx="9116856" cy="2606098"/>
          </a:xfrm>
          <a:prstGeom prst="rect">
            <a:avLst/>
          </a:prstGeom>
          <a:noFill/>
        </p:spPr>
        <p:txBody>
          <a:bodyPr wrap="square">
            <a:spAutoFit/>
          </a:bodyPr>
          <a:lstStyle/>
          <a:p>
            <a:pPr marL="365125" marR="0" lvl="0" indent="-365125" algn="l" rtl="0">
              <a:lnSpc>
                <a:spcPct val="1100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a:t>
            </a:r>
            <a:r>
              <a:rPr lang="en-US" sz="3000" b="1" i="1" dirty="0">
                <a:solidFill>
                  <a:schemeClr val="accent6">
                    <a:lumMod val="50000"/>
                  </a:schemeClr>
                </a:solidFill>
                <a:latin typeface="+mn-lt"/>
                <a:ea typeface="Calibri"/>
                <a:cs typeface="Times New Roman" panose="02020603050405020304" pitchFamily="18" charset="0"/>
                <a:sym typeface="Arial"/>
              </a:rPr>
              <a:t> </a:t>
            </a:r>
            <a:r>
              <a:rPr lang="en-US" sz="3000" b="1" i="1" u="none" strike="noStrike" cap="none" dirty="0">
                <a:solidFill>
                  <a:schemeClr val="dk1"/>
                </a:solidFill>
                <a:latin typeface="+mn-lt"/>
                <a:ea typeface="Calibri"/>
                <a:cs typeface="Times New Roman" panose="02020603050405020304" pitchFamily="18" charset="0"/>
                <a:sym typeface="Calibri"/>
              </a:rPr>
              <a:t>O Son of God who came for our salvation and will come again for our resurrection and for the renewal of our human race, grant, we pray, forgiveness of sins to Your servants through Your Own atoning sacrifice.</a:t>
            </a:r>
          </a:p>
          <a:p>
            <a:pPr marL="365125" marR="0" lvl="0" indent="-365125" algn="l" rtl="0">
              <a:lnSpc>
                <a:spcPct val="1100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a:t>
            </a:r>
            <a:r>
              <a:rPr lang="en-US" sz="3000" b="1" i="1" u="none" strike="noStrike" cap="none" dirty="0">
                <a:solidFill>
                  <a:schemeClr val="dk1"/>
                </a:solidFill>
                <a:latin typeface="+mn-lt"/>
                <a:ea typeface="Calibri"/>
                <a:cs typeface="Times New Roman" panose="02020603050405020304" pitchFamily="18" charset="0"/>
                <a:sym typeface="Calibri"/>
              </a:rPr>
              <a:t>	Amen.</a:t>
            </a:r>
            <a:endParaRPr lang="en-US" sz="3000" b="1" i="1" u="none" strike="noStrike" cap="none" dirty="0">
              <a:solidFill>
                <a:schemeClr val="dk1"/>
              </a:solidFill>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74E49C2E-506C-301D-AC95-FAF3E012A1C5}"/>
              </a:ext>
            </a:extLst>
          </p:cNvPr>
          <p:cNvSpPr txBox="1"/>
          <p:nvPr/>
        </p:nvSpPr>
        <p:spPr>
          <a:xfrm>
            <a:off x="1" y="180637"/>
            <a:ext cx="6096000" cy="836126"/>
          </a:xfrm>
          <a:prstGeom prst="rect">
            <a:avLst/>
          </a:prstGeom>
          <a:noFill/>
        </p:spPr>
        <p:txBody>
          <a:bodyPr wrap="square" rtlCol="0">
            <a:spAutoFit/>
          </a:bodyPr>
          <a:lstStyle/>
          <a:p>
            <a:pPr algn="ctr" rtl="0">
              <a:lnSpc>
                <a:spcPts val="2940"/>
              </a:lnSpc>
              <a:spcBef>
                <a:spcPts val="1200"/>
              </a:spcBef>
              <a:spcAft>
                <a:spcPts val="0"/>
              </a:spcAft>
            </a:pPr>
            <a:r>
              <a:rPr lang="en-US" sz="2300" b="1" spc="-300" dirty="0">
                <a:solidFill>
                  <a:schemeClr val="accent6">
                    <a:lumMod val="50000"/>
                  </a:schemeClr>
                </a:solidFill>
                <a:latin typeface="Malayalam MN" pitchFamily="2" charset="0"/>
                <a:cs typeface="Malayalam MN" pitchFamily="2" charset="0"/>
              </a:rPr>
              <a:t>(</a:t>
            </a:r>
            <a:r>
              <a:rPr lang="ml-IN" sz="2300" b="1" u="none" strike="noStrike" spc="-300" dirty="0">
                <a:solidFill>
                  <a:schemeClr val="accent6">
                    <a:lumMod val="50000"/>
                  </a:schemeClr>
                </a:solidFill>
                <a:effectLst/>
                <a:latin typeface="Malayalam MN" pitchFamily="2" charset="0"/>
                <a:cs typeface="Malayalam MN" pitchFamily="2" charset="0"/>
              </a:rPr>
              <a:t>പട്ടക്കാരന്‍</a:t>
            </a:r>
            <a:r>
              <a:rPr lang="en-US" sz="2300" b="1" u="none" strike="noStrike" spc="-300" dirty="0">
                <a:solidFill>
                  <a:schemeClr val="accent6">
                    <a:lumMod val="50000"/>
                  </a:schemeClr>
                </a:solidFill>
                <a:effectLst/>
                <a:latin typeface="Malayalam MN" pitchFamily="2" charset="0"/>
                <a:cs typeface="Malayalam MN" pitchFamily="2" charset="0"/>
              </a:rPr>
              <a:t> </a:t>
            </a:r>
            <a:r>
              <a:rPr lang="ml-IN" sz="2300" b="1" u="none" strike="noStrike" spc="-300" dirty="0">
                <a:solidFill>
                  <a:schemeClr val="accent6">
                    <a:lumMod val="50000"/>
                  </a:schemeClr>
                </a:solidFill>
                <a:effectLst/>
                <a:latin typeface="Malayalam MN" pitchFamily="2" charset="0"/>
                <a:cs typeface="Malayalam MN" pitchFamily="2" charset="0"/>
              </a:rPr>
              <a:t> കാസായും</a:t>
            </a:r>
            <a:r>
              <a:rPr lang="en-US" sz="2300" b="1" u="none" strike="noStrike" spc="-300" dirty="0">
                <a:solidFill>
                  <a:schemeClr val="accent6">
                    <a:lumMod val="50000"/>
                  </a:schemeClr>
                </a:solidFill>
                <a:effectLst/>
                <a:latin typeface="Malayalam MN" pitchFamily="2" charset="0"/>
                <a:cs typeface="Malayalam MN" pitchFamily="2" charset="0"/>
              </a:rPr>
              <a:t>  </a:t>
            </a:r>
            <a:r>
              <a:rPr lang="ml-IN" sz="2300" b="1" u="none" strike="noStrike" spc="-300" dirty="0">
                <a:solidFill>
                  <a:schemeClr val="accent6">
                    <a:lumMod val="50000"/>
                  </a:schemeClr>
                </a:solidFill>
                <a:effectLst/>
                <a:latin typeface="Malayalam MN" pitchFamily="2" charset="0"/>
                <a:cs typeface="Malayalam MN" pitchFamily="2" charset="0"/>
              </a:rPr>
              <a:t> പീലാസായും </a:t>
            </a:r>
            <a:r>
              <a:rPr lang="en-US" sz="2300" b="1" u="none" strike="noStrike" spc="-300" dirty="0">
                <a:solidFill>
                  <a:schemeClr val="accent6">
                    <a:lumMod val="50000"/>
                  </a:schemeClr>
                </a:solidFill>
                <a:effectLst/>
                <a:latin typeface="Malayalam MN" pitchFamily="2" charset="0"/>
                <a:cs typeface="Malayalam MN" pitchFamily="2" charset="0"/>
              </a:rPr>
              <a:t> </a:t>
            </a:r>
            <a:r>
              <a:rPr lang="ml-IN" sz="2300" b="1" u="none" strike="noStrike" spc="-300" dirty="0">
                <a:solidFill>
                  <a:schemeClr val="accent6">
                    <a:lumMod val="50000"/>
                  </a:schemeClr>
                </a:solidFill>
                <a:effectLst/>
                <a:latin typeface="Malayalam MN" pitchFamily="2" charset="0"/>
                <a:cs typeface="Malayalam MN" pitchFamily="2" charset="0"/>
              </a:rPr>
              <a:t>കൈയ്യില്‍</a:t>
            </a:r>
            <a:r>
              <a:rPr lang="en-US" sz="2300" b="1" u="none" strike="noStrike" spc="-300" dirty="0">
                <a:solidFill>
                  <a:schemeClr val="accent6">
                    <a:lumMod val="50000"/>
                  </a:schemeClr>
                </a:solidFill>
                <a:effectLst/>
                <a:latin typeface="Malayalam MN" pitchFamily="2" charset="0"/>
                <a:cs typeface="Malayalam MN" pitchFamily="2" charset="0"/>
              </a:rPr>
              <a:t>   </a:t>
            </a:r>
            <a:r>
              <a:rPr lang="ml-IN" sz="2300" b="1" u="none" strike="noStrike" spc="-300" dirty="0">
                <a:solidFill>
                  <a:schemeClr val="accent6">
                    <a:lumMod val="50000"/>
                  </a:schemeClr>
                </a:solidFill>
                <a:effectLst/>
                <a:latin typeface="Malayalam MN" pitchFamily="2" charset="0"/>
                <a:cs typeface="Malayalam MN" pitchFamily="2" charset="0"/>
              </a:rPr>
              <a:t>പിടിച്ചുകൊണ്ടു</a:t>
            </a:r>
            <a:r>
              <a:rPr lang="en-US" sz="2300" b="1" u="none" strike="noStrike" spc="-300" dirty="0">
                <a:solidFill>
                  <a:schemeClr val="accent6">
                    <a:lumMod val="50000"/>
                  </a:schemeClr>
                </a:solidFill>
                <a:effectLst/>
                <a:latin typeface="Malayalam MN" pitchFamily="2" charset="0"/>
                <a:cs typeface="Malayalam MN" pitchFamily="2" charset="0"/>
              </a:rPr>
              <a:t>  </a:t>
            </a:r>
            <a:r>
              <a:rPr lang="ml-IN" sz="2300" b="1" u="none" strike="noStrike" spc="-300" dirty="0">
                <a:solidFill>
                  <a:schemeClr val="accent6">
                    <a:lumMod val="50000"/>
                  </a:schemeClr>
                </a:solidFill>
                <a:effectLst/>
                <a:latin typeface="Malayalam MN" pitchFamily="2" charset="0"/>
                <a:cs typeface="Malayalam MN" pitchFamily="2" charset="0"/>
              </a:rPr>
              <a:t> ചൊല്ലേണ്ടത്</a:t>
            </a:r>
            <a:r>
              <a:rPr lang="en-US" sz="2300" b="1" strike="noStrike" spc="-300" dirty="0">
                <a:solidFill>
                  <a:schemeClr val="accent6">
                    <a:lumMod val="50000"/>
                  </a:schemeClr>
                </a:solidFill>
                <a:effectLst/>
                <a:latin typeface="Malayalam MN" pitchFamily="2" charset="0"/>
                <a:cs typeface="Malayalam MN" pitchFamily="2" charset="0"/>
              </a:rPr>
              <a:t>)</a:t>
            </a:r>
            <a:endParaRPr lang="ml-IN" sz="2300" b="1" u="none" strike="noStrike" spc="-300" dirty="0">
              <a:solidFill>
                <a:schemeClr val="accent6">
                  <a:lumMod val="50000"/>
                </a:schemeClr>
              </a:solidFill>
              <a:effectLst/>
              <a:latin typeface="Malayalam MN" pitchFamily="2" charset="0"/>
              <a:cs typeface="Malayalam MN" pitchFamily="2" charset="0"/>
            </a:endParaRPr>
          </a:p>
        </p:txBody>
      </p:sp>
      <p:sp>
        <p:nvSpPr>
          <p:cNvPr id="7" name="TextBox 6">
            <a:extLst>
              <a:ext uri="{FF2B5EF4-FFF2-40B4-BE49-F238E27FC236}">
                <a16:creationId xmlns:a16="http://schemas.microsoft.com/office/drawing/2014/main" id="{02A1EBC3-7D33-A07D-8CBB-F1A26011A1C9}"/>
              </a:ext>
            </a:extLst>
          </p:cNvPr>
          <p:cNvSpPr txBox="1"/>
          <p:nvPr/>
        </p:nvSpPr>
        <p:spPr>
          <a:xfrm>
            <a:off x="6156420" y="178841"/>
            <a:ext cx="6035580" cy="837922"/>
          </a:xfrm>
          <a:prstGeom prst="rect">
            <a:avLst/>
          </a:prstGeom>
          <a:noFill/>
        </p:spPr>
        <p:txBody>
          <a:bodyPr wrap="square">
            <a:spAutoFit/>
          </a:bodyPr>
          <a:lstStyle/>
          <a:p>
            <a:pPr algn="ctr" rtl="0">
              <a:lnSpc>
                <a:spcPts val="2860"/>
              </a:lnSpc>
              <a:spcBef>
                <a:spcPts val="1200"/>
              </a:spcBef>
              <a:spcAft>
                <a:spcPts val="0"/>
              </a:spcAft>
            </a:pPr>
            <a:r>
              <a:rPr lang="en-US" sz="2800" b="1" u="none" strike="noStrike" dirty="0">
                <a:solidFill>
                  <a:schemeClr val="accent6">
                    <a:lumMod val="50000"/>
                  </a:schemeClr>
                </a:solidFill>
                <a:effectLst/>
                <a:latin typeface="+mn-lt"/>
              </a:rPr>
              <a:t>(</a:t>
            </a:r>
            <a:r>
              <a:rPr lang="en-US" sz="2800" b="1" u="none" strike="noStrike" dirty="0" err="1">
                <a:solidFill>
                  <a:schemeClr val="accent6">
                    <a:lumMod val="50000"/>
                  </a:schemeClr>
                </a:solidFill>
                <a:effectLst/>
                <a:latin typeface="+mn-lt"/>
              </a:rPr>
              <a:t>Pattakkaran</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Kasayum</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Peelaasaayum</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Kayyil</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Pitichu</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Kondu</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Chollendathu</a:t>
            </a:r>
            <a:r>
              <a:rPr lang="en-US" sz="2800" b="1" u="none" strike="noStrike" dirty="0">
                <a:solidFill>
                  <a:schemeClr val="accent6">
                    <a:lumMod val="50000"/>
                  </a:schemeClr>
                </a:solidFill>
                <a:effectLst/>
                <a:latin typeface="+mn-lt"/>
              </a:rPr>
              <a:t>) </a:t>
            </a:r>
          </a:p>
        </p:txBody>
      </p:sp>
      <p:sp>
        <p:nvSpPr>
          <p:cNvPr id="6" name="TextBox 5">
            <a:extLst>
              <a:ext uri="{FF2B5EF4-FFF2-40B4-BE49-F238E27FC236}">
                <a16:creationId xmlns:a16="http://schemas.microsoft.com/office/drawing/2014/main" id="{63623DAB-6F8C-5698-2EAA-E82D45938424}"/>
              </a:ext>
            </a:extLst>
          </p:cNvPr>
          <p:cNvSpPr txBox="1"/>
          <p:nvPr/>
        </p:nvSpPr>
        <p:spPr>
          <a:xfrm>
            <a:off x="0" y="324115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Standing With Paten And Chalice In His Hands) </a:t>
            </a:r>
          </a:p>
        </p:txBody>
      </p:sp>
      <p:cxnSp>
        <p:nvCxnSpPr>
          <p:cNvPr id="8" name="Straight Connector 7">
            <a:extLst>
              <a:ext uri="{FF2B5EF4-FFF2-40B4-BE49-F238E27FC236}">
                <a16:creationId xmlns:a16="http://schemas.microsoft.com/office/drawing/2014/main" id="{6B2F99D2-34E8-6B13-21BE-CA04185E184C}"/>
              </a:ext>
            </a:extLst>
          </p:cNvPr>
          <p:cNvCxnSpPr>
            <a:cxnSpLocks/>
            <a:endCxn id="6" idx="0"/>
          </p:cNvCxnSpPr>
          <p:nvPr/>
        </p:nvCxnSpPr>
        <p:spPr>
          <a:xfrm>
            <a:off x="6096000" y="0"/>
            <a:ext cx="0" cy="324115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8B66EA7F-F467-42FD-BF58-9C38C27D4CE0}"/>
              </a:ext>
            </a:extLst>
          </p:cNvPr>
          <p:cNvSpPr txBox="1">
            <a:spLocks noChangeArrowheads="1"/>
          </p:cNvSpPr>
          <p:nvPr/>
        </p:nvSpPr>
        <p:spPr bwMode="auto">
          <a:xfrm>
            <a:off x="6776385" y="926207"/>
            <a:ext cx="5257800" cy="1636069"/>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endParaRPr lang="en-US" sz="3333" b="1" kern="0" dirty="0">
              <a:latin typeface="Calibri" pitchFamily="34" charset="0"/>
              <a:ea typeface="Ebrima" pitchFamily="2" charset="0"/>
              <a:cs typeface="Calibri" pitchFamily="34" charset="0"/>
            </a:endParaRP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Daivamaaya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Karthaave</a:t>
            </a: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333" b="1" kern="0" dirty="0">
                <a:solidFill>
                  <a:schemeClr val="accent6">
                    <a:lumMod val="50000"/>
                  </a:schemeClr>
                </a:solidFill>
                <a:latin typeface="Calibri" pitchFamily="34" charset="0"/>
                <a:ea typeface="Ebrima" pitchFamily="2" charset="0"/>
                <a:cs typeface="Calibri" pitchFamily="34" charset="0"/>
              </a:rPr>
              <a:t>C: </a:t>
            </a:r>
            <a:r>
              <a:rPr lang="en-US" sz="3333" b="1" kern="0" dirty="0">
                <a:latin typeface="Calibri" pitchFamily="34" charset="0"/>
                <a:ea typeface="Ebrima" pitchFamily="2" charset="0"/>
                <a:cs typeface="Calibri" pitchFamily="34" charset="0"/>
              </a:rPr>
              <a:t>Amen.</a:t>
            </a:r>
          </a:p>
        </p:txBody>
      </p:sp>
      <p:sp>
        <p:nvSpPr>
          <p:cNvPr id="125954" name="Rectangle 2"/>
          <p:cNvSpPr>
            <a:spLocks noGrp="1" noChangeArrowheads="1"/>
          </p:cNvSpPr>
          <p:nvPr>
            <p:ph type="ctrTitle"/>
          </p:nvPr>
        </p:nvSpPr>
        <p:spPr>
          <a:xfrm>
            <a:off x="157815" y="1243011"/>
            <a:ext cx="5946184" cy="1636069"/>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Sspialu</a:t>
            </a:r>
            <a:r>
              <a:rPr lang="en-US" altLang="en-US" sz="4400" b="1" dirty="0">
                <a:latin typeface="MalayalamAbe" pitchFamily="18" charset="0"/>
              </a:rPr>
              <a:t> </a:t>
            </a:r>
            <a:r>
              <a:rPr lang="en-US" altLang="en-US" sz="4400" b="1" dirty="0" err="1">
                <a:latin typeface="MalayalamAbe" pitchFamily="18" charset="0"/>
              </a:rPr>
              <a:t>dG</a:t>
            </a:r>
            <a:r>
              <a:rPr lang="en-US" altLang="en-US" sz="4400" b="1" dirty="0">
                <a:latin typeface="MalayalamAbe" pitchFamily="18" charset="0"/>
              </a:rPr>
              <a:t>\</a:t>
            </a:r>
            <a:r>
              <a:rPr lang="en-US" altLang="en-US" sz="4400" b="1" dirty="0" err="1">
                <a:latin typeface="MalayalamAbe" pitchFamily="18" charset="0"/>
              </a:rPr>
              <a:t>lSi</a:t>
            </a:r>
            <a:r>
              <a:rPr lang="en-US" altLang="en-US" sz="4400" b="1" dirty="0">
                <a:latin typeface="MalayalamAbe" pitchFamily="18" charset="0"/>
              </a:rPr>
              <a:t>... </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2" name="TextBox 1">
            <a:extLst>
              <a:ext uri="{FF2B5EF4-FFF2-40B4-BE49-F238E27FC236}">
                <a16:creationId xmlns:a16="http://schemas.microsoft.com/office/drawing/2014/main" id="{3B9C6765-D8FF-8F5C-84BF-2A3622381929}"/>
              </a:ext>
            </a:extLst>
          </p:cNvPr>
          <p:cNvSpPr txBox="1"/>
          <p:nvPr/>
        </p:nvSpPr>
        <p:spPr>
          <a:xfrm>
            <a:off x="377798" y="4353873"/>
            <a:ext cx="11409912" cy="2098267"/>
          </a:xfrm>
          <a:prstGeom prst="rect">
            <a:avLst/>
          </a:prstGeom>
          <a:noFill/>
        </p:spPr>
        <p:txBody>
          <a:bodyPr wrap="square" rtlCol="0">
            <a:spAutoFit/>
          </a:bodyPr>
          <a:lstStyle/>
          <a:p>
            <a:pPr marL="365125" marR="0" lvl="0" indent="-365125" algn="l" rtl="0">
              <a:lnSpc>
                <a:spcPct val="1100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a:t>
            </a:r>
            <a:r>
              <a:rPr lang="en-US" sz="3000" b="1" i="1" u="none" strike="noStrike" cap="none" dirty="0">
                <a:solidFill>
                  <a:schemeClr val="dk1"/>
                </a:solidFill>
                <a:latin typeface="+mn-lt"/>
                <a:ea typeface="Calibri"/>
                <a:cs typeface="Times New Roman" panose="02020603050405020304" pitchFamily="18" charset="0"/>
                <a:sym typeface="Calibri"/>
              </a:rPr>
              <a:t> O Lord God, graciously bless these Your children who partake of Your most precious body and blood which was given on Calvary for the forgiveness of sins that they may abide in Your presence forever.</a:t>
            </a:r>
          </a:p>
          <a:p>
            <a:pPr marL="365125" marR="0" lvl="0" indent="-365125" algn="l" rtl="0">
              <a:lnSpc>
                <a:spcPct val="1100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solidFill>
                  <a:schemeClr val="dk1"/>
                </a:solidFill>
                <a:latin typeface="+mn-lt"/>
                <a:ea typeface="Calibri"/>
                <a:cs typeface="Times New Roman" panose="02020603050405020304" pitchFamily="18" charset="0"/>
                <a:sym typeface="Calibri"/>
              </a:rPr>
              <a:t>Amen.</a:t>
            </a:r>
          </a:p>
        </p:txBody>
      </p:sp>
      <p:sp>
        <p:nvSpPr>
          <p:cNvPr id="8" name="TextBox 7">
            <a:extLst>
              <a:ext uri="{FF2B5EF4-FFF2-40B4-BE49-F238E27FC236}">
                <a16:creationId xmlns:a16="http://schemas.microsoft.com/office/drawing/2014/main" id="{2173A30F-7841-CA9D-8FD4-C60FA9EC96E5}"/>
              </a:ext>
            </a:extLst>
          </p:cNvPr>
          <p:cNvSpPr txBox="1"/>
          <p:nvPr/>
        </p:nvSpPr>
        <p:spPr>
          <a:xfrm>
            <a:off x="377798" y="333910"/>
            <a:ext cx="5338799" cy="861774"/>
          </a:xfrm>
          <a:prstGeom prst="rect">
            <a:avLst/>
          </a:prstGeom>
          <a:noFill/>
        </p:spPr>
        <p:txBody>
          <a:bodyPr wrap="square">
            <a:spAutoFit/>
          </a:bodyPr>
          <a:lstStyle/>
          <a:p>
            <a:pPr algn="ctr" rtl="0">
              <a:spcBef>
                <a:spcPts val="1200"/>
              </a:spcBef>
              <a:spcAft>
                <a:spcPts val="0"/>
              </a:spcAft>
            </a:pPr>
            <a:r>
              <a:rPr lang="en-US" sz="2500" b="1" dirty="0">
                <a:solidFill>
                  <a:schemeClr val="accent6">
                    <a:lumMod val="50000"/>
                  </a:schemeClr>
                </a:solidFill>
                <a:latin typeface="Malayalam MN" pitchFamily="2" charset="0"/>
                <a:cs typeface="Malayalam MN" pitchFamily="2" charset="0"/>
              </a:rPr>
              <a:t>(</a:t>
            </a:r>
            <a:r>
              <a:rPr lang="ml-IN" sz="2500" b="1" u="none" strike="noStrike" dirty="0">
                <a:solidFill>
                  <a:schemeClr val="accent6">
                    <a:lumMod val="50000"/>
                  </a:schemeClr>
                </a:solidFill>
                <a:effectLst/>
                <a:latin typeface="Malayalam MN" pitchFamily="2" charset="0"/>
                <a:cs typeface="Malayalam MN" pitchFamily="2" charset="0"/>
              </a:rPr>
              <a:t>പട്ടക്കാരന്‍ പടിഞ്ഞാറോട്ടു നിന്നുകൊണ്ടു</a:t>
            </a:r>
            <a:r>
              <a:rPr lang="en-US" sz="2500" b="1" strike="noStrike" dirty="0">
                <a:solidFill>
                  <a:schemeClr val="accent6">
                    <a:lumMod val="50000"/>
                  </a:schemeClr>
                </a:solidFill>
                <a:effectLst/>
                <a:latin typeface="Malayalam MN" pitchFamily="2" charset="0"/>
                <a:cs typeface="Malayalam MN" pitchFamily="2" charset="0"/>
              </a:rPr>
              <a:t>)</a:t>
            </a:r>
            <a:endParaRPr lang="ml-IN" sz="2500" b="1" u="none" strike="noStrike" dirty="0">
              <a:solidFill>
                <a:schemeClr val="accent6">
                  <a:lumMod val="50000"/>
                </a:schemeClr>
              </a:solidFill>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4C05339D-6B1F-B86E-2D7C-2EED4AD059D3}"/>
              </a:ext>
            </a:extLst>
          </p:cNvPr>
          <p:cNvSpPr txBox="1"/>
          <p:nvPr/>
        </p:nvSpPr>
        <p:spPr>
          <a:xfrm>
            <a:off x="6001579" y="329171"/>
            <a:ext cx="6807412" cy="924484"/>
          </a:xfrm>
          <a:prstGeom prst="rect">
            <a:avLst/>
          </a:prstGeom>
          <a:noFill/>
        </p:spPr>
        <p:txBody>
          <a:bodyPr wrap="square">
            <a:spAutoFit/>
          </a:bodyPr>
          <a:lstStyle/>
          <a:p>
            <a:pPr algn="ctr" rtl="0">
              <a:lnSpc>
                <a:spcPts val="2560"/>
              </a:lnSpc>
              <a:spcBef>
                <a:spcPts val="1200"/>
              </a:spcBef>
              <a:spcAft>
                <a:spcPts val="0"/>
              </a:spcAft>
            </a:pPr>
            <a:r>
              <a:rPr lang="en-US" sz="2800" b="1" u="none" strike="noStrike" dirty="0">
                <a:solidFill>
                  <a:schemeClr val="accent6">
                    <a:lumMod val="50000"/>
                  </a:schemeClr>
                </a:solidFill>
                <a:effectLst/>
                <a:latin typeface="+mn-lt"/>
              </a:rPr>
              <a:t>(</a:t>
            </a:r>
            <a:r>
              <a:rPr lang="en-US" sz="2800" b="1" u="none" strike="noStrike" dirty="0" err="1">
                <a:solidFill>
                  <a:schemeClr val="accent6">
                    <a:lumMod val="50000"/>
                  </a:schemeClr>
                </a:solidFill>
                <a:effectLst/>
                <a:latin typeface="+mn-lt"/>
              </a:rPr>
              <a:t>Pattakkaran</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Padinjarottu</a:t>
            </a:r>
            <a:r>
              <a:rPr lang="en-US" sz="2800" b="1" u="none" strike="noStrike" dirty="0">
                <a:solidFill>
                  <a:schemeClr val="accent6">
                    <a:lumMod val="50000"/>
                  </a:schemeClr>
                </a:solidFill>
                <a:effectLst/>
                <a:latin typeface="+mn-lt"/>
              </a:rPr>
              <a:t> </a:t>
            </a:r>
          </a:p>
          <a:p>
            <a:pPr algn="ctr" rtl="0">
              <a:lnSpc>
                <a:spcPts val="2560"/>
              </a:lnSpc>
              <a:spcBef>
                <a:spcPts val="1200"/>
              </a:spcBef>
              <a:spcAft>
                <a:spcPts val="0"/>
              </a:spcAft>
            </a:pPr>
            <a:r>
              <a:rPr lang="en-US" sz="2800" b="1" dirty="0" err="1">
                <a:solidFill>
                  <a:schemeClr val="accent6">
                    <a:lumMod val="50000"/>
                  </a:schemeClr>
                </a:solidFill>
                <a:latin typeface="+mn-lt"/>
              </a:rPr>
              <a:t>N</a:t>
            </a:r>
            <a:r>
              <a:rPr lang="en-US" sz="2800" b="1" u="none" strike="noStrike" dirty="0" err="1">
                <a:solidFill>
                  <a:schemeClr val="accent6">
                    <a:lumMod val="50000"/>
                  </a:schemeClr>
                </a:solidFill>
                <a:effectLst/>
                <a:latin typeface="+mn-lt"/>
              </a:rPr>
              <a:t>innu</a:t>
            </a:r>
            <a:r>
              <a:rPr lang="en-US" sz="2800" b="1" u="none" strike="noStrike" dirty="0">
                <a:solidFill>
                  <a:schemeClr val="accent6">
                    <a:lumMod val="50000"/>
                  </a:schemeClr>
                </a:solidFill>
                <a:effectLst/>
                <a:latin typeface="+mn-lt"/>
              </a:rPr>
              <a:t> </a:t>
            </a:r>
            <a:r>
              <a:rPr lang="en-US" sz="2800" b="1" dirty="0" err="1">
                <a:solidFill>
                  <a:schemeClr val="accent6">
                    <a:lumMod val="50000"/>
                  </a:schemeClr>
                </a:solidFill>
                <a:latin typeface="+mn-lt"/>
              </a:rPr>
              <a:t>K</a:t>
            </a:r>
            <a:r>
              <a:rPr lang="en-US" sz="2800" b="1" u="none" strike="noStrike" dirty="0" err="1">
                <a:solidFill>
                  <a:schemeClr val="accent6">
                    <a:lumMod val="50000"/>
                  </a:schemeClr>
                </a:solidFill>
                <a:effectLst/>
                <a:latin typeface="+mn-lt"/>
              </a:rPr>
              <a:t>ondu</a:t>
            </a:r>
            <a:r>
              <a:rPr lang="en-US" sz="2800" b="1" u="none" strike="noStrike" dirty="0">
                <a:solidFill>
                  <a:schemeClr val="accent6">
                    <a:lumMod val="50000"/>
                  </a:schemeClr>
                </a:solidFill>
                <a:effectLst/>
                <a:latin typeface="+mn-lt"/>
              </a:rPr>
              <a:t>)</a:t>
            </a:r>
          </a:p>
        </p:txBody>
      </p:sp>
      <p:sp>
        <p:nvSpPr>
          <p:cNvPr id="5" name="TextBox 4">
            <a:extLst>
              <a:ext uri="{FF2B5EF4-FFF2-40B4-BE49-F238E27FC236}">
                <a16:creationId xmlns:a16="http://schemas.microsoft.com/office/drawing/2014/main" id="{4FC7E555-EDE2-6AED-693D-5A9024693A32}"/>
              </a:ext>
            </a:extLst>
          </p:cNvPr>
          <p:cNvSpPr txBox="1"/>
          <p:nvPr/>
        </p:nvSpPr>
        <p:spPr>
          <a:xfrm>
            <a:off x="0" y="3328331"/>
            <a:ext cx="12192000" cy="53194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Turning West Towards Congregation) </a:t>
            </a:r>
          </a:p>
        </p:txBody>
      </p:sp>
      <p:cxnSp>
        <p:nvCxnSpPr>
          <p:cNvPr id="7" name="Straight Connector 6">
            <a:extLst>
              <a:ext uri="{FF2B5EF4-FFF2-40B4-BE49-F238E27FC236}">
                <a16:creationId xmlns:a16="http://schemas.microsoft.com/office/drawing/2014/main" id="{F0E9D8C3-3697-4BDA-3DC7-F04841C1B477}"/>
              </a:ext>
            </a:extLst>
          </p:cNvPr>
          <p:cNvCxnSpPr>
            <a:cxnSpLocks/>
            <a:endCxn id="5" idx="0"/>
          </p:cNvCxnSpPr>
          <p:nvPr/>
        </p:nvCxnSpPr>
        <p:spPr>
          <a:xfrm>
            <a:off x="6096000" y="0"/>
            <a:ext cx="0" cy="332833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7016039"/>
      </p:ext>
    </p:extLst>
  </p:cSld>
  <p:clrMapOvr>
    <a:masterClrMapping/>
  </p:clrMapOvr>
  <p:transition spd="slow"/>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E4E92AA-D8B6-4F5E-8EBE-80832147C4D0}"/>
              </a:ext>
            </a:extLst>
          </p:cNvPr>
          <p:cNvSpPr txBox="1">
            <a:spLocks noChangeArrowheads="1"/>
          </p:cNvSpPr>
          <p:nvPr/>
        </p:nvSpPr>
        <p:spPr bwMode="auto">
          <a:xfrm>
            <a:off x="6172200" y="1305019"/>
            <a:ext cx="5943601" cy="1101692"/>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Mahaa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Daivavum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nammude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rekshithaavum</a:t>
            </a:r>
            <a:r>
              <a:rPr lang="en-US" sz="3000" b="1" kern="0" dirty="0">
                <a:latin typeface="Calibri" pitchFamily="34" charset="0"/>
                <a:ea typeface="Ebrima" pitchFamily="2" charset="0"/>
                <a:cs typeface="Calibri" pitchFamily="34" charset="0"/>
              </a:rPr>
              <a:t>…</a:t>
            </a:r>
          </a:p>
        </p:txBody>
      </p:sp>
      <p:sp>
        <p:nvSpPr>
          <p:cNvPr id="126978" name="Rectangle 2"/>
          <p:cNvSpPr>
            <a:spLocks noGrp="1" noChangeArrowheads="1"/>
          </p:cNvSpPr>
          <p:nvPr>
            <p:ph type="ctrTitle"/>
          </p:nvPr>
        </p:nvSpPr>
        <p:spPr>
          <a:xfrm>
            <a:off x="261256" y="1093865"/>
            <a:ext cx="5573487" cy="1524000"/>
          </a:xfrm>
        </p:spPr>
        <p:txBody>
          <a:bodyPr anchor="ctr">
            <a:noAutofit/>
          </a:bodyPr>
          <a:lstStyle/>
          <a:p>
            <a:pPr eaLnBrk="1" hangingPunct="1"/>
            <a:r>
              <a:rPr lang="en-US" altLang="en-US" sz="4000" b="1" dirty="0">
                <a:solidFill>
                  <a:schemeClr val="accent6">
                    <a:lumMod val="50000"/>
                  </a:schemeClr>
                </a:solidFill>
                <a:latin typeface="MalayalamAbe" pitchFamily="18" charset="0"/>
              </a:rPr>
              <a:t>e</a:t>
            </a:r>
            <a:r>
              <a:rPr lang="en-US" altLang="en-US" sz="4000" b="1" dirty="0">
                <a:solidFill>
                  <a:schemeClr val="accent6">
                    <a:lumMod val="50000"/>
                  </a:schemeClr>
                </a:solidFill>
              </a:rPr>
              <a:t>. </a:t>
            </a:r>
            <a:r>
              <a:rPr lang="en-US" altLang="en-US" sz="4000" b="1" dirty="0" err="1">
                <a:latin typeface="MalayalamAbe" pitchFamily="18" charset="0"/>
              </a:rPr>
              <a:t>a|lsspiik</a:t>
            </a:r>
            <a:r>
              <a:rPr lang="en-US" altLang="en-US" sz="4000" b="1" dirty="0">
                <a:latin typeface="MalayalamAbe" pitchFamily="18" charset="0"/>
              </a:rPr>
              <a:t>; </a:t>
            </a:r>
            <a:r>
              <a:rPr lang="en-US" altLang="en-US" sz="4000" b="1" dirty="0" err="1">
                <a:latin typeface="MalayalamAbe" pitchFamily="18" charset="0"/>
              </a:rPr>
              <a:t>r+ksm</a:t>
            </a:r>
            <a:r>
              <a:rPr lang="en-US" altLang="en-US" sz="4000" b="1" dirty="0">
                <a:latin typeface="MalayalamAbe" pitchFamily="18" charset="0"/>
              </a:rPr>
              <a:t> </a:t>
            </a:r>
            <a:r>
              <a:rPr lang="en-US" altLang="en-US" sz="4000" b="1" dirty="0" err="1">
                <a:latin typeface="MalayalamAbe" pitchFamily="18" charset="0"/>
              </a:rPr>
              <a:t>g</a:t>
            </a:r>
            <a:r>
              <a:rPr lang="en-US" altLang="en-US" sz="4000" b="1" dirty="0" err="1">
                <a:latin typeface="Kerala" pitchFamily="2" charset="0"/>
              </a:rPr>
              <a:t>f</a:t>
            </a:r>
            <a:r>
              <a:rPr lang="en-US" altLang="en-US" sz="4000" b="1" dirty="0" err="1">
                <a:latin typeface="MalayalamAbe" pitchFamily="18" charset="0"/>
              </a:rPr>
              <a:t>jflik</a:t>
            </a:r>
            <a:r>
              <a:rPr lang="en-US" altLang="en-US" sz="4000" b="1" dirty="0">
                <a:latin typeface="MalayalamAbe" pitchFamily="18" charset="0"/>
              </a:rPr>
              <a:t>;... </a:t>
            </a:r>
          </a:p>
        </p:txBody>
      </p:sp>
      <p:sp>
        <p:nvSpPr>
          <p:cNvPr id="3" name="TextBox 2">
            <a:extLst>
              <a:ext uri="{FF2B5EF4-FFF2-40B4-BE49-F238E27FC236}">
                <a16:creationId xmlns:a16="http://schemas.microsoft.com/office/drawing/2014/main" id="{87D9D6EE-7CDE-AAFD-95FD-42C505D6C38E}"/>
              </a:ext>
            </a:extLst>
          </p:cNvPr>
          <p:cNvSpPr txBox="1"/>
          <p:nvPr/>
        </p:nvSpPr>
        <p:spPr>
          <a:xfrm>
            <a:off x="0" y="3758466"/>
            <a:ext cx="11789902" cy="2606098"/>
          </a:xfrm>
          <a:prstGeom prst="rect">
            <a:avLst/>
          </a:prstGeom>
          <a:noFill/>
        </p:spPr>
        <p:txBody>
          <a:bodyPr wrap="square">
            <a:spAutoFit/>
          </a:bodyPr>
          <a:lstStyle/>
          <a:p>
            <a:pPr marL="403225" marR="0" lvl="0" indent="0" algn="ctr" rtl="0">
              <a:lnSpc>
                <a:spcPct val="110000"/>
              </a:lnSpc>
              <a:spcBef>
                <a:spcPts val="0"/>
              </a:spcBef>
              <a:spcAft>
                <a:spcPts val="0"/>
              </a:spcAft>
              <a:buClr>
                <a:srgbClr val="000000"/>
              </a:buClr>
              <a:buSzPts val="3200"/>
              <a:buFont typeface="Arial"/>
              <a:buNone/>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strike="noStrike" cap="none" dirty="0">
                <a:solidFill>
                  <a:schemeClr val="dk1"/>
                </a:solidFill>
                <a:latin typeface="+mn-lt"/>
                <a:ea typeface="Calibri"/>
                <a:cs typeface="Times New Roman" panose="02020603050405020304" pitchFamily="18" charset="0"/>
                <a:sym typeface="Calibri"/>
              </a:rPr>
              <a:t>The blessings of Jesus Christ our great God and Savior be on those who bear these sacred mysteries, on those who dispense them, and those who receive them, and on all who have labored and participated in them and who shall participate in them. The grace and mercy of God be on us all and on them in the two worlds, both now and forever.</a:t>
            </a:r>
            <a:endParaRPr lang="en-US" sz="3000" b="1" i="1" strike="noStrike" cap="none" dirty="0">
              <a:solidFill>
                <a:schemeClr val="dk1"/>
              </a:solidFill>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CFB11440-CB2C-FA05-F4C0-21FC2D09C003}"/>
              </a:ext>
            </a:extLst>
          </p:cNvPr>
          <p:cNvSpPr txBox="1"/>
          <p:nvPr/>
        </p:nvSpPr>
        <p:spPr>
          <a:xfrm>
            <a:off x="0" y="298011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Descending From The Steps)</a:t>
            </a:r>
          </a:p>
        </p:txBody>
      </p:sp>
      <p:cxnSp>
        <p:nvCxnSpPr>
          <p:cNvPr id="5" name="Straight Connector 4">
            <a:extLst>
              <a:ext uri="{FF2B5EF4-FFF2-40B4-BE49-F238E27FC236}">
                <a16:creationId xmlns:a16="http://schemas.microsoft.com/office/drawing/2014/main" id="{A0205787-BAA7-8B9D-BE02-B7AFF7825285}"/>
              </a:ext>
            </a:extLst>
          </p:cNvPr>
          <p:cNvCxnSpPr>
            <a:cxnSpLocks/>
            <a:endCxn id="2" idx="0"/>
          </p:cNvCxnSpPr>
          <p:nvPr/>
        </p:nvCxnSpPr>
        <p:spPr>
          <a:xfrm>
            <a:off x="6096000" y="113776"/>
            <a:ext cx="0" cy="286634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47FD7B3-98DD-2985-4F4E-174AF84B16F3}"/>
              </a:ext>
            </a:extLst>
          </p:cNvPr>
          <p:cNvSpPr txBox="1"/>
          <p:nvPr/>
        </p:nvSpPr>
        <p:spPr>
          <a:xfrm>
            <a:off x="6094928" y="184355"/>
            <a:ext cx="6098146" cy="1015663"/>
          </a:xfrm>
          <a:prstGeom prst="rect">
            <a:avLst/>
          </a:prstGeom>
          <a:noFill/>
        </p:spPr>
        <p:txBody>
          <a:bodyPr wrap="square">
            <a:spAutoFit/>
          </a:bodyPr>
          <a:lstStyle/>
          <a:p>
            <a:pPr algn="ctr"/>
            <a:r>
              <a:rPr lang="en-US" sz="3000" b="1" dirty="0">
                <a:solidFill>
                  <a:schemeClr val="accent6">
                    <a:lumMod val="50000"/>
                  </a:schemeClr>
                </a:solidFill>
                <a:effectLst/>
                <a:latin typeface="+mn-lt"/>
              </a:rPr>
              <a:t>(</a:t>
            </a:r>
            <a:r>
              <a:rPr lang="en-US" sz="3000" b="1" dirty="0" err="1">
                <a:solidFill>
                  <a:schemeClr val="accent6">
                    <a:lumMod val="50000"/>
                  </a:schemeClr>
                </a:solidFill>
                <a:effectLst/>
                <a:latin typeface="+mn-lt"/>
              </a:rPr>
              <a:t>Pattakkaran</a:t>
            </a:r>
            <a:r>
              <a:rPr lang="en-US" sz="3000" b="1" dirty="0">
                <a:solidFill>
                  <a:schemeClr val="accent6">
                    <a:lumMod val="50000"/>
                  </a:schemeClr>
                </a:solidFill>
                <a:effectLst/>
                <a:latin typeface="+mn-lt"/>
              </a:rPr>
              <a:t> </a:t>
            </a:r>
            <a:r>
              <a:rPr lang="en-US" sz="3000" b="1" dirty="0" err="1">
                <a:solidFill>
                  <a:schemeClr val="accent6">
                    <a:lumMod val="50000"/>
                  </a:schemeClr>
                </a:solidFill>
                <a:effectLst/>
                <a:latin typeface="+mn-lt"/>
              </a:rPr>
              <a:t>Padikalil</a:t>
            </a:r>
            <a:r>
              <a:rPr lang="en-US" sz="3000" b="1" dirty="0">
                <a:solidFill>
                  <a:schemeClr val="accent6">
                    <a:lumMod val="50000"/>
                  </a:schemeClr>
                </a:solidFill>
                <a:effectLst/>
                <a:latin typeface="+mn-lt"/>
              </a:rPr>
              <a:t> </a:t>
            </a:r>
            <a:r>
              <a:rPr lang="en-US" sz="3000" b="1" dirty="0" err="1">
                <a:solidFill>
                  <a:schemeClr val="accent6">
                    <a:lumMod val="50000"/>
                  </a:schemeClr>
                </a:solidFill>
                <a:effectLst/>
                <a:latin typeface="+mn-lt"/>
              </a:rPr>
              <a:t>Ninnu</a:t>
            </a:r>
            <a:r>
              <a:rPr lang="en-US" sz="3000" b="1" dirty="0">
                <a:solidFill>
                  <a:schemeClr val="accent6">
                    <a:lumMod val="50000"/>
                  </a:schemeClr>
                </a:solidFill>
                <a:effectLst/>
                <a:latin typeface="+mn-lt"/>
              </a:rPr>
              <a:t> </a:t>
            </a:r>
            <a:r>
              <a:rPr lang="en-US" sz="3000" b="1" dirty="0" err="1">
                <a:solidFill>
                  <a:schemeClr val="accent6">
                    <a:lumMod val="50000"/>
                  </a:schemeClr>
                </a:solidFill>
                <a:effectLst/>
                <a:latin typeface="+mn-lt"/>
              </a:rPr>
              <a:t>Irangunnu</a:t>
            </a:r>
            <a:r>
              <a:rPr lang="en-US" sz="3000" b="1" dirty="0">
                <a:solidFill>
                  <a:schemeClr val="accent6">
                    <a:lumMod val="50000"/>
                  </a:schemeClr>
                </a:solidFill>
                <a:latin typeface="+mn-lt"/>
              </a:rPr>
              <a:t>)</a:t>
            </a:r>
            <a:endParaRPr lang="en-US" sz="3000" b="1" dirty="0">
              <a:solidFill>
                <a:schemeClr val="accent6">
                  <a:lumMod val="50000"/>
                </a:schemeClr>
              </a:solidFill>
              <a:effectLst/>
              <a:latin typeface="+mn-lt"/>
            </a:endParaRPr>
          </a:p>
        </p:txBody>
      </p:sp>
      <p:sp>
        <p:nvSpPr>
          <p:cNvPr id="9" name="TextBox 8">
            <a:extLst>
              <a:ext uri="{FF2B5EF4-FFF2-40B4-BE49-F238E27FC236}">
                <a16:creationId xmlns:a16="http://schemas.microsoft.com/office/drawing/2014/main" id="{AF53A9DD-3E9E-FA5E-FF92-7F29C159867E}"/>
              </a:ext>
            </a:extLst>
          </p:cNvPr>
          <p:cNvSpPr txBox="1"/>
          <p:nvPr/>
        </p:nvSpPr>
        <p:spPr>
          <a:xfrm>
            <a:off x="-3218" y="215133"/>
            <a:ext cx="6098146" cy="830997"/>
          </a:xfrm>
          <a:prstGeom prst="rect">
            <a:avLst/>
          </a:prstGeom>
          <a:noFill/>
        </p:spPr>
        <p:txBody>
          <a:bodyPr wrap="square">
            <a:spAutoFit/>
          </a:bodyPr>
          <a:lstStyle/>
          <a:p>
            <a:pPr algn="ctr"/>
            <a:r>
              <a:rPr lang="en-US" b="1" dirty="0">
                <a:solidFill>
                  <a:schemeClr val="accent6">
                    <a:lumMod val="50000"/>
                  </a:schemeClr>
                </a:solidFill>
                <a:effectLst/>
                <a:latin typeface="+mn-lt"/>
              </a:rPr>
              <a:t>(</a:t>
            </a:r>
            <a:r>
              <a:rPr lang="ml-IN" b="1" u="none" strike="noStrike" dirty="0">
                <a:solidFill>
                  <a:schemeClr val="accent6">
                    <a:lumMod val="50000"/>
                  </a:schemeClr>
                </a:solidFill>
                <a:effectLst/>
                <a:latin typeface="Malayalam MN" pitchFamily="2" charset="0"/>
                <a:cs typeface="Malayalam MN" pitchFamily="2" charset="0"/>
              </a:rPr>
              <a:t>പട്ടക്കാരന്‍ </a:t>
            </a:r>
            <a:r>
              <a:rPr lang="ml-IN" b="1" dirty="0">
                <a:solidFill>
                  <a:schemeClr val="accent6">
                    <a:lumMod val="50000"/>
                  </a:schemeClr>
                </a:solidFill>
                <a:effectLst/>
                <a:latin typeface="Malayalam MN" pitchFamily="2" charset="0"/>
                <a:cs typeface="Malayalam MN" pitchFamily="2" charset="0"/>
              </a:rPr>
              <a:t>പടികളിൽ നിന്ന് ഇറങ്ങുന്നു</a:t>
            </a:r>
            <a:r>
              <a:rPr lang="en-US" b="1" dirty="0">
                <a:solidFill>
                  <a:schemeClr val="accent6">
                    <a:lumMod val="50000"/>
                  </a:schemeClr>
                </a:solidFill>
                <a:latin typeface="+mn-lt"/>
              </a:rPr>
              <a:t>)</a:t>
            </a:r>
            <a:endParaRPr lang="ml-IN" dirty="0">
              <a:solidFill>
                <a:schemeClr val="accent6">
                  <a:lumMod val="50000"/>
                </a:schemeClr>
              </a:solidFill>
              <a:effectLst/>
              <a:latin typeface="Malayalam MN" pitchFamily="2" charset="0"/>
              <a:cs typeface="Malayalam MN" pitchFamily="2" charset="0"/>
            </a:endParaRPr>
          </a:p>
        </p:txBody>
      </p:sp>
    </p:spTree>
    <p:extLst>
      <p:ext uri="{BB962C8B-B14F-4D97-AF65-F5344CB8AC3E}">
        <p14:creationId xmlns:p14="http://schemas.microsoft.com/office/powerpoint/2010/main" val="1237138637"/>
      </p:ext>
    </p:extLst>
  </p:cSld>
  <p:clrMapOvr>
    <a:masterClrMapping/>
  </p:clrMapOvr>
  <p:transition spd="slow"/>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E4E92AA-D8B6-4F5E-8EBE-80832147C4D0}"/>
              </a:ext>
            </a:extLst>
          </p:cNvPr>
          <p:cNvSpPr txBox="1">
            <a:spLocks noChangeArrowheads="1"/>
          </p:cNvSpPr>
          <p:nvPr/>
        </p:nvSpPr>
        <p:spPr bwMode="auto">
          <a:xfrm>
            <a:off x="6096000" y="110130"/>
            <a:ext cx="6096000" cy="4344502"/>
          </a:xfrm>
          <a:prstGeom prst="rect">
            <a:avLst/>
          </a:prstGeom>
          <a:noFill/>
          <a:ln w="9525">
            <a:noFill/>
            <a:miter lim="800000"/>
            <a:headEnd/>
            <a:tailEnd/>
          </a:ln>
          <a:effectLst/>
        </p:spPr>
        <p:txBody>
          <a:bodyPr wrap="square" lIns="111402" tIns="55743" rIns="111402" bIns="55743">
            <a:spAutoFit/>
          </a:bodyPr>
          <a:lstStyle/>
          <a:p>
            <a:pPr algn="ctr">
              <a:lnSpc>
                <a:spcPts val="2960"/>
              </a:lnSpc>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a:latin typeface="Calibri" pitchFamily="34" charset="0"/>
                <a:ea typeface="Ebrima" pitchFamily="2" charset="0"/>
                <a:cs typeface="Calibri" pitchFamily="34" charset="0"/>
              </a:rPr>
              <a:t>Amen.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cheyyanhame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daya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thonni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cheyyanhame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utharam-arulhi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njangalhodu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karunha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cheyyanhame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Ennekkum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sharanhavume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ninakku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sthuthi</a:t>
            </a:r>
            <a:r>
              <a:rPr lang="en-US" sz="2800" b="1" kern="0" dirty="0">
                <a:latin typeface="Calibri" pitchFamily="34" charset="0"/>
                <a:ea typeface="Ebrima" pitchFamily="2" charset="0"/>
                <a:cs typeface="Calibri" pitchFamily="34" charset="0"/>
              </a:rPr>
              <a:t> Hallelujah.</a:t>
            </a:r>
          </a:p>
        </p:txBody>
      </p:sp>
      <p:sp>
        <p:nvSpPr>
          <p:cNvPr id="126978" name="Rectangle 2"/>
          <p:cNvSpPr>
            <a:spLocks noGrp="1" noChangeArrowheads="1"/>
          </p:cNvSpPr>
          <p:nvPr>
            <p:ph type="ctrTitle"/>
          </p:nvPr>
        </p:nvSpPr>
        <p:spPr>
          <a:xfrm>
            <a:off x="0" y="804375"/>
            <a:ext cx="6095994" cy="2514600"/>
          </a:xfrm>
        </p:spPr>
        <p:txBody>
          <a:bodyPr anchor="ctr">
            <a:noAutofit/>
          </a:bodyPr>
          <a:lstStyle/>
          <a:p>
            <a:pPr eaLnBrk="1" hangingPunct="1">
              <a:lnSpc>
                <a:spcPts val="2940"/>
              </a:lnSpc>
            </a:pPr>
            <a:br>
              <a:rPr lang="en-US" altLang="en-US" sz="3400" b="1" dirty="0">
                <a:latin typeface="MalayalamAbe" pitchFamily="18" charset="0"/>
              </a:rPr>
            </a:br>
            <a:r>
              <a:rPr lang="en-US" altLang="en-US" sz="3400" b="1" dirty="0">
                <a:solidFill>
                  <a:schemeClr val="accent6">
                    <a:lumMod val="50000"/>
                  </a:schemeClr>
                </a:solidFill>
                <a:latin typeface="MalayalamAbe" pitchFamily="18" charset="0"/>
              </a:rPr>
              <a:t>w</a:t>
            </a:r>
            <a:r>
              <a:rPr lang="en-US" altLang="en-US" sz="3400" b="1" dirty="0">
                <a:solidFill>
                  <a:schemeClr val="accent6">
                    <a:lumMod val="50000"/>
                  </a:schemeClr>
                </a:solidFill>
              </a:rPr>
              <a:t>. </a:t>
            </a:r>
            <a:r>
              <a:rPr lang="en-US" altLang="en-US" sz="3400" b="1" dirty="0">
                <a:latin typeface="MalayalamAbe" pitchFamily="18" charset="0"/>
              </a:rPr>
              <a:t>:</a:t>
            </a:r>
            <a:r>
              <a:rPr lang="en-US" altLang="en-US" sz="3400" b="1" dirty="0" err="1">
                <a:latin typeface="MalayalamAbe" pitchFamily="18" charset="0"/>
              </a:rPr>
              <a:t>SaR</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-B*</a:t>
            </a:r>
            <a:r>
              <a:rPr lang="en-US" altLang="en-US" sz="3400" b="1" dirty="0" err="1">
                <a:latin typeface="MalayalamAbe" pitchFamily="18" charset="0"/>
              </a:rPr>
              <a:t>Sxlmk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svSu&amp;nSa</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 </a:t>
            </a:r>
            <a:r>
              <a:rPr lang="en-US" altLang="en-US" sz="3400" b="1" dirty="0" err="1">
                <a:latin typeface="MalayalamAbe" pitchFamily="18" charset="0"/>
              </a:rPr>
              <a:t>pu</a:t>
            </a:r>
            <a:r>
              <a:rPr lang="en-US" altLang="en-US" sz="3400" b="1" dirty="0">
                <a:latin typeface="MalayalamAbe" pitchFamily="18" charset="0"/>
              </a:rPr>
              <a:t> </a:t>
            </a:r>
            <a:r>
              <a:rPr lang="en-US" altLang="en-US" sz="3400" b="1" dirty="0" err="1">
                <a:latin typeface="MalayalamAbe" pitchFamily="18" charset="0"/>
              </a:rPr>
              <a:t>Sfl#j</a:t>
            </a:r>
            <a:r>
              <a:rPr lang="en-US" altLang="en-US" sz="3400" b="1" dirty="0">
                <a:latin typeface="MalayalamAbe" pitchFamily="18" charset="0"/>
              </a:rPr>
              <a:t> B*</a:t>
            </a:r>
            <a:r>
              <a:rPr lang="en-US" altLang="en-US" sz="3400" b="1" dirty="0" err="1">
                <a:latin typeface="MalayalamAbe" pitchFamily="18" charset="0"/>
              </a:rPr>
              <a:t>Sxlmk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svu&amp;nSa</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-K\</a:t>
            </a:r>
            <a:r>
              <a:rPr lang="en-US" altLang="en-US" sz="3400" b="1" dirty="0" err="1">
                <a:latin typeface="MalayalamAbe" pitchFamily="18" charset="0"/>
              </a:rPr>
              <a:t>gagkxj</a:t>
            </a:r>
            <a:r>
              <a:rPr lang="en-US" altLang="en-US" sz="3400" b="1" dirty="0">
                <a:latin typeface="MalayalamAbe" pitchFamily="18" charset="0"/>
              </a:rPr>
              <a:t> B*</a:t>
            </a:r>
            <a:r>
              <a:rPr lang="en-US" altLang="en-US" sz="3400" b="1" dirty="0" err="1">
                <a:latin typeface="MalayalamAbe" pitchFamily="18" charset="0"/>
              </a:rPr>
              <a:t>Sxlmk</a:t>
            </a:r>
            <a:r>
              <a:rPr lang="en-US" altLang="en-US" sz="3400" b="1" dirty="0">
                <a:latin typeface="MalayalamAbe" pitchFamily="18" charset="0"/>
              </a:rPr>
              <a:t> </a:t>
            </a:r>
            <a:r>
              <a:rPr lang="en-US" altLang="en-US" sz="3400" b="1" dirty="0" err="1">
                <a:latin typeface="MalayalamAbe" pitchFamily="18" charset="0"/>
              </a:rPr>
              <a:t>dgkn</a:t>
            </a:r>
            <a:r>
              <a:rPr lang="en-US" altLang="en-US" sz="3400" b="1" dirty="0">
                <a:latin typeface="MalayalamAbe" pitchFamily="18" charset="0"/>
              </a:rPr>
              <a:t> </a:t>
            </a:r>
            <a:r>
              <a:rPr lang="en-US" altLang="en-US" sz="3400" b="1" dirty="0" err="1">
                <a:latin typeface="MalayalamAbe" pitchFamily="18" charset="0"/>
              </a:rPr>
              <a:t>svSu&amp;nSa</a:t>
            </a:r>
            <a:r>
              <a:rPr lang="en-US" altLang="en-US" sz="3400" b="1" dirty="0">
                <a:latin typeface="MalayalamAbe" pitchFamily="18" charset="0"/>
              </a:rPr>
              <a:t> -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a:t>
            </a:r>
            <a:r>
              <a:rPr lang="en-US" altLang="en-US" sz="3400" b="1" dirty="0" err="1">
                <a:latin typeface="MalayalamAbe" pitchFamily="18" charset="0"/>
              </a:rPr>
              <a:t>rjr</a:t>
            </a:r>
            <a:r>
              <a:rPr lang="en-US" altLang="en-US" sz="3400" b="1" dirty="0">
                <a:latin typeface="MalayalamAbe" pitchFamily="18" charset="0"/>
              </a:rPr>
              <a:t>)k c[</a:t>
            </a:r>
            <a:r>
              <a:rPr lang="en-US" altLang="en-US" sz="3400" b="1" dirty="0" err="1">
                <a:latin typeface="MalayalamAbe" pitchFamily="18" charset="0"/>
              </a:rPr>
              <a:t>fkf</a:t>
            </a:r>
            <a:r>
              <a:rPr lang="en-US" altLang="en-US" sz="3400" b="1" dirty="0">
                <a:latin typeface="MalayalamAbe" pitchFamily="18" charset="0"/>
              </a:rPr>
              <a:t>-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dG</a:t>
            </a:r>
            <a:r>
              <a:rPr lang="en-US" altLang="en-US" sz="3400" b="1" dirty="0">
                <a:latin typeface="MalayalamAbe" pitchFamily="18" charset="0"/>
              </a:rPr>
              <a:t>\</a:t>
            </a:r>
            <a:r>
              <a:rPr lang="en-US" altLang="en-US" sz="3400" b="1" dirty="0" err="1">
                <a:latin typeface="MalayalamAbe" pitchFamily="18" charset="0"/>
              </a:rPr>
              <a:t>lSi</a:t>
            </a:r>
            <a:r>
              <a:rPr lang="en-US" altLang="en-US" sz="3400" b="1" dirty="0">
                <a:latin typeface="MalayalamAbe" pitchFamily="18" charset="0"/>
              </a:rPr>
              <a:t> </a:t>
            </a:r>
            <a:r>
              <a:rPr lang="en-US" altLang="en-US" sz="3400" b="1" dirty="0" err="1">
                <a:latin typeface="MalayalamAbe" pitchFamily="18" charset="0"/>
              </a:rPr>
              <a:t>rjr</a:t>
            </a:r>
            <a:r>
              <a:rPr lang="en-US" altLang="en-US" sz="3400" b="1" dirty="0">
                <a:latin typeface="MalayalamAbe" pitchFamily="18" charset="0"/>
              </a:rPr>
              <a:t>)k c[</a:t>
            </a:r>
            <a:r>
              <a:rPr lang="en-US" altLang="en-US" sz="3400" b="1" dirty="0" err="1">
                <a:latin typeface="MalayalamAbe" pitchFamily="18" charset="0"/>
              </a:rPr>
              <a:t>fkfj</a:t>
            </a:r>
            <a:r>
              <a:rPr lang="en-US" altLang="en-US" sz="3400" b="1" dirty="0">
                <a:latin typeface="MalayalamAbe" pitchFamily="18" charset="0"/>
              </a:rPr>
              <a:t> - </a:t>
            </a:r>
            <a:r>
              <a:rPr lang="en-US" altLang="en-US" sz="3400" b="1" dirty="0" err="1">
                <a:latin typeface="MalayalamAbe" pitchFamily="18" charset="0"/>
              </a:rPr>
              <a:t>tS</a:t>
            </a:r>
            <a:r>
              <a:rPr lang="en-US" altLang="en-US" sz="3400" b="1" dirty="0">
                <a:latin typeface="MalayalamAbe" pitchFamily="18" charset="0"/>
              </a:rPr>
              <a:t>#)k; B*</a:t>
            </a:r>
            <a:r>
              <a:rPr lang="en-US" altLang="en-US" sz="3400" b="1" dirty="0" err="1">
                <a:latin typeface="MalayalamAbe" pitchFamily="18" charset="0"/>
              </a:rPr>
              <a:t>xksm</a:t>
            </a:r>
            <a:r>
              <a:rPr lang="en-US" altLang="en-US" sz="3400" b="1" dirty="0">
                <a:latin typeface="MalayalamAbe" pitchFamily="18" charset="0"/>
              </a:rPr>
              <a:t> </a:t>
            </a:r>
            <a:r>
              <a:rPr lang="en-US" altLang="en-US" sz="3400" b="1" dirty="0" err="1">
                <a:latin typeface="MalayalamAbe" pitchFamily="18" charset="0"/>
              </a:rPr>
              <a:t>CgnikSa</a:t>
            </a:r>
            <a:r>
              <a:rPr lang="en-US" altLang="en-US" sz="3400" b="1" dirty="0">
                <a:latin typeface="MalayalamAbe" pitchFamily="18" charset="0"/>
              </a:rPr>
              <a:t> </a:t>
            </a:r>
            <a:r>
              <a:rPr lang="en-US" altLang="en-US" sz="3400" b="1" dirty="0" err="1">
                <a:latin typeface="MalayalamAbe" pitchFamily="18" charset="0"/>
              </a:rPr>
              <a:t>rjr</a:t>
            </a:r>
            <a:r>
              <a:rPr lang="en-US" altLang="en-US" sz="3400" b="1" dirty="0">
                <a:latin typeface="MalayalamAbe" pitchFamily="18" charset="0"/>
              </a:rPr>
              <a:t>)k c[</a:t>
            </a:r>
            <a:r>
              <a:rPr lang="en-US" altLang="en-US" sz="3400" b="1" dirty="0" err="1">
                <a:latin typeface="MalayalamAbe" pitchFamily="18" charset="0"/>
              </a:rPr>
              <a:t>fkfj</a:t>
            </a:r>
            <a:r>
              <a:rPr lang="en-US" altLang="en-US" sz="3400" b="1" dirty="0">
                <a:latin typeface="MalayalamAbe" pitchFamily="18" charset="0"/>
              </a:rPr>
              <a:t> |</a:t>
            </a:r>
            <a:r>
              <a:rPr lang="en-US" altLang="en-US" sz="3400" b="1" dirty="0" err="1">
                <a:latin typeface="MalayalamAbe" pitchFamily="18" charset="0"/>
              </a:rPr>
              <a:t>lShhku&amp;l</a:t>
            </a:r>
            <a:r>
              <a:rPr lang="en-US" altLang="en-US" sz="3400" b="1" dirty="0">
                <a:latin typeface="MalayalamAbe" pitchFamily="18" charset="0"/>
              </a:rPr>
              <a:t>.</a:t>
            </a:r>
          </a:p>
        </p:txBody>
      </p:sp>
      <p:sp>
        <p:nvSpPr>
          <p:cNvPr id="3" name="TextBox 2">
            <a:extLst>
              <a:ext uri="{FF2B5EF4-FFF2-40B4-BE49-F238E27FC236}">
                <a16:creationId xmlns:a16="http://schemas.microsoft.com/office/drawing/2014/main" id="{0505FD75-AE04-0428-47A2-3EB5871C35D0}"/>
              </a:ext>
            </a:extLst>
          </p:cNvPr>
          <p:cNvSpPr txBox="1"/>
          <p:nvPr/>
        </p:nvSpPr>
        <p:spPr>
          <a:xfrm>
            <a:off x="-48987" y="5166195"/>
            <a:ext cx="12192000" cy="1477328"/>
          </a:xfrm>
          <a:prstGeom prst="rect">
            <a:avLst/>
          </a:prstGeom>
          <a:noFill/>
        </p:spPr>
        <p:txBody>
          <a:bodyPr wrap="square">
            <a:spAutoFit/>
          </a:bodyPr>
          <a:lstStyle/>
          <a:p>
            <a:pPr marL="403225" marR="0" lvl="0" indent="-403225" algn="ctr" rtl="0">
              <a:spcBef>
                <a:spcPts val="0"/>
              </a:spcBef>
              <a:spcAft>
                <a:spcPts val="0"/>
              </a:spcAft>
              <a:buClr>
                <a:srgbClr val="000000"/>
              </a:buClr>
              <a:buSzPts val="3200"/>
              <a:buFont typeface="Arial"/>
              <a:buNone/>
            </a:pPr>
            <a:r>
              <a:rPr lang="en-US" sz="3000" b="1" i="1" strike="noStrike" cap="none" dirty="0">
                <a:solidFill>
                  <a:schemeClr val="dk1"/>
                </a:solidFill>
                <a:latin typeface="Calibri" panose="020F0502020204030204" pitchFamily="34" charset="0"/>
                <a:ea typeface="Calibri"/>
                <a:cs typeface="Calibri" panose="020F0502020204030204" pitchFamily="34" charset="0"/>
                <a:sym typeface="Calibri"/>
              </a:rPr>
              <a:t>	</a:t>
            </a:r>
            <a:r>
              <a:rPr lang="en-US" sz="3000" b="1" i="1" u="none" strike="noStrike" dirty="0">
                <a:solidFill>
                  <a:srgbClr val="0D0D0D"/>
                </a:solidFill>
                <a:effectLst/>
                <a:latin typeface="Calibri" panose="020F0502020204030204" pitchFamily="34" charset="0"/>
                <a:cs typeface="Calibri" panose="020F0502020204030204" pitchFamily="34" charset="0"/>
              </a:rPr>
              <a:t> </a:t>
            </a: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C: </a:t>
            </a:r>
            <a:r>
              <a:rPr lang="en-US" sz="3000" b="1" i="1" strike="noStrike" cap="none" dirty="0">
                <a:solidFill>
                  <a:schemeClr val="dk1"/>
                </a:solidFill>
                <a:latin typeface="Calibri" panose="020F0502020204030204" pitchFamily="34" charset="0"/>
                <a:ea typeface="Calibri"/>
                <a:cs typeface="Calibri" panose="020F0502020204030204" pitchFamily="34" charset="0"/>
                <a:sym typeface="Calibri"/>
              </a:rPr>
              <a:t>Amen. Our Lord, bless us. Our Lord, be kind and bless us. Our Lord, answer unto us and bless us. Glory and praise be to You, our Lord. Praise be to You, our Lord. Praise be to You our everlasting </a:t>
            </a:r>
            <a:r>
              <a:rPr lang="en-US" sz="3000" b="1" i="1" dirty="0">
                <a:solidFill>
                  <a:schemeClr val="dk1"/>
                </a:solidFill>
                <a:latin typeface="Calibri" panose="020F0502020204030204" pitchFamily="34" charset="0"/>
                <a:ea typeface="Calibri"/>
                <a:cs typeface="Calibri" panose="020F0502020204030204" pitchFamily="34" charset="0"/>
                <a:sym typeface="Calibri"/>
              </a:rPr>
              <a:t>r</a:t>
            </a:r>
            <a:r>
              <a:rPr lang="en-US" sz="3000" b="1" i="1" strike="noStrike" cap="none" dirty="0">
                <a:solidFill>
                  <a:schemeClr val="dk1"/>
                </a:solidFill>
                <a:latin typeface="Calibri" panose="020F0502020204030204" pitchFamily="34" charset="0"/>
                <a:ea typeface="Calibri"/>
                <a:cs typeface="Calibri" panose="020F0502020204030204" pitchFamily="34" charset="0"/>
                <a:sym typeface="Calibri"/>
              </a:rPr>
              <a:t>efuge. Hallelujah.</a:t>
            </a:r>
          </a:p>
        </p:txBody>
      </p:sp>
      <p:sp>
        <p:nvSpPr>
          <p:cNvPr id="2" name="TextBox 1">
            <a:extLst>
              <a:ext uri="{FF2B5EF4-FFF2-40B4-BE49-F238E27FC236}">
                <a16:creationId xmlns:a16="http://schemas.microsoft.com/office/drawing/2014/main" id="{B5B28742-C069-CAAE-5F82-0F8D01BFB674}"/>
              </a:ext>
            </a:extLst>
          </p:cNvPr>
          <p:cNvSpPr txBox="1"/>
          <p:nvPr/>
        </p:nvSpPr>
        <p:spPr>
          <a:xfrm>
            <a:off x="0" y="454636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85A25073-A624-954C-95D2-2687F5440B1B}"/>
              </a:ext>
            </a:extLst>
          </p:cNvPr>
          <p:cNvCxnSpPr>
            <a:cxnSpLocks/>
            <a:endCxn id="2" idx="0"/>
          </p:cNvCxnSpPr>
          <p:nvPr/>
        </p:nvCxnSpPr>
        <p:spPr>
          <a:xfrm>
            <a:off x="6096000" y="0"/>
            <a:ext cx="0" cy="454636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787758" y="1540320"/>
            <a:ext cx="5040087" cy="1752600"/>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 e.	</a:t>
            </a:r>
            <a:r>
              <a:rPr lang="en-US" altLang="en-US" sz="4400" b="1" dirty="0">
                <a:latin typeface="MalayalamAbe" pitchFamily="18" charset="0"/>
              </a:rPr>
              <a:t>dm*</a:t>
            </a:r>
            <a:r>
              <a:rPr lang="en-US" altLang="en-US" sz="4400" b="1" dirty="0" err="1">
                <a:latin typeface="MalayalamAbe" pitchFamily="18" charset="0"/>
              </a:rPr>
              <a:t>xksm</a:t>
            </a:r>
            <a:r>
              <a:rPr lang="en-US" altLang="en-US" sz="4400" b="1" dirty="0">
                <a:latin typeface="MalayalamAbe" pitchFamily="18" charset="0"/>
              </a:rPr>
              <a:t> </a:t>
            </a:r>
            <a:r>
              <a:rPr lang="en-US" altLang="en-US" sz="4400" b="1" dirty="0" err="1">
                <a:latin typeface="MalayalamAbe" pitchFamily="18" charset="0"/>
              </a:rPr>
              <a:t>egj|lg</a:t>
            </a:r>
            <a:r>
              <a:rPr lang="en-US" altLang="en-US" sz="4400" b="1" dirty="0">
                <a:latin typeface="MalayalamAbe" pitchFamily="18" charset="0"/>
              </a:rPr>
              <a:t>\</a:t>
            </a:r>
            <a:r>
              <a:rPr lang="en-US" altLang="en-US" sz="4400" b="1" dirty="0" err="1">
                <a:latin typeface="MalayalamAbe" pitchFamily="18" charset="0"/>
              </a:rPr>
              <a:t>jrk</a:t>
            </a:r>
            <a:r>
              <a:rPr lang="en-US" altLang="en-US" sz="4400" b="1" dirty="0">
                <a:latin typeface="MalayalamAbe" pitchFamily="18" charset="0"/>
              </a:rPr>
              <a:t>;...</a:t>
            </a:r>
            <a:br>
              <a:rPr lang="en-US" altLang="en-US" sz="4400" b="1" noProof="1">
                <a:latin typeface="MalayalamAbe" pitchFamily="18" charset="0"/>
              </a:rPr>
            </a:br>
            <a:r>
              <a:rPr lang="en-US" altLang="en-US" sz="4400" b="1" noProof="1">
                <a:solidFill>
                  <a:schemeClr val="accent6">
                    <a:lumMod val="50000"/>
                  </a:schemeClr>
                </a:solidFill>
                <a:latin typeface="MalayalamAbe" pitchFamily="18" charset="0"/>
              </a:rPr>
              <a:t> </a:t>
            </a:r>
            <a:r>
              <a:rPr lang="en-US" altLang="en-US" sz="4400" b="1" dirty="0">
                <a:solidFill>
                  <a:schemeClr val="accent6">
                    <a:lumMod val="50000"/>
                  </a:schemeClr>
                </a:solidFill>
                <a:latin typeface="MalayalamAbe" pitchFamily="18" charset="0"/>
              </a:rPr>
              <a:t>w</a:t>
            </a:r>
            <a:r>
              <a:rPr lang="en-US" altLang="en-US" sz="4400" b="1" dirty="0">
                <a:solidFill>
                  <a:schemeClr val="accent6">
                    <a:lumMod val="50000"/>
                  </a:schemeClr>
                </a:solidFill>
              </a:rPr>
              <a:t>.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342011" y="1143890"/>
            <a:ext cx="4656642" cy="2149030"/>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Kadangalhude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parihaarathinum</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p>
        </p:txBody>
      </p:sp>
      <p:sp>
        <p:nvSpPr>
          <p:cNvPr id="2" name="TextBox 1">
            <a:extLst>
              <a:ext uri="{FF2B5EF4-FFF2-40B4-BE49-F238E27FC236}">
                <a16:creationId xmlns:a16="http://schemas.microsoft.com/office/drawing/2014/main" id="{CBA9E472-F84E-C583-5662-B94928E39424}"/>
              </a:ext>
            </a:extLst>
          </p:cNvPr>
          <p:cNvSpPr txBox="1"/>
          <p:nvPr/>
        </p:nvSpPr>
        <p:spPr>
          <a:xfrm>
            <a:off x="568779" y="4398022"/>
            <a:ext cx="11054442" cy="2569550"/>
          </a:xfrm>
          <a:prstGeom prst="rect">
            <a:avLst/>
          </a:prstGeom>
          <a:noFill/>
        </p:spPr>
        <p:txBody>
          <a:bodyPr wrap="square" rtlCol="0">
            <a:spAutoFit/>
          </a:bodyPr>
          <a:lstStyle/>
          <a:p>
            <a:pPr marL="342900" marR="0" lvl="0" indent="-342900" algn="l" rtl="0">
              <a:lnSpc>
                <a:spcPts val="3900"/>
              </a:lnSpc>
              <a:spcBef>
                <a:spcPts val="0"/>
              </a:spcBef>
              <a:spcAft>
                <a:spcPts val="0"/>
              </a:spcAft>
              <a:buClr>
                <a:srgbClr val="000000"/>
              </a:buClr>
              <a:buSzPts val="2800"/>
              <a:buFont typeface="Arial"/>
              <a:buNone/>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strike="noStrike" cap="none" dirty="0">
                <a:solidFill>
                  <a:schemeClr val="dk1"/>
                </a:solidFill>
                <a:latin typeface="+mn-lt"/>
                <a:ea typeface="Calibri"/>
                <a:cs typeface="Times New Roman" panose="02020603050405020304" pitchFamily="18" charset="0"/>
                <a:sym typeface="Calibri"/>
              </a:rPr>
              <a:t>The holy </a:t>
            </a:r>
            <a:r>
              <a:rPr lang="en-US" sz="3000" b="1" i="1" dirty="0">
                <a:solidFill>
                  <a:schemeClr val="dk1"/>
                </a:solidFill>
                <a:latin typeface="+mn-lt"/>
                <a:ea typeface="Calibri"/>
                <a:cs typeface="Times New Roman" panose="02020603050405020304" pitchFamily="18" charset="0"/>
                <a:sym typeface="Calibri"/>
              </a:rPr>
              <a:t>b</a:t>
            </a:r>
            <a:r>
              <a:rPr lang="en-US" sz="3000" b="1" i="1" strike="noStrike" cap="none" dirty="0">
                <a:solidFill>
                  <a:schemeClr val="dk1"/>
                </a:solidFill>
                <a:latin typeface="+mn-lt"/>
                <a:ea typeface="Calibri"/>
                <a:cs typeface="Times New Roman" panose="02020603050405020304" pitchFamily="18" charset="0"/>
                <a:sym typeface="Calibri"/>
              </a:rPr>
              <a:t>ody and blood, broken and shed on Golgotha for the remission of our debts and forgiveness of our sins are given to You for the health of body and soul.</a:t>
            </a:r>
          </a:p>
          <a:p>
            <a:pPr marL="342900" marR="0" lvl="0" indent="-342900" algn="l" rtl="0">
              <a:lnSpc>
                <a:spcPts val="3900"/>
              </a:lnSpc>
              <a:spcBef>
                <a:spcPts val="0"/>
              </a:spcBef>
              <a:spcAft>
                <a:spcPts val="0"/>
              </a:spcAft>
              <a:buClr>
                <a:srgbClr val="000000"/>
              </a:buClr>
              <a:buSzPts val="2800"/>
              <a:buFont typeface="Arial"/>
              <a:buNone/>
            </a:pPr>
            <a:r>
              <a:rPr lang="en-US" sz="3000" b="1" i="1"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strike="noStrike" cap="none" dirty="0">
                <a:solidFill>
                  <a:schemeClr val="dk1"/>
                </a:solidFill>
                <a:latin typeface="+mn-lt"/>
                <a:ea typeface="Calibri"/>
                <a:cs typeface="Times New Roman" panose="02020603050405020304" pitchFamily="18" charset="0"/>
                <a:sym typeface="Calibri"/>
              </a:rPr>
              <a:t>Amen.</a:t>
            </a:r>
            <a:endParaRPr lang="en-US" sz="3000" b="1" i="1" strike="noStrike" cap="none" dirty="0">
              <a:solidFill>
                <a:schemeClr val="dk1"/>
              </a:solidFill>
              <a:latin typeface="+mn-lt"/>
              <a:ea typeface="Arial"/>
              <a:cs typeface="Times New Roman" panose="02020603050405020304" pitchFamily="18" charset="0"/>
              <a:sym typeface="Arial"/>
            </a:endParaRPr>
          </a:p>
          <a:p>
            <a:pPr>
              <a:lnSpc>
                <a:spcPts val="3900"/>
              </a:lnSpc>
            </a:pPr>
            <a:endParaRPr lang="en-US" sz="3000" b="1" i="1" dirty="0">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6F7C109F-FC2B-510E-F9C7-2B3699FB05E8}"/>
              </a:ext>
            </a:extLst>
          </p:cNvPr>
          <p:cNvSpPr txBox="1"/>
          <p:nvPr/>
        </p:nvSpPr>
        <p:spPr>
          <a:xfrm>
            <a:off x="0" y="3767080"/>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(Priest Administering The Holy Sacrament)</a:t>
            </a:r>
          </a:p>
        </p:txBody>
      </p:sp>
      <p:cxnSp>
        <p:nvCxnSpPr>
          <p:cNvPr id="6" name="Straight Connector 5">
            <a:extLst>
              <a:ext uri="{FF2B5EF4-FFF2-40B4-BE49-F238E27FC236}">
                <a16:creationId xmlns:a16="http://schemas.microsoft.com/office/drawing/2014/main" id="{7E11CB8A-69DB-05D3-8918-F6649C33D107}"/>
              </a:ext>
            </a:extLst>
          </p:cNvPr>
          <p:cNvCxnSpPr>
            <a:cxnSpLocks/>
            <a:endCxn id="5" idx="0"/>
          </p:cNvCxnSpPr>
          <p:nvPr/>
        </p:nvCxnSpPr>
        <p:spPr>
          <a:xfrm>
            <a:off x="6096000" y="-46547"/>
            <a:ext cx="0" cy="381362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78D846D-499A-6D30-CA82-796AE2FC399F}"/>
              </a:ext>
            </a:extLst>
          </p:cNvPr>
          <p:cNvSpPr txBox="1"/>
          <p:nvPr/>
        </p:nvSpPr>
        <p:spPr>
          <a:xfrm>
            <a:off x="6509036" y="189783"/>
            <a:ext cx="5489617" cy="954107"/>
          </a:xfrm>
          <a:prstGeom prst="rect">
            <a:avLst/>
          </a:prstGeom>
          <a:noFill/>
        </p:spPr>
        <p:txBody>
          <a:bodyPr wrap="square">
            <a:spAutoFit/>
          </a:bodyPr>
          <a:lstStyle/>
          <a:p>
            <a:pPr algn="ctr"/>
            <a:r>
              <a:rPr lang="en-US" sz="2800" b="1" dirty="0">
                <a:solidFill>
                  <a:schemeClr val="accent6">
                    <a:lumMod val="50000"/>
                  </a:schemeClr>
                </a:solidFill>
                <a:effectLst/>
                <a:latin typeface="+mn-lt"/>
              </a:rPr>
              <a:t>(</a:t>
            </a:r>
            <a:r>
              <a:rPr lang="en-US" sz="2800" b="1" dirty="0" err="1">
                <a:solidFill>
                  <a:schemeClr val="accent6">
                    <a:lumMod val="50000"/>
                  </a:schemeClr>
                </a:solidFill>
                <a:effectLst/>
                <a:latin typeface="+mn-lt"/>
              </a:rPr>
              <a:t>Pattakkaran</a:t>
            </a:r>
            <a:r>
              <a:rPr lang="en-US" sz="2800" b="1"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Vishudha</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Kurbana</a:t>
            </a:r>
            <a:r>
              <a:rPr lang="en-US" sz="2800" b="1" u="none" strike="noStrike" dirty="0">
                <a:solidFill>
                  <a:schemeClr val="accent6">
                    <a:lumMod val="50000"/>
                  </a:schemeClr>
                </a:solidFill>
                <a:effectLst/>
                <a:latin typeface="+mn-lt"/>
              </a:rPr>
              <a:t> </a:t>
            </a:r>
            <a:r>
              <a:rPr lang="en-US" sz="2800" b="1" dirty="0" err="1">
                <a:solidFill>
                  <a:srgbClr val="004A0A"/>
                </a:solidFill>
                <a:latin typeface="Calibri" panose="020F0502020204030204" pitchFamily="34" charset="0"/>
                <a:cs typeface="Calibri" panose="020F0502020204030204" pitchFamily="34" charset="0"/>
              </a:rPr>
              <a:t>V</a:t>
            </a:r>
            <a:r>
              <a:rPr lang="en-US" sz="2800" b="1" dirty="0" err="1">
                <a:solidFill>
                  <a:srgbClr val="004A0A"/>
                </a:solidFill>
                <a:effectLst/>
                <a:latin typeface="Calibri" panose="020F0502020204030204" pitchFamily="34" charset="0"/>
                <a:cs typeface="Calibri" panose="020F0502020204030204" pitchFamily="34" charset="0"/>
              </a:rPr>
              <a:t>itharanam</a:t>
            </a:r>
            <a:r>
              <a:rPr lang="en-US" sz="2800" b="1" dirty="0">
                <a:solidFill>
                  <a:srgbClr val="004A0A"/>
                </a:solidFill>
                <a:effectLst/>
                <a:latin typeface="Calibri" panose="020F0502020204030204" pitchFamily="34" charset="0"/>
                <a:cs typeface="Calibri" panose="020F0502020204030204" pitchFamily="34" charset="0"/>
              </a:rPr>
              <a:t> </a:t>
            </a:r>
            <a:r>
              <a:rPr lang="en-US" sz="2800" b="1" dirty="0" err="1">
                <a:solidFill>
                  <a:srgbClr val="004A0A"/>
                </a:solidFill>
                <a:latin typeface="Calibri" panose="020F0502020204030204" pitchFamily="34" charset="0"/>
                <a:cs typeface="Calibri" panose="020F0502020204030204" pitchFamily="34" charset="0"/>
              </a:rPr>
              <a:t>C</a:t>
            </a:r>
            <a:r>
              <a:rPr lang="en-US" sz="2800" b="1" dirty="0" err="1">
                <a:solidFill>
                  <a:srgbClr val="004A0A"/>
                </a:solidFill>
                <a:effectLst/>
                <a:latin typeface="Calibri" panose="020F0502020204030204" pitchFamily="34" charset="0"/>
                <a:cs typeface="Calibri" panose="020F0502020204030204" pitchFamily="34" charset="0"/>
              </a:rPr>
              <a:t>heyyunnathu</a:t>
            </a:r>
            <a:r>
              <a:rPr lang="en-US" sz="2800" b="1" dirty="0">
                <a:solidFill>
                  <a:srgbClr val="004A0A"/>
                </a:solidFill>
                <a:effectLst/>
                <a:latin typeface="Calibri" panose="020F0502020204030204" pitchFamily="34" charset="0"/>
                <a:cs typeface="Calibri" panose="020F0502020204030204" pitchFamily="34" charset="0"/>
              </a:rPr>
              <a:t>)</a:t>
            </a:r>
          </a:p>
        </p:txBody>
      </p:sp>
      <p:sp>
        <p:nvSpPr>
          <p:cNvPr id="9" name="TextBox 8">
            <a:extLst>
              <a:ext uri="{FF2B5EF4-FFF2-40B4-BE49-F238E27FC236}">
                <a16:creationId xmlns:a16="http://schemas.microsoft.com/office/drawing/2014/main" id="{F4F866E1-7138-E9A1-0E47-9B32AAFE1CCC}"/>
              </a:ext>
            </a:extLst>
          </p:cNvPr>
          <p:cNvSpPr txBox="1"/>
          <p:nvPr/>
        </p:nvSpPr>
        <p:spPr>
          <a:xfrm>
            <a:off x="0" y="189783"/>
            <a:ext cx="6095993" cy="1200329"/>
          </a:xfrm>
          <a:prstGeom prst="rect">
            <a:avLst/>
          </a:prstGeom>
          <a:noFill/>
        </p:spPr>
        <p:txBody>
          <a:bodyPr wrap="square" rtlCol="0">
            <a:spAutoFit/>
          </a:bodyPr>
          <a:lstStyle/>
          <a:p>
            <a:pPr algn="ctr"/>
            <a:r>
              <a:rPr lang="en-US" b="1" dirty="0">
                <a:solidFill>
                  <a:schemeClr val="accent6">
                    <a:lumMod val="50000"/>
                  </a:schemeClr>
                </a:solidFill>
                <a:effectLst/>
                <a:latin typeface="+mn-lt"/>
              </a:rPr>
              <a:t>(</a:t>
            </a:r>
            <a:r>
              <a:rPr lang="ml-IN" b="1" u="none" strike="noStrike" dirty="0">
                <a:solidFill>
                  <a:schemeClr val="accent6">
                    <a:lumMod val="50000"/>
                  </a:schemeClr>
                </a:solidFill>
                <a:effectLst/>
                <a:latin typeface="Malayalam MN" pitchFamily="2" charset="0"/>
                <a:cs typeface="Malayalam MN" pitchFamily="2" charset="0"/>
              </a:rPr>
              <a:t>പട്ടക്കാരന്‍ വിശുദ്ധ കുർബാന </a:t>
            </a:r>
            <a:r>
              <a:rPr lang="ml-IN" b="1" dirty="0">
                <a:solidFill>
                  <a:schemeClr val="accent6">
                    <a:lumMod val="50000"/>
                  </a:schemeClr>
                </a:solidFill>
                <a:effectLst/>
                <a:latin typeface="Malayalam MN" pitchFamily="2" charset="0"/>
                <a:cs typeface="Malayalam MN" pitchFamily="2" charset="0"/>
              </a:rPr>
              <a:t>വിതരണം ചെയ്യുന്നത്</a:t>
            </a:r>
            <a:r>
              <a:rPr lang="en-US" b="1" dirty="0">
                <a:solidFill>
                  <a:srgbClr val="004A0A"/>
                </a:solidFill>
                <a:effectLst/>
                <a:latin typeface="Calibri" panose="020F0502020204030204" pitchFamily="34" charset="0"/>
                <a:cs typeface="Calibri" panose="020F0502020204030204" pitchFamily="34" charset="0"/>
              </a:rPr>
              <a:t>)</a:t>
            </a:r>
            <a:endParaRPr lang="ml-IN" b="1" dirty="0">
              <a:solidFill>
                <a:schemeClr val="accent6">
                  <a:lumMod val="50000"/>
                </a:schemeClr>
              </a:solidFill>
              <a:effectLst/>
              <a:latin typeface="Malayalam MN" pitchFamily="2" charset="0"/>
              <a:cs typeface="Malayalam MN" pitchFamily="2" charset="0"/>
            </a:endParaRPr>
          </a:p>
          <a:p>
            <a:endParaRPr lang="en-US" dirty="0"/>
          </a:p>
        </p:txBody>
      </p:sp>
    </p:spTree>
    <p:extLst>
      <p:ext uri="{BB962C8B-B14F-4D97-AF65-F5344CB8AC3E}">
        <p14:creationId xmlns:p14="http://schemas.microsoft.com/office/powerpoint/2010/main" val="2361501292"/>
      </p:ext>
    </p:extLst>
  </p:cSld>
  <p:clrMapOvr>
    <a:masterClrMapping/>
  </p:clrMapOvr>
  <p:transition spd="slow"/>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D5E624F-6369-D72F-1362-2B6A0A9A1953}"/>
              </a:ext>
            </a:extLst>
          </p:cNvPr>
          <p:cNvSpPr txBox="1"/>
          <p:nvPr/>
        </p:nvSpPr>
        <p:spPr>
          <a:xfrm>
            <a:off x="0" y="2705725"/>
            <a:ext cx="12192000" cy="1446550"/>
          </a:xfrm>
          <a:prstGeom prst="rect">
            <a:avLst/>
          </a:prstGeom>
          <a:noFill/>
        </p:spPr>
        <p:txBody>
          <a:bodyPr wrap="square">
            <a:spAutoFit/>
          </a:bodyPr>
          <a:lstStyle/>
          <a:p>
            <a:pPr algn="ctr"/>
            <a:r>
              <a:rPr lang="en-US" sz="8800" i="1" spc="300" dirty="0">
                <a:solidFill>
                  <a:schemeClr val="accent6">
                    <a:lumMod val="50000"/>
                  </a:schemeClr>
                </a:solidFill>
                <a:effectLst>
                  <a:outerShdw blurRad="38100" dist="38100" dir="2700000" algn="tl">
                    <a:srgbClr val="000000">
                      <a:alpha val="43137"/>
                    </a:srgbClr>
                  </a:outerShdw>
                </a:effectLst>
                <a:latin typeface="Elephant" panose="02020904090505020303" pitchFamily="18" charset="0"/>
                <a:sym typeface="Arial"/>
              </a:rPr>
              <a:t>Holy Communion</a:t>
            </a:r>
            <a:endParaRPr lang="en-US" sz="9600" i="1" dirty="0">
              <a:solidFill>
                <a:schemeClr val="accent6">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924213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8C6B23FB-4986-4EA3-8C62-93DE2BA27D2C}"/>
              </a:ext>
            </a:extLst>
          </p:cNvPr>
          <p:cNvSpPr txBox="1">
            <a:spLocks noChangeArrowheads="1"/>
          </p:cNvSpPr>
          <p:nvPr/>
        </p:nvSpPr>
        <p:spPr bwMode="auto">
          <a:xfrm>
            <a:off x="5762781" y="1630547"/>
            <a:ext cx="6694715" cy="1138497"/>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Njangalhude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Karthaavum</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njangalhude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Daivavume</a:t>
            </a:r>
            <a:r>
              <a:rPr lang="en-US" sz="3200" b="1" kern="0" dirty="0">
                <a:latin typeface="Calibri" pitchFamily="34" charset="0"/>
                <a:ea typeface="Ebrima" pitchFamily="2" charset="0"/>
                <a:cs typeface="Calibri" pitchFamily="34" charset="0"/>
              </a:rPr>
              <a:t>...</a:t>
            </a:r>
          </a:p>
        </p:txBody>
      </p:sp>
      <p:sp>
        <p:nvSpPr>
          <p:cNvPr id="130050" name="Rectangle 2"/>
          <p:cNvSpPr>
            <a:spLocks noGrp="1" noChangeArrowheads="1"/>
          </p:cNvSpPr>
          <p:nvPr>
            <p:ph type="ctrTitle"/>
          </p:nvPr>
        </p:nvSpPr>
        <p:spPr>
          <a:xfrm>
            <a:off x="0" y="1540504"/>
            <a:ext cx="5878286" cy="1371600"/>
          </a:xfrm>
        </p:spPr>
        <p:txBody>
          <a:bodyPr anchor="ctr">
            <a:noAutofit/>
          </a:bodyPr>
          <a:lstStyle/>
          <a:p>
            <a:pPr eaLnBrk="1" hangingPunct="1"/>
            <a:r>
              <a:rPr lang="en-US" altLang="en-US" sz="4000" b="1" dirty="0">
                <a:solidFill>
                  <a:schemeClr val="accent6">
                    <a:lumMod val="50000"/>
                  </a:schemeClr>
                </a:solidFill>
                <a:latin typeface="MalayalamAbe" pitchFamily="18" charset="0"/>
              </a:rPr>
              <a:t>e. </a:t>
            </a:r>
            <a:r>
              <a:rPr lang="en-US" altLang="en-US" sz="4000" b="1" dirty="0">
                <a:latin typeface="MalayalamAbe" pitchFamily="18" charset="0"/>
              </a:rPr>
              <a:t>B*</a:t>
            </a:r>
            <a:r>
              <a:rPr lang="en-US" altLang="en-US" sz="4000" b="1" dirty="0" err="1">
                <a:latin typeface="MalayalamAbe" pitchFamily="18" charset="0"/>
              </a:rPr>
              <a:t>xksm</a:t>
            </a:r>
            <a:r>
              <a:rPr lang="en-US" altLang="en-US" sz="4000" b="1" dirty="0">
                <a:latin typeface="MalayalamAbe" pitchFamily="18" charset="0"/>
              </a:rPr>
              <a:t>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lik</a:t>
            </a:r>
            <a:r>
              <a:rPr lang="en-US" altLang="en-US" sz="4000" b="1" dirty="0">
                <a:latin typeface="MalayalamAbe" pitchFamily="18" charset="0"/>
              </a:rPr>
              <a:t>; B*</a:t>
            </a:r>
            <a:r>
              <a:rPr lang="en-US" altLang="en-US" sz="4000" b="1" dirty="0" err="1">
                <a:latin typeface="MalayalamAbe" pitchFamily="18" charset="0"/>
              </a:rPr>
              <a:t>xksm</a:t>
            </a:r>
            <a:r>
              <a:rPr lang="en-US" altLang="en-US" sz="4000" b="1" dirty="0">
                <a:latin typeface="MalayalamAbe" pitchFamily="18" charset="0"/>
              </a:rPr>
              <a:t> </a:t>
            </a:r>
            <a:r>
              <a:rPr lang="en-US" altLang="en-US" sz="4000" b="1" dirty="0" err="1">
                <a:latin typeface="MalayalamAbe" pitchFamily="18" charset="0"/>
              </a:rPr>
              <a:t>sspiikSa</a:t>
            </a:r>
            <a:r>
              <a:rPr lang="en-US" altLang="en-US" sz="4000" b="1" dirty="0">
                <a:latin typeface="MalayalamAbe" pitchFamily="18" charset="0"/>
              </a:rPr>
              <a:t>... </a:t>
            </a:r>
          </a:p>
        </p:txBody>
      </p:sp>
      <p:sp>
        <p:nvSpPr>
          <p:cNvPr id="2" name="TextBox 1">
            <a:extLst>
              <a:ext uri="{FF2B5EF4-FFF2-40B4-BE49-F238E27FC236}">
                <a16:creationId xmlns:a16="http://schemas.microsoft.com/office/drawing/2014/main" id="{91BFE111-3C0E-62A9-234A-7C181CC8B6FA}"/>
              </a:ext>
            </a:extLst>
          </p:cNvPr>
          <p:cNvSpPr txBox="1"/>
          <p:nvPr/>
        </p:nvSpPr>
        <p:spPr>
          <a:xfrm>
            <a:off x="244929" y="4240646"/>
            <a:ext cx="11625941" cy="1938992"/>
          </a:xfrm>
          <a:prstGeom prst="rect">
            <a:avLst/>
          </a:prstGeom>
          <a:noFill/>
        </p:spPr>
        <p:txBody>
          <a:bodyPr wrap="square" rtlCol="0">
            <a:spAutoFit/>
          </a:bodyPr>
          <a:lstStyle/>
          <a:p>
            <a:pPr marL="381000" marR="0" lvl="0" indent="-381000" algn="ctr" rtl="0">
              <a:lnSpc>
                <a:spcPct val="1000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Calibri" panose="020F0502020204030204" pitchFamily="34" charset="0"/>
                <a:ea typeface="Calibri"/>
                <a:cs typeface="Calibri" panose="020F0502020204030204" pitchFamily="34" charset="0"/>
                <a:sym typeface="Calibri"/>
              </a:rPr>
              <a:t>P: </a:t>
            </a:r>
            <a:r>
              <a:rPr lang="en-US" sz="3000" b="1" i="1" u="none" strike="noStrike" cap="none" dirty="0">
                <a:solidFill>
                  <a:schemeClr val="dk1"/>
                </a:solidFill>
                <a:latin typeface="Calibri" panose="020F0502020204030204" pitchFamily="34" charset="0"/>
                <a:ea typeface="Calibri"/>
                <a:cs typeface="Calibri" panose="020F0502020204030204" pitchFamily="34" charset="0"/>
                <a:sym typeface="Calibri"/>
              </a:rPr>
              <a:t>O Lord our God praise be to You forever. Praise be to You. Praise be to You. O Lord Jesus the Messiah, may Your holy </a:t>
            </a:r>
            <a:r>
              <a:rPr lang="en-US" sz="3000" b="1" i="1" dirty="0">
                <a:solidFill>
                  <a:schemeClr val="dk1"/>
                </a:solidFill>
                <a:latin typeface="Calibri" panose="020F0502020204030204" pitchFamily="34" charset="0"/>
                <a:ea typeface="Calibri"/>
                <a:cs typeface="Calibri" panose="020F0502020204030204" pitchFamily="34" charset="0"/>
                <a:sym typeface="Calibri"/>
              </a:rPr>
              <a:t>b</a:t>
            </a:r>
            <a:r>
              <a:rPr lang="en-US" sz="3000" b="1" i="1" u="none" strike="noStrike" cap="none" dirty="0">
                <a:solidFill>
                  <a:schemeClr val="dk1"/>
                </a:solidFill>
                <a:latin typeface="Calibri" panose="020F0502020204030204" pitchFamily="34" charset="0"/>
                <a:ea typeface="Calibri"/>
                <a:cs typeface="Calibri" panose="020F0502020204030204" pitchFamily="34" charset="0"/>
                <a:sym typeface="Calibri"/>
              </a:rPr>
              <a:t>ody and blood which we have received, be not for our judgment and condemnation, but for life and salvation of us all. O God, grant us Your blessing.</a:t>
            </a:r>
            <a:endParaRPr lang="en-US" sz="3000" i="1" dirty="0">
              <a:cs typeface="Times New Roman" panose="02020603050405020304" pitchFamily="18" charset="0"/>
            </a:endParaRPr>
          </a:p>
        </p:txBody>
      </p:sp>
      <p:sp>
        <p:nvSpPr>
          <p:cNvPr id="8" name="TextBox 7">
            <a:extLst>
              <a:ext uri="{FF2B5EF4-FFF2-40B4-BE49-F238E27FC236}">
                <a16:creationId xmlns:a16="http://schemas.microsoft.com/office/drawing/2014/main" id="{FDE05A4F-FD77-A9F7-B773-F289CC722530}"/>
              </a:ext>
            </a:extLst>
          </p:cNvPr>
          <p:cNvSpPr txBox="1"/>
          <p:nvPr/>
        </p:nvSpPr>
        <p:spPr>
          <a:xfrm>
            <a:off x="-98886" y="303485"/>
            <a:ext cx="6227544" cy="954107"/>
          </a:xfrm>
          <a:prstGeom prst="rect">
            <a:avLst/>
          </a:prstGeom>
          <a:noFill/>
        </p:spPr>
        <p:txBody>
          <a:bodyPr wrap="square">
            <a:spAutoFit/>
          </a:bodyPr>
          <a:lstStyle/>
          <a:p>
            <a:pPr algn="ctr" rtl="0">
              <a:spcBef>
                <a:spcPts val="1200"/>
              </a:spcBef>
              <a:spcAft>
                <a:spcPts val="0"/>
              </a:spcAft>
            </a:pPr>
            <a:r>
              <a:rPr lang="en-US" b="1" u="none" strike="noStrike" dirty="0">
                <a:solidFill>
                  <a:schemeClr val="accent6">
                    <a:lumMod val="50000"/>
                  </a:schemeClr>
                </a:solidFill>
                <a:effectLst/>
                <a:latin typeface="Roboto" panose="02000000000000000000" pitchFamily="2" charset="0"/>
              </a:rPr>
              <a:t>(</a:t>
            </a:r>
            <a:r>
              <a:rPr lang="ml-IN" sz="2800" b="1" u="none" strike="noStrike" dirty="0">
                <a:solidFill>
                  <a:schemeClr val="accent6">
                    <a:lumMod val="50000"/>
                  </a:schemeClr>
                </a:solidFill>
                <a:effectLst/>
                <a:latin typeface="Malayalam MN" pitchFamily="2" charset="0"/>
                <a:cs typeface="Malayalam MN" pitchFamily="2" charset="0"/>
              </a:rPr>
              <a:t>എല്ലാവരും വിശുദ്ധ കുർബാന സ്വീകരിച്ചശേഷം</a:t>
            </a:r>
            <a:r>
              <a:rPr lang="en-US" b="1" u="none" strike="noStrike" dirty="0">
                <a:solidFill>
                  <a:schemeClr val="accent6">
                    <a:lumMod val="50000"/>
                  </a:schemeClr>
                </a:solidFill>
                <a:effectLst/>
                <a:latin typeface="Roboto" panose="02000000000000000000" pitchFamily="2" charset="0"/>
              </a:rPr>
              <a:t>)</a:t>
            </a:r>
            <a:endParaRPr lang="ml-IN" b="1" u="none" strike="noStrike" dirty="0">
              <a:solidFill>
                <a:schemeClr val="accent6">
                  <a:lumMod val="50000"/>
                </a:schemeClr>
              </a:solidFill>
              <a:effectLst/>
            </a:endParaRPr>
          </a:p>
        </p:txBody>
      </p:sp>
      <p:sp>
        <p:nvSpPr>
          <p:cNvPr id="10" name="TextBox 9">
            <a:extLst>
              <a:ext uri="{FF2B5EF4-FFF2-40B4-BE49-F238E27FC236}">
                <a16:creationId xmlns:a16="http://schemas.microsoft.com/office/drawing/2014/main" id="{816879B5-CDA3-82AF-5A51-546D1241DCC6}"/>
              </a:ext>
            </a:extLst>
          </p:cNvPr>
          <p:cNvSpPr txBox="1"/>
          <p:nvPr/>
        </p:nvSpPr>
        <p:spPr>
          <a:xfrm>
            <a:off x="5996367" y="311007"/>
            <a:ext cx="6227544" cy="954107"/>
          </a:xfrm>
          <a:prstGeom prst="rect">
            <a:avLst/>
          </a:prstGeom>
          <a:noFill/>
        </p:spPr>
        <p:txBody>
          <a:bodyPr wrap="square">
            <a:spAutoFit/>
          </a:bodyPr>
          <a:lstStyle/>
          <a:p>
            <a:pPr algn="ctr" rtl="0">
              <a:spcBef>
                <a:spcPts val="1200"/>
              </a:spcBef>
              <a:spcAft>
                <a:spcPts val="0"/>
              </a:spcAft>
            </a:pPr>
            <a:r>
              <a:rPr lang="en-US" sz="2800" b="1" u="none" strike="noStrike" dirty="0">
                <a:solidFill>
                  <a:schemeClr val="accent6">
                    <a:lumMod val="50000"/>
                  </a:schemeClr>
                </a:solidFill>
                <a:effectLst/>
                <a:latin typeface="+mn-lt"/>
              </a:rPr>
              <a:t>(</a:t>
            </a:r>
            <a:r>
              <a:rPr lang="en-US" sz="2800" b="1" u="none" strike="noStrike" dirty="0" err="1">
                <a:solidFill>
                  <a:schemeClr val="accent6">
                    <a:lumMod val="50000"/>
                  </a:schemeClr>
                </a:solidFill>
                <a:effectLst/>
                <a:latin typeface="+mn-lt"/>
              </a:rPr>
              <a:t>Ellavarum</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Vishudha</a:t>
            </a:r>
            <a:r>
              <a:rPr lang="en-US" sz="2800" b="1" u="none" strike="noStrike" dirty="0">
                <a:solidFill>
                  <a:schemeClr val="accent6">
                    <a:lumMod val="50000"/>
                  </a:schemeClr>
                </a:solidFill>
                <a:effectLst/>
                <a:latin typeface="+mn-lt"/>
              </a:rPr>
              <a:t> </a:t>
            </a:r>
            <a:r>
              <a:rPr lang="en-US" sz="2800" b="1" u="none" strike="noStrike" dirty="0" err="1">
                <a:solidFill>
                  <a:schemeClr val="accent6">
                    <a:lumMod val="50000"/>
                  </a:schemeClr>
                </a:solidFill>
                <a:effectLst/>
                <a:latin typeface="+mn-lt"/>
              </a:rPr>
              <a:t>Kurbana</a:t>
            </a:r>
            <a:r>
              <a:rPr lang="en-US" sz="2800" b="1" u="none" strike="noStrike" dirty="0">
                <a:solidFill>
                  <a:schemeClr val="accent6">
                    <a:lumMod val="50000"/>
                  </a:schemeClr>
                </a:solidFill>
                <a:effectLst/>
                <a:latin typeface="+mn-lt"/>
              </a:rPr>
              <a:t> </a:t>
            </a:r>
            <a:r>
              <a:rPr lang="en-US" sz="2800" b="1" dirty="0" err="1">
                <a:solidFill>
                  <a:schemeClr val="accent6">
                    <a:lumMod val="50000"/>
                  </a:schemeClr>
                </a:solidFill>
                <a:latin typeface="+mn-lt"/>
              </a:rPr>
              <a:t>S</a:t>
            </a:r>
            <a:r>
              <a:rPr lang="en-US" sz="2800" b="1" u="none" strike="noStrike" dirty="0" err="1">
                <a:solidFill>
                  <a:schemeClr val="accent6">
                    <a:lumMod val="50000"/>
                  </a:schemeClr>
                </a:solidFill>
                <a:effectLst/>
                <a:latin typeface="+mn-lt"/>
              </a:rPr>
              <a:t>weekaricha</a:t>
            </a:r>
            <a:r>
              <a:rPr lang="en-US" sz="2800" b="1" u="none" strike="noStrike" dirty="0">
                <a:solidFill>
                  <a:schemeClr val="accent6">
                    <a:lumMod val="50000"/>
                  </a:schemeClr>
                </a:solidFill>
                <a:effectLst/>
                <a:latin typeface="+mn-lt"/>
              </a:rPr>
              <a:t> </a:t>
            </a:r>
            <a:r>
              <a:rPr lang="en-US" sz="2800" b="1" dirty="0" err="1">
                <a:solidFill>
                  <a:schemeClr val="accent6">
                    <a:lumMod val="50000"/>
                  </a:schemeClr>
                </a:solidFill>
                <a:latin typeface="+mn-lt"/>
              </a:rPr>
              <a:t>S</a:t>
            </a:r>
            <a:r>
              <a:rPr lang="en-US" sz="2800" b="1" u="none" strike="noStrike" dirty="0" err="1">
                <a:solidFill>
                  <a:schemeClr val="accent6">
                    <a:lumMod val="50000"/>
                  </a:schemeClr>
                </a:solidFill>
                <a:effectLst/>
                <a:latin typeface="+mn-lt"/>
              </a:rPr>
              <a:t>hesham</a:t>
            </a:r>
            <a:r>
              <a:rPr lang="en-US" sz="2800" b="1" u="none" strike="noStrike" dirty="0">
                <a:solidFill>
                  <a:schemeClr val="accent6">
                    <a:lumMod val="50000"/>
                  </a:schemeClr>
                </a:solidFill>
                <a:effectLst/>
                <a:latin typeface="+mn-lt"/>
              </a:rPr>
              <a:t>) </a:t>
            </a:r>
          </a:p>
        </p:txBody>
      </p:sp>
      <p:sp>
        <p:nvSpPr>
          <p:cNvPr id="3" name="TextBox 2">
            <a:extLst>
              <a:ext uri="{FF2B5EF4-FFF2-40B4-BE49-F238E27FC236}">
                <a16:creationId xmlns:a16="http://schemas.microsoft.com/office/drawing/2014/main" id="{34484971-2CA7-1191-A9D5-0E15BBDB810E}"/>
              </a:ext>
            </a:extLst>
          </p:cNvPr>
          <p:cNvSpPr txBox="1"/>
          <p:nvPr/>
        </p:nvSpPr>
        <p:spPr>
          <a:xfrm>
            <a:off x="5407" y="3504845"/>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(After Everyone Has Received The Holy Sacrament) </a:t>
            </a:r>
          </a:p>
        </p:txBody>
      </p:sp>
      <p:cxnSp>
        <p:nvCxnSpPr>
          <p:cNvPr id="6" name="Straight Connector 5">
            <a:extLst>
              <a:ext uri="{FF2B5EF4-FFF2-40B4-BE49-F238E27FC236}">
                <a16:creationId xmlns:a16="http://schemas.microsoft.com/office/drawing/2014/main" id="{C193EDC2-297D-907F-67A7-66D5CBF05303}"/>
              </a:ext>
            </a:extLst>
          </p:cNvPr>
          <p:cNvCxnSpPr>
            <a:cxnSpLocks/>
            <a:endCxn id="3" idx="0"/>
          </p:cNvCxnSpPr>
          <p:nvPr/>
        </p:nvCxnSpPr>
        <p:spPr>
          <a:xfrm>
            <a:off x="6069496" y="0"/>
            <a:ext cx="31911" cy="350484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4337222"/>
      </p:ext>
    </p:extLst>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8C6B23FB-4986-4EA3-8C62-93DE2BA27D2C}"/>
              </a:ext>
            </a:extLst>
          </p:cNvPr>
          <p:cNvSpPr txBox="1">
            <a:spLocks noChangeArrowheads="1"/>
          </p:cNvSpPr>
          <p:nvPr/>
        </p:nvSpPr>
        <p:spPr bwMode="auto">
          <a:xfrm>
            <a:off x="6351723" y="443443"/>
            <a:ext cx="5756088" cy="3468237"/>
          </a:xfrm>
          <a:prstGeom prst="rect">
            <a:avLst/>
          </a:prstGeom>
          <a:noFill/>
          <a:ln w="9525">
            <a:noFill/>
            <a:miter lim="800000"/>
            <a:headEnd/>
            <a:tailEnd/>
          </a:ln>
          <a:effectLst/>
        </p:spPr>
        <p:txBody>
          <a:bodyPr wrap="square" lIns="111402" tIns="55743" rIns="111402" bIns="55743">
            <a:spAutoFit/>
          </a:bodyPr>
          <a:lstStyle/>
          <a:p>
            <a:pPr algn="ctr">
              <a:lnSpc>
                <a:spcPts val="2900"/>
              </a:lnSpc>
              <a:spcBef>
                <a:spcPts val="0"/>
              </a:spcBef>
            </a:pPr>
            <a:r>
              <a:rPr lang="en-US" sz="3000" b="1" kern="0" dirty="0">
                <a:solidFill>
                  <a:schemeClr val="accent6">
                    <a:lumMod val="50000"/>
                  </a:schemeClr>
                </a:solidFill>
                <a:latin typeface="Calibri" pitchFamily="34" charset="0"/>
                <a:ea typeface="Ebrima" pitchFamily="2" charset="0"/>
                <a:cs typeface="Calibri" pitchFamily="34" charset="0"/>
              </a:rPr>
              <a:t>C: </a:t>
            </a:r>
            <a:r>
              <a:rPr lang="en-US" sz="3000" b="1" kern="0" dirty="0" err="1">
                <a:latin typeface="Calibri" pitchFamily="34" charset="0"/>
                <a:ea typeface="Ebrima" pitchFamily="2" charset="0"/>
                <a:cs typeface="Calibri" pitchFamily="34" charset="0"/>
              </a:rPr>
              <a:t>Bhoolokam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muzhuvanum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ninnne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muttu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kuthi</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vannikkum</a:t>
            </a:r>
            <a:r>
              <a:rPr lang="en-US" sz="3000" b="1" kern="0" dirty="0">
                <a:latin typeface="Calibri" pitchFamily="34" charset="0"/>
                <a:ea typeface="Ebrima" pitchFamily="2" charset="0"/>
                <a:cs typeface="Calibri" pitchFamily="34" charset="0"/>
              </a:rPr>
              <a:t> - </a:t>
            </a:r>
            <a:r>
              <a:rPr lang="en-US" sz="3000" b="1" kern="0" dirty="0" err="1">
                <a:latin typeface="Calibri" pitchFamily="34" charset="0"/>
                <a:ea typeface="Ebrima" pitchFamily="2" charset="0"/>
                <a:cs typeface="Calibri" pitchFamily="34" charset="0"/>
              </a:rPr>
              <a:t>sakala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naavum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naamathinu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sthothram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cheiyyum</a:t>
            </a:r>
            <a:r>
              <a:rPr lang="en-US" sz="3000" b="1" kern="0" dirty="0">
                <a:latin typeface="Calibri" pitchFamily="34" charset="0"/>
                <a:ea typeface="Ebrima" pitchFamily="2" charset="0"/>
                <a:cs typeface="Calibri" pitchFamily="34" charset="0"/>
              </a:rPr>
              <a:t> - </a:t>
            </a:r>
            <a:r>
              <a:rPr lang="en-US" sz="3000" b="1" kern="0" dirty="0" err="1">
                <a:latin typeface="Calibri" pitchFamily="34" charset="0"/>
                <a:ea typeface="Ebrima" pitchFamily="2" charset="0"/>
                <a:cs typeface="Calibri" pitchFamily="34" charset="0"/>
              </a:rPr>
              <a:t>marichavare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uyirth-ezhunnelppikkunn-avanum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avarude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prathyaashayum</a:t>
            </a:r>
            <a:r>
              <a:rPr lang="en-US" sz="3000" b="1" kern="0" dirty="0">
                <a:latin typeface="Calibri" pitchFamily="34" charset="0"/>
                <a:ea typeface="Ebrima" pitchFamily="2" charset="0"/>
                <a:cs typeface="Calibri" pitchFamily="34" charset="0"/>
              </a:rPr>
              <a:t> nee </a:t>
            </a:r>
            <a:r>
              <a:rPr lang="en-US" sz="3000" b="1" kern="0" dirty="0" err="1">
                <a:latin typeface="Calibri" pitchFamily="34" charset="0"/>
                <a:ea typeface="Ebrima" pitchFamily="2" charset="0"/>
                <a:cs typeface="Calibri" pitchFamily="34" charset="0"/>
              </a:rPr>
              <a:t>aaka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kondu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njangalhodullha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krupakkaayi</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ninne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stuthikkunnu</a:t>
            </a:r>
            <a:r>
              <a:rPr lang="en-US" sz="3000" b="1" kern="0" dirty="0">
                <a:latin typeface="Calibri" pitchFamily="34" charset="0"/>
                <a:ea typeface="Ebrima" pitchFamily="2" charset="0"/>
                <a:cs typeface="Calibri" pitchFamily="34" charset="0"/>
              </a:rPr>
              <a:t>.</a:t>
            </a:r>
          </a:p>
        </p:txBody>
      </p:sp>
      <p:sp>
        <p:nvSpPr>
          <p:cNvPr id="130050" name="Rectangle 2"/>
          <p:cNvSpPr>
            <a:spLocks noGrp="1" noChangeArrowheads="1"/>
          </p:cNvSpPr>
          <p:nvPr>
            <p:ph type="ctrTitle"/>
          </p:nvPr>
        </p:nvSpPr>
        <p:spPr>
          <a:xfrm>
            <a:off x="0" y="996462"/>
            <a:ext cx="5840278" cy="2362200"/>
          </a:xfrm>
        </p:spPr>
        <p:txBody>
          <a:bodyPr anchor="ctr">
            <a:noAutofit/>
          </a:bodyPr>
          <a:lstStyle/>
          <a:p>
            <a:pPr eaLnBrk="1" hangingPunct="1">
              <a:lnSpc>
                <a:spcPts val="2840"/>
              </a:lnSpc>
            </a:pPr>
            <a:r>
              <a:rPr lang="en-US" altLang="en-US" sz="3600" b="1" dirty="0">
                <a:solidFill>
                  <a:schemeClr val="accent6">
                    <a:lumMod val="50000"/>
                  </a:schemeClr>
                </a:solidFill>
                <a:latin typeface="MalayalamAbe" pitchFamily="18" charset="0"/>
              </a:rPr>
              <a:t>w. </a:t>
            </a:r>
            <a:r>
              <a:rPr lang="en-US" altLang="en-US" sz="3600" b="1" dirty="0">
                <a:latin typeface="MalayalamAbe" pitchFamily="18" charset="0"/>
              </a:rPr>
              <a:t>&gt;</a:t>
            </a:r>
            <a:r>
              <a:rPr lang="en-US" altLang="en-US" sz="3600" b="1" dirty="0" err="1">
                <a:latin typeface="MalayalamAbe" pitchFamily="18" charset="0"/>
              </a:rPr>
              <a:t>oShld</a:t>
            </a:r>
            <a:r>
              <a:rPr lang="en-US" altLang="en-US" sz="3600" b="1" dirty="0">
                <a:latin typeface="MalayalamAbe" pitchFamily="18" charset="0"/>
              </a:rPr>
              <a:t>; </a:t>
            </a:r>
            <a:r>
              <a:rPr lang="en-US" altLang="en-US" sz="3600" b="1" dirty="0" err="1">
                <a:latin typeface="MalayalamAbe" pitchFamily="18" charset="0"/>
              </a:rPr>
              <a:t>akqkirk</a:t>
            </a:r>
            <a:r>
              <a:rPr lang="en-US" altLang="en-US" sz="3600" b="1" dirty="0">
                <a:latin typeface="MalayalamAbe" pitchFamily="18" charset="0"/>
              </a:rPr>
              <a:t>; </a:t>
            </a:r>
            <a:r>
              <a:rPr lang="en-US" altLang="en-US" sz="3600" b="1" dirty="0" err="1">
                <a:latin typeface="MalayalamAbe" pitchFamily="18" charset="0"/>
              </a:rPr>
              <a:t>rjs</a:t>
            </a:r>
            <a:r>
              <a:rPr lang="en-US" altLang="en-US" sz="3600" b="1" dirty="0">
                <a:latin typeface="MalayalamAbe" pitchFamily="18" charset="0"/>
              </a:rPr>
              <a:t># </a:t>
            </a:r>
            <a:r>
              <a:rPr lang="en-US" altLang="en-US" sz="3600" b="1" dirty="0" err="1">
                <a:latin typeface="MalayalamAbe" pitchFamily="18" charset="0"/>
              </a:rPr>
              <a:t>akMkdk</a:t>
            </a:r>
            <a:r>
              <a:rPr lang="en-US" altLang="en-US" sz="3600" b="1" dirty="0">
                <a:latin typeface="MalayalamAbe" pitchFamily="18" charset="0"/>
              </a:rPr>
              <a:t>\j </a:t>
            </a:r>
            <a:r>
              <a:rPr lang="en-US" altLang="en-US" sz="3600" b="1" dirty="0" err="1">
                <a:latin typeface="MalayalamAbe" pitchFamily="18" charset="0"/>
              </a:rPr>
              <a:t>i$j</a:t>
            </a:r>
            <a:r>
              <a:rPr lang="en-US" altLang="en-US" sz="3600" b="1" dirty="0">
                <a:latin typeface="MalayalamAbe" pitchFamily="18" charset="0"/>
              </a:rPr>
              <a:t>)k; - </a:t>
            </a:r>
            <a:br>
              <a:rPr lang="en-US" altLang="en-US" sz="3600" b="1" dirty="0">
                <a:latin typeface="MalayalamAbe" pitchFamily="18" charset="0"/>
              </a:rPr>
            </a:br>
            <a:r>
              <a:rPr lang="en-US" altLang="en-US" sz="3600" b="1" dirty="0" err="1">
                <a:latin typeface="MalayalamAbe" pitchFamily="18" charset="0"/>
              </a:rPr>
              <a:t>cdh</a:t>
            </a:r>
            <a:r>
              <a:rPr lang="en-US" altLang="en-US" sz="3600" b="1" dirty="0">
                <a:latin typeface="MalayalamAbe" pitchFamily="18" charset="0"/>
              </a:rPr>
              <a:t> </a:t>
            </a:r>
            <a:r>
              <a:rPr lang="en-US" altLang="en-US" sz="3600" b="1" dirty="0" err="1">
                <a:latin typeface="MalayalamAbe" pitchFamily="18" charset="0"/>
              </a:rPr>
              <a:t>rlik</a:t>
            </a:r>
            <a:r>
              <a:rPr lang="en-US" altLang="en-US" sz="3600" b="1" dirty="0">
                <a:latin typeface="MalayalamAbe" pitchFamily="18" charset="0"/>
              </a:rPr>
              <a:t>; </a:t>
            </a:r>
            <a:r>
              <a:rPr lang="en-US" altLang="en-US" sz="3600" b="1" dirty="0" err="1">
                <a:latin typeface="MalayalamAbe" pitchFamily="18" charset="0"/>
              </a:rPr>
              <a:t>rjsRy</a:t>
            </a:r>
            <a:r>
              <a:rPr lang="en-US" altLang="en-US" sz="3600" b="1" dirty="0">
                <a:latin typeface="MalayalamAbe" pitchFamily="18" charset="0"/>
              </a:rPr>
              <a:t> </a:t>
            </a:r>
            <a:r>
              <a:rPr lang="en-US" altLang="en-US" sz="3600" b="1" dirty="0" err="1">
                <a:latin typeface="MalayalamAbe" pitchFamily="18" charset="0"/>
              </a:rPr>
              <a:t>rla</a:t>
            </a:r>
            <a:r>
              <a:rPr lang="en-US" altLang="en-US" sz="3600" b="1" dirty="0">
                <a:latin typeface="MalayalamAbe" pitchFamily="18" charset="0"/>
              </a:rPr>
              <a:t>\</a:t>
            </a:r>
            <a:r>
              <a:rPr lang="en-US" altLang="en-US" sz="3600" b="1" dirty="0" err="1">
                <a:latin typeface="MalayalamAbe" pitchFamily="18" charset="0"/>
              </a:rPr>
              <a:t>jrk</a:t>
            </a:r>
            <a:r>
              <a:rPr lang="en-US" altLang="en-US" sz="3600" b="1" dirty="0">
                <a:latin typeface="MalayalamAbe" pitchFamily="18" charset="0"/>
              </a:rPr>
              <a:t> Sc[</a:t>
            </a:r>
            <a:r>
              <a:rPr lang="en-US" altLang="en-US" sz="3600" b="1" dirty="0" err="1">
                <a:latin typeface="MalayalamAbe" pitchFamily="18" charset="0"/>
              </a:rPr>
              <a:t>flYf</a:t>
            </a:r>
            <a:r>
              <a:rPr lang="en-US" altLang="en-US" sz="3600" b="1" dirty="0">
                <a:latin typeface="MalayalamAbe" pitchFamily="18" charset="0"/>
              </a:rPr>
              <a:t>; </a:t>
            </a:r>
            <a:r>
              <a:rPr lang="en-US" altLang="en-US" sz="3600" b="1" dirty="0" err="1">
                <a:latin typeface="MalayalamAbe" pitchFamily="18" charset="0"/>
              </a:rPr>
              <a:t>svu&amp;k</a:t>
            </a:r>
            <a:r>
              <a:rPr lang="en-US" altLang="en-US" sz="3600" b="1" dirty="0">
                <a:latin typeface="MalayalamAbe" pitchFamily="18" charset="0"/>
              </a:rPr>
              <a:t>; - </a:t>
            </a:r>
            <a:r>
              <a:rPr lang="en-US" altLang="en-US" sz="3600" b="1" dirty="0" err="1">
                <a:latin typeface="MalayalamAbe" pitchFamily="18" charset="0"/>
              </a:rPr>
              <a:t>agjv&amp;isg</a:t>
            </a:r>
            <a:r>
              <a:rPr lang="en-US" altLang="en-US" sz="3600" b="1" dirty="0">
                <a:latin typeface="MalayalamAbe" pitchFamily="18" charset="0"/>
              </a:rPr>
              <a:t> </a:t>
            </a:r>
            <a:r>
              <a:rPr lang="en-US" altLang="en-US" sz="3600" b="1" dirty="0" err="1">
                <a:latin typeface="MalayalamAbe" pitchFamily="18" charset="0"/>
              </a:rPr>
              <a:t>KujGs</a:t>
            </a:r>
            <a:r>
              <a:rPr lang="en-US" altLang="en-US" sz="3600" b="1" dirty="0">
                <a:latin typeface="MalayalamAbe" pitchFamily="18" charset="0"/>
              </a:rPr>
              <a:t>\</a:t>
            </a:r>
            <a:r>
              <a:rPr lang="en-US" altLang="en-US" sz="3600" b="1" dirty="0" err="1">
                <a:latin typeface="MalayalamAbe" pitchFamily="18" charset="0"/>
              </a:rPr>
              <a:t>qk-S#Hej</a:t>
            </a:r>
            <a:r>
              <a:rPr lang="en-US" altLang="en-US" sz="3600" b="1" dirty="0">
                <a:latin typeface="MalayalamAbe" pitchFamily="18" charset="0"/>
              </a:rPr>
              <a:t>)</a:t>
            </a:r>
            <a:r>
              <a:rPr lang="en-US" altLang="en-US" sz="3600" b="1" dirty="0" err="1">
                <a:latin typeface="MalayalamAbe" pitchFamily="18" charset="0"/>
              </a:rPr>
              <a:t>k#irk</a:t>
            </a:r>
            <a:r>
              <a:rPr lang="en-US" altLang="en-US" sz="3600" b="1" dirty="0">
                <a:latin typeface="MalayalamAbe" pitchFamily="18" charset="0"/>
              </a:rPr>
              <a:t>; </a:t>
            </a:r>
            <a:r>
              <a:rPr lang="en-US" altLang="en-US" sz="3600" b="1" dirty="0" err="1">
                <a:latin typeface="MalayalamAbe" pitchFamily="18" charset="0"/>
              </a:rPr>
              <a:t>Ligksm</a:t>
            </a:r>
            <a:r>
              <a:rPr lang="en-US" altLang="en-US" sz="3600" b="1" dirty="0">
                <a:latin typeface="MalayalamAbe" pitchFamily="18" charset="0"/>
              </a:rPr>
              <a:t> </a:t>
            </a:r>
            <a:r>
              <a:rPr lang="en-US" altLang="en-US" sz="3600" b="1" dirty="0" err="1">
                <a:latin typeface="MalayalamAbe" pitchFamily="18" charset="0"/>
              </a:rPr>
              <a:t>YefUlCuk</a:t>
            </a:r>
            <a:r>
              <a:rPr lang="en-US" altLang="en-US" sz="3600" b="1" dirty="0">
                <a:latin typeface="MalayalamAbe" pitchFamily="18" charset="0"/>
              </a:rPr>
              <a:t>; </a:t>
            </a:r>
            <a:r>
              <a:rPr lang="en-US" altLang="en-US" sz="3600" b="1" dirty="0" err="1">
                <a:latin typeface="MalayalamAbe" pitchFamily="18" charset="0"/>
              </a:rPr>
              <a:t>rJ</a:t>
            </a:r>
            <a:r>
              <a:rPr lang="en-US" altLang="en-US" sz="3600" b="1" dirty="0">
                <a:latin typeface="MalayalamAbe" pitchFamily="18" charset="0"/>
              </a:rPr>
              <a:t> :d </a:t>
            </a:r>
            <a:r>
              <a:rPr lang="en-US" altLang="en-US" sz="3600" b="1" dirty="0" err="1">
                <a:latin typeface="MalayalamAbe" pitchFamily="18" charset="0"/>
              </a:rPr>
              <a:t>sdl</a:t>
            </a:r>
            <a:r>
              <a:rPr lang="en-US" altLang="en-US" sz="3600" b="1" dirty="0">
                <a:latin typeface="MalayalamAbe" pitchFamily="18" charset="0"/>
              </a:rPr>
              <a:t>![ B*</a:t>
            </a:r>
            <a:r>
              <a:rPr lang="en-US" altLang="en-US" sz="3600" b="1" dirty="0" err="1">
                <a:latin typeface="MalayalamAbe" pitchFamily="18" charset="0"/>
              </a:rPr>
              <a:t>Sxlmk</a:t>
            </a:r>
            <a:r>
              <a:rPr lang="en-US" altLang="en-US" sz="3600" b="1" dirty="0">
                <a:latin typeface="MalayalamAbe" pitchFamily="18" charset="0"/>
              </a:rPr>
              <a:t>= </a:t>
            </a:r>
            <a:r>
              <a:rPr lang="en-US" altLang="en-US" sz="3600" b="1" dirty="0" err="1">
                <a:latin typeface="MalayalamAbe" pitchFamily="18" charset="0"/>
              </a:rPr>
              <a:t>rjsRy</a:t>
            </a:r>
            <a:r>
              <a:rPr lang="en-US" altLang="en-US" sz="3600" b="1" dirty="0">
                <a:latin typeface="MalayalamAbe" pitchFamily="18" charset="0"/>
              </a:rPr>
              <a:t> d{</a:t>
            </a:r>
            <a:r>
              <a:rPr lang="en-US" altLang="en-US" sz="3600" b="1" dirty="0" err="1">
                <a:latin typeface="MalayalamAbe" pitchFamily="18" charset="0"/>
              </a:rPr>
              <a:t>eu</a:t>
            </a:r>
            <a:r>
              <a:rPr lang="en-US" altLang="en-US" sz="3600" b="1" dirty="0">
                <a:latin typeface="MalayalamAbe" pitchFamily="18" charset="0"/>
              </a:rPr>
              <a:t>[)</a:t>
            </a:r>
            <a:r>
              <a:rPr lang="en-US" altLang="en-US" sz="3600" b="1" dirty="0" err="1">
                <a:latin typeface="MalayalamAbe" pitchFamily="18" charset="0"/>
              </a:rPr>
              <a:t>luj</a:t>
            </a:r>
            <a:r>
              <a:rPr lang="en-US" altLang="en-US" sz="3600" b="1" dirty="0">
                <a:latin typeface="MalayalamAbe" pitchFamily="18" charset="0"/>
              </a:rPr>
              <a:t> B*X </a:t>
            </a:r>
            <a:r>
              <a:rPr lang="en-US" altLang="en-US" sz="3600" b="1" dirty="0" err="1">
                <a:latin typeface="MalayalamAbe" pitchFamily="18" charset="0"/>
              </a:rPr>
              <a:t>rjs</a:t>
            </a:r>
            <a:r>
              <a:rPr lang="en-US" altLang="en-US" sz="3600" b="1" dirty="0">
                <a:latin typeface="MalayalamAbe" pitchFamily="18" charset="0"/>
              </a:rPr>
              <a:t># c[</a:t>
            </a:r>
            <a:r>
              <a:rPr lang="en-US" altLang="en-US" sz="3600" b="1" dirty="0" err="1">
                <a:latin typeface="MalayalamAbe" pitchFamily="18" charset="0"/>
              </a:rPr>
              <a:t>fkfj</a:t>
            </a:r>
            <a:r>
              <a:rPr lang="en-US" altLang="en-US" sz="3600" b="1" dirty="0">
                <a:latin typeface="MalayalamAbe" pitchFamily="18" charset="0"/>
              </a:rPr>
              <a:t>)</a:t>
            </a:r>
            <a:r>
              <a:rPr lang="en-US" altLang="en-US" sz="3600" b="1" dirty="0" err="1">
                <a:latin typeface="MalayalamAbe" pitchFamily="18" charset="0"/>
              </a:rPr>
              <a:t>k#k</a:t>
            </a:r>
            <a:r>
              <a:rPr lang="en-US" altLang="en-US" sz="3600" b="1" dirty="0">
                <a:latin typeface="MalayalamAbe" pitchFamily="18" charset="0"/>
              </a:rPr>
              <a:t>.</a:t>
            </a:r>
          </a:p>
        </p:txBody>
      </p:sp>
      <p:sp>
        <p:nvSpPr>
          <p:cNvPr id="2" name="TextBox 1">
            <a:extLst>
              <a:ext uri="{FF2B5EF4-FFF2-40B4-BE49-F238E27FC236}">
                <a16:creationId xmlns:a16="http://schemas.microsoft.com/office/drawing/2014/main" id="{12C1500C-7647-3F8B-AB5F-20AA88FE2B3C}"/>
              </a:ext>
            </a:extLst>
          </p:cNvPr>
          <p:cNvSpPr txBox="1"/>
          <p:nvPr/>
        </p:nvSpPr>
        <p:spPr>
          <a:xfrm>
            <a:off x="917748" y="4707297"/>
            <a:ext cx="10356503" cy="1938992"/>
          </a:xfrm>
          <a:prstGeom prst="rect">
            <a:avLst/>
          </a:prstGeom>
          <a:noFill/>
        </p:spPr>
        <p:txBody>
          <a:bodyPr wrap="square" rtlCol="0">
            <a:spAutoFit/>
          </a:bodyPr>
          <a:lstStyle/>
          <a:p>
            <a:pPr algn="ct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solidFill>
                  <a:schemeClr val="dk1"/>
                </a:solidFill>
                <a:latin typeface="+mn-lt"/>
                <a:ea typeface="Calibri"/>
                <a:cs typeface="Times New Roman" panose="02020603050405020304" pitchFamily="18" charset="0"/>
                <a:sym typeface="Calibri"/>
              </a:rPr>
              <a:t>All the earth shall bow down before You. Every tongue shall praise Your name. Since You give life to the dead and You are the hope of all who lie in the grave. We praise You, O Lord, and give You thanks for Your mercy towards us.</a:t>
            </a:r>
            <a:endParaRPr lang="en-US" sz="3000" b="1" i="1" u="none" strike="noStrike" cap="none" dirty="0">
              <a:solidFill>
                <a:schemeClr val="dk1"/>
              </a:solidFill>
              <a:latin typeface="+mn-lt"/>
              <a:ea typeface="Aria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132F73E-00B1-7C34-B251-15D362CBCAFE}"/>
              </a:ext>
            </a:extLst>
          </p:cNvPr>
          <p:cNvSpPr txBox="1"/>
          <p:nvPr/>
        </p:nvSpPr>
        <p:spPr>
          <a:xfrm>
            <a:off x="0" y="406909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18D08EFA-5196-DC59-945E-0265C50C1CF9}"/>
              </a:ext>
            </a:extLst>
          </p:cNvPr>
          <p:cNvCxnSpPr>
            <a:cxnSpLocks/>
          </p:cNvCxnSpPr>
          <p:nvPr/>
        </p:nvCxnSpPr>
        <p:spPr>
          <a:xfrm>
            <a:off x="6096000" y="0"/>
            <a:ext cx="0" cy="408494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2490682"/>
      </p:ext>
    </p:extLst>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1066800" y="199739"/>
            <a:ext cx="4887686" cy="1524000"/>
          </a:xfrm>
        </p:spPr>
        <p:txBody>
          <a:bodyPr anchor="ctr">
            <a:noAutofit/>
          </a:bodyPr>
          <a:lstStyle/>
          <a:p>
            <a:pPr algn="l" eaLnBrk="1" hangingPunct="1"/>
            <a:r>
              <a:rPr lang="en-US" altLang="en-US" sz="4000" b="1" dirty="0">
                <a:solidFill>
                  <a:schemeClr val="accent6">
                    <a:lumMod val="50000"/>
                  </a:schemeClr>
                </a:solidFill>
                <a:latin typeface="MalayalamAbe" pitchFamily="18" charset="0"/>
              </a:rPr>
              <a:t>e. </a:t>
            </a:r>
            <a:r>
              <a:rPr lang="en-US" altLang="en-US" sz="4000" b="1" dirty="0" err="1">
                <a:latin typeface="MalayalamAbe" pitchFamily="18" charset="0"/>
              </a:rPr>
              <a:t>dG</a:t>
            </a:r>
            <a:r>
              <a:rPr lang="en-US" altLang="en-US" sz="4000" b="1" dirty="0">
                <a:latin typeface="MalayalamAbe" pitchFamily="18" charset="0"/>
              </a:rPr>
              <a:t>\</a:t>
            </a:r>
            <a:r>
              <a:rPr lang="en-US" altLang="en-US" sz="4000" b="1" dirty="0" err="1">
                <a:latin typeface="MalayalamAbe" pitchFamily="18" charset="0"/>
              </a:rPr>
              <a:t>lSi</a:t>
            </a:r>
            <a:r>
              <a:rPr lang="en-US" altLang="en-US" sz="4000" b="1" dirty="0">
                <a:latin typeface="MalayalamAbe" pitchFamily="18" charset="0"/>
              </a:rPr>
              <a:t>,</a:t>
            </a:r>
            <a:r>
              <a:rPr lang="en-US" altLang="en-US" sz="4000" b="1" noProof="1">
                <a:latin typeface="MalayalamAbe" pitchFamily="18" charset="0"/>
              </a:rPr>
              <a:t> cIGzJualu...</a:t>
            </a:r>
            <a:br>
              <a:rPr lang="en-US" altLang="en-US" sz="4000" b="1" noProof="1">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7304313" y="168607"/>
            <a:ext cx="4887687" cy="165145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Karthaave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swargeeyamaaya</a:t>
            </a:r>
            <a:r>
              <a:rPr lang="en-US" sz="3200" b="1" kern="0" dirty="0">
                <a:latin typeface="Calibri" pitchFamily="34" charset="0"/>
                <a:ea typeface="Ebrima" pitchFamily="2" charset="0"/>
                <a:cs typeface="Calibri" pitchFamily="34" charset="0"/>
              </a:rPr>
              <a:t>...</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p>
        </p:txBody>
      </p:sp>
      <p:sp>
        <p:nvSpPr>
          <p:cNvPr id="2" name="TextBox 1">
            <a:extLst>
              <a:ext uri="{FF2B5EF4-FFF2-40B4-BE49-F238E27FC236}">
                <a16:creationId xmlns:a16="http://schemas.microsoft.com/office/drawing/2014/main" id="{CF5BFA6B-6824-8649-E0F9-D829781E2316}"/>
              </a:ext>
            </a:extLst>
          </p:cNvPr>
          <p:cNvSpPr txBox="1"/>
          <p:nvPr/>
        </p:nvSpPr>
        <p:spPr>
          <a:xfrm>
            <a:off x="146957" y="2565361"/>
            <a:ext cx="11887200" cy="4196020"/>
          </a:xfrm>
          <a:prstGeom prst="rect">
            <a:avLst/>
          </a:prstGeom>
          <a:noFill/>
        </p:spPr>
        <p:txBody>
          <a:bodyPr wrap="square" rtlCol="0">
            <a:spAutoFit/>
          </a:bodyPr>
          <a:lstStyle/>
          <a:p>
            <a:pPr marL="403225" indent="-403225">
              <a:lnSpc>
                <a:spcPts val="3200"/>
              </a:lnSpc>
              <a:spcBef>
                <a:spcPts val="0"/>
              </a:spcBef>
              <a:spcAft>
                <a:spcPts val="0"/>
              </a:spcAft>
              <a:buClr>
                <a:srgbClr val="000000"/>
              </a:buClr>
              <a:buSzPts val="3200"/>
            </a:pPr>
            <a:r>
              <a:rPr lang="en-US" sz="3000" b="1" i="1" dirty="0">
                <a:solidFill>
                  <a:schemeClr val="accent6">
                    <a:lumMod val="50000"/>
                  </a:schemeClr>
                </a:solidFill>
                <a:latin typeface="+mn-lt"/>
              </a:rPr>
              <a:t>*An alternative prayer or the following:</a:t>
            </a:r>
            <a:endParaRPr lang="en-US" sz="3000" b="1" i="1" u="none" strike="noStrike" cap="none" dirty="0">
              <a:solidFill>
                <a:schemeClr val="accent6">
                  <a:lumMod val="50000"/>
                </a:schemeClr>
              </a:solidFill>
              <a:latin typeface="+mn-lt"/>
              <a:ea typeface="Calibri"/>
              <a:cs typeface="Times New Roman" panose="02020603050405020304" pitchFamily="18" charset="0"/>
              <a:sym typeface="Calibri"/>
            </a:endParaRPr>
          </a:p>
          <a:p>
            <a:pPr marL="403225" marR="0" lvl="0" indent="-403225" rtl="0">
              <a:lnSpc>
                <a:spcPts val="32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solidFill>
                  <a:schemeClr val="dk1"/>
                </a:solidFill>
                <a:latin typeface="+mn-lt"/>
                <a:ea typeface="Calibri"/>
                <a:cs typeface="Times New Roman" panose="02020603050405020304" pitchFamily="18" charset="0"/>
                <a:sym typeface="Calibri"/>
              </a:rPr>
              <a:t>O Lord, we praise You for Your abundant mercy which makes us worthy to partake at Your table. O Lord, since we have partaken of Your precious and holy body and blood, we have been made blameless and worthy to have fellowship with the Holy Spirit. Make us one with all the members of the mystical body from the beginning, so that we may obtain the inheritance and rights with them. We will offer glory and praise to You, and to Your only begotten Son, and to Your Holy Spirit, now and forever.</a:t>
            </a:r>
          </a:p>
          <a:p>
            <a:pPr marL="403225" marR="0" lvl="0" indent="-403225" rtl="0">
              <a:lnSpc>
                <a:spcPts val="3200"/>
              </a:lnSpc>
              <a:spcBef>
                <a:spcPts val="0"/>
              </a:spcBef>
              <a:spcAft>
                <a:spcPts val="0"/>
              </a:spcAft>
              <a:buClr>
                <a:srgbClr val="0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solidFill>
                  <a:schemeClr val="dk1"/>
                </a:solidFill>
                <a:latin typeface="+mn-lt"/>
                <a:ea typeface="Calibri"/>
                <a:cs typeface="Times New Roman" panose="02020603050405020304" pitchFamily="18" charset="0"/>
                <a:sym typeface="Calibri"/>
              </a:rPr>
              <a:t>Amen.</a:t>
            </a:r>
            <a:endParaRPr lang="en-US" sz="3000" b="1" i="1" u="none" strike="noStrike" cap="none" dirty="0">
              <a:solidFill>
                <a:schemeClr val="dk1"/>
              </a:solidFill>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D3E48817-9A8B-9869-E3F8-2EB3DC2537D3}"/>
              </a:ext>
            </a:extLst>
          </p:cNvPr>
          <p:cNvSpPr txBox="1"/>
          <p:nvPr/>
        </p:nvSpPr>
        <p:spPr>
          <a:xfrm>
            <a:off x="0" y="188294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928A414-6C7A-E80C-F2D9-968BEA8C65C9}"/>
              </a:ext>
            </a:extLst>
          </p:cNvPr>
          <p:cNvCxnSpPr>
            <a:cxnSpLocks/>
            <a:endCxn id="5" idx="0"/>
          </p:cNvCxnSpPr>
          <p:nvPr/>
        </p:nvCxnSpPr>
        <p:spPr>
          <a:xfrm>
            <a:off x="6090557" y="0"/>
            <a:ext cx="5443" cy="188294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799272"/>
      </p:ext>
    </p:extLst>
  </p:cSld>
  <p:clrMapOvr>
    <a:masterClrMapping/>
  </p:clrMapOvr>
  <p:transition spd="slow"/>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A0E1-0FC4-068C-4942-F1544E287B6E}"/>
            </a:ext>
          </a:extLst>
        </p:cNvPr>
        <p:cNvGrpSpPr/>
        <p:nvPr/>
      </p:nvGrpSpPr>
      <p:grpSpPr>
        <a:xfrm>
          <a:off x="0" y="0"/>
          <a:ext cx="0" cy="0"/>
          <a:chOff x="0" y="0"/>
          <a:chExt cx="0" cy="0"/>
        </a:xfrm>
      </p:grpSpPr>
      <p:sp>
        <p:nvSpPr>
          <p:cNvPr id="72706" name="Rectangle 2">
            <a:extLst>
              <a:ext uri="{FF2B5EF4-FFF2-40B4-BE49-F238E27FC236}">
                <a16:creationId xmlns:a16="http://schemas.microsoft.com/office/drawing/2014/main" id="{46A281C2-C725-8BCF-F34C-DDB49689C9AD}"/>
              </a:ext>
            </a:extLst>
          </p:cNvPr>
          <p:cNvSpPr>
            <a:spLocks noGrp="1" noChangeArrowheads="1"/>
          </p:cNvSpPr>
          <p:nvPr>
            <p:ph type="ctrTitle"/>
          </p:nvPr>
        </p:nvSpPr>
        <p:spPr>
          <a:xfrm>
            <a:off x="271221" y="0"/>
            <a:ext cx="5497287" cy="3429000"/>
          </a:xfrm>
        </p:spPr>
        <p:txBody>
          <a:bodyPr anchor="ctr">
            <a:normAutofit fontScale="90000"/>
          </a:bodyPr>
          <a:lstStyle/>
          <a:p>
            <a:pPr algn="l" eaLnBrk="1" hangingPunct="1"/>
            <a:br>
              <a:rPr lang="en-US" altLang="en-US" sz="4400" b="1" dirty="0">
                <a:latin typeface="MalayalamAbe" pitchFamily="18" charset="0"/>
              </a:rPr>
            </a:b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e</a:t>
            </a:r>
            <a:r>
              <a:rPr lang="en-US" altLang="en-US" sz="4400" b="1" dirty="0">
                <a:solidFill>
                  <a:schemeClr val="accent6">
                    <a:lumMod val="50000"/>
                  </a:schemeClr>
                </a:solidFill>
              </a:rPr>
              <a:t>. </a:t>
            </a:r>
            <a:r>
              <a:rPr lang="en-US" altLang="en-US" sz="4400" b="1" dirty="0" err="1">
                <a:latin typeface="MalayalamAbe" pitchFamily="18" charset="0"/>
              </a:rPr>
              <a:t>rj</a:t>
            </a:r>
            <a:r>
              <a:rPr lang="en-US" altLang="en-US" sz="4400" b="1" dirty="0">
                <a:latin typeface="MalayalamAbe" pitchFamily="18" charset="0"/>
              </a:rPr>
              <a:t>*</a:t>
            </a:r>
            <a:r>
              <a:rPr lang="en-US" altLang="en-US" sz="4400" b="1" dirty="0" err="1">
                <a:latin typeface="MalayalamAbe" pitchFamily="18" charset="0"/>
              </a:rPr>
              <a:t>Xs</a:t>
            </a:r>
            <a:r>
              <a:rPr lang="en-US" altLang="en-US" sz="4400" b="1" dirty="0">
                <a:latin typeface="MalayalamAbe" pitchFamily="18" charset="0"/>
              </a:rPr>
              <a:t>)</a:t>
            </a:r>
            <a:r>
              <a:rPr lang="en-US" altLang="en-US" sz="4400" b="1" dirty="0" err="1">
                <a:latin typeface="MalayalamAbe" pitchFamily="18" charset="0"/>
              </a:rPr>
              <a:t>h^liG</a:t>
            </a:r>
            <a:r>
              <a:rPr lang="en-US" altLang="en-US" sz="4400" b="1" dirty="0">
                <a:latin typeface="MalayalamAbe" pitchFamily="18" charset="0"/>
              </a:rPr>
              <a:t>)k; </a:t>
            </a:r>
            <a:r>
              <a:rPr lang="en-US" altLang="en-US" sz="4400" b="1" dirty="0" err="1">
                <a:latin typeface="MalayalamAbe" pitchFamily="18" charset="0"/>
              </a:rPr>
              <a:t>calPlrak!lujgj</a:t>
            </a:r>
            <a:r>
              <a:rPr lang="en-US" altLang="en-US" sz="4400" b="1" dirty="0">
                <a:latin typeface="MalayalamAbe" pitchFamily="18" charset="0"/>
              </a:rPr>
              <a:t>)</a:t>
            </a:r>
            <a:r>
              <a:rPr lang="en-US" altLang="en-US" sz="4400" b="1" dirty="0" err="1">
                <a:latin typeface="MalayalamAbe" pitchFamily="18" charset="0"/>
              </a:rPr>
              <a:t>sM.</a:t>
            </a:r>
            <a:br>
              <a:rPr lang="en-US" altLang="en-US" sz="4400" b="1" dirty="0">
                <a:latin typeface="MalayalamAbe" pitchFamily="18" charset="0"/>
              </a:rPr>
            </a:br>
            <a:endParaRPr lang="en-US" altLang="en-US" sz="4400" b="1" dirty="0">
              <a:latin typeface="MalayalamAbe" pitchFamily="18" charset="0"/>
            </a:endParaRPr>
          </a:p>
        </p:txBody>
      </p:sp>
      <p:sp>
        <p:nvSpPr>
          <p:cNvPr id="4" name="Text Box 2">
            <a:extLst>
              <a:ext uri="{FF2B5EF4-FFF2-40B4-BE49-F238E27FC236}">
                <a16:creationId xmlns:a16="http://schemas.microsoft.com/office/drawing/2014/main" id="{0AC32492-A848-8670-C77C-03603A90EF90}"/>
              </a:ext>
            </a:extLst>
          </p:cNvPr>
          <p:cNvSpPr txBox="1">
            <a:spLocks noChangeArrowheads="1"/>
          </p:cNvSpPr>
          <p:nvPr/>
        </p:nvSpPr>
        <p:spPr bwMode="auto">
          <a:xfrm>
            <a:off x="6423493" y="902108"/>
            <a:ext cx="5768507" cy="1624784"/>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br>
              <a:rPr lang="en-US" sz="3000" b="1" kern="0" dirty="0">
                <a:latin typeface="Calibri" pitchFamily="34" charset="0"/>
                <a:ea typeface="Ebrima" pitchFamily="2" charset="0"/>
                <a:cs typeface="Calibri" pitchFamily="34" charset="0"/>
              </a:rPr>
            </a:br>
            <a:r>
              <a:rPr lang="en-US" sz="3000" b="1" kern="0" dirty="0">
                <a:solidFill>
                  <a:schemeClr val="accent6">
                    <a:lumMod val="50000"/>
                  </a:schemeClr>
                </a:solidFill>
                <a:latin typeface="Calibri" pitchFamily="34" charset="0"/>
                <a:ea typeface="Ebrima" pitchFamily="2" charset="0"/>
                <a:cs typeface="Calibri" pitchFamily="34" charset="0"/>
              </a:rPr>
              <a:t>P: </a:t>
            </a:r>
            <a:r>
              <a:rPr lang="en-US" sz="3000" b="1" kern="0" dirty="0" err="1">
                <a:latin typeface="Calibri" pitchFamily="34" charset="0"/>
                <a:ea typeface="Ebrima" pitchFamily="2" charset="0"/>
                <a:cs typeface="Calibri" pitchFamily="34" charset="0"/>
              </a:rPr>
              <a:t>Ningalkk-ellaavarkkum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samaadhaanam</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undaayirikkatte</a:t>
            </a:r>
            <a:r>
              <a:rPr lang="en-US" sz="3000" b="1" kern="0" dirty="0">
                <a:latin typeface="Calibri" pitchFamily="34" charset="0"/>
                <a:ea typeface="Ebrima" pitchFamily="2" charset="0"/>
                <a:cs typeface="Calibri" pitchFamily="34" charset="0"/>
              </a:rPr>
              <a:t>.</a:t>
            </a:r>
          </a:p>
        </p:txBody>
      </p:sp>
      <p:sp>
        <p:nvSpPr>
          <p:cNvPr id="3" name="TextBox 2">
            <a:extLst>
              <a:ext uri="{FF2B5EF4-FFF2-40B4-BE49-F238E27FC236}">
                <a16:creationId xmlns:a16="http://schemas.microsoft.com/office/drawing/2014/main" id="{808B2C28-AF21-D017-5FD4-BB0C4B12E5BD}"/>
              </a:ext>
            </a:extLst>
          </p:cNvPr>
          <p:cNvSpPr txBox="1"/>
          <p:nvPr/>
        </p:nvSpPr>
        <p:spPr>
          <a:xfrm>
            <a:off x="-1" y="5044558"/>
            <a:ext cx="12191999" cy="590931"/>
          </a:xfrm>
          <a:prstGeom prst="rect">
            <a:avLst/>
          </a:prstGeom>
          <a:noFill/>
        </p:spPr>
        <p:txBody>
          <a:bodyPr wrap="square">
            <a:spAutoFit/>
          </a:bodyPr>
          <a:lstStyle/>
          <a:p>
            <a:pPr marL="403225" marR="0" lvl="0" indent="-403225" algn="ctr" rtl="0">
              <a:lnSpc>
                <a:spcPct val="90000"/>
              </a:lnSpc>
              <a:spcBef>
                <a:spcPts val="0"/>
              </a:spcBef>
              <a:spcAft>
                <a:spcPts val="0"/>
              </a:spcAft>
              <a:buClr>
                <a:schemeClr val="dk1"/>
              </a:buClr>
              <a:buSzPts val="3200"/>
              <a:buFont typeface="Arial"/>
              <a:buNone/>
            </a:pPr>
            <a:r>
              <a:rPr lang="en-US" sz="36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600" b="1" i="1" u="none" strike="noStrike" cap="none" dirty="0">
                <a:latin typeface="+mn-lt"/>
                <a:ea typeface="Calibri"/>
                <a:cs typeface="Times New Roman" panose="02020603050405020304" pitchFamily="18" charset="0"/>
                <a:sym typeface="Calibri"/>
              </a:rPr>
              <a:t>Peace be with you all</a:t>
            </a:r>
            <a:r>
              <a:rPr lang="en-US" sz="3600" b="1" i="1" dirty="0">
                <a:latin typeface="+mn-lt"/>
                <a:ea typeface="Calibri"/>
                <a:cs typeface="Times New Roman" panose="02020603050405020304" pitchFamily="18" charset="0"/>
                <a:sym typeface="Calibri"/>
              </a:rPr>
              <a:t>.</a:t>
            </a:r>
            <a:endParaRPr lang="en-US" sz="3600" b="1" i="1" u="none" strike="noStrike" cap="none" dirty="0">
              <a:latin typeface="+mn-lt"/>
              <a:ea typeface="Arial"/>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46B60153-CEBC-04E2-8494-9327F47A3DE5}"/>
              </a:ext>
            </a:extLst>
          </p:cNvPr>
          <p:cNvSpPr txBox="1"/>
          <p:nvPr/>
        </p:nvSpPr>
        <p:spPr>
          <a:xfrm>
            <a:off x="0" y="3843336"/>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E38FEB79-16CA-52D3-8679-328368E1C190}"/>
              </a:ext>
            </a:extLst>
          </p:cNvPr>
          <p:cNvCxnSpPr>
            <a:cxnSpLocks/>
          </p:cNvCxnSpPr>
          <p:nvPr/>
        </p:nvCxnSpPr>
        <p:spPr>
          <a:xfrm>
            <a:off x="6096000" y="23441"/>
            <a:ext cx="0" cy="381989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1318284"/>
      </p:ext>
    </p:extLst>
  </p:cSld>
  <p:clrMapOvr>
    <a:masterClrMapping/>
  </p:clrMapOvr>
  <p:transition spd="slow"/>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ctrTitle"/>
          </p:nvPr>
        </p:nvSpPr>
        <p:spPr>
          <a:xfrm>
            <a:off x="0" y="653595"/>
            <a:ext cx="6127430" cy="3429000"/>
          </a:xfrm>
        </p:spPr>
        <p:txBody>
          <a:bodyPr anchor="ctr">
            <a:noAutofit/>
          </a:bodyPr>
          <a:lstStyle/>
          <a:p>
            <a:br>
              <a:rPr lang="en-US" sz="3000" dirty="0"/>
            </a:br>
            <a:r>
              <a:rPr lang="en-US" altLang="en-US" sz="3000" b="1" dirty="0">
                <a:solidFill>
                  <a:schemeClr val="accent6">
                    <a:lumMod val="50000"/>
                  </a:schemeClr>
                </a:solidFill>
                <a:latin typeface="MalayalamAbe" pitchFamily="18" charset="0"/>
              </a:rPr>
              <a:t>w</a:t>
            </a:r>
            <a:r>
              <a:rPr lang="en-US" altLang="en-US" sz="3000" b="1" dirty="0">
                <a:solidFill>
                  <a:schemeClr val="accent6">
                    <a:lumMod val="50000"/>
                  </a:schemeClr>
                </a:solidFill>
              </a:rPr>
              <a:t>. </a:t>
            </a:r>
            <a:r>
              <a:rPr lang="en-US" altLang="en-US" sz="3000" b="1" dirty="0" err="1">
                <a:latin typeface="MalayalamAbe" pitchFamily="18" charset="0"/>
              </a:rPr>
              <a:t>LrkYz|j</a:t>
            </a:r>
            <a:r>
              <a:rPr lang="en-US" altLang="en-US" sz="3000" b="1" dirty="0">
                <a:latin typeface="MalayalamAbe" pitchFamily="18" charset="0"/>
              </a:rPr>
              <a:t>)</a:t>
            </a:r>
            <a:r>
              <a:rPr lang="en-US" altLang="en-US" sz="3000" b="1" dirty="0" err="1">
                <a:latin typeface="MalayalamAbe" pitchFamily="18" charset="0"/>
              </a:rPr>
              <a:t>k#irlu</a:t>
            </a:r>
            <a:r>
              <a:rPr lang="en-US" altLang="en-US" sz="3000" b="1" dirty="0">
                <a:latin typeface="MalayalamAbe" pitchFamily="18" charset="0"/>
              </a:rPr>
              <a:t> B*</a:t>
            </a:r>
            <a:r>
              <a:rPr lang="en-US" altLang="en-US" sz="3000" b="1" dirty="0" err="1">
                <a:latin typeface="MalayalamAbe" pitchFamily="18" charset="0"/>
              </a:rPr>
              <a:t>xksm</a:t>
            </a:r>
            <a:r>
              <a:rPr lang="en-US" altLang="en-US" sz="3000" b="1" dirty="0">
                <a:latin typeface="MalayalamAbe" pitchFamily="18" charset="0"/>
              </a:rPr>
              <a:t> </a:t>
            </a:r>
            <a:r>
              <a:rPr lang="en-US" altLang="en-US" sz="3000" b="1" dirty="0" err="1">
                <a:latin typeface="MalayalamAbe" pitchFamily="18" charset="0"/>
              </a:rPr>
              <a:t>dG</a:t>
            </a:r>
            <a:r>
              <a:rPr lang="en-US" altLang="en-US" sz="3000" b="1" dirty="0">
                <a:latin typeface="MalayalamAbe" pitchFamily="18" charset="0"/>
              </a:rPr>
              <a:t>\</a:t>
            </a:r>
            <a:r>
              <a:rPr lang="en-US" altLang="en-US" sz="3000" b="1" dirty="0" err="1">
                <a:latin typeface="MalayalamAbe" pitchFamily="18" charset="0"/>
              </a:rPr>
              <a:t>lik</a:t>
            </a:r>
            <a:r>
              <a:rPr lang="en-US" altLang="en-US" sz="3000" b="1" dirty="0">
                <a:latin typeface="MalayalamAbe" pitchFamily="18" charset="0"/>
              </a:rPr>
              <a:t>; </a:t>
            </a:r>
            <a:r>
              <a:rPr lang="en-US" altLang="en-US" sz="3000" b="1" dirty="0" err="1">
                <a:latin typeface="MalayalamAbe" pitchFamily="18" charset="0"/>
              </a:rPr>
              <a:t>sspiikSa</a:t>
            </a:r>
            <a:r>
              <a:rPr lang="en-US" altLang="en-US" sz="3000" b="1" dirty="0">
                <a:latin typeface="MalayalamAbe" pitchFamily="18" charset="0"/>
              </a:rPr>
              <a:t> - </a:t>
            </a:r>
            <a:r>
              <a:rPr lang="en-US" altLang="en-US" sz="3000" b="1" dirty="0" err="1">
                <a:latin typeface="MalayalamAbe" pitchFamily="18" charset="0"/>
              </a:rPr>
              <a:t>fjgkCgJg</a:t>
            </a:r>
            <a:r>
              <a:rPr lang="en-US" altLang="en-US" sz="3000" b="1" dirty="0">
                <a:latin typeface="MalayalamAbe" pitchFamily="18" charset="0"/>
              </a:rPr>
              <a:t> </a:t>
            </a:r>
            <a:r>
              <a:rPr lang="en-US" altLang="en-US" sz="3000" b="1" dirty="0" err="1">
                <a:latin typeface="MalayalamAbe" pitchFamily="18" charset="0"/>
              </a:rPr>
              <a:t>gd</a:t>
            </a:r>
            <a:r>
              <a:rPr lang="en-US" altLang="en-US" sz="3000" b="1" dirty="0">
                <a:latin typeface="MalayalamAbe" pitchFamily="18" charset="0"/>
              </a:rPr>
              <a:t>[f*</a:t>
            </a:r>
            <a:r>
              <a:rPr lang="en-US" altLang="en-US" sz="3000" b="1" dirty="0" err="1">
                <a:latin typeface="MalayalamAbe" pitchFamily="18" charset="0"/>
              </a:rPr>
              <a:t>sx</a:t>
            </a:r>
            <a:r>
              <a:rPr lang="en-US" altLang="en-US" sz="3000" b="1" dirty="0">
                <a:latin typeface="MalayalamAbe" pitchFamily="18" charset="0"/>
              </a:rPr>
              <a:t> </a:t>
            </a:r>
            <a:r>
              <a:rPr lang="en-US" altLang="en-US" sz="3000" b="1" dirty="0" err="1">
                <a:latin typeface="MalayalamAbe" pitchFamily="18" charset="0"/>
              </a:rPr>
              <a:t>ssds</a:t>
            </a:r>
            <a:r>
              <a:rPr lang="en-US" altLang="en-US" sz="3000" b="1" dirty="0">
                <a:latin typeface="MalayalamAbe" pitchFamily="18" charset="0"/>
              </a:rPr>
              <a:t>)</a:t>
            </a:r>
            <a:r>
              <a:rPr lang="en-US" altLang="en-US" sz="3000" b="1" dirty="0" err="1">
                <a:latin typeface="MalayalamAbe" pitchFamily="18" charset="0"/>
              </a:rPr>
              <a:t>l!fjsRy</a:t>
            </a:r>
            <a:r>
              <a:rPr lang="en-US" altLang="en-US" sz="3000" b="1" dirty="0">
                <a:latin typeface="MalayalamAbe" pitchFamily="18" charset="0"/>
              </a:rPr>
              <a:t> SC&lt;; - </a:t>
            </a:r>
            <a:r>
              <a:rPr lang="en-US" altLang="en-US" sz="3000" b="1" dirty="0" err="1">
                <a:latin typeface="MalayalamAbe" pitchFamily="18" charset="0"/>
              </a:rPr>
              <a:t>fjgkc#jPjujH</a:t>
            </a:r>
            <a:r>
              <a:rPr lang="en-US" altLang="en-US" sz="3000" b="1" dirty="0">
                <a:latin typeface="MalayalamAbe" pitchFamily="18" charset="0"/>
              </a:rPr>
              <a:t> B*</a:t>
            </a:r>
            <a:r>
              <a:rPr lang="en-US" altLang="en-US" sz="3000" b="1" dirty="0" err="1">
                <a:latin typeface="MalayalamAbe" pitchFamily="18" charset="0"/>
              </a:rPr>
              <a:t>xksm</a:t>
            </a:r>
            <a:r>
              <a:rPr lang="en-US" altLang="en-US" sz="3000" b="1" dirty="0">
                <a:latin typeface="MalayalamAbe" pitchFamily="18" charset="0"/>
              </a:rPr>
              <a:t> </a:t>
            </a:r>
            <a:r>
              <a:rPr lang="en-US" altLang="en-US" sz="3000" b="1" dirty="0" err="1">
                <a:latin typeface="MalayalamAbe" pitchFamily="18" charset="0"/>
              </a:rPr>
              <a:t>fhdsx</a:t>
            </a:r>
            <a:r>
              <a:rPr lang="en-US" altLang="en-US" sz="3000" b="1" dirty="0">
                <a:latin typeface="MalayalamAbe" pitchFamily="18" charset="0"/>
              </a:rPr>
              <a:t> B*X in)</a:t>
            </a:r>
            <a:r>
              <a:rPr lang="en-US" altLang="en-US" sz="3000" b="1" dirty="0" err="1">
                <a:latin typeface="MalayalamAbe" pitchFamily="18" charset="0"/>
              </a:rPr>
              <a:t>k#k</a:t>
            </a:r>
            <a:r>
              <a:rPr lang="en-US" altLang="en-US" sz="3000" b="1" dirty="0">
                <a:latin typeface="MalayalamAbe" pitchFamily="18" charset="0"/>
              </a:rPr>
              <a:t>.</a:t>
            </a:r>
          </a:p>
        </p:txBody>
      </p:sp>
      <p:sp>
        <p:nvSpPr>
          <p:cNvPr id="4" name="Text Box 2">
            <a:extLst>
              <a:ext uri="{FF2B5EF4-FFF2-40B4-BE49-F238E27FC236}">
                <a16:creationId xmlns:a16="http://schemas.microsoft.com/office/drawing/2014/main" id="{C1672E68-D954-467C-BDAD-2CC638039BAB}"/>
              </a:ext>
            </a:extLst>
          </p:cNvPr>
          <p:cNvSpPr txBox="1">
            <a:spLocks noChangeArrowheads="1"/>
          </p:cNvSpPr>
          <p:nvPr/>
        </p:nvSpPr>
        <p:spPr bwMode="auto">
          <a:xfrm>
            <a:off x="6123168" y="1425592"/>
            <a:ext cx="6068832" cy="2271627"/>
          </a:xfrm>
          <a:prstGeom prst="rect">
            <a:avLst/>
          </a:prstGeom>
          <a:noFill/>
          <a:ln w="9525">
            <a:noFill/>
            <a:miter lim="800000"/>
            <a:headEnd/>
            <a:tailEnd/>
          </a:ln>
          <a:effectLst/>
        </p:spPr>
        <p:txBody>
          <a:bodyPr wrap="square" lIns="111402" tIns="55743" rIns="111402" bIns="55743">
            <a:spAutoFit/>
          </a:bodyPr>
          <a:lstStyle/>
          <a:p>
            <a:pPr algn="ctr">
              <a:lnSpc>
                <a:spcPts val="3399"/>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Anugrahikkunnavan-aaya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njangalhude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Karthaavum</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Daivavume</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Thiru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shareera</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rakthangalhe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kaikkond-athinte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shesham</a:t>
            </a:r>
            <a:r>
              <a:rPr lang="en-US" b="1" kern="0" dirty="0">
                <a:latin typeface="Calibri" pitchFamily="34" charset="0"/>
                <a:ea typeface="Ebrima" pitchFamily="2" charset="0"/>
                <a:cs typeface="Calibri" pitchFamily="34" charset="0"/>
              </a:rPr>
              <a:t> - </a:t>
            </a:r>
            <a:r>
              <a:rPr lang="en-US" b="1" kern="0" dirty="0" err="1">
                <a:latin typeface="Calibri" pitchFamily="34" charset="0"/>
                <a:ea typeface="Ebrima" pitchFamily="2" charset="0"/>
                <a:cs typeface="Calibri" pitchFamily="34" charset="0"/>
              </a:rPr>
              <a:t>Thiru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sannidhiyil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njangalhude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thalakalhe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njangal</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vanhakkunnu</a:t>
            </a:r>
            <a:r>
              <a:rPr lang="en-US" b="1" kern="0" dirty="0">
                <a:latin typeface="Calibri" pitchFamily="34" charset="0"/>
                <a:ea typeface="Ebrima" pitchFamily="2" charset="0"/>
                <a:cs typeface="Calibri" pitchFamily="34" charset="0"/>
              </a:rPr>
              <a:t>. </a:t>
            </a:r>
          </a:p>
        </p:txBody>
      </p:sp>
      <p:sp>
        <p:nvSpPr>
          <p:cNvPr id="5" name="TextBox 4">
            <a:extLst>
              <a:ext uri="{FF2B5EF4-FFF2-40B4-BE49-F238E27FC236}">
                <a16:creationId xmlns:a16="http://schemas.microsoft.com/office/drawing/2014/main" id="{07B089A6-1101-EC0C-4317-302676DA5414}"/>
              </a:ext>
            </a:extLst>
          </p:cNvPr>
          <p:cNvSpPr txBox="1"/>
          <p:nvPr/>
        </p:nvSpPr>
        <p:spPr>
          <a:xfrm>
            <a:off x="0" y="5515213"/>
            <a:ext cx="12191997" cy="1015663"/>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mn-lt"/>
                <a:cs typeface="Calibri" panose="020F0502020204030204" pitchFamily="34" charset="0"/>
              </a:rPr>
              <a:t>C. </a:t>
            </a:r>
            <a:r>
              <a:rPr lang="en-US" sz="3000" b="1" i="1" u="none" strike="noStrike" dirty="0">
                <a:solidFill>
                  <a:srgbClr val="202124"/>
                </a:solidFill>
                <a:effectLst/>
                <a:latin typeface="+mn-lt"/>
                <a:cs typeface="Calibri" panose="020F0502020204030204" pitchFamily="34" charset="0"/>
              </a:rPr>
              <a:t>O Lord our God, source of all blessings, we bow our heads before Your holy presence having received Your holy body and blood.</a:t>
            </a:r>
            <a:endParaRPr lang="en-US" sz="3000" b="1" i="1" dirty="0">
              <a:latin typeface="+mn-lt"/>
              <a:cs typeface="Calibri" panose="020F0502020204030204" pitchFamily="34" charset="0"/>
            </a:endParaRPr>
          </a:p>
        </p:txBody>
      </p:sp>
      <p:sp>
        <p:nvSpPr>
          <p:cNvPr id="2" name="TextBox 1">
            <a:extLst>
              <a:ext uri="{FF2B5EF4-FFF2-40B4-BE49-F238E27FC236}">
                <a16:creationId xmlns:a16="http://schemas.microsoft.com/office/drawing/2014/main" id="{F886D296-4DE4-0DF7-AF2F-FEF80BF3AD89}"/>
              </a:ext>
            </a:extLst>
          </p:cNvPr>
          <p:cNvSpPr txBox="1"/>
          <p:nvPr/>
        </p:nvSpPr>
        <p:spPr>
          <a:xfrm>
            <a:off x="0" y="3727194"/>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3" name="Straight Connector 2">
            <a:extLst>
              <a:ext uri="{FF2B5EF4-FFF2-40B4-BE49-F238E27FC236}">
                <a16:creationId xmlns:a16="http://schemas.microsoft.com/office/drawing/2014/main" id="{7A8D18FC-88D6-550D-7040-DA3490218B95}"/>
              </a:ext>
            </a:extLst>
          </p:cNvPr>
          <p:cNvCxnSpPr>
            <a:cxnSpLocks/>
            <a:endCxn id="2" idx="0"/>
          </p:cNvCxnSpPr>
          <p:nvPr/>
        </p:nvCxnSpPr>
        <p:spPr>
          <a:xfrm>
            <a:off x="6095997" y="0"/>
            <a:ext cx="3" cy="372719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8D7284F-F3A1-5C81-9766-0C35C2494820}"/>
              </a:ext>
            </a:extLst>
          </p:cNvPr>
          <p:cNvSpPr txBox="1"/>
          <p:nvPr/>
        </p:nvSpPr>
        <p:spPr>
          <a:xfrm>
            <a:off x="6154599" y="991321"/>
            <a:ext cx="6037398" cy="461665"/>
          </a:xfrm>
          <a:prstGeom prst="rect">
            <a:avLst/>
          </a:prstGeom>
          <a:noFill/>
        </p:spPr>
        <p:txBody>
          <a:bodyPr wrap="square">
            <a:spAutoFit/>
          </a:bodyPr>
          <a:lstStyle/>
          <a:p>
            <a:pPr algn="ctr" rtl="0">
              <a:spcBef>
                <a:spcPts val="0"/>
              </a:spcBef>
              <a:spcAft>
                <a:spcPts val="0"/>
              </a:spcAft>
            </a:pPr>
            <a:r>
              <a:rPr lang="en-US" b="1" i="0" u="none" strike="noStrike" dirty="0">
                <a:solidFill>
                  <a:schemeClr val="accent6">
                    <a:lumMod val="50000"/>
                  </a:schemeClr>
                </a:solidFill>
                <a:effectLst/>
                <a:latin typeface="+mn-lt"/>
              </a:rPr>
              <a:t>(Thala </a:t>
            </a:r>
            <a:r>
              <a:rPr lang="en-US" b="1" i="0" u="none" strike="noStrike" dirty="0" err="1">
                <a:solidFill>
                  <a:schemeClr val="accent6">
                    <a:lumMod val="50000"/>
                  </a:schemeClr>
                </a:solidFill>
                <a:effectLst/>
                <a:latin typeface="+mn-lt"/>
              </a:rPr>
              <a:t>Vanakki</a:t>
            </a:r>
            <a:r>
              <a:rPr lang="en-US" b="1" i="0" u="none" strike="noStrike" dirty="0">
                <a:solidFill>
                  <a:schemeClr val="accent6">
                    <a:lumMod val="50000"/>
                  </a:schemeClr>
                </a:solidFill>
                <a:effectLst/>
                <a:latin typeface="+mn-lt"/>
              </a:rPr>
              <a:t> </a:t>
            </a:r>
            <a:r>
              <a:rPr lang="en-US" b="1" dirty="0" err="1">
                <a:solidFill>
                  <a:schemeClr val="accent6">
                    <a:lumMod val="50000"/>
                  </a:schemeClr>
                </a:solidFill>
                <a:latin typeface="+mn-lt"/>
              </a:rPr>
              <a:t>K</a:t>
            </a:r>
            <a:r>
              <a:rPr lang="en-US" b="1" i="0" u="none" strike="noStrike" dirty="0" err="1">
                <a:solidFill>
                  <a:schemeClr val="accent6">
                    <a:lumMod val="50000"/>
                  </a:schemeClr>
                </a:solidFill>
                <a:effectLst/>
                <a:latin typeface="+mn-lt"/>
              </a:rPr>
              <a:t>ondu</a:t>
            </a:r>
            <a:r>
              <a:rPr lang="en-US" b="1" i="0" u="none" strike="noStrike" dirty="0">
                <a:solidFill>
                  <a:schemeClr val="accent6">
                    <a:lumMod val="50000"/>
                  </a:schemeClr>
                </a:solidFill>
                <a:effectLst/>
                <a:latin typeface="+mn-lt"/>
              </a:rPr>
              <a:t>)</a:t>
            </a:r>
            <a:endParaRPr lang="en-US" b="1" dirty="0">
              <a:solidFill>
                <a:schemeClr val="accent6">
                  <a:lumMod val="50000"/>
                </a:schemeClr>
              </a:solidFill>
              <a:effectLst/>
              <a:latin typeface="+mn-lt"/>
            </a:endParaRPr>
          </a:p>
        </p:txBody>
      </p:sp>
      <p:sp>
        <p:nvSpPr>
          <p:cNvPr id="13" name="TextBox 12">
            <a:extLst>
              <a:ext uri="{FF2B5EF4-FFF2-40B4-BE49-F238E27FC236}">
                <a16:creationId xmlns:a16="http://schemas.microsoft.com/office/drawing/2014/main" id="{9C04D645-FE51-D91E-3D26-5D245ECF448F}"/>
              </a:ext>
            </a:extLst>
          </p:cNvPr>
          <p:cNvSpPr txBox="1"/>
          <p:nvPr/>
        </p:nvSpPr>
        <p:spPr>
          <a:xfrm>
            <a:off x="-31431" y="985950"/>
            <a:ext cx="6127430" cy="553998"/>
          </a:xfrm>
          <a:prstGeom prst="rect">
            <a:avLst/>
          </a:prstGeom>
          <a:noFill/>
        </p:spPr>
        <p:txBody>
          <a:bodyPr wrap="square">
            <a:spAutoFit/>
          </a:bodyPr>
          <a:lstStyle/>
          <a:p>
            <a:pPr algn="ctr"/>
            <a:r>
              <a:rPr lang="en-US" altLang="en-US" sz="3000" b="1" dirty="0">
                <a:solidFill>
                  <a:schemeClr val="accent6">
                    <a:lumMod val="50000"/>
                  </a:schemeClr>
                </a:solidFill>
              </a:rPr>
              <a:t>(</a:t>
            </a:r>
            <a:r>
              <a:rPr lang="en-US" altLang="en-US" sz="3000" b="1" dirty="0" err="1">
                <a:solidFill>
                  <a:schemeClr val="accent6">
                    <a:lumMod val="50000"/>
                  </a:schemeClr>
                </a:solidFill>
                <a:latin typeface="MalayalamAbe" pitchFamily="18" charset="0"/>
              </a:rPr>
              <a:t>fh</a:t>
            </a:r>
            <a:r>
              <a:rPr lang="en-US" altLang="en-US" sz="3000" b="1" dirty="0">
                <a:solidFill>
                  <a:schemeClr val="accent6">
                    <a:lumMod val="50000"/>
                  </a:schemeClr>
                </a:solidFill>
                <a:latin typeface="MalayalamAbe" pitchFamily="18" charset="0"/>
              </a:rPr>
              <a:t> in)</a:t>
            </a:r>
            <a:r>
              <a:rPr lang="en-US" altLang="en-US" sz="3000" b="1" dirty="0" err="1">
                <a:solidFill>
                  <a:schemeClr val="accent6">
                    <a:lumMod val="50000"/>
                  </a:schemeClr>
                </a:solidFill>
                <a:latin typeface="MalayalamAbe" pitchFamily="18" charset="0"/>
              </a:rPr>
              <a:t>js</a:t>
            </a:r>
            <a:r>
              <a:rPr lang="en-US" altLang="en-US" sz="3000" b="1" dirty="0">
                <a:solidFill>
                  <a:schemeClr val="accent6">
                    <a:lumMod val="50000"/>
                  </a:schemeClr>
                </a:solidFill>
                <a:latin typeface="MalayalamAbe" pitchFamily="18" charset="0"/>
              </a:rPr>
              <a:t>)l![</a:t>
            </a:r>
            <a:r>
              <a:rPr lang="en-US" altLang="en-US" sz="3000" b="1" dirty="0">
                <a:solidFill>
                  <a:schemeClr val="accent6">
                    <a:lumMod val="50000"/>
                  </a:schemeClr>
                </a:solidFill>
              </a:rPr>
              <a:t>)</a:t>
            </a:r>
            <a:endParaRPr lang="en-US" sz="3000" dirty="0">
              <a:solidFill>
                <a:schemeClr val="accent6">
                  <a:lumMod val="50000"/>
                </a:schemeClr>
              </a:solidFill>
            </a:endParaRPr>
          </a:p>
        </p:txBody>
      </p:sp>
      <p:sp>
        <p:nvSpPr>
          <p:cNvPr id="9" name="TextBox 8">
            <a:extLst>
              <a:ext uri="{FF2B5EF4-FFF2-40B4-BE49-F238E27FC236}">
                <a16:creationId xmlns:a16="http://schemas.microsoft.com/office/drawing/2014/main" id="{E3267C3D-2633-2C72-959A-49265AFE36BD}"/>
              </a:ext>
            </a:extLst>
          </p:cNvPr>
          <p:cNvSpPr txBox="1"/>
          <p:nvPr/>
        </p:nvSpPr>
        <p:spPr>
          <a:xfrm>
            <a:off x="-31432" y="4909260"/>
            <a:ext cx="12223432" cy="553998"/>
          </a:xfrm>
          <a:prstGeom prst="rect">
            <a:avLst/>
          </a:prstGeom>
          <a:noFill/>
        </p:spPr>
        <p:txBody>
          <a:bodyPr wrap="square">
            <a:spAutoFit/>
          </a:bodyPr>
          <a:lstStyle/>
          <a:p>
            <a:pPr algn="ctr"/>
            <a:r>
              <a:rPr lang="en-US" sz="3000" b="1" i="1" dirty="0">
                <a:solidFill>
                  <a:schemeClr val="accent6">
                    <a:lumMod val="50000"/>
                  </a:schemeClr>
                </a:solidFill>
                <a:latin typeface="+mn-lt"/>
              </a:rPr>
              <a:t>(Bowing Our Heads)</a:t>
            </a:r>
          </a:p>
        </p:txBody>
      </p:sp>
      <p:sp>
        <p:nvSpPr>
          <p:cNvPr id="12" name="TextBox 11">
            <a:extLst>
              <a:ext uri="{FF2B5EF4-FFF2-40B4-BE49-F238E27FC236}">
                <a16:creationId xmlns:a16="http://schemas.microsoft.com/office/drawing/2014/main" id="{C76AAE12-672D-B79C-427E-7215A0ED0BAB}"/>
              </a:ext>
            </a:extLst>
          </p:cNvPr>
          <p:cNvSpPr txBox="1"/>
          <p:nvPr/>
        </p:nvSpPr>
        <p:spPr>
          <a:xfrm>
            <a:off x="-31433" y="-29713"/>
            <a:ext cx="6127430" cy="1015663"/>
          </a:xfrm>
          <a:prstGeom prst="rect">
            <a:avLst/>
          </a:prstGeom>
          <a:noFill/>
        </p:spPr>
        <p:txBody>
          <a:bodyPr wrap="square">
            <a:spAutoFit/>
          </a:bodyPr>
          <a:lstStyle/>
          <a:p>
            <a:pPr algn="ctr"/>
            <a:r>
              <a:rPr lang="en-US" altLang="en-US" sz="3000" b="1" dirty="0">
                <a:solidFill>
                  <a:schemeClr val="accent6">
                    <a:lumMod val="50000"/>
                  </a:schemeClr>
                </a:solidFill>
                <a:latin typeface="MalayalamAbe" pitchFamily="18" charset="0"/>
              </a:rPr>
              <a:t>w</a:t>
            </a:r>
            <a:r>
              <a:rPr lang="en-US" altLang="en-US" sz="3000" b="1" dirty="0">
                <a:solidFill>
                  <a:schemeClr val="accent6">
                    <a:lumMod val="50000"/>
                  </a:schemeClr>
                </a:solidFill>
              </a:rPr>
              <a:t>. </a:t>
            </a:r>
            <a:r>
              <a:rPr lang="en-US" altLang="en-US" sz="3000" b="1" dirty="0" err="1">
                <a:latin typeface="MalayalamAbe" pitchFamily="18" charset="0"/>
              </a:rPr>
              <a:t>rjsRy</a:t>
            </a:r>
            <a:r>
              <a:rPr lang="en-US" altLang="en-US" sz="3000" b="1" dirty="0">
                <a:latin typeface="MalayalamAbe" pitchFamily="18" charset="0"/>
              </a:rPr>
              <a:t> :</a:t>
            </a:r>
            <a:r>
              <a:rPr lang="en-US" altLang="en-US" sz="3000" b="1" dirty="0" err="1">
                <a:latin typeface="Kerala" pitchFamily="2" charset="0"/>
              </a:rPr>
              <a:t>v</a:t>
            </a:r>
            <a:r>
              <a:rPr lang="en-US" altLang="en-US" sz="3000" b="1" dirty="0" err="1">
                <a:latin typeface="MalayalamAbe" pitchFamily="18" charset="0"/>
              </a:rPr>
              <a:t>lSilmk</a:t>
            </a:r>
            <a:r>
              <a:rPr lang="en-US" altLang="en-US" sz="3000" b="1" dirty="0">
                <a:latin typeface="MalayalamAbe" pitchFamily="18" charset="0"/>
              </a:rPr>
              <a:t> </a:t>
            </a:r>
            <a:r>
              <a:rPr lang="en-US" altLang="en-US" sz="3000" b="1" dirty="0" err="1">
                <a:latin typeface="MalayalamAbe" pitchFamily="18" charset="0"/>
              </a:rPr>
              <a:t>dosmuk</a:t>
            </a:r>
            <a:r>
              <a:rPr lang="en-US" altLang="en-US" sz="3000" b="1" dirty="0">
                <a:latin typeface="MalayalamAbe" pitchFamily="18" charset="0"/>
              </a:rPr>
              <a:t>; </a:t>
            </a:r>
            <a:r>
              <a:rPr lang="en-US" altLang="en-US" sz="3000" b="1" dirty="0" err="1">
                <a:latin typeface="MalayalamAbe" pitchFamily="18" charset="0"/>
              </a:rPr>
              <a:t>K!lujgj</a:t>
            </a:r>
            <a:r>
              <a:rPr lang="en-US" altLang="en-US" sz="3000" b="1" dirty="0">
                <a:latin typeface="MalayalamAbe" pitchFamily="18" charset="0"/>
              </a:rPr>
              <a:t>)</a:t>
            </a:r>
            <a:r>
              <a:rPr lang="en-US" altLang="en-US" sz="3000" b="1" dirty="0" err="1">
                <a:latin typeface="MalayalamAbe" pitchFamily="18" charset="0"/>
              </a:rPr>
              <a:t>sM.</a:t>
            </a:r>
            <a:endParaRPr lang="en-US" sz="3000" dirty="0"/>
          </a:p>
        </p:txBody>
      </p:sp>
      <p:sp>
        <p:nvSpPr>
          <p:cNvPr id="15" name="TextBox 14">
            <a:extLst>
              <a:ext uri="{FF2B5EF4-FFF2-40B4-BE49-F238E27FC236}">
                <a16:creationId xmlns:a16="http://schemas.microsoft.com/office/drawing/2014/main" id="{3CAFBD2A-5D28-D0E8-EDA4-44B9F6B38B63}"/>
              </a:ext>
            </a:extLst>
          </p:cNvPr>
          <p:cNvSpPr txBox="1"/>
          <p:nvPr/>
        </p:nvSpPr>
        <p:spPr>
          <a:xfrm>
            <a:off x="0" y="4406622"/>
            <a:ext cx="12164832" cy="507831"/>
          </a:xfrm>
          <a:prstGeom prst="rect">
            <a:avLst/>
          </a:prstGeom>
          <a:noFill/>
        </p:spPr>
        <p:txBody>
          <a:bodyPr wrap="square">
            <a:spAutoFit/>
          </a:bodyPr>
          <a:lstStyle/>
          <a:p>
            <a:pPr marL="403225" marR="0" lvl="0" indent="-403225" algn="ctr" rtl="0">
              <a:lnSpc>
                <a:spcPct val="90000"/>
              </a:lnSpc>
              <a:spcBef>
                <a:spcPts val="1000"/>
              </a:spcBef>
              <a:spcAft>
                <a:spcPts val="0"/>
              </a:spcAft>
              <a:buClr>
                <a:srgbClr val="C00000"/>
              </a:buClr>
              <a:buSzPts val="32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latin typeface="+mn-lt"/>
                <a:ea typeface="Calibri"/>
                <a:cs typeface="Times New Roman" panose="02020603050405020304" pitchFamily="18" charset="0"/>
                <a:sym typeface="Calibri"/>
              </a:rPr>
              <a:t>And also with you.</a:t>
            </a:r>
            <a:endParaRPr lang="en-US" sz="3000" b="1" i="1" u="none" strike="noStrike" cap="none" dirty="0">
              <a:latin typeface="+mn-lt"/>
              <a:ea typeface="Arial"/>
              <a:cs typeface="Times New Roman" panose="02020603050405020304" pitchFamily="18" charset="0"/>
              <a:sym typeface="Arial"/>
            </a:endParaRPr>
          </a:p>
        </p:txBody>
      </p:sp>
      <p:sp>
        <p:nvSpPr>
          <p:cNvPr id="17" name="TextBox 16">
            <a:extLst>
              <a:ext uri="{FF2B5EF4-FFF2-40B4-BE49-F238E27FC236}">
                <a16:creationId xmlns:a16="http://schemas.microsoft.com/office/drawing/2014/main" id="{A9B19127-07F2-5131-9E9F-9D7B5EBE67F8}"/>
              </a:ext>
            </a:extLst>
          </p:cNvPr>
          <p:cNvSpPr txBox="1"/>
          <p:nvPr/>
        </p:nvSpPr>
        <p:spPr>
          <a:xfrm>
            <a:off x="6096000" y="-46766"/>
            <a:ext cx="6068832" cy="1003929"/>
          </a:xfrm>
          <a:prstGeom prst="rect">
            <a:avLst/>
          </a:prstGeom>
          <a:noFill/>
        </p:spPr>
        <p:txBody>
          <a:bodyPr wrap="square">
            <a:spAutoFit/>
          </a:bodyPr>
          <a:lstStyle/>
          <a:p>
            <a:pPr algn="ctr">
              <a:lnSpc>
                <a:spcPts val="3699"/>
              </a:lnSpc>
              <a:spcBef>
                <a:spcPts val="0"/>
              </a:spcBef>
            </a:pPr>
            <a:r>
              <a:rPr lang="en-US" b="1" kern="0" dirty="0">
                <a:solidFill>
                  <a:schemeClr val="accent6">
                    <a:lumMod val="50000"/>
                  </a:schemeClr>
                </a:solidFill>
                <a:latin typeface="Calibri" pitchFamily="34" charset="0"/>
                <a:ea typeface="Ebrima" pitchFamily="2" charset="0"/>
                <a:cs typeface="Calibri" pitchFamily="34" charset="0"/>
              </a:rPr>
              <a:t>C: </a:t>
            </a:r>
            <a:r>
              <a:rPr lang="en-US" b="1" kern="0" dirty="0" err="1">
                <a:latin typeface="Calibri" pitchFamily="34" charset="0"/>
                <a:ea typeface="Ebrima" pitchFamily="2" charset="0"/>
                <a:cs typeface="Calibri" pitchFamily="34" charset="0"/>
              </a:rPr>
              <a:t>Ninte</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aathmaavodu</a:t>
            </a:r>
            <a:r>
              <a:rPr lang="en-US" b="1" kern="0" dirty="0">
                <a:latin typeface="Calibri" pitchFamily="34" charset="0"/>
                <a:ea typeface="Ebrima" pitchFamily="2" charset="0"/>
                <a:cs typeface="Calibri" pitchFamily="34" charset="0"/>
              </a:rPr>
              <a:t> </a:t>
            </a:r>
            <a:r>
              <a:rPr lang="en-US" b="1" kern="0" dirty="0" err="1">
                <a:latin typeface="Calibri" pitchFamily="34" charset="0"/>
                <a:ea typeface="Ebrima" pitchFamily="2" charset="0"/>
                <a:cs typeface="Calibri" pitchFamily="34" charset="0"/>
              </a:rPr>
              <a:t>koodeyum</a:t>
            </a:r>
            <a:r>
              <a:rPr lang="en-US" b="1" kern="0" dirty="0">
                <a:latin typeface="Calibri" pitchFamily="34" charset="0"/>
                <a:ea typeface="Ebrima" pitchFamily="2" charset="0"/>
                <a:cs typeface="Calibri" pitchFamily="34" charset="0"/>
              </a:rPr>
              <a:t> </a:t>
            </a:r>
          </a:p>
          <a:p>
            <a:pPr algn="ctr">
              <a:lnSpc>
                <a:spcPts val="3699"/>
              </a:lnSpc>
              <a:spcBef>
                <a:spcPts val="0"/>
              </a:spcBef>
            </a:pPr>
            <a:r>
              <a:rPr lang="en-US" b="1" kern="0" dirty="0" err="1">
                <a:latin typeface="Calibri" pitchFamily="34" charset="0"/>
                <a:ea typeface="Ebrima" pitchFamily="2" charset="0"/>
                <a:cs typeface="Calibri" pitchFamily="34" charset="0"/>
              </a:rPr>
              <a:t>undaayirikkatte</a:t>
            </a:r>
            <a:r>
              <a:rPr lang="en-US" b="1" kern="0" dirty="0">
                <a:latin typeface="Calibri" pitchFamily="34" charset="0"/>
                <a:ea typeface="Ebrima" pitchFamily="2" charset="0"/>
                <a:cs typeface="Calibri" pitchFamily="34" charset="0"/>
              </a:rPr>
              <a:t>.</a:t>
            </a:r>
          </a:p>
        </p:txBody>
      </p:sp>
    </p:spTree>
    <p:extLst>
      <p:ext uri="{BB962C8B-B14F-4D97-AF65-F5344CB8AC3E}">
        <p14:creationId xmlns:p14="http://schemas.microsoft.com/office/powerpoint/2010/main" val="913700710"/>
      </p:ext>
    </p:extLst>
  </p:cSld>
  <p:clrMapOvr>
    <a:masterClrMapping/>
  </p:clrMapOvr>
  <p:transition spd="slow"/>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231542" y="-263838"/>
            <a:ext cx="6095989" cy="3429000"/>
          </a:xfrm>
        </p:spPr>
        <p:txBody>
          <a:bodyPr anchor="ctr">
            <a:noAutofit/>
          </a:bodyPr>
          <a:lstStyle/>
          <a:p>
            <a:pPr algn="l" eaLnBrk="1" hangingPunct="1"/>
            <a:r>
              <a:rPr lang="en-US" altLang="en-US" sz="4000" b="1" dirty="0">
                <a:solidFill>
                  <a:schemeClr val="accent6">
                    <a:lumMod val="50000"/>
                  </a:schemeClr>
                </a:solidFill>
                <a:latin typeface="MalayalamAbe" pitchFamily="18" charset="0"/>
              </a:rPr>
              <a:t>e. </a:t>
            </a:r>
            <a:r>
              <a:rPr lang="en-US" altLang="en-US" sz="4000" b="1" dirty="0">
                <a:latin typeface="MalayalamAbe" pitchFamily="18" charset="0"/>
              </a:rPr>
              <a:t>ark&lt;U </a:t>
            </a:r>
            <a:r>
              <a:rPr lang="en-US" altLang="en-US" sz="4000" b="1" dirty="0" err="1">
                <a:latin typeface="MalayalamAbe" pitchFamily="18" charset="0"/>
              </a:rPr>
              <a:t>iGz</a:t>
            </a:r>
            <a:r>
              <a:rPr lang="en-US" altLang="en-US" sz="4000" b="1" dirty="0">
                <a:latin typeface="MalayalamAbe" pitchFamily="18" charset="0"/>
              </a:rPr>
              <a:t>[z\</a:t>
            </a:r>
            <a:r>
              <a:rPr lang="en-US" altLang="en-US" sz="4000" b="1" dirty="0" err="1">
                <a:latin typeface="MalayalamAbe" pitchFamily="18" charset="0"/>
              </a:rPr>
              <a:t>jsRy</a:t>
            </a:r>
            <a:r>
              <a:rPr lang="en-US" altLang="en-US" sz="4000" b="1" dirty="0">
                <a:latin typeface="MalayalamAbe" pitchFamily="18" charset="0"/>
              </a:rPr>
              <a:t>...</a:t>
            </a:r>
            <a:br>
              <a:rPr lang="en-US" altLang="en-US" sz="4000" b="1" noProof="1">
                <a:latin typeface="MalayalamAbe" pitchFamily="18" charset="0"/>
              </a:rPr>
            </a:br>
            <a:r>
              <a:rPr lang="en-US" altLang="en-US" sz="4000" b="1" dirty="0">
                <a:solidFill>
                  <a:schemeClr val="accent6">
                    <a:lumMod val="50000"/>
                  </a:schemeClr>
                </a:solidFill>
                <a:latin typeface="MalayalamAbe" pitchFamily="18" charset="0"/>
              </a:rPr>
              <a:t>w</a:t>
            </a:r>
            <a:r>
              <a:rPr lang="en-US" altLang="en-US" sz="4000" b="1" dirty="0">
                <a:solidFill>
                  <a:schemeClr val="accent6">
                    <a:lumMod val="50000"/>
                  </a:schemeClr>
                </a:solidFill>
              </a:rPr>
              <a:t>.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 ~</a:t>
            </a:r>
            <a:r>
              <a:rPr lang="en-US" altLang="en-US" sz="4000" b="1" dirty="0" err="1">
                <a:latin typeface="MalayalamAbe" pitchFamily="18" charset="0"/>
              </a:rPr>
              <a:t>lsyd</a:t>
            </a:r>
            <a:r>
              <a:rPr lang="en-US" altLang="en-US" sz="4000" b="1" dirty="0">
                <a:latin typeface="MalayalamAbe" pitchFamily="18" charset="0"/>
              </a:rPr>
              <a:t>[</a:t>
            </a:r>
            <a:r>
              <a:rPr lang="en-US" altLang="en-US" sz="4000" b="1" dirty="0" err="1">
                <a:latin typeface="MalayalamAbe" pitchFamily="18" charset="0"/>
              </a:rPr>
              <a:t>alG.</a:t>
            </a:r>
            <a:r>
              <a:rPr lang="en-US" altLang="en-US" sz="4000" b="1" dirty="0">
                <a:latin typeface="MalayalamAbe" pitchFamily="18" charset="0"/>
              </a:rPr>
              <a:t> </a:t>
            </a:r>
          </a:p>
        </p:txBody>
      </p:sp>
      <p:sp>
        <p:nvSpPr>
          <p:cNvPr id="4" name="Text Box 2">
            <a:extLst>
              <a:ext uri="{FF2B5EF4-FFF2-40B4-BE49-F238E27FC236}">
                <a16:creationId xmlns:a16="http://schemas.microsoft.com/office/drawing/2014/main" id="{E0E4C639-0E52-4E48-A70C-28656A4C4243}"/>
              </a:ext>
            </a:extLst>
          </p:cNvPr>
          <p:cNvSpPr txBox="1">
            <a:spLocks noChangeArrowheads="1"/>
          </p:cNvSpPr>
          <p:nvPr/>
        </p:nvSpPr>
        <p:spPr bwMode="auto">
          <a:xfrm>
            <a:off x="6559062" y="344769"/>
            <a:ext cx="5843953" cy="216441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Manushya</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varggathinte</a:t>
            </a:r>
            <a:r>
              <a:rPr lang="en-US" sz="3200" b="1" kern="0" dirty="0">
                <a:latin typeface="Calibri" pitchFamily="34" charset="0"/>
                <a:ea typeface="Ebrima" pitchFamily="2" charset="0"/>
                <a:cs typeface="Calibri" pitchFamily="34" charset="0"/>
              </a:rPr>
              <a:t>…</a:t>
            </a:r>
            <a:endParaRPr lang="en-US" sz="3200" b="1" kern="0" dirty="0">
              <a:solidFill>
                <a:srgbClr val="002060"/>
              </a:solidFill>
              <a:latin typeface="Calibri" pitchFamily="34" charset="0"/>
              <a:ea typeface="Ebrima" pitchFamily="2" charset="0"/>
              <a:cs typeface="Calibri" pitchFamily="34" charset="0"/>
            </a:endParaRP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 </a:t>
            </a:r>
            <a:r>
              <a:rPr lang="en-US" sz="3200" b="1" kern="0" dirty="0" err="1">
                <a:latin typeface="Calibri" pitchFamily="34" charset="0"/>
                <a:ea typeface="Ebrima" pitchFamily="2" charset="0"/>
                <a:cs typeface="Calibri" pitchFamily="34" charset="0"/>
              </a:rPr>
              <a:t>Baarekmaar</a:t>
            </a:r>
            <a:r>
              <a:rPr lang="en-US" sz="3200" b="1" kern="0" dirty="0">
                <a:latin typeface="Calibri" pitchFamily="34" charset="0"/>
                <a:ea typeface="Ebrima" pitchFamily="2" charset="0"/>
                <a:cs typeface="Calibri" pitchFamily="34" charset="0"/>
              </a:rPr>
              <a:t>.</a:t>
            </a:r>
            <a:br>
              <a:rPr lang="en-US" sz="3200" b="1" kern="0" dirty="0">
                <a:latin typeface="Calibri" pitchFamily="34" charset="0"/>
                <a:ea typeface="Ebrima" pitchFamily="2" charset="0"/>
                <a:cs typeface="Calibri" pitchFamily="34" charset="0"/>
              </a:rPr>
            </a:br>
            <a:endParaRPr lang="en-US" sz="3200" b="1" kern="0" dirty="0">
              <a:latin typeface="Calibri" pitchFamily="34" charset="0"/>
              <a:ea typeface="Ebrima" pitchFamily="2" charset="0"/>
              <a:cs typeface="Calibri" pitchFamily="34" charset="0"/>
            </a:endParaRPr>
          </a:p>
        </p:txBody>
      </p:sp>
      <p:sp>
        <p:nvSpPr>
          <p:cNvPr id="2" name="TextBox 1">
            <a:extLst>
              <a:ext uri="{FF2B5EF4-FFF2-40B4-BE49-F238E27FC236}">
                <a16:creationId xmlns:a16="http://schemas.microsoft.com/office/drawing/2014/main" id="{2E6F5CD1-589E-B985-B735-F27140EEFBC9}"/>
              </a:ext>
            </a:extLst>
          </p:cNvPr>
          <p:cNvSpPr txBox="1"/>
          <p:nvPr/>
        </p:nvSpPr>
        <p:spPr>
          <a:xfrm>
            <a:off x="244795" y="3466243"/>
            <a:ext cx="11702409" cy="3046988"/>
          </a:xfrm>
          <a:prstGeom prst="rect">
            <a:avLst/>
          </a:prstGeom>
          <a:noFill/>
        </p:spPr>
        <p:txBody>
          <a:bodyPr wrap="square">
            <a:spAutoFit/>
          </a:bodyPr>
          <a:lstStyle/>
          <a:p>
            <a:r>
              <a:rPr lang="en-US" sz="3200" b="1" i="1" dirty="0">
                <a:solidFill>
                  <a:schemeClr val="accent6">
                    <a:lumMod val="50000"/>
                  </a:schemeClr>
                </a:solidFill>
                <a:latin typeface="Calibri" panose="020F0502020204030204" pitchFamily="34" charset="0"/>
                <a:cs typeface="Calibri" panose="020F0502020204030204" pitchFamily="34" charset="0"/>
              </a:rPr>
              <a:t>*An alternative prayer or the following:</a:t>
            </a:r>
          </a:p>
          <a:p>
            <a:r>
              <a:rPr lang="en-US" sz="3200" b="1" i="1" dirty="0">
                <a:solidFill>
                  <a:schemeClr val="accent6">
                    <a:lumMod val="50000"/>
                  </a:schemeClr>
                </a:solidFill>
                <a:latin typeface="Calibri" panose="020F0502020204030204" pitchFamily="34" charset="0"/>
                <a:cs typeface="Calibri" panose="020F0502020204030204" pitchFamily="34" charset="0"/>
              </a:rPr>
              <a:t>P: </a:t>
            </a:r>
            <a:r>
              <a:rPr lang="en-US" sz="3200" b="1" i="1" u="none" strike="noStrike" dirty="0">
                <a:effectLst/>
                <a:latin typeface="Calibri" panose="020F0502020204030204" pitchFamily="34" charset="0"/>
                <a:cs typeface="Calibri" panose="020F0502020204030204" pitchFamily="34" charset="0"/>
              </a:rPr>
              <a:t>O great and merciful God, who for the salvation of humankind stooped down and descended from heaven, have mercy on us and bless us, so that we may continually praise You and Your Father God and the Holy Spirit, now and forever. </a:t>
            </a:r>
          </a:p>
          <a:p>
            <a:r>
              <a:rPr lang="en-US" sz="3200" b="1" i="1" dirty="0">
                <a:solidFill>
                  <a:schemeClr val="accent6">
                    <a:lumMod val="50000"/>
                  </a:schemeClr>
                </a:solidFill>
                <a:latin typeface="Calibri" panose="020F0502020204030204" pitchFamily="34" charset="0"/>
                <a:cs typeface="Calibri" panose="020F0502020204030204" pitchFamily="34" charset="0"/>
              </a:rPr>
              <a:t>C: </a:t>
            </a:r>
            <a:r>
              <a:rPr lang="en-US" sz="3200" b="1" i="1" dirty="0">
                <a:latin typeface="Calibri" panose="020F0502020204030204" pitchFamily="34" charset="0"/>
                <a:cs typeface="Calibri" panose="020F0502020204030204" pitchFamily="34" charset="0"/>
              </a:rPr>
              <a:t>Amen. Bless, O Lord.</a:t>
            </a:r>
          </a:p>
        </p:txBody>
      </p:sp>
      <p:sp>
        <p:nvSpPr>
          <p:cNvPr id="5" name="TextBox 4">
            <a:extLst>
              <a:ext uri="{FF2B5EF4-FFF2-40B4-BE49-F238E27FC236}">
                <a16:creationId xmlns:a16="http://schemas.microsoft.com/office/drawing/2014/main" id="{3D3BCB90-6E16-6D95-BE63-78E20322CA8E}"/>
              </a:ext>
            </a:extLst>
          </p:cNvPr>
          <p:cNvSpPr txBox="1"/>
          <p:nvPr/>
        </p:nvSpPr>
        <p:spPr>
          <a:xfrm>
            <a:off x="0" y="271858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AA52F896-D2BA-DB17-8BC1-63A59CC39330}"/>
              </a:ext>
            </a:extLst>
          </p:cNvPr>
          <p:cNvCxnSpPr>
            <a:cxnSpLocks/>
            <a:endCxn id="5" idx="0"/>
          </p:cNvCxnSpPr>
          <p:nvPr/>
        </p:nvCxnSpPr>
        <p:spPr>
          <a:xfrm>
            <a:off x="6096000" y="0"/>
            <a:ext cx="0" cy="271858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683550"/>
      </p:ext>
    </p:extLst>
  </p:cSld>
  <p:clrMapOvr>
    <a:masterClrMapping/>
  </p:clrMapOvr>
  <p:transition spd="slow"/>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AutoShape 1028">
            <a:hlinkClick r:id="rId3" action="ppaction://hlinksldjump"/>
          </p:cNvPr>
          <p:cNvSpPr>
            <a:spLocks noChangeArrowheads="1"/>
          </p:cNvSpPr>
          <p:nvPr/>
        </p:nvSpPr>
        <p:spPr bwMode="auto">
          <a:xfrm>
            <a:off x="1215871" y="1713323"/>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ഞങ്ങള്‍ക്കുള്ള</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Njangalkkulla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43013" name="AutoShape 1029">
            <a:hlinkClick r:id="rId4" action="ppaction://hlinksldjump"/>
          </p:cNvPr>
          <p:cNvSpPr>
            <a:spLocks noChangeArrowheads="1"/>
          </p:cNvSpPr>
          <p:nvPr/>
        </p:nvSpPr>
        <p:spPr bwMode="auto">
          <a:xfrm>
            <a:off x="1226757" y="2609624"/>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ആലിവൂ</a:t>
            </a:r>
            <a:r>
              <a:rPr lang="en-US" altLang="en-US" sz="1600" b="1" i="1" dirty="0">
                <a:solidFill>
                  <a:schemeClr val="accent6">
                    <a:lumMod val="50000"/>
                  </a:schemeClr>
                </a:solidFill>
                <a:latin typeface="Malayalam MN" pitchFamily="2" charset="0"/>
                <a:cs typeface="Malayalam MN" pitchFamily="2" charset="0"/>
              </a:rPr>
              <a:t> </a:t>
            </a:r>
            <a:r>
              <a:rPr lang="ml-IN" altLang="en-US" sz="1600" b="1" i="1" dirty="0">
                <a:solidFill>
                  <a:schemeClr val="accent6">
                    <a:lumMod val="50000"/>
                  </a:schemeClr>
                </a:solidFill>
                <a:latin typeface="Malayalam MN" pitchFamily="2" charset="0"/>
                <a:cs typeface="Malayalam MN" pitchFamily="2" charset="0"/>
              </a:rPr>
              <a:t>നിറഞ്ഞ</a:t>
            </a:r>
            <a:r>
              <a:rPr lang="en-US" altLang="en-US" sz="1600" b="1" i="1" dirty="0">
                <a:solidFill>
                  <a:schemeClr val="accent6">
                    <a:lumMod val="50000"/>
                  </a:schemeClr>
                </a:solidFill>
                <a:latin typeface="Malayalam MN" pitchFamily="2" charset="0"/>
                <a:cs typeface="Malayalam MN" pitchFamily="2" charset="0"/>
              </a:rPr>
              <a:t> </a:t>
            </a:r>
            <a:r>
              <a:rPr lang="en-US" altLang="en-US" sz="15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Alivu</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 </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nirranjha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4" name="AutoShape 1030">
            <a:hlinkClick r:id="rId5" action="ppaction://hlinksldjump"/>
          </p:cNvPr>
          <p:cNvSpPr>
            <a:spLocks noChangeArrowheads="1"/>
          </p:cNvSpPr>
          <p:nvPr/>
        </p:nvSpPr>
        <p:spPr bwMode="auto">
          <a:xfrm>
            <a:off x="1226757" y="3520993"/>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ഞങ്ങളിന്നുടയ</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Njhanghalhinnudaya</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43015" name="AutoShape 1031">
            <a:hlinkClick r:id="rId6" action="ppaction://hlinksldjump"/>
          </p:cNvPr>
          <p:cNvSpPr>
            <a:spLocks noChangeArrowheads="1"/>
          </p:cNvSpPr>
          <p:nvPr/>
        </p:nvSpPr>
        <p:spPr bwMode="auto">
          <a:xfrm>
            <a:off x="1226757" y="4423005"/>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dirty="0">
                <a:solidFill>
                  <a:srgbClr val="004A0A"/>
                </a:solidFill>
                <a:latin typeface="Malayalam MN" pitchFamily="2" charset="0"/>
                <a:cs typeface="Malayalam MN" pitchFamily="2" charset="0"/>
              </a:rPr>
              <a:t>അ</a:t>
            </a:r>
            <a:r>
              <a:rPr lang="ml-IN" altLang="en-US" sz="1600" b="1" i="1" dirty="0">
                <a:solidFill>
                  <a:schemeClr val="accent6">
                    <a:lumMod val="50000"/>
                  </a:schemeClr>
                </a:solidFill>
                <a:latin typeface="Malayalam MN" pitchFamily="2" charset="0"/>
                <a:cs typeface="Malayalam MN" pitchFamily="2" charset="0"/>
              </a:rPr>
              <a:t>ത്യുന്നതങ്ങളിൽ</a:t>
            </a:r>
            <a:r>
              <a:rPr lang="en-US" altLang="en-US" sz="1600" b="1" i="1" dirty="0">
                <a:solidFill>
                  <a:schemeClr val="accent6">
                    <a:lumMod val="50000"/>
                  </a:schemeClr>
                </a:solidFill>
                <a:latin typeface="Malayalam MN" pitchFamily="2" charset="0"/>
                <a:cs typeface="Malayalam MN" pitchFamily="2"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Athyunathangalil</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5" name="AutoShape 1028">
            <a:hlinkClick r:id="rId7" action="ppaction://hlinksldjump"/>
            <a:extLst>
              <a:ext uri="{FF2B5EF4-FFF2-40B4-BE49-F238E27FC236}">
                <a16:creationId xmlns:a16="http://schemas.microsoft.com/office/drawing/2014/main" id="{98DD7C58-89FB-2242-4FA4-C8D249826C00}"/>
              </a:ext>
            </a:extLst>
          </p:cNvPr>
          <p:cNvSpPr>
            <a:spLocks noChangeArrowheads="1"/>
          </p:cNvSpPr>
          <p:nvPr/>
        </p:nvSpPr>
        <p:spPr bwMode="auto">
          <a:xfrm>
            <a:off x="6373753" y="1713323"/>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അകൃത്യവും</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Akrutthyavum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 </a:t>
            </a:r>
            <a:endParaRPr lang="en-US" altLang="en-US" sz="2000" b="1" i="1" dirty="0">
              <a:solidFill>
                <a:schemeClr val="accent6">
                  <a:lumMod val="50000"/>
                </a:schemeClr>
              </a:solidFill>
              <a:latin typeface="MalayalamAbe" pitchFamily="18" charset="0"/>
            </a:endParaRPr>
          </a:p>
        </p:txBody>
      </p:sp>
      <p:sp>
        <p:nvSpPr>
          <p:cNvPr id="6" name="AutoShape 1029">
            <a:hlinkClick r:id="rId8" action="ppaction://hlinksldjump"/>
            <a:extLst>
              <a:ext uri="{FF2B5EF4-FFF2-40B4-BE49-F238E27FC236}">
                <a16:creationId xmlns:a16="http://schemas.microsoft.com/office/drawing/2014/main" id="{152F8CF3-0816-7E70-5BBC-1BD3BE35654F}"/>
              </a:ext>
            </a:extLst>
          </p:cNvPr>
          <p:cNvSpPr>
            <a:spLocks noChangeArrowheads="1"/>
          </p:cNvSpPr>
          <p:nvPr/>
        </p:nvSpPr>
        <p:spPr bwMode="auto">
          <a:xfrm>
            <a:off x="6384639" y="2609624"/>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തിരുസഭയെ</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Thiru</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 </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sabhaye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7" name="AutoShape 1030">
            <a:hlinkClick r:id="rId9" action="ppaction://hlinksldjump"/>
            <a:extLst>
              <a:ext uri="{FF2B5EF4-FFF2-40B4-BE49-F238E27FC236}">
                <a16:creationId xmlns:a16="http://schemas.microsoft.com/office/drawing/2014/main" id="{CAF33F58-768A-BBB8-AB1C-6B8F01F8A6B0}"/>
              </a:ext>
            </a:extLst>
          </p:cNvPr>
          <p:cNvSpPr>
            <a:spLocks noChangeArrowheads="1"/>
          </p:cNvSpPr>
          <p:nvPr/>
        </p:nvSpPr>
        <p:spPr bwMode="auto">
          <a:xfrm>
            <a:off x="6384639" y="3520993"/>
            <a:ext cx="4572000"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ജീവൻ നൽകും </a:t>
            </a:r>
            <a:r>
              <a:rPr lang="en-US" altLang="en-US" sz="1600" b="1" i="1" dirty="0">
                <a:solidFill>
                  <a:schemeClr val="accent6">
                    <a:lumMod val="50000"/>
                  </a:schemeClr>
                </a:solidFill>
                <a:latin typeface="Malayalam MN" pitchFamily="2" charset="0"/>
                <a:cs typeface="Malayalam MN" pitchFamily="2"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Jeevan</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 </a:t>
            </a:r>
            <a:r>
              <a:rPr lang="pt-BR" sz="2000" b="1" kern="0" dirty="0" err="1">
                <a:ln w="1905"/>
                <a:solidFill>
                  <a:schemeClr val="accent6">
                    <a:lumMod val="50000"/>
                  </a:schemeClr>
                </a:solidFill>
                <a:effectLst>
                  <a:innerShdw blurRad="69850" dist="43180" dir="5400000">
                    <a:srgbClr val="000000">
                      <a:alpha val="65000"/>
                    </a:srgbClr>
                  </a:innerShdw>
                </a:effectLst>
                <a:cs typeface="Calibri" pitchFamily="34" charset="0"/>
              </a:rPr>
              <a:t>nalkum</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8" name="AutoShape 1031">
            <a:hlinkClick r:id="rId10" action="ppaction://hlinksldjump"/>
            <a:extLst>
              <a:ext uri="{FF2B5EF4-FFF2-40B4-BE49-F238E27FC236}">
                <a16:creationId xmlns:a16="http://schemas.microsoft.com/office/drawing/2014/main" id="{6D2CF94C-6293-63F3-604D-079D8DDEC08C}"/>
              </a:ext>
            </a:extLst>
          </p:cNvPr>
          <p:cNvSpPr>
            <a:spLocks noChangeArrowheads="1"/>
          </p:cNvSpPr>
          <p:nvPr/>
        </p:nvSpPr>
        <p:spPr bwMode="auto">
          <a:xfrm>
            <a:off x="6384639" y="4423005"/>
            <a:ext cx="4561114" cy="685800"/>
          </a:xfrm>
          <a:prstGeom prst="rightArrow">
            <a:avLst>
              <a:gd name="adj1" fmla="val 50000"/>
              <a:gd name="adj2"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ml-IN" altLang="en-US" sz="1600" b="1" i="1" dirty="0">
                <a:solidFill>
                  <a:schemeClr val="accent6">
                    <a:lumMod val="50000"/>
                  </a:schemeClr>
                </a:solidFill>
                <a:latin typeface="Malayalam MN" pitchFamily="2" charset="0"/>
                <a:cs typeface="Malayalam MN" pitchFamily="2" charset="0"/>
              </a:rPr>
              <a:t>പാപികളെ</a:t>
            </a:r>
            <a:r>
              <a:rPr lang="en-US" altLang="en-US" sz="2000" b="1" i="1" dirty="0">
                <a:solidFill>
                  <a:schemeClr val="accent6">
                    <a:lumMod val="50000"/>
                  </a:schemeClr>
                </a:solidFill>
                <a:latin typeface="MalayalamAbe" pitchFamily="18" charset="0"/>
              </a:rPr>
              <a:t>                           </a:t>
            </a:r>
            <a:r>
              <a:rPr lang="pt-BR" sz="2000" b="1" kern="0" dirty="0">
                <a:ln w="1905"/>
                <a:solidFill>
                  <a:schemeClr val="accent6">
                    <a:lumMod val="50000"/>
                  </a:schemeClr>
                </a:solidFill>
                <a:effectLst>
                  <a:innerShdw blurRad="69850" dist="43180" dir="5400000">
                    <a:srgbClr val="000000">
                      <a:alpha val="65000"/>
                    </a:srgbClr>
                  </a:innerShdw>
                </a:effectLst>
                <a:cs typeface="Calibri" pitchFamily="34" charset="0"/>
              </a:rPr>
              <a:t>(</a:t>
            </a:r>
            <a:r>
              <a:rPr lang="en-US" sz="2000" b="1" kern="0" dirty="0" err="1">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Paapikalhe</a:t>
            </a:r>
            <a:r>
              <a:rPr lang="en-US" sz="2000" b="1" kern="0" dirty="0">
                <a:ln w="1905"/>
                <a:solidFill>
                  <a:schemeClr val="accent6">
                    <a:lumMod val="50000"/>
                  </a:schemeClr>
                </a:solidFill>
                <a:effectLst>
                  <a:innerShdw blurRad="69850" dist="43180" dir="5400000">
                    <a:srgbClr val="000000">
                      <a:alpha val="65000"/>
                    </a:srgbClr>
                  </a:innerShdw>
                </a:effectLst>
                <a:ea typeface="Ebrima" pitchFamily="2" charset="0"/>
                <a:cs typeface="Calibri" pitchFamily="34" charset="0"/>
              </a:rPr>
              <a:t>)</a:t>
            </a:r>
            <a:endParaRPr lang="en-US" altLang="en-US" sz="2000" b="1" i="1" dirty="0">
              <a:solidFill>
                <a:schemeClr val="accent6">
                  <a:lumMod val="50000"/>
                </a:schemeClr>
              </a:solidFill>
              <a:latin typeface="MalayalamAbe" pitchFamily="18" charset="0"/>
            </a:endParaRPr>
          </a:p>
        </p:txBody>
      </p:sp>
      <p:sp>
        <p:nvSpPr>
          <p:cNvPr id="9" name="Rectangle 8">
            <a:extLst>
              <a:ext uri="{FF2B5EF4-FFF2-40B4-BE49-F238E27FC236}">
                <a16:creationId xmlns:a16="http://schemas.microsoft.com/office/drawing/2014/main" id="{206B1B16-F4E6-4F86-BB63-A119B5EC222F}"/>
              </a:ext>
            </a:extLst>
          </p:cNvPr>
          <p:cNvSpPr/>
          <p:nvPr/>
        </p:nvSpPr>
        <p:spPr>
          <a:xfrm>
            <a:off x="1030224" y="1561864"/>
            <a:ext cx="10131552" cy="3734271"/>
          </a:xfrm>
          <a:prstGeom prst="rect">
            <a:avLst/>
          </a:prstGeom>
          <a:noFill/>
          <a:ln w="5715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accent6">
                    <a:lumMod val="50000"/>
                  </a:schemeClr>
                </a:solidFill>
              </a:ln>
            </a:endParaRPr>
          </a:p>
        </p:txBody>
      </p:sp>
    </p:spTree>
    <p:extLst>
      <p:ext uri="{BB962C8B-B14F-4D97-AF65-F5344CB8AC3E}">
        <p14:creationId xmlns:p14="http://schemas.microsoft.com/office/powerpoint/2010/main" val="1170897488"/>
      </p:ext>
    </p:extLst>
  </p:cSld>
  <p:clrMapOvr>
    <a:masterClrMapping/>
  </p:clrMapOvr>
  <p:transition spd="slow"/>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848968"/>
            <a:ext cx="6096000" cy="3123163"/>
          </a:xfrm>
          <a:prstGeom prst="rect">
            <a:avLst/>
          </a:prstGeom>
          <a:noFill/>
        </p:spPr>
        <p:txBody>
          <a:bodyPr wrap="square">
            <a:spAutoFit/>
          </a:bodyPr>
          <a:lstStyle/>
          <a:p>
            <a:pPr algn="ctr" rtl="0">
              <a:lnSpc>
                <a:spcPts val="2540"/>
              </a:lnSpc>
              <a:spcBef>
                <a:spcPts val="1200"/>
              </a:spcBef>
              <a:spcAft>
                <a:spcPts val="0"/>
              </a:spcAft>
            </a:pPr>
            <a:r>
              <a:rPr lang="en-US" altLang="en-US" sz="3600" b="1" dirty="0">
                <a:solidFill>
                  <a:schemeClr val="accent6">
                    <a:lumMod val="50000"/>
                  </a:schemeClr>
                </a:solidFill>
                <a:latin typeface="MalayalamAbe" pitchFamily="18" charset="0"/>
              </a:rPr>
              <a:t>e</a:t>
            </a:r>
            <a:r>
              <a:rPr lang="en-US" altLang="en-US" sz="4000" b="1" dirty="0">
                <a:solidFill>
                  <a:schemeClr val="accent6">
                    <a:lumMod val="50000"/>
                  </a:schemeClr>
                </a:solidFill>
                <a:latin typeface="MalayalamAbe" pitchFamily="18" charset="0"/>
              </a:rPr>
              <a:t>. </a:t>
            </a:r>
            <a:r>
              <a:rPr lang="ml-IN" sz="2800" b="1" u="none" strike="noStrike" dirty="0">
                <a:effectLst/>
                <a:latin typeface="Malayalam MN" pitchFamily="2" charset="0"/>
                <a:cs typeface="Malayalam MN" pitchFamily="2" charset="0"/>
              </a:rPr>
              <a:t>ഞങ്ങള്‍ക്കുള്ള കര്‍ത്താവേ ഞങ്ങളെയെല്ലാം വാഴ്ത്തണമേ</a:t>
            </a:r>
            <a:endParaRPr lang="en-US" sz="2800" b="1" dirty="0">
              <a:latin typeface="Malayalam MN" pitchFamily="2" charset="0"/>
              <a:cs typeface="Malayalam MN" pitchFamily="2" charset="0"/>
            </a:endParaRPr>
          </a:p>
          <a:p>
            <a:pPr algn="ctr" rtl="0">
              <a:lnSpc>
                <a:spcPts val="2540"/>
              </a:lnSpc>
              <a:spcBef>
                <a:spcPts val="1200"/>
              </a:spcBef>
              <a:spcAft>
                <a:spcPts val="0"/>
              </a:spcAft>
            </a:pPr>
            <a:r>
              <a:rPr lang="ml-IN" sz="2800" b="1" u="none" strike="noStrike" dirty="0">
                <a:effectLst/>
                <a:latin typeface="Malayalam MN" pitchFamily="2" charset="0"/>
                <a:cs typeface="Malayalam MN" pitchFamily="2" charset="0"/>
              </a:rPr>
              <a:t>ഞങ്ങള്‍ക്കുള്ള സ്രഷ്ടാവേ-ഞങ്ങളെയെല്ലാം കാക്കണമേ</a:t>
            </a:r>
          </a:p>
          <a:p>
            <a:pPr algn="ctr" rtl="0">
              <a:lnSpc>
                <a:spcPts val="2540"/>
              </a:lnSpc>
              <a:spcBef>
                <a:spcPts val="1200"/>
              </a:spcBef>
              <a:spcAft>
                <a:spcPts val="0"/>
              </a:spcAft>
            </a:pPr>
            <a:r>
              <a:rPr lang="ml-IN" sz="2800" b="1" u="none" strike="noStrike" dirty="0">
                <a:effectLst/>
                <a:latin typeface="Malayalam MN" pitchFamily="2" charset="0"/>
                <a:cs typeface="Malayalam MN" pitchFamily="2" charset="0"/>
              </a:rPr>
              <a:t>സകലത്തിന്നും ഉടയവനായ് തുണയേകീടും കര്‍ത്താവേ</a:t>
            </a:r>
          </a:p>
          <a:p>
            <a:pPr algn="ctr" rtl="0">
              <a:lnSpc>
                <a:spcPts val="2540"/>
              </a:lnSpc>
              <a:spcBef>
                <a:spcPts val="1200"/>
              </a:spcBef>
              <a:spcAft>
                <a:spcPts val="0"/>
              </a:spcAft>
            </a:pPr>
            <a:r>
              <a:rPr lang="ml-IN" sz="2800" b="1" u="none" strike="noStrike" dirty="0">
                <a:effectLst/>
                <a:latin typeface="Malayalam MN" pitchFamily="2" charset="0"/>
                <a:cs typeface="Malayalam MN" pitchFamily="2" charset="0"/>
              </a:rPr>
              <a:t>രക്ഷയ്ക്കുള്ള വഴിയെ നീ ഞങ്ങള്‍ക്കെന്നും കാണിക്ക</a:t>
            </a:r>
            <a:r>
              <a:rPr lang="en-US" sz="2800" b="1" u="none" strike="noStrike" dirty="0">
                <a:effectLst/>
                <a:latin typeface="Malayalam MN" pitchFamily="2" charset="0"/>
                <a:cs typeface="Malayalam MN" pitchFamily="2" charset="0"/>
              </a:rPr>
              <a:t>.</a:t>
            </a:r>
            <a:endParaRPr lang="ml-IN" sz="28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829077" y="4963178"/>
            <a:ext cx="10533845" cy="1015663"/>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Bless us our Lord, Almighty. Our creator and keeper of all things, protect us all. Show to us ever the way of salvation.</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224958" y="739753"/>
            <a:ext cx="5896302" cy="3323987"/>
          </a:xfrm>
          <a:prstGeom prst="rect">
            <a:avLst/>
          </a:prstGeom>
          <a:noFill/>
        </p:spPr>
        <p:txBody>
          <a:bodyPr wrap="square">
            <a:spAutoFit/>
          </a:bodyPr>
          <a:lstStyle/>
          <a:p>
            <a:pPr algn="ctr" rtl="0">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Njangalkkulla</a:t>
            </a:r>
            <a:r>
              <a:rPr lang="en-US" sz="3000" b="1" u="none" strike="noStrike" dirty="0">
                <a:effectLst/>
                <a:latin typeface="+mn-lt"/>
              </a:rPr>
              <a:t> </a:t>
            </a:r>
            <a:r>
              <a:rPr lang="en-US" sz="3000" b="1" u="none" strike="noStrike" dirty="0" err="1">
                <a:effectLst/>
                <a:latin typeface="+mn-lt"/>
              </a:rPr>
              <a:t>Karthave</a:t>
            </a:r>
            <a:r>
              <a:rPr lang="en-US" sz="3000" b="1" u="none" strike="noStrike" dirty="0">
                <a:effectLst/>
                <a:latin typeface="+mn-lt"/>
              </a:rPr>
              <a:t> </a:t>
            </a:r>
            <a:r>
              <a:rPr lang="en-US" sz="3000" b="1" u="none" strike="noStrike" dirty="0" err="1">
                <a:effectLst/>
                <a:latin typeface="+mn-lt"/>
              </a:rPr>
              <a:t>njangale</a:t>
            </a:r>
            <a:r>
              <a:rPr lang="en-US" sz="3000" b="1" u="none" strike="noStrike" dirty="0">
                <a:effectLst/>
                <a:latin typeface="+mn-lt"/>
              </a:rPr>
              <a:t> </a:t>
            </a:r>
            <a:r>
              <a:rPr lang="en-US" sz="3000" b="1" u="none" strike="noStrike" dirty="0" err="1">
                <a:effectLst/>
                <a:latin typeface="+mn-lt"/>
              </a:rPr>
              <a:t>ellam</a:t>
            </a:r>
            <a:r>
              <a:rPr lang="en-US" sz="3000" b="1" u="none" strike="noStrike" dirty="0">
                <a:effectLst/>
                <a:latin typeface="+mn-lt"/>
              </a:rPr>
              <a:t> </a:t>
            </a:r>
            <a:r>
              <a:rPr lang="en-US" sz="3000" b="1" u="none" strike="noStrike" dirty="0" err="1">
                <a:effectLst/>
                <a:latin typeface="+mn-lt"/>
              </a:rPr>
              <a:t>vazhthaname</a:t>
            </a:r>
            <a:r>
              <a:rPr lang="en-US" sz="3000" b="1" dirty="0">
                <a:latin typeface="+mn-lt"/>
              </a:rPr>
              <a:t> - </a:t>
            </a:r>
            <a:r>
              <a:rPr lang="en-US" sz="3000" b="1" u="none" strike="noStrike" dirty="0" err="1">
                <a:effectLst/>
                <a:latin typeface="+mn-lt"/>
              </a:rPr>
              <a:t>Njangalkkulla</a:t>
            </a:r>
            <a:r>
              <a:rPr lang="en-US" sz="3000" b="1" u="none" strike="noStrike" dirty="0">
                <a:effectLst/>
                <a:latin typeface="+mn-lt"/>
              </a:rPr>
              <a:t> </a:t>
            </a:r>
            <a:r>
              <a:rPr lang="en-US" sz="3000" b="1" u="none" strike="noStrike" dirty="0" err="1">
                <a:effectLst/>
                <a:latin typeface="+mn-lt"/>
              </a:rPr>
              <a:t>Srishtavae</a:t>
            </a:r>
            <a:r>
              <a:rPr lang="en-US" sz="3000" b="1" u="none" strike="noStrike" dirty="0">
                <a:effectLst/>
                <a:latin typeface="+mn-lt"/>
              </a:rPr>
              <a:t> </a:t>
            </a:r>
            <a:r>
              <a:rPr lang="en-US" sz="3000" b="1" u="none" strike="noStrike" dirty="0" err="1">
                <a:effectLst/>
                <a:latin typeface="+mn-lt"/>
              </a:rPr>
              <a:t>njangale</a:t>
            </a:r>
            <a:r>
              <a:rPr lang="en-US" sz="3000" b="1" dirty="0">
                <a:latin typeface="+mn-lt"/>
              </a:rPr>
              <a:t> </a:t>
            </a:r>
            <a:r>
              <a:rPr lang="en-US" sz="3000" b="1" u="none" strike="noStrike" dirty="0" err="1">
                <a:effectLst/>
                <a:latin typeface="+mn-lt"/>
              </a:rPr>
              <a:t>ellam</a:t>
            </a:r>
            <a:r>
              <a:rPr lang="en-US" sz="3000" b="1" u="none" strike="noStrike" dirty="0">
                <a:effectLst/>
                <a:latin typeface="+mn-lt"/>
              </a:rPr>
              <a:t> </a:t>
            </a:r>
            <a:r>
              <a:rPr lang="en-US" sz="3000" b="1" u="none" strike="noStrike" dirty="0" err="1">
                <a:effectLst/>
                <a:latin typeface="+mn-lt"/>
              </a:rPr>
              <a:t>kaakkaname</a:t>
            </a:r>
            <a:r>
              <a:rPr lang="en-US" sz="3000" b="1" u="none" strike="noStrike" dirty="0">
                <a:effectLst/>
                <a:latin typeface="+mn-lt"/>
              </a:rPr>
              <a:t> - </a:t>
            </a:r>
            <a:r>
              <a:rPr lang="en-US" sz="3000" b="1" u="none" strike="noStrike" dirty="0" err="1">
                <a:effectLst/>
                <a:latin typeface="+mn-lt"/>
              </a:rPr>
              <a:t>Sakalathinnum</a:t>
            </a:r>
            <a:r>
              <a:rPr lang="en-US" sz="3000" b="1" u="none" strike="noStrike" dirty="0">
                <a:effectLst/>
                <a:latin typeface="+mn-lt"/>
              </a:rPr>
              <a:t> </a:t>
            </a:r>
            <a:r>
              <a:rPr lang="en-US" sz="3000" b="1" u="none" strike="noStrike" dirty="0" err="1">
                <a:effectLst/>
                <a:latin typeface="+mn-lt"/>
              </a:rPr>
              <a:t>Udayavanai</a:t>
            </a:r>
            <a:r>
              <a:rPr lang="en-US" sz="3000" b="1" u="none" strike="noStrike" dirty="0">
                <a:effectLst/>
                <a:latin typeface="+mn-lt"/>
              </a:rPr>
              <a:t> </a:t>
            </a:r>
            <a:r>
              <a:rPr lang="en-US" sz="3000" b="1" u="none" strike="noStrike" dirty="0" err="1">
                <a:effectLst/>
                <a:latin typeface="+mn-lt"/>
              </a:rPr>
              <a:t>Thunayekidum</a:t>
            </a:r>
            <a:r>
              <a:rPr lang="en-US" sz="3000" b="1" u="none" strike="noStrike" dirty="0">
                <a:effectLst/>
                <a:latin typeface="+mn-lt"/>
              </a:rPr>
              <a:t> </a:t>
            </a:r>
            <a:r>
              <a:rPr lang="en-US" sz="3000" b="1" u="none" strike="noStrike" dirty="0" err="1">
                <a:effectLst/>
                <a:latin typeface="+mn-lt"/>
              </a:rPr>
              <a:t>Karthavae</a:t>
            </a:r>
            <a:r>
              <a:rPr lang="en-US" sz="3000" b="1" dirty="0">
                <a:latin typeface="+mn-lt"/>
              </a:rPr>
              <a:t> - </a:t>
            </a:r>
            <a:r>
              <a:rPr lang="en-US" sz="3000" b="1" u="none" strike="noStrike" dirty="0" err="1">
                <a:effectLst/>
                <a:latin typeface="+mn-lt"/>
              </a:rPr>
              <a:t>Rakshakkulla</a:t>
            </a:r>
            <a:r>
              <a:rPr lang="en-US" sz="3000" b="1" u="none" strike="noStrike" dirty="0">
                <a:effectLst/>
                <a:latin typeface="+mn-lt"/>
              </a:rPr>
              <a:t> </a:t>
            </a:r>
            <a:r>
              <a:rPr lang="en-US" sz="3000" b="1" u="none" strike="noStrike" dirty="0" err="1">
                <a:effectLst/>
                <a:latin typeface="+mn-lt"/>
              </a:rPr>
              <a:t>vazhiye</a:t>
            </a:r>
            <a:r>
              <a:rPr lang="en-US" sz="3000" b="1" u="none" strike="noStrike" dirty="0">
                <a:effectLst/>
                <a:latin typeface="+mn-lt"/>
              </a:rPr>
              <a:t> nee </a:t>
            </a:r>
            <a:r>
              <a:rPr lang="en-US" sz="3000" b="1" u="none" strike="noStrike" dirty="0" err="1">
                <a:effectLst/>
                <a:latin typeface="+mn-lt"/>
              </a:rPr>
              <a:t>njangalkkennum</a:t>
            </a:r>
            <a:r>
              <a:rPr lang="en-US" sz="3000" b="1" u="none" strike="noStrike" dirty="0">
                <a:effectLst/>
                <a:latin typeface="+mn-lt"/>
              </a:rPr>
              <a:t> </a:t>
            </a:r>
            <a:r>
              <a:rPr lang="en-US" sz="3000" b="1" u="none" strike="noStrike" dirty="0" err="1">
                <a:effectLst/>
                <a:latin typeface="+mn-lt"/>
              </a:rPr>
              <a:t>kanikka</a:t>
            </a:r>
            <a:r>
              <a:rPr lang="en-US" sz="3000" b="1" u="none" strike="noStrike" dirty="0">
                <a:effectLst/>
                <a:latin typeface="+mn-lt"/>
              </a:rPr>
              <a:t>. </a:t>
            </a: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199217"/>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0"/>
            <a:ext cx="0" cy="419921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6">
            <a:hlinkClick r:id="rId3" action="ppaction://hlinksldjump"/>
            <a:extLst>
              <a:ext uri="{FF2B5EF4-FFF2-40B4-BE49-F238E27FC236}">
                <a16:creationId xmlns:a16="http://schemas.microsoft.com/office/drawing/2014/main" id="{76EE35C6-A301-5111-FBF6-389789016335}"/>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cSld>
  <p:clrMapOvr>
    <a:masterClrMapping/>
  </p:clrMapOvr>
  <p:transition spd="slow"/>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643411"/>
            <a:ext cx="6096000" cy="3221395"/>
          </a:xfrm>
          <a:prstGeom prst="rect">
            <a:avLst/>
          </a:prstGeom>
          <a:noFill/>
        </p:spPr>
        <p:txBody>
          <a:bodyPr wrap="square">
            <a:spAutoFit/>
          </a:bodyPr>
          <a:lstStyle/>
          <a:p>
            <a:pPr algn="ctr">
              <a:lnSpc>
                <a:spcPts val="2640"/>
              </a:lnSpc>
              <a:spcBef>
                <a:spcPts val="1200"/>
              </a:spcBef>
              <a:spcAft>
                <a:spcPts val="0"/>
              </a:spcAft>
            </a:pPr>
            <a:r>
              <a:rPr lang="en-US" altLang="en-US" sz="3600" b="1" dirty="0">
                <a:solidFill>
                  <a:schemeClr val="accent6">
                    <a:lumMod val="50000"/>
                  </a:schemeClr>
                </a:solidFill>
                <a:latin typeface="MalayalamAbe" pitchFamily="18" charset="0"/>
              </a:rPr>
              <a:t>e.</a:t>
            </a:r>
            <a:r>
              <a:rPr lang="en-US" altLang="en-US" sz="2800" b="1" dirty="0">
                <a:solidFill>
                  <a:schemeClr val="accent6">
                    <a:lumMod val="50000"/>
                  </a:schemeClr>
                </a:solidFill>
                <a:latin typeface="MalayalamAbe" pitchFamily="18" charset="0"/>
              </a:rPr>
              <a:t> </a:t>
            </a:r>
            <a:r>
              <a:rPr lang="ml-IN" altLang="en-US" sz="2600" b="1" dirty="0">
                <a:latin typeface="Malayalam MN" pitchFamily="2" charset="0"/>
                <a:cs typeface="Malayalam MN" pitchFamily="2" charset="0"/>
              </a:rPr>
              <a:t>ആലിവൂ നിറഞ്ഞ ബലവാനേ അനുഗ്രഹമെ</a:t>
            </a:r>
            <a:r>
              <a:rPr lang="en-US" altLang="en-US" sz="2600" b="1" dirty="0">
                <a:latin typeface="Malayalam MN" pitchFamily="2" charset="0"/>
                <a:cs typeface="Malayalam MN" pitchFamily="2" charset="0"/>
              </a:rPr>
              <a:t> </a:t>
            </a:r>
            <a:r>
              <a:rPr lang="ml-IN" altLang="en-US" sz="2600" b="1" dirty="0">
                <a:latin typeface="Malayalam MN" pitchFamily="2" charset="0"/>
                <a:cs typeface="Malayalam MN" pitchFamily="2" charset="0"/>
              </a:rPr>
              <a:t>ങ്ങൾക്കേകണമേ.</a:t>
            </a:r>
          </a:p>
          <a:p>
            <a:pPr algn="ctr" rtl="0">
              <a:lnSpc>
                <a:spcPts val="2640"/>
              </a:lnSpc>
              <a:spcBef>
                <a:spcPts val="1200"/>
              </a:spcBef>
              <a:spcAft>
                <a:spcPts val="0"/>
              </a:spcAft>
            </a:pPr>
            <a:r>
              <a:rPr lang="ml-IN" altLang="en-US" sz="2600" b="1" dirty="0">
                <a:latin typeface="Malayalam MN" pitchFamily="2" charset="0"/>
                <a:cs typeface="Malayalam MN" pitchFamily="2" charset="0"/>
              </a:rPr>
              <a:t>നല്ല പ്രയോജനമുള്ളവരായ്-നടത്തീടണമേ അടിയാരേ </a:t>
            </a:r>
          </a:p>
          <a:p>
            <a:pPr algn="ctr" rtl="0">
              <a:lnSpc>
                <a:spcPts val="2640"/>
              </a:lnSpc>
              <a:spcBef>
                <a:spcPts val="1200"/>
              </a:spcBef>
              <a:spcAft>
                <a:spcPts val="0"/>
              </a:spcAft>
            </a:pPr>
            <a:r>
              <a:rPr lang="ml-IN" altLang="en-US" sz="2600" b="1" dirty="0">
                <a:latin typeface="Malayalam MN" pitchFamily="2" charset="0"/>
                <a:cs typeface="Malayalam MN" pitchFamily="2" charset="0"/>
              </a:rPr>
              <a:t>കർത്താവേ, കരുണാകരണനേ-ഞങ്ങളിൽ നീ കൃപചെയ്യണമേ,</a:t>
            </a:r>
          </a:p>
          <a:p>
            <a:pPr algn="ctr" rtl="0">
              <a:lnSpc>
                <a:spcPts val="2640"/>
              </a:lnSpc>
              <a:spcBef>
                <a:spcPts val="1200"/>
              </a:spcBef>
              <a:spcAft>
                <a:spcPts val="0"/>
              </a:spcAft>
            </a:pPr>
            <a:r>
              <a:rPr lang="ml-IN" altLang="en-US" sz="2600" b="1" dirty="0">
                <a:latin typeface="Malayalam MN" pitchFamily="2" charset="0"/>
                <a:cs typeface="Malayalam MN" pitchFamily="2" charset="0"/>
              </a:rPr>
              <a:t>കുറവുവരാത്തൊരഭിവൃദ്ധി ഞങ്ങൾക്കെപ്പോഴുമേകണമേ </a:t>
            </a:r>
            <a:endParaRPr lang="ml-IN" sz="26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399339" y="4718172"/>
            <a:ext cx="11251842"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a:t>
            </a:r>
            <a:r>
              <a:rPr lang="en-US" sz="3000" b="1" i="1" dirty="0">
                <a:latin typeface="Calibri" panose="020F0502020204030204" pitchFamily="34" charset="0"/>
                <a:cs typeface="Calibri" panose="020F0502020204030204" pitchFamily="34" charset="0"/>
              </a:rPr>
              <a:t>compassionate and powerful </a:t>
            </a:r>
            <a:r>
              <a:rPr lang="en-US" sz="3000" b="1" i="1" u="none" strike="noStrike" dirty="0">
                <a:effectLst/>
                <a:latin typeface="Calibri" panose="020F0502020204030204" pitchFamily="34" charset="0"/>
                <a:cs typeface="Calibri" panose="020F0502020204030204" pitchFamily="34" charset="0"/>
              </a:rPr>
              <a:t>Lord, grant us Your </a:t>
            </a:r>
            <a:r>
              <a:rPr lang="en-US" sz="3000" b="1" i="1" dirty="0">
                <a:latin typeface="Calibri" panose="020F0502020204030204" pitchFamily="34" charset="0"/>
                <a:cs typeface="Calibri" panose="020F0502020204030204" pitchFamily="34" charset="0"/>
              </a:rPr>
              <a:t>blessings and grace</a:t>
            </a:r>
            <a:r>
              <a:rPr lang="en-US" sz="3000" b="1" i="1" u="none" strike="noStrike" dirty="0">
                <a:effectLst/>
                <a:latin typeface="Calibri" panose="020F0502020204030204" pitchFamily="34" charset="0"/>
                <a:cs typeface="Calibri" panose="020F0502020204030204" pitchFamily="34" charset="0"/>
              </a:rPr>
              <a:t>. Make us servants who fulfill Your good purpose. Merciful Lord, pardon our sins and aid our continual growth.</a:t>
            </a:r>
          </a:p>
        </p:txBody>
      </p:sp>
      <p:sp>
        <p:nvSpPr>
          <p:cNvPr id="12" name="TextBox 11">
            <a:extLst>
              <a:ext uri="{FF2B5EF4-FFF2-40B4-BE49-F238E27FC236}">
                <a16:creationId xmlns:a16="http://schemas.microsoft.com/office/drawing/2014/main" id="{62BFFCEB-1755-DF23-04A1-2371AADA4A03}"/>
              </a:ext>
            </a:extLst>
          </p:cNvPr>
          <p:cNvSpPr txBox="1"/>
          <p:nvPr/>
        </p:nvSpPr>
        <p:spPr>
          <a:xfrm>
            <a:off x="6025260" y="739753"/>
            <a:ext cx="6166740" cy="3726918"/>
          </a:xfrm>
          <a:prstGeom prst="rect">
            <a:avLst/>
          </a:prstGeom>
          <a:noFill/>
        </p:spPr>
        <p:txBody>
          <a:bodyPr wrap="square">
            <a:spAutoFit/>
          </a:bodyPr>
          <a:lstStyle/>
          <a:p>
            <a:pPr algn="ctr" rtl="0">
              <a:lnSpc>
                <a:spcPts val="26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Alivu</a:t>
            </a:r>
            <a:r>
              <a:rPr lang="en-US" sz="3000" b="1" u="none" strike="noStrike" dirty="0">
                <a:effectLst/>
                <a:latin typeface="+mn-lt"/>
              </a:rPr>
              <a:t> </a:t>
            </a:r>
            <a:r>
              <a:rPr lang="en-US" sz="3000" b="1" u="none" strike="noStrike" dirty="0" err="1">
                <a:effectLst/>
                <a:latin typeface="+mn-lt"/>
              </a:rPr>
              <a:t>nirranjha</a:t>
            </a:r>
            <a:r>
              <a:rPr lang="en-US" sz="3000" b="1" u="none" strike="noStrike" dirty="0">
                <a:effectLst/>
                <a:latin typeface="+mn-lt"/>
              </a:rPr>
              <a:t> </a:t>
            </a:r>
            <a:r>
              <a:rPr lang="en-US" sz="3000" b="1" u="none" strike="noStrike" dirty="0" err="1">
                <a:effectLst/>
                <a:latin typeface="+mn-lt"/>
              </a:rPr>
              <a:t>belavaane</a:t>
            </a:r>
            <a:r>
              <a:rPr lang="en-US" sz="3000" b="1" u="none" strike="noStrike" dirty="0">
                <a:effectLst/>
                <a:latin typeface="+mn-lt"/>
              </a:rPr>
              <a:t>- </a:t>
            </a:r>
            <a:r>
              <a:rPr lang="en-US" sz="3000" b="1" u="none" strike="noStrike" dirty="0" err="1">
                <a:effectLst/>
                <a:latin typeface="+mn-lt"/>
              </a:rPr>
              <a:t>anugraham</a:t>
            </a:r>
            <a:r>
              <a:rPr lang="en-US" sz="3000" b="1" u="none" strike="noStrike" dirty="0">
                <a:effectLst/>
                <a:latin typeface="+mn-lt"/>
              </a:rPr>
              <a:t> </a:t>
            </a:r>
            <a:r>
              <a:rPr lang="en-US" sz="3000" b="1" u="none" strike="noStrike" dirty="0" err="1">
                <a:effectLst/>
                <a:latin typeface="+mn-lt"/>
              </a:rPr>
              <a:t>nghalkkekanhame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a:effectLst/>
                <a:latin typeface="+mn-lt"/>
              </a:rPr>
              <a:t>Nalla </a:t>
            </a:r>
            <a:r>
              <a:rPr lang="en-US" sz="3000" b="1" u="none" strike="noStrike" dirty="0" err="1">
                <a:effectLst/>
                <a:latin typeface="+mn-lt"/>
              </a:rPr>
              <a:t>prayojanam</a:t>
            </a:r>
            <a:r>
              <a:rPr lang="en-US" sz="3000" b="1" u="none" strike="noStrike" dirty="0">
                <a:effectLst/>
                <a:latin typeface="+mn-lt"/>
              </a:rPr>
              <a:t> </a:t>
            </a:r>
            <a:r>
              <a:rPr lang="en-US" sz="3000" b="1" u="none" strike="noStrike" dirty="0" err="1">
                <a:effectLst/>
                <a:latin typeface="+mn-lt"/>
              </a:rPr>
              <a:t>ullhavaraai</a:t>
            </a:r>
            <a:r>
              <a:rPr lang="en-US" sz="3000" b="1" u="none" strike="noStrike" dirty="0">
                <a:effectLst/>
                <a:latin typeface="+mn-lt"/>
              </a:rPr>
              <a:t>- </a:t>
            </a:r>
            <a:r>
              <a:rPr lang="en-US" sz="3000" b="1" u="none" strike="noStrike" dirty="0" err="1">
                <a:effectLst/>
                <a:latin typeface="+mn-lt"/>
              </a:rPr>
              <a:t>nadattheedanhame</a:t>
            </a:r>
            <a:r>
              <a:rPr lang="en-US" sz="3000" b="1" u="none" strike="noStrike" dirty="0">
                <a:effectLst/>
                <a:latin typeface="+mn-lt"/>
              </a:rPr>
              <a:t> </a:t>
            </a:r>
            <a:r>
              <a:rPr lang="en-US" sz="3000" b="1" u="none" strike="noStrike" dirty="0" err="1">
                <a:effectLst/>
                <a:latin typeface="+mn-lt"/>
              </a:rPr>
              <a:t>adiyaare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Kartthaave</a:t>
            </a:r>
            <a:r>
              <a:rPr lang="en-US" sz="3000" b="1" u="none" strike="noStrike" dirty="0">
                <a:effectLst/>
                <a:latin typeface="+mn-lt"/>
              </a:rPr>
              <a:t> </a:t>
            </a:r>
            <a:r>
              <a:rPr lang="en-US" sz="3000" b="1" u="none" strike="noStrike" dirty="0" err="1">
                <a:effectLst/>
                <a:latin typeface="+mn-lt"/>
              </a:rPr>
              <a:t>karunhaakarane</a:t>
            </a:r>
            <a:r>
              <a:rPr lang="en-US" sz="3000" b="1" u="none" strike="noStrike" dirty="0">
                <a:effectLst/>
                <a:latin typeface="+mn-lt"/>
              </a:rPr>
              <a:t>- </a:t>
            </a:r>
            <a:r>
              <a:rPr lang="en-US" sz="3000" b="1" u="none" strike="noStrike" dirty="0" err="1">
                <a:effectLst/>
                <a:latin typeface="+mn-lt"/>
              </a:rPr>
              <a:t>njanghalhil</a:t>
            </a:r>
            <a:r>
              <a:rPr lang="en-US" sz="3000" b="1" u="none" strike="noStrike" dirty="0">
                <a:effectLst/>
                <a:latin typeface="+mn-lt"/>
              </a:rPr>
              <a:t> nee </a:t>
            </a:r>
            <a:r>
              <a:rPr lang="en-US" sz="3000" b="1" u="none" strike="noStrike" dirty="0" err="1">
                <a:effectLst/>
                <a:latin typeface="+mn-lt"/>
              </a:rPr>
              <a:t>krupa</a:t>
            </a:r>
            <a:r>
              <a:rPr lang="en-US" sz="3000" b="1" u="none" strike="noStrike" dirty="0">
                <a:effectLst/>
                <a:latin typeface="+mn-lt"/>
              </a:rPr>
              <a:t> </a:t>
            </a:r>
            <a:r>
              <a:rPr lang="en-US" sz="3000" b="1" u="none" strike="noStrike" dirty="0" err="1">
                <a:effectLst/>
                <a:latin typeface="+mn-lt"/>
              </a:rPr>
              <a:t>cheyyanhame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Kurravuvarratthor-abhivruddhi</a:t>
            </a:r>
            <a:r>
              <a:rPr lang="en-US" sz="3000" b="1" u="none" strike="noStrike" dirty="0">
                <a:effectLst/>
                <a:latin typeface="+mn-lt"/>
              </a:rPr>
              <a:t> </a:t>
            </a:r>
            <a:r>
              <a:rPr lang="en-US" sz="3000" b="1" u="none" strike="noStrike" dirty="0" err="1">
                <a:effectLst/>
                <a:latin typeface="+mn-lt"/>
              </a:rPr>
              <a:t>njhanghalkk-eppozhumekanhame</a:t>
            </a:r>
            <a:endParaRPr lang="en-US" sz="3000" b="1" dirty="0">
              <a:latin typeface="+mn-lt"/>
            </a:endParaRPr>
          </a:p>
          <a:p>
            <a:pPr algn="ctr" rtl="0">
              <a:lnSpc>
                <a:spcPts val="2600"/>
              </a:lnSpc>
              <a:spcBef>
                <a:spcPts val="1200"/>
              </a:spcBef>
              <a:spcAft>
                <a:spcPts val="0"/>
              </a:spcAft>
            </a:pPr>
            <a:endParaRPr lang="en-US" sz="3000" b="1" u="none" strike="noStrike" dirty="0">
              <a:effectLst/>
              <a:latin typeface="+mn-lt"/>
            </a:endParaRP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146349"/>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28977"/>
            <a:ext cx="0" cy="4175326"/>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6">
            <a:hlinkClick r:id="rId3" action="ppaction://hlinksldjump"/>
            <a:extLst>
              <a:ext uri="{FF2B5EF4-FFF2-40B4-BE49-F238E27FC236}">
                <a16:creationId xmlns:a16="http://schemas.microsoft.com/office/drawing/2014/main" id="{63CABF8F-65E5-24B1-96A9-4CCDFC796F79}"/>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3394690931"/>
      </p:ext>
    </p:extLst>
  </p:cSld>
  <p:clrMapOvr>
    <a:masterClrMapping/>
  </p:clrMapOvr>
  <p:transition spd="slow"/>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744060"/>
            <a:ext cx="6096000" cy="3123163"/>
          </a:xfrm>
          <a:prstGeom prst="rect">
            <a:avLst/>
          </a:prstGeom>
          <a:noFill/>
        </p:spPr>
        <p:txBody>
          <a:bodyPr wrap="square">
            <a:spAutoFit/>
          </a:bodyPr>
          <a:lstStyle/>
          <a:p>
            <a:pPr algn="ctr" rtl="0">
              <a:lnSpc>
                <a:spcPts val="2540"/>
              </a:lnSpc>
              <a:spcBef>
                <a:spcPts val="1200"/>
              </a:spcBef>
              <a:spcAft>
                <a:spcPts val="0"/>
              </a:spcAft>
            </a:pPr>
            <a:r>
              <a:rPr lang="en-US" altLang="en-US" sz="3600" b="1" dirty="0">
                <a:solidFill>
                  <a:schemeClr val="accent6">
                    <a:lumMod val="50000"/>
                  </a:schemeClr>
                </a:solidFill>
                <a:latin typeface="MalayalamAbe" pitchFamily="18" charset="0"/>
              </a:rPr>
              <a:t>e</a:t>
            </a:r>
            <a:r>
              <a:rPr lang="en-US" altLang="en-US" b="1" dirty="0">
                <a:solidFill>
                  <a:schemeClr val="accent6">
                    <a:lumMod val="50000"/>
                  </a:schemeClr>
                </a:solidFill>
                <a:latin typeface="MalayalamAbe" pitchFamily="18" charset="0"/>
              </a:rPr>
              <a:t>. </a:t>
            </a:r>
            <a:r>
              <a:rPr lang="ml-IN" altLang="en-US" b="1" dirty="0">
                <a:latin typeface="Malayalam MN" pitchFamily="2" charset="0"/>
                <a:cs typeface="Malayalam MN" pitchFamily="2" charset="0"/>
              </a:rPr>
              <a:t>ഞങ്ങളിന്നുടയ കർത്താവേ- ക്രിസ്ത്യാനികളിൻ സംഘത്തെ </a:t>
            </a:r>
          </a:p>
          <a:p>
            <a:pPr algn="ctr" rtl="0">
              <a:lnSpc>
                <a:spcPts val="2540"/>
              </a:lnSpc>
              <a:spcBef>
                <a:spcPts val="1200"/>
              </a:spcBef>
              <a:spcAft>
                <a:spcPts val="0"/>
              </a:spcAft>
            </a:pPr>
            <a:r>
              <a:rPr lang="ml-IN" altLang="en-US" b="1" dirty="0">
                <a:latin typeface="Malayalam MN" pitchFamily="2" charset="0"/>
                <a:cs typeface="Malayalam MN" pitchFamily="2" charset="0"/>
              </a:rPr>
              <a:t>ആത്മിക ലൗകിക സമ്പത്താൽ- അനുഗ്രഹിച്ചീടണമേ ഇന്ന് </a:t>
            </a:r>
          </a:p>
          <a:p>
            <a:pPr algn="ctr" rtl="0">
              <a:lnSpc>
                <a:spcPts val="2540"/>
              </a:lnSpc>
              <a:spcBef>
                <a:spcPts val="1200"/>
              </a:spcBef>
              <a:spcAft>
                <a:spcPts val="0"/>
              </a:spcAft>
            </a:pPr>
            <a:r>
              <a:rPr lang="ml-IN" altLang="en-US" b="1" dirty="0">
                <a:latin typeface="Malayalam MN" pitchFamily="2" charset="0"/>
                <a:cs typeface="Malayalam MN" pitchFamily="2" charset="0"/>
              </a:rPr>
              <a:t>സൗഖ്യസമാധാ-നാഹാരം-ഞങ്ങൾക്കരുളുക ധാരാളം </a:t>
            </a:r>
          </a:p>
          <a:p>
            <a:pPr algn="ctr">
              <a:lnSpc>
                <a:spcPts val="2540"/>
              </a:lnSpc>
              <a:spcBef>
                <a:spcPts val="1200"/>
              </a:spcBef>
              <a:spcAft>
                <a:spcPts val="0"/>
              </a:spcAft>
            </a:pPr>
            <a:r>
              <a:rPr lang="ml-IN" altLang="en-US" b="1" dirty="0">
                <a:latin typeface="Malayalam MN" pitchFamily="2" charset="0"/>
                <a:cs typeface="Malayalam MN" pitchFamily="2" charset="0"/>
              </a:rPr>
              <a:t>കാലോചിതമാം ഭാഗ്യത്താൽ- തുഷ്ടിവരുത്തണമെങ്ങൾക്ക് </a:t>
            </a:r>
            <a:endParaRPr lang="ml-IN"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740962"/>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Lord, guide us with spiritual blessings, grant us peace, and provide us </a:t>
            </a:r>
            <a:r>
              <a:rPr lang="en-US" sz="3000" b="1" i="1" dirty="0">
                <a:latin typeface="Calibri" panose="020F0502020204030204" pitchFamily="34" charset="0"/>
                <a:cs typeface="Calibri" panose="020F0502020204030204" pitchFamily="34" charset="0"/>
              </a:rPr>
              <a:t>an abundant flow of</a:t>
            </a:r>
            <a:r>
              <a:rPr lang="en-US" sz="3000" b="1" i="1" u="none" strike="noStrike" dirty="0">
                <a:effectLst/>
                <a:latin typeface="Calibri" panose="020F0502020204030204" pitchFamily="34" charset="0"/>
                <a:cs typeface="Calibri" panose="020F0502020204030204" pitchFamily="34" charset="0"/>
              </a:rPr>
              <a:t> peace. In Your perfect timing, grant us contentment and abundant provision.</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96000" y="691639"/>
            <a:ext cx="6096000" cy="3274871"/>
          </a:xfrm>
          <a:prstGeom prst="rect">
            <a:avLst/>
          </a:prstGeom>
          <a:noFill/>
        </p:spPr>
        <p:txBody>
          <a:bodyPr wrap="square">
            <a:spAutoFit/>
          </a:bodyPr>
          <a:lstStyle/>
          <a:p>
            <a:pPr algn="ctr" rtl="0">
              <a:lnSpc>
                <a:spcPts val="314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Njhanghalhinn</a:t>
            </a:r>
            <a:r>
              <a:rPr lang="en-US" sz="3000" b="1" u="none" strike="noStrike" dirty="0">
                <a:effectLst/>
                <a:latin typeface="+mn-lt"/>
              </a:rPr>
              <a:t> </a:t>
            </a:r>
            <a:r>
              <a:rPr lang="en-US" sz="3000" b="1" u="none" strike="noStrike" dirty="0" err="1">
                <a:effectLst/>
                <a:latin typeface="+mn-lt"/>
              </a:rPr>
              <a:t>udaya</a:t>
            </a:r>
            <a:r>
              <a:rPr lang="en-US" sz="3000" b="1" u="none" strike="noStrike" dirty="0">
                <a:effectLst/>
                <a:latin typeface="+mn-lt"/>
              </a:rPr>
              <a:t> </a:t>
            </a:r>
            <a:r>
              <a:rPr lang="en-US" sz="3000" b="1" u="none" strike="noStrike" dirty="0" err="1">
                <a:effectLst/>
                <a:latin typeface="+mn-lt"/>
              </a:rPr>
              <a:t>kartththaave</a:t>
            </a:r>
            <a:r>
              <a:rPr lang="en-US" sz="3000" b="1" u="none" strike="noStrike" dirty="0">
                <a:effectLst/>
                <a:latin typeface="+mn-lt"/>
              </a:rPr>
              <a:t>- </a:t>
            </a:r>
            <a:r>
              <a:rPr lang="en-US" sz="3000" b="1" u="none" strike="noStrike" dirty="0" err="1">
                <a:effectLst/>
                <a:latin typeface="+mn-lt"/>
              </a:rPr>
              <a:t>kristhya</a:t>
            </a:r>
            <a:r>
              <a:rPr lang="en-US" sz="3000" b="1" u="none" strike="noStrike" dirty="0">
                <a:effectLst/>
                <a:latin typeface="+mn-lt"/>
              </a:rPr>
              <a:t> </a:t>
            </a:r>
            <a:r>
              <a:rPr lang="en-US" sz="3000" b="1" u="none" strike="noStrike" dirty="0" err="1">
                <a:effectLst/>
                <a:latin typeface="+mn-lt"/>
              </a:rPr>
              <a:t>anikalhin</a:t>
            </a:r>
            <a:r>
              <a:rPr lang="en-US" sz="3000" b="1" u="none" strike="noStrike" dirty="0">
                <a:effectLst/>
                <a:latin typeface="+mn-lt"/>
              </a:rPr>
              <a:t> </a:t>
            </a:r>
            <a:r>
              <a:rPr lang="en-US" sz="3000" b="1" u="none" strike="noStrike" dirty="0" err="1">
                <a:effectLst/>
                <a:latin typeface="+mn-lt"/>
              </a:rPr>
              <a:t>sangatthe</a:t>
            </a:r>
            <a:r>
              <a:rPr lang="en-US" sz="3000" b="1" dirty="0">
                <a:latin typeface="+mn-lt"/>
              </a:rPr>
              <a:t> - </a:t>
            </a:r>
            <a:r>
              <a:rPr lang="en-US" sz="3000" b="1" u="none" strike="noStrike" dirty="0" err="1">
                <a:effectLst/>
                <a:latin typeface="+mn-lt"/>
              </a:rPr>
              <a:t>Aathmika</a:t>
            </a:r>
            <a:r>
              <a:rPr lang="en-US" sz="3000" b="1" u="none" strike="noStrike" dirty="0">
                <a:effectLst/>
                <a:latin typeface="+mn-lt"/>
              </a:rPr>
              <a:t> </a:t>
            </a:r>
            <a:r>
              <a:rPr lang="en-US" sz="3000" b="1" u="none" strike="noStrike" dirty="0" err="1">
                <a:effectLst/>
                <a:latin typeface="+mn-lt"/>
              </a:rPr>
              <a:t>laukika</a:t>
            </a:r>
            <a:r>
              <a:rPr lang="en-US" sz="3000" b="1" u="none" strike="noStrike" dirty="0">
                <a:effectLst/>
                <a:latin typeface="+mn-lt"/>
              </a:rPr>
              <a:t> </a:t>
            </a:r>
            <a:r>
              <a:rPr lang="en-US" sz="3000" b="1" u="none" strike="noStrike" dirty="0" err="1">
                <a:effectLst/>
                <a:latin typeface="+mn-lt"/>
              </a:rPr>
              <a:t>sampat</a:t>
            </a:r>
            <a:r>
              <a:rPr lang="en-US" sz="3000" b="1" u="none" strike="noStrike" dirty="0">
                <a:effectLst/>
                <a:latin typeface="+mn-lt"/>
              </a:rPr>
              <a:t> </a:t>
            </a:r>
            <a:r>
              <a:rPr lang="en-US" sz="3000" b="1" u="none" strike="noStrike" dirty="0" err="1">
                <a:effectLst/>
                <a:latin typeface="+mn-lt"/>
              </a:rPr>
              <a:t>thaal</a:t>
            </a:r>
            <a:r>
              <a:rPr lang="en-US" sz="3000" b="1" u="none" strike="noStrike" dirty="0">
                <a:effectLst/>
                <a:latin typeface="+mn-lt"/>
              </a:rPr>
              <a:t> </a:t>
            </a:r>
            <a:r>
              <a:rPr lang="en-US" sz="3000" b="1" u="none" strike="noStrike" dirty="0" err="1">
                <a:effectLst/>
                <a:latin typeface="+mn-lt"/>
              </a:rPr>
              <a:t>anugrahiccheedanhame</a:t>
            </a:r>
            <a:r>
              <a:rPr lang="en-US" sz="3000" b="1" u="none" strike="noStrike" dirty="0">
                <a:effectLst/>
                <a:latin typeface="+mn-lt"/>
              </a:rPr>
              <a:t> - </a:t>
            </a:r>
            <a:r>
              <a:rPr lang="en-US" sz="3000" b="1" dirty="0">
                <a:latin typeface="+mn-lt"/>
              </a:rPr>
              <a:t>I</a:t>
            </a:r>
            <a:r>
              <a:rPr lang="en-US" sz="3000" b="1" u="none" strike="noStrike" dirty="0">
                <a:effectLst/>
                <a:latin typeface="+mn-lt"/>
              </a:rPr>
              <a:t>nnu</a:t>
            </a:r>
            <a:r>
              <a:rPr lang="en-US" sz="3000" b="1" dirty="0">
                <a:latin typeface="+mn-lt"/>
              </a:rPr>
              <a:t> </a:t>
            </a:r>
            <a:r>
              <a:rPr lang="en-US" sz="3000" b="1" u="none" strike="noStrike" dirty="0" err="1">
                <a:effectLst/>
                <a:latin typeface="+mn-lt"/>
              </a:rPr>
              <a:t>Saukkya-samadha-naharam</a:t>
            </a:r>
            <a:r>
              <a:rPr lang="en-US" sz="3000" b="1" u="none" strike="noStrike" dirty="0">
                <a:effectLst/>
                <a:latin typeface="+mn-lt"/>
              </a:rPr>
              <a:t> </a:t>
            </a:r>
            <a:r>
              <a:rPr lang="en-US" sz="3000" b="1" u="none" strike="noStrike" dirty="0" err="1">
                <a:effectLst/>
                <a:latin typeface="+mn-lt"/>
              </a:rPr>
              <a:t>njhanghalkk</a:t>
            </a:r>
            <a:r>
              <a:rPr lang="en-US" sz="3000" b="1" u="none" strike="noStrike" dirty="0">
                <a:effectLst/>
                <a:latin typeface="+mn-lt"/>
              </a:rPr>
              <a:t> </a:t>
            </a:r>
            <a:r>
              <a:rPr lang="en-US" sz="3000" b="1" u="none" strike="noStrike" dirty="0" err="1">
                <a:effectLst/>
                <a:latin typeface="+mn-lt"/>
              </a:rPr>
              <a:t>arulhuka</a:t>
            </a:r>
            <a:r>
              <a:rPr lang="en-US" sz="3000" b="1" dirty="0">
                <a:latin typeface="+mn-lt"/>
              </a:rPr>
              <a:t> </a:t>
            </a:r>
            <a:r>
              <a:rPr lang="en-US" sz="3000" b="1" u="none" strike="noStrike" dirty="0" err="1">
                <a:effectLst/>
                <a:latin typeface="+mn-lt"/>
              </a:rPr>
              <a:t>dhaaraalham</a:t>
            </a:r>
            <a:r>
              <a:rPr lang="en-US" sz="3000" b="1" dirty="0">
                <a:latin typeface="+mn-lt"/>
              </a:rPr>
              <a:t> </a:t>
            </a:r>
            <a:r>
              <a:rPr lang="en-US" sz="3000" b="1" u="none" strike="noStrike" dirty="0" err="1">
                <a:effectLst/>
                <a:latin typeface="+mn-lt"/>
              </a:rPr>
              <a:t>Kaalochithamaam</a:t>
            </a:r>
            <a:r>
              <a:rPr lang="en-US" sz="3000" b="1" u="none" strike="noStrike" dirty="0">
                <a:effectLst/>
                <a:latin typeface="+mn-lt"/>
              </a:rPr>
              <a:t> </a:t>
            </a:r>
            <a:r>
              <a:rPr lang="en-US" sz="3000" b="1" u="none" strike="noStrike" dirty="0" err="1">
                <a:effectLst/>
                <a:latin typeface="+mn-lt"/>
              </a:rPr>
              <a:t>bhaagyatthaal</a:t>
            </a:r>
            <a:r>
              <a:rPr lang="en-US" sz="3000" b="1" u="none" strike="noStrike" dirty="0">
                <a:effectLst/>
                <a:latin typeface="+mn-lt"/>
              </a:rPr>
              <a:t>- </a:t>
            </a:r>
            <a:r>
              <a:rPr lang="en-US" sz="3000" b="1" u="none" strike="noStrike" dirty="0" err="1">
                <a:effectLst/>
                <a:latin typeface="+mn-lt"/>
              </a:rPr>
              <a:t>thushti</a:t>
            </a:r>
            <a:r>
              <a:rPr lang="en-US" sz="3000" b="1" u="none" strike="noStrike" dirty="0">
                <a:effectLst/>
                <a:latin typeface="+mn-lt"/>
              </a:rPr>
              <a:t> </a:t>
            </a:r>
            <a:r>
              <a:rPr lang="en-US" sz="3000" b="1" u="none" strike="noStrike" dirty="0" err="1">
                <a:effectLst/>
                <a:latin typeface="+mn-lt"/>
              </a:rPr>
              <a:t>varutthanham</a:t>
            </a:r>
            <a:r>
              <a:rPr lang="en-US" sz="3000" b="1" u="none" strike="noStrike" dirty="0">
                <a:effectLst/>
                <a:latin typeface="+mn-lt"/>
              </a:rPr>
              <a:t> </a:t>
            </a:r>
            <a:r>
              <a:rPr lang="en-US" sz="3000" b="1" u="none" strike="noStrike" dirty="0" err="1">
                <a:effectLst/>
                <a:latin typeface="+mn-lt"/>
              </a:rPr>
              <a:t>ngalkku</a:t>
            </a:r>
            <a:endParaRPr lang="en-US" sz="3000" b="1" u="none" strike="noStrike" dirty="0">
              <a:effectLst/>
              <a:latin typeface="+mn-lt"/>
            </a:endParaRP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018181"/>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0"/>
            <a:ext cx="0" cy="4018181"/>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6">
            <a:hlinkClick r:id="rId3" action="ppaction://hlinksldjump"/>
            <a:extLst>
              <a:ext uri="{FF2B5EF4-FFF2-40B4-BE49-F238E27FC236}">
                <a16:creationId xmlns:a16="http://schemas.microsoft.com/office/drawing/2014/main" id="{7EB86CB0-295E-8D5F-3515-F466764790CB}"/>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3245669479"/>
      </p:ext>
    </p:extLst>
  </p:cSld>
  <p:clrMapOvr>
    <a:masterClrMapping/>
  </p:clrMapOvr>
  <p:transition spd="slow"/>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693506"/>
            <a:ext cx="6096000" cy="3221395"/>
          </a:xfrm>
          <a:prstGeom prst="rect">
            <a:avLst/>
          </a:prstGeom>
          <a:noFill/>
        </p:spPr>
        <p:txBody>
          <a:bodyPr wrap="square">
            <a:spAutoFit/>
          </a:bodyPr>
          <a:lstStyle/>
          <a:p>
            <a:pPr algn="ctr" rtl="0">
              <a:lnSpc>
                <a:spcPts val="2640"/>
              </a:lnSpc>
              <a:spcBef>
                <a:spcPts val="1200"/>
              </a:spcBef>
              <a:spcAft>
                <a:spcPts val="0"/>
              </a:spcAft>
            </a:pPr>
            <a:r>
              <a:rPr lang="en-US" altLang="en-US" sz="3600" b="1" dirty="0">
                <a:solidFill>
                  <a:schemeClr val="accent6">
                    <a:lumMod val="50000"/>
                  </a:schemeClr>
                </a:solidFill>
                <a:latin typeface="MalayalamAbe" pitchFamily="18" charset="0"/>
              </a:rPr>
              <a:t>e</a:t>
            </a:r>
            <a:r>
              <a:rPr lang="en-US" altLang="en-US" sz="3600" b="1" dirty="0">
                <a:latin typeface="Malayalam MN" pitchFamily="2" charset="0"/>
                <a:cs typeface="Malayalam MN" pitchFamily="2" charset="0"/>
              </a:rPr>
              <a:t>. </a:t>
            </a:r>
            <a:r>
              <a:rPr lang="ml-IN" altLang="en-US" sz="2600" b="1" dirty="0">
                <a:latin typeface="Malayalam MN" pitchFamily="2" charset="0"/>
                <a:cs typeface="Malayalam MN" pitchFamily="2" charset="0"/>
              </a:rPr>
              <a:t>അത്യു ന്നതങ്ങളിൽവാസം ചെയ്യുണീലോയിദേവാ-</a:t>
            </a:r>
          </a:p>
          <a:p>
            <a:pPr algn="ctr" rtl="0">
              <a:lnSpc>
                <a:spcPts val="2640"/>
              </a:lnSpc>
              <a:spcBef>
                <a:spcPts val="1200"/>
              </a:spcBef>
              <a:spcAft>
                <a:spcPts val="0"/>
              </a:spcAft>
            </a:pPr>
            <a:r>
              <a:rPr lang="ml-IN" altLang="en-US" sz="2600" b="1" dirty="0">
                <a:latin typeface="Malayalam MN" pitchFamily="2" charset="0"/>
                <a:cs typeface="Malayalam MN" pitchFamily="2" charset="0"/>
              </a:rPr>
              <a:t>തിങ്ങും കരുണക്കണ്ണൽ ഞങ്ങളെ സൂക്ഷിക്കണമേ</a:t>
            </a:r>
            <a:r>
              <a:rPr lang="en-US" altLang="en-US" sz="2600" b="1" dirty="0">
                <a:latin typeface="Malayalam MN" pitchFamily="2" charset="0"/>
                <a:cs typeface="Malayalam MN" pitchFamily="2" charset="0"/>
              </a:rPr>
              <a:t>-</a:t>
            </a:r>
            <a:endParaRPr lang="ml-IN" altLang="en-US" sz="2600" b="1" dirty="0">
              <a:latin typeface="Malayalam MN" pitchFamily="2" charset="0"/>
              <a:cs typeface="Malayalam MN" pitchFamily="2" charset="0"/>
            </a:endParaRPr>
          </a:p>
          <a:p>
            <a:pPr algn="ctr" rtl="0">
              <a:lnSpc>
                <a:spcPts val="2640"/>
              </a:lnSpc>
              <a:spcBef>
                <a:spcPts val="1200"/>
              </a:spcBef>
              <a:spcAft>
                <a:spcPts val="0"/>
              </a:spcAft>
            </a:pPr>
            <a:r>
              <a:rPr lang="ml-IN" altLang="en-US" sz="2600" b="1" dirty="0">
                <a:latin typeface="Malayalam MN" pitchFamily="2" charset="0"/>
                <a:cs typeface="Malayalam MN" pitchFamily="2" charset="0"/>
              </a:rPr>
              <a:t>ശോഭിതമാം നിൻക്രൂശിൻ നിഴലിൽ ഞങ്ങളെ  മറച്ച്-</a:t>
            </a:r>
          </a:p>
          <a:p>
            <a:pPr algn="ctr" rtl="0">
              <a:lnSpc>
                <a:spcPts val="2640"/>
              </a:lnSpc>
              <a:spcBef>
                <a:spcPts val="1200"/>
              </a:spcBef>
              <a:spcAft>
                <a:spcPts val="0"/>
              </a:spcAft>
            </a:pPr>
            <a:r>
              <a:rPr lang="ml-IN" altLang="en-US" sz="2600" b="1" dirty="0">
                <a:latin typeface="Malayalam MN" pitchFamily="2" charset="0"/>
                <a:cs typeface="Malayalam MN" pitchFamily="2" charset="0"/>
              </a:rPr>
              <a:t>കാരുണ്യത്താൽ-ഈ കൂട്ടത്തെ വാഴ്ത്തീടണമേ. </a:t>
            </a:r>
            <a:r>
              <a:rPr lang="en-US" altLang="en-US" sz="2600" b="1" dirty="0">
                <a:latin typeface="Malayalam MN" pitchFamily="2" charset="0"/>
                <a:cs typeface="Malayalam MN" pitchFamily="2" charset="0"/>
              </a:rPr>
              <a:t> </a:t>
            </a:r>
            <a:endParaRPr lang="ml-IN" sz="26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751174"/>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God, who dwells on high, look upon us with merciful eyes. Protect us under the shadow of Your glorious cross. By Your mercy, bless this congregation.</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25260" y="844247"/>
            <a:ext cx="6166740" cy="2964914"/>
          </a:xfrm>
          <a:prstGeom prst="rect">
            <a:avLst/>
          </a:prstGeom>
          <a:noFill/>
        </p:spPr>
        <p:txBody>
          <a:bodyPr wrap="square">
            <a:spAutoFit/>
          </a:bodyPr>
          <a:lstStyle/>
          <a:p>
            <a:pPr algn="ctr" rtl="0">
              <a:lnSpc>
                <a:spcPts val="32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Athyunathangalil</a:t>
            </a:r>
            <a:r>
              <a:rPr lang="en-US" sz="3000" b="1" u="none" strike="noStrike" dirty="0">
                <a:effectLst/>
                <a:latin typeface="+mn-lt"/>
              </a:rPr>
              <a:t> </a:t>
            </a:r>
            <a:r>
              <a:rPr lang="en-US" sz="3000" b="1" u="none" strike="noStrike" dirty="0" err="1">
                <a:effectLst/>
                <a:latin typeface="+mn-lt"/>
              </a:rPr>
              <a:t>vaasam</a:t>
            </a:r>
            <a:r>
              <a:rPr lang="en-US" sz="3000" b="1" u="none" strike="noStrike" dirty="0">
                <a:effectLst/>
                <a:latin typeface="+mn-lt"/>
              </a:rPr>
              <a:t> </a:t>
            </a:r>
            <a:r>
              <a:rPr lang="en-US" sz="3000" b="1" u="none" strike="noStrike" dirty="0" err="1">
                <a:effectLst/>
                <a:latin typeface="+mn-lt"/>
              </a:rPr>
              <a:t>cheyyunneeloyi</a:t>
            </a:r>
            <a:r>
              <a:rPr lang="en-US" sz="3000" b="1" u="none" strike="noStrike" dirty="0">
                <a:effectLst/>
                <a:latin typeface="+mn-lt"/>
              </a:rPr>
              <a:t> </a:t>
            </a:r>
            <a:r>
              <a:rPr lang="en-US" sz="3000" b="1" u="none" strike="noStrike" dirty="0" err="1">
                <a:effectLst/>
                <a:latin typeface="+mn-lt"/>
              </a:rPr>
              <a:t>dheva</a:t>
            </a:r>
            <a:r>
              <a:rPr lang="en-US" sz="3000" b="1" dirty="0">
                <a:latin typeface="+mn-lt"/>
              </a:rPr>
              <a:t> </a:t>
            </a:r>
            <a:r>
              <a:rPr lang="en-US" sz="3000" b="1" u="none" strike="noStrike" dirty="0" err="1">
                <a:effectLst/>
                <a:latin typeface="+mn-lt"/>
              </a:rPr>
              <a:t>Thinghum</a:t>
            </a:r>
            <a:r>
              <a:rPr lang="en-US" sz="3000" b="1" u="none" strike="noStrike" dirty="0">
                <a:effectLst/>
                <a:latin typeface="+mn-lt"/>
              </a:rPr>
              <a:t> </a:t>
            </a:r>
            <a:r>
              <a:rPr lang="en-US" sz="3000" b="1" u="none" strike="noStrike" dirty="0" err="1">
                <a:effectLst/>
                <a:latin typeface="+mn-lt"/>
              </a:rPr>
              <a:t>karunha</a:t>
            </a:r>
            <a:r>
              <a:rPr lang="en-US" sz="3000" b="1" u="none" strike="noStrike" dirty="0">
                <a:effectLst/>
                <a:latin typeface="+mn-lt"/>
              </a:rPr>
              <a:t> </a:t>
            </a:r>
            <a:r>
              <a:rPr lang="en-US" sz="3000" b="1" u="none" strike="noStrike" dirty="0" err="1">
                <a:effectLst/>
                <a:latin typeface="+mn-lt"/>
              </a:rPr>
              <a:t>kannhaal</a:t>
            </a:r>
            <a:r>
              <a:rPr lang="en-US" sz="3000" b="1" u="none" strike="noStrike" dirty="0">
                <a:effectLst/>
                <a:latin typeface="+mn-lt"/>
              </a:rPr>
              <a:t> </a:t>
            </a:r>
            <a:r>
              <a:rPr lang="en-US" sz="3000" b="1" u="none" strike="noStrike" dirty="0" err="1">
                <a:effectLst/>
                <a:latin typeface="+mn-lt"/>
              </a:rPr>
              <a:t>njhanghale</a:t>
            </a:r>
            <a:r>
              <a:rPr lang="en-US" sz="3000" b="1" u="none" strike="noStrike" dirty="0">
                <a:effectLst/>
                <a:latin typeface="+mn-lt"/>
              </a:rPr>
              <a:t> </a:t>
            </a:r>
            <a:r>
              <a:rPr lang="en-US" sz="3000" b="1" u="none" strike="noStrike" dirty="0" err="1">
                <a:effectLst/>
                <a:latin typeface="+mn-lt"/>
              </a:rPr>
              <a:t>sookshickanhame</a:t>
            </a:r>
            <a:r>
              <a:rPr lang="en-US" sz="3000" b="1" dirty="0">
                <a:latin typeface="+mn-lt"/>
              </a:rPr>
              <a:t> -</a:t>
            </a:r>
            <a:r>
              <a:rPr lang="en-US" sz="3000" b="1" u="none" strike="noStrike" dirty="0">
                <a:effectLst/>
                <a:latin typeface="+mn-lt"/>
              </a:rPr>
              <a:t> </a:t>
            </a:r>
            <a:r>
              <a:rPr lang="en-US" sz="3000" b="1" dirty="0" err="1">
                <a:latin typeface="+mn-lt"/>
              </a:rPr>
              <a:t>S</a:t>
            </a:r>
            <a:r>
              <a:rPr lang="en-US" sz="3000" b="1" u="none" strike="noStrike" dirty="0" err="1">
                <a:effectLst/>
                <a:latin typeface="+mn-lt"/>
              </a:rPr>
              <a:t>hobhithamaam</a:t>
            </a:r>
            <a:r>
              <a:rPr lang="en-US" sz="3000" b="1" u="none" strike="noStrike" dirty="0">
                <a:effectLst/>
                <a:latin typeface="+mn-lt"/>
              </a:rPr>
              <a:t> </a:t>
            </a:r>
            <a:r>
              <a:rPr lang="en-US" sz="3000" b="1" u="none" strike="noStrike" dirty="0" err="1">
                <a:effectLst/>
                <a:latin typeface="+mn-lt"/>
              </a:rPr>
              <a:t>nin</a:t>
            </a:r>
            <a:r>
              <a:rPr lang="en-US" sz="3000" b="1" u="none" strike="noStrike" dirty="0">
                <a:effectLst/>
                <a:latin typeface="+mn-lt"/>
              </a:rPr>
              <a:t> </a:t>
            </a:r>
            <a:r>
              <a:rPr lang="en-US" sz="3000" b="1" u="none" strike="noStrike" dirty="0" err="1">
                <a:effectLst/>
                <a:latin typeface="+mn-lt"/>
              </a:rPr>
              <a:t>krooshin</a:t>
            </a:r>
            <a:r>
              <a:rPr lang="en-US" sz="3000" b="1" u="none" strike="noStrike" dirty="0">
                <a:effectLst/>
                <a:latin typeface="+mn-lt"/>
              </a:rPr>
              <a:t> </a:t>
            </a:r>
            <a:r>
              <a:rPr lang="en-US" sz="3000" b="1" u="none" strike="noStrike" dirty="0" err="1">
                <a:effectLst/>
                <a:latin typeface="+mn-lt"/>
              </a:rPr>
              <a:t>nizhalil</a:t>
            </a:r>
            <a:r>
              <a:rPr lang="en-US" sz="3000" b="1" u="none" strike="noStrike" dirty="0">
                <a:effectLst/>
                <a:latin typeface="+mn-lt"/>
              </a:rPr>
              <a:t> </a:t>
            </a:r>
            <a:r>
              <a:rPr lang="en-US" sz="3000" b="1" u="none" strike="noStrike" dirty="0" err="1">
                <a:effectLst/>
                <a:latin typeface="+mn-lt"/>
              </a:rPr>
              <a:t>njhanghalhe</a:t>
            </a:r>
            <a:r>
              <a:rPr lang="en-US" sz="3000" b="1" u="none" strike="noStrike" dirty="0">
                <a:effectLst/>
                <a:latin typeface="+mn-lt"/>
              </a:rPr>
              <a:t> </a:t>
            </a:r>
            <a:r>
              <a:rPr lang="en-US" sz="3000" b="1" u="none" strike="noStrike" dirty="0" err="1">
                <a:effectLst/>
                <a:latin typeface="+mn-lt"/>
              </a:rPr>
              <a:t>marracchu</a:t>
            </a:r>
            <a:r>
              <a:rPr lang="en-US" sz="3000" b="1" dirty="0">
                <a:latin typeface="+mn-lt"/>
              </a:rPr>
              <a:t> - </a:t>
            </a:r>
            <a:r>
              <a:rPr lang="en-US" sz="3000" b="1" u="none" strike="noStrike" dirty="0" err="1">
                <a:effectLst/>
                <a:latin typeface="+mn-lt"/>
              </a:rPr>
              <a:t>Kaarunhyatthaal</a:t>
            </a:r>
            <a:r>
              <a:rPr lang="en-US" sz="3000" b="1" dirty="0" err="1">
                <a:latin typeface="+mn-lt"/>
              </a:rPr>
              <a:t>-</a:t>
            </a:r>
            <a:r>
              <a:rPr lang="en-US" sz="3000" b="1" u="none" strike="noStrike" dirty="0" err="1">
                <a:effectLst/>
                <a:latin typeface="+mn-lt"/>
              </a:rPr>
              <a:t>ee</a:t>
            </a:r>
            <a:r>
              <a:rPr lang="en-US" sz="3000" b="1" u="none" strike="noStrike" dirty="0">
                <a:effectLst/>
                <a:latin typeface="+mn-lt"/>
              </a:rPr>
              <a:t> </a:t>
            </a:r>
            <a:r>
              <a:rPr lang="en-US" sz="3000" b="1" u="none" strike="noStrike" dirty="0" err="1">
                <a:effectLst/>
                <a:latin typeface="+mn-lt"/>
              </a:rPr>
              <a:t>koottatthe</a:t>
            </a:r>
            <a:r>
              <a:rPr lang="en-US" sz="3000" b="1" u="none" strike="noStrike" dirty="0">
                <a:effectLst/>
                <a:latin typeface="+mn-lt"/>
              </a:rPr>
              <a:t> </a:t>
            </a:r>
            <a:r>
              <a:rPr lang="en-US" sz="3000" b="1" u="none" strike="noStrike" dirty="0" err="1">
                <a:effectLst/>
                <a:latin typeface="+mn-lt"/>
              </a:rPr>
              <a:t>vaazhttheedenhame</a:t>
            </a:r>
            <a:r>
              <a:rPr lang="en-US" sz="3000" b="1" u="none" strike="noStrike" dirty="0">
                <a:effectLst/>
                <a:latin typeface="+mn-lt"/>
              </a:rPr>
              <a:t>.</a:t>
            </a: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092233"/>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p:cNvCxnSpPr>
          <p:nvPr/>
        </p:nvCxnSpPr>
        <p:spPr>
          <a:xfrm>
            <a:off x="6096000" y="0"/>
            <a:ext cx="0" cy="417024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6">
            <a:hlinkClick r:id="rId3" action="ppaction://hlinksldjump"/>
            <a:extLst>
              <a:ext uri="{FF2B5EF4-FFF2-40B4-BE49-F238E27FC236}">
                <a16:creationId xmlns:a16="http://schemas.microsoft.com/office/drawing/2014/main" id="{C1C1C7DB-F609-FA2E-A077-6EEACEC99290}"/>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2892475337"/>
      </p:ext>
    </p:extLst>
  </p:cSld>
  <p:clrMapOvr>
    <a:masterClrMapping/>
  </p:clrMapOvr>
  <p:transition spd="slow"/>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674341"/>
            <a:ext cx="6096000" cy="3221395"/>
          </a:xfrm>
          <a:prstGeom prst="rect">
            <a:avLst/>
          </a:prstGeom>
          <a:noFill/>
        </p:spPr>
        <p:txBody>
          <a:bodyPr wrap="square">
            <a:spAutoFit/>
          </a:bodyPr>
          <a:lstStyle/>
          <a:p>
            <a:pPr algn="ctr" rtl="0">
              <a:lnSpc>
                <a:spcPts val="2640"/>
              </a:lnSpc>
              <a:spcBef>
                <a:spcPts val="1200"/>
              </a:spcBef>
              <a:spcAft>
                <a:spcPts val="0"/>
              </a:spcAft>
            </a:pPr>
            <a:r>
              <a:rPr lang="en-US" altLang="en-US" sz="3600" b="1" dirty="0">
                <a:solidFill>
                  <a:schemeClr val="accent6">
                    <a:lumMod val="50000"/>
                  </a:schemeClr>
                </a:solidFill>
                <a:latin typeface="MalayalamAbe" pitchFamily="18" charset="0"/>
              </a:rPr>
              <a:t>e. </a:t>
            </a:r>
            <a:r>
              <a:rPr lang="ml-IN" altLang="en-US" sz="2500" b="1" dirty="0">
                <a:latin typeface="Malayalam MN" pitchFamily="2" charset="0"/>
                <a:cs typeface="Malayalam MN" pitchFamily="2" charset="0"/>
              </a:rPr>
              <a:t>അകൃത്യവും കറകളൂം നിൻ സോപ്പായാൽ വെടിപ്പാക്കണമേ</a:t>
            </a:r>
          </a:p>
          <a:p>
            <a:pPr algn="ctr" rtl="0">
              <a:lnSpc>
                <a:spcPts val="2640"/>
              </a:lnSpc>
              <a:spcBef>
                <a:spcPts val="1200"/>
              </a:spcBef>
              <a:spcAft>
                <a:spcPts val="0"/>
              </a:spcAft>
            </a:pPr>
            <a:r>
              <a:rPr lang="ml-IN" altLang="en-US" sz="2500" b="1" dirty="0">
                <a:latin typeface="Malayalam MN" pitchFamily="2" charset="0"/>
                <a:cs typeface="Malayalam MN" pitchFamily="2" charset="0"/>
              </a:rPr>
              <a:t>ഞങ്ങളുടെ കടങ്ങൾ കുറവുകളൂം നീ ഓർത്തീടരുതേ.</a:t>
            </a:r>
          </a:p>
          <a:p>
            <a:pPr algn="ctr" rtl="0">
              <a:lnSpc>
                <a:spcPts val="2640"/>
              </a:lnSpc>
              <a:spcBef>
                <a:spcPts val="1200"/>
              </a:spcBef>
              <a:spcAft>
                <a:spcPts val="0"/>
              </a:spcAft>
            </a:pPr>
            <a:r>
              <a:rPr lang="ml-IN" altLang="en-US" sz="2500" b="1" dirty="0">
                <a:latin typeface="Malayalam MN" pitchFamily="2" charset="0"/>
                <a:cs typeface="Malayalam MN" pitchFamily="2" charset="0"/>
              </a:rPr>
              <a:t>മേല്പെട്ടാടുകളിൻ കൂട്ടത്തിൽ ഞങ്ങളെ എണ്ണി-</a:t>
            </a:r>
          </a:p>
          <a:p>
            <a:pPr algn="ctr" rtl="0">
              <a:lnSpc>
                <a:spcPts val="2640"/>
              </a:lnSpc>
              <a:spcBef>
                <a:spcPts val="1200"/>
              </a:spcBef>
              <a:spcAft>
                <a:spcPts val="0"/>
              </a:spcAft>
            </a:pPr>
            <a:r>
              <a:rPr lang="ml-IN" altLang="en-US" sz="2500" b="1" dirty="0">
                <a:latin typeface="Malayalam MN" pitchFamily="2" charset="0"/>
                <a:cs typeface="Malayalam MN" pitchFamily="2" charset="0"/>
              </a:rPr>
              <a:t>എന്നും സ്വർഗ്ഗം- അനുഭവിപ്പിനെന്നാരുളീടണമേ.</a:t>
            </a:r>
            <a:endParaRPr lang="ml-IN" sz="25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694750"/>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Cleanse our misdeeds and sins with Your forgiveness. Do not remember our debts and faults. Include us in the assembly of Your chosen ones. </a:t>
            </a:r>
          </a:p>
          <a:p>
            <a:pPr algn="ctr"/>
            <a:r>
              <a:rPr lang="en-US" sz="3000" b="1" i="1" u="none" strike="noStrike" dirty="0">
                <a:effectLst/>
                <a:latin typeface="Calibri" panose="020F0502020204030204" pitchFamily="34" charset="0"/>
                <a:cs typeface="Calibri" panose="020F0502020204030204" pitchFamily="34" charset="0"/>
              </a:rPr>
              <a:t>Please grant us the experience of heaven forever.</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25260" y="739753"/>
            <a:ext cx="6166740" cy="3239605"/>
          </a:xfrm>
          <a:prstGeom prst="rect">
            <a:avLst/>
          </a:prstGeom>
          <a:noFill/>
        </p:spPr>
        <p:txBody>
          <a:bodyPr wrap="square">
            <a:spAutoFit/>
          </a:bodyPr>
          <a:lstStyle/>
          <a:p>
            <a:pPr algn="ctr" rtl="0">
              <a:lnSpc>
                <a:spcPts val="26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Akrutthyavum</a:t>
            </a:r>
            <a:r>
              <a:rPr lang="en-US" sz="3000" b="1" u="none" strike="noStrike" dirty="0">
                <a:effectLst/>
                <a:latin typeface="+mn-lt"/>
              </a:rPr>
              <a:t> </a:t>
            </a:r>
            <a:r>
              <a:rPr lang="en-US" sz="3000" b="1" u="none" strike="noStrike" dirty="0" err="1">
                <a:effectLst/>
                <a:latin typeface="+mn-lt"/>
              </a:rPr>
              <a:t>karrakalhum</a:t>
            </a:r>
            <a:r>
              <a:rPr lang="en-US" sz="3000" b="1" u="none" strike="noStrike" dirty="0">
                <a:effectLst/>
                <a:latin typeface="+mn-lt"/>
              </a:rPr>
              <a:t> </a:t>
            </a:r>
            <a:r>
              <a:rPr lang="en-US" sz="3000" b="1" u="none" strike="noStrike" dirty="0" err="1">
                <a:effectLst/>
                <a:latin typeface="+mn-lt"/>
              </a:rPr>
              <a:t>nin</a:t>
            </a:r>
            <a:r>
              <a:rPr lang="en-US" sz="3000" b="1" u="none" strike="noStrike" dirty="0">
                <a:effectLst/>
                <a:latin typeface="+mn-lt"/>
              </a:rPr>
              <a:t> </a:t>
            </a:r>
            <a:r>
              <a:rPr lang="en-US" sz="3000" b="1" u="none" strike="noStrike" dirty="0" err="1">
                <a:effectLst/>
                <a:latin typeface="+mn-lt"/>
              </a:rPr>
              <a:t>soppaayaal</a:t>
            </a:r>
            <a:r>
              <a:rPr lang="en-US" sz="3000" b="1" u="none" strike="noStrike" dirty="0">
                <a:effectLst/>
                <a:latin typeface="+mn-lt"/>
              </a:rPr>
              <a:t> </a:t>
            </a:r>
            <a:r>
              <a:rPr lang="en-US" sz="3000" b="1" u="none" strike="noStrike" dirty="0" err="1">
                <a:effectLst/>
                <a:latin typeface="+mn-lt"/>
              </a:rPr>
              <a:t>vedippaakkanhame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Njhanghalude</a:t>
            </a:r>
            <a:r>
              <a:rPr lang="en-US" sz="3000" b="1" u="none" strike="noStrike" dirty="0">
                <a:effectLst/>
                <a:latin typeface="+mn-lt"/>
              </a:rPr>
              <a:t> </a:t>
            </a:r>
            <a:r>
              <a:rPr lang="en-US" sz="3000" b="1" u="none" strike="noStrike" dirty="0" err="1">
                <a:effectLst/>
                <a:latin typeface="+mn-lt"/>
              </a:rPr>
              <a:t>kadanghal</a:t>
            </a:r>
            <a:r>
              <a:rPr lang="en-US" sz="3000" b="1" u="none" strike="noStrike" dirty="0">
                <a:effectLst/>
                <a:latin typeface="+mn-lt"/>
              </a:rPr>
              <a:t> </a:t>
            </a:r>
            <a:r>
              <a:rPr lang="en-US" sz="3000" b="1" u="none" strike="noStrike" dirty="0" err="1">
                <a:effectLst/>
                <a:latin typeface="+mn-lt"/>
              </a:rPr>
              <a:t>kurravukalhum</a:t>
            </a:r>
            <a:r>
              <a:rPr lang="en-US" sz="3000" b="1" u="none" strike="noStrike" dirty="0">
                <a:effectLst/>
                <a:latin typeface="+mn-lt"/>
              </a:rPr>
              <a:t> nee </a:t>
            </a:r>
            <a:r>
              <a:rPr lang="en-US" sz="3000" b="1" u="none" strike="noStrike" dirty="0" err="1">
                <a:effectLst/>
                <a:latin typeface="+mn-lt"/>
              </a:rPr>
              <a:t>orttheedaruthe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Melppettaadukalhin</a:t>
            </a:r>
            <a:r>
              <a:rPr lang="en-US" sz="3000" b="1" u="none" strike="noStrike" dirty="0">
                <a:effectLst/>
                <a:latin typeface="+mn-lt"/>
              </a:rPr>
              <a:t> </a:t>
            </a:r>
            <a:r>
              <a:rPr lang="en-US" sz="3000" b="1" u="none" strike="noStrike" dirty="0" err="1">
                <a:effectLst/>
                <a:latin typeface="+mn-lt"/>
              </a:rPr>
              <a:t>koottatthil</a:t>
            </a:r>
            <a:r>
              <a:rPr lang="en-US" sz="3000" b="1" u="none" strike="noStrike" dirty="0">
                <a:effectLst/>
                <a:latin typeface="+mn-lt"/>
              </a:rPr>
              <a:t> </a:t>
            </a:r>
            <a:r>
              <a:rPr lang="en-US" sz="3000" b="1" u="none" strike="noStrike" dirty="0" err="1">
                <a:effectLst/>
                <a:latin typeface="+mn-lt"/>
              </a:rPr>
              <a:t>njhanghalhe</a:t>
            </a:r>
            <a:r>
              <a:rPr lang="en-US" sz="3000" b="1" u="none" strike="noStrike" dirty="0">
                <a:effectLst/>
                <a:latin typeface="+mn-lt"/>
              </a:rPr>
              <a:t> </a:t>
            </a:r>
            <a:r>
              <a:rPr lang="en-US" sz="3000" b="1" u="none" strike="noStrike" dirty="0" err="1">
                <a:effectLst/>
                <a:latin typeface="+mn-lt"/>
              </a:rPr>
              <a:t>ennhi</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Ennum</a:t>
            </a:r>
            <a:r>
              <a:rPr lang="en-US" sz="3000" b="1" u="none" strike="noStrike" dirty="0">
                <a:effectLst/>
                <a:latin typeface="+mn-lt"/>
              </a:rPr>
              <a:t> </a:t>
            </a:r>
            <a:r>
              <a:rPr lang="en-US" sz="3000" b="1" u="none" strike="noStrike" dirty="0" err="1">
                <a:effectLst/>
                <a:latin typeface="+mn-lt"/>
              </a:rPr>
              <a:t>sworggam</a:t>
            </a:r>
            <a:r>
              <a:rPr lang="en-US" sz="3000" b="1" u="none" strike="noStrike" dirty="0">
                <a:effectLst/>
                <a:latin typeface="+mn-lt"/>
              </a:rPr>
              <a:t> </a:t>
            </a:r>
            <a:r>
              <a:rPr lang="en-US" sz="3000" b="1" u="none" strike="noStrike" dirty="0" err="1">
                <a:effectLst/>
                <a:latin typeface="+mn-lt"/>
              </a:rPr>
              <a:t>anubhavippin</a:t>
            </a:r>
            <a:r>
              <a:rPr lang="en-US" sz="3000" b="1" u="none" strike="noStrike" dirty="0">
                <a:effectLst/>
                <a:latin typeface="+mn-lt"/>
              </a:rPr>
              <a:t> </a:t>
            </a:r>
            <a:r>
              <a:rPr lang="en-US" sz="3000" b="1" u="none" strike="noStrike" dirty="0" err="1">
                <a:effectLst/>
                <a:latin typeface="+mn-lt"/>
              </a:rPr>
              <a:t>enn-arulheedanhame</a:t>
            </a:r>
            <a:r>
              <a:rPr lang="en-US" sz="3000" b="1" u="none" strike="noStrike" dirty="0">
                <a:effectLst/>
                <a:latin typeface="+mn-lt"/>
              </a:rPr>
              <a:t>.</a:t>
            </a: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119839"/>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0"/>
            <a:ext cx="0" cy="411983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6">
            <a:hlinkClick r:id="rId3" action="ppaction://hlinksldjump"/>
            <a:extLst>
              <a:ext uri="{FF2B5EF4-FFF2-40B4-BE49-F238E27FC236}">
                <a16:creationId xmlns:a16="http://schemas.microsoft.com/office/drawing/2014/main" id="{4CAF5324-5C46-53CD-1425-C907B7492E6C}"/>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3106944263"/>
      </p:ext>
    </p:extLst>
  </p:cSld>
  <p:clrMapOvr>
    <a:masterClrMapping/>
  </p:clrMapOvr>
  <p:transition spd="slow"/>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14395"/>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12192" y="608944"/>
            <a:ext cx="6096000" cy="3221395"/>
          </a:xfrm>
          <a:prstGeom prst="rect">
            <a:avLst/>
          </a:prstGeom>
          <a:noFill/>
        </p:spPr>
        <p:txBody>
          <a:bodyPr wrap="square">
            <a:spAutoFit/>
          </a:bodyPr>
          <a:lstStyle/>
          <a:p>
            <a:pPr algn="ctr" rtl="0">
              <a:lnSpc>
                <a:spcPts val="2640"/>
              </a:lnSpc>
              <a:spcBef>
                <a:spcPts val="1200"/>
              </a:spcBef>
              <a:spcAft>
                <a:spcPts val="0"/>
              </a:spcAft>
            </a:pPr>
            <a:r>
              <a:rPr lang="en-US" altLang="en-US" sz="3600" b="1" dirty="0">
                <a:solidFill>
                  <a:schemeClr val="accent6">
                    <a:lumMod val="50000"/>
                  </a:schemeClr>
                </a:solidFill>
                <a:latin typeface="MalayalamAbe" pitchFamily="18" charset="0"/>
              </a:rPr>
              <a:t>e. </a:t>
            </a:r>
            <a:r>
              <a:rPr lang="ml-IN" altLang="en-US" b="1" dirty="0">
                <a:latin typeface="Malayalam MN" pitchFamily="2" charset="0"/>
                <a:cs typeface="Malayalam MN" pitchFamily="2" charset="0"/>
              </a:rPr>
              <a:t>തിരുസഭയെ നീ സ്ഥിരമാം പാറമേലുറപ്പിക്കണമേ-</a:t>
            </a:r>
          </a:p>
          <a:p>
            <a:pPr algn="ctr" rtl="0">
              <a:lnSpc>
                <a:spcPts val="2640"/>
              </a:lnSpc>
              <a:spcBef>
                <a:spcPts val="1200"/>
              </a:spcBef>
              <a:spcAft>
                <a:spcPts val="0"/>
              </a:spcAft>
            </a:pPr>
            <a:r>
              <a:rPr lang="ml-IN" altLang="en-US" b="1" dirty="0">
                <a:latin typeface="Malayalam MN" pitchFamily="2" charset="0"/>
                <a:cs typeface="Malayalam MN" pitchFamily="2" charset="0"/>
              </a:rPr>
              <a:t>ഭരണക്കാരെ നിൻ ഭുജത്താൽ നീ കാത്തീടണമേ-</a:t>
            </a:r>
          </a:p>
          <a:p>
            <a:pPr algn="ctr" rtl="0">
              <a:lnSpc>
                <a:spcPts val="2640"/>
              </a:lnSpc>
              <a:spcBef>
                <a:spcPts val="1200"/>
              </a:spcBef>
              <a:spcAft>
                <a:spcPts val="0"/>
              </a:spcAft>
            </a:pPr>
            <a:r>
              <a:rPr lang="ml-IN" altLang="en-US" b="1" dirty="0">
                <a:latin typeface="Malayalam MN" pitchFamily="2" charset="0"/>
                <a:cs typeface="Malayalam MN" pitchFamily="2" charset="0"/>
              </a:rPr>
              <a:t>പട്ടക്കാരെയും മ്ശുംശാനരെയും അലങ്കരിക്കണമേ-</a:t>
            </a:r>
          </a:p>
          <a:p>
            <a:pPr algn="ctr" rtl="0">
              <a:lnSpc>
                <a:spcPts val="2640"/>
              </a:lnSpc>
              <a:spcBef>
                <a:spcPts val="1200"/>
              </a:spcBef>
              <a:spcAft>
                <a:spcPts val="0"/>
              </a:spcAft>
            </a:pPr>
            <a:r>
              <a:rPr lang="ml-IN" altLang="en-US" b="1" dirty="0">
                <a:latin typeface="Malayalam MN" pitchFamily="2" charset="0"/>
                <a:cs typeface="Malayalam MN" pitchFamily="2" charset="0"/>
              </a:rPr>
              <a:t>കാറോയരെയും ഗായകരേയും-ശോഭിപ്പിക്ക</a:t>
            </a:r>
            <a:endParaRPr lang="ml-IN"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578842"/>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Lord, establish Your </a:t>
            </a:r>
            <a:r>
              <a:rPr lang="en-US" sz="3000" b="1" i="1" dirty="0">
                <a:latin typeface="Calibri" panose="020F0502020204030204" pitchFamily="34" charset="0"/>
                <a:cs typeface="Calibri" panose="020F0502020204030204" pitchFamily="34" charset="0"/>
              </a:rPr>
              <a:t>h</a:t>
            </a:r>
            <a:r>
              <a:rPr lang="en-US" sz="3000" b="1" i="1" u="none" strike="noStrike" dirty="0">
                <a:effectLst/>
                <a:latin typeface="Calibri" panose="020F0502020204030204" pitchFamily="34" charset="0"/>
                <a:cs typeface="Calibri" panose="020F0502020204030204" pitchFamily="34" charset="0"/>
              </a:rPr>
              <a:t>oly </a:t>
            </a:r>
            <a:r>
              <a:rPr lang="en-US" sz="3000" b="1" i="1" dirty="0">
                <a:latin typeface="Calibri" panose="020F0502020204030204" pitchFamily="34" charset="0"/>
                <a:cs typeface="Calibri" panose="020F0502020204030204" pitchFamily="34" charset="0"/>
              </a:rPr>
              <a:t>c</a:t>
            </a:r>
            <a:r>
              <a:rPr lang="en-US" sz="3000" b="1" i="1" u="none" strike="noStrike" dirty="0">
                <a:effectLst/>
                <a:latin typeface="Calibri" panose="020F0502020204030204" pitchFamily="34" charset="0"/>
                <a:cs typeface="Calibri" panose="020F0502020204030204" pitchFamily="34" charset="0"/>
              </a:rPr>
              <a:t>hurch on the rock of faith.</a:t>
            </a:r>
            <a:r>
              <a:rPr lang="en-US" sz="3000" b="1" i="1" dirty="0">
                <a:latin typeface="Calibri" panose="020F0502020204030204" pitchFamily="34" charset="0"/>
                <a:cs typeface="Calibri" panose="020F0502020204030204" pitchFamily="34" charset="0"/>
              </a:rPr>
              <a:t> With your strength, g</a:t>
            </a:r>
            <a:r>
              <a:rPr lang="en-US" sz="3000" b="1" i="1" u="none" strike="noStrike" dirty="0">
                <a:effectLst/>
                <a:latin typeface="Calibri" panose="020F0502020204030204" pitchFamily="34" charset="0"/>
                <a:cs typeface="Calibri" panose="020F0502020204030204" pitchFamily="34" charset="0"/>
              </a:rPr>
              <a:t>uide and protect those in authority. </a:t>
            </a:r>
            <a:r>
              <a:rPr lang="en-US" sz="3000" b="1" i="1" dirty="0">
                <a:latin typeface="Calibri" panose="020F0502020204030204" pitchFamily="34" charset="0"/>
                <a:cs typeface="Calibri" panose="020F0502020204030204" pitchFamily="34" charset="0"/>
              </a:rPr>
              <a:t>A</a:t>
            </a:r>
            <a:r>
              <a:rPr lang="en-US" sz="3000" b="1" i="1" u="none" strike="noStrike" dirty="0">
                <a:effectLst/>
                <a:latin typeface="Calibri" panose="020F0502020204030204" pitchFamily="34" charset="0"/>
                <a:cs typeface="Calibri" panose="020F0502020204030204" pitchFamily="34" charset="0"/>
              </a:rPr>
              <a:t>dorn the priests and the deacons. </a:t>
            </a:r>
            <a:r>
              <a:rPr lang="en-US" sz="3000" b="1" i="1" dirty="0">
                <a:latin typeface="Calibri" panose="020F0502020204030204" pitchFamily="34" charset="0"/>
                <a:cs typeface="Calibri" panose="020F0502020204030204" pitchFamily="34" charset="0"/>
              </a:rPr>
              <a:t>Uplift</a:t>
            </a:r>
            <a:r>
              <a:rPr lang="en-US" sz="3000" b="1" i="1" u="none" strike="noStrike" dirty="0">
                <a:effectLst/>
                <a:latin typeface="Calibri" panose="020F0502020204030204" pitchFamily="34" charset="0"/>
                <a:cs typeface="Calibri" panose="020F0502020204030204" pitchFamily="34" charset="0"/>
              </a:rPr>
              <a:t> our choir members and elders.</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25260" y="639968"/>
            <a:ext cx="6166740" cy="3239605"/>
          </a:xfrm>
          <a:prstGeom prst="rect">
            <a:avLst/>
          </a:prstGeom>
          <a:noFill/>
        </p:spPr>
        <p:txBody>
          <a:bodyPr wrap="square">
            <a:spAutoFit/>
          </a:bodyPr>
          <a:lstStyle/>
          <a:p>
            <a:pPr algn="ctr" rtl="0">
              <a:lnSpc>
                <a:spcPts val="26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a:effectLst/>
                <a:latin typeface="+mn-lt"/>
              </a:rPr>
              <a:t>Thiru </a:t>
            </a:r>
            <a:r>
              <a:rPr lang="en-US" sz="3000" b="1" u="none" strike="noStrike" dirty="0" err="1">
                <a:effectLst/>
                <a:latin typeface="+mn-lt"/>
              </a:rPr>
              <a:t>sabhaye</a:t>
            </a:r>
            <a:r>
              <a:rPr lang="en-US" sz="3000" b="1" u="none" strike="noStrike" dirty="0">
                <a:effectLst/>
                <a:latin typeface="+mn-lt"/>
              </a:rPr>
              <a:t> nee </a:t>
            </a:r>
            <a:r>
              <a:rPr lang="en-US" sz="3000" b="1" u="none" strike="noStrike" dirty="0" err="1">
                <a:effectLst/>
                <a:latin typeface="+mn-lt"/>
              </a:rPr>
              <a:t>sthiramaam</a:t>
            </a:r>
            <a:r>
              <a:rPr lang="en-US" sz="3000" b="1" u="none" strike="noStrike" dirty="0">
                <a:effectLst/>
                <a:latin typeface="+mn-lt"/>
              </a:rPr>
              <a:t> </a:t>
            </a:r>
            <a:r>
              <a:rPr lang="en-US" sz="3000" b="1" u="none" strike="noStrike" dirty="0" err="1">
                <a:effectLst/>
                <a:latin typeface="+mn-lt"/>
              </a:rPr>
              <a:t>paarramel</a:t>
            </a:r>
            <a:r>
              <a:rPr lang="en-US" sz="3000" b="1" u="none" strike="noStrike" dirty="0">
                <a:effectLst/>
                <a:latin typeface="+mn-lt"/>
              </a:rPr>
              <a:t> </a:t>
            </a:r>
            <a:r>
              <a:rPr lang="en-US" sz="3000" b="1" u="none" strike="noStrike" dirty="0" err="1">
                <a:effectLst/>
                <a:latin typeface="+mn-lt"/>
              </a:rPr>
              <a:t>urrappickanhame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Bharanhakkaare</a:t>
            </a:r>
            <a:r>
              <a:rPr lang="en-US" sz="3000" b="1" u="none" strike="noStrike" dirty="0">
                <a:effectLst/>
                <a:latin typeface="+mn-lt"/>
              </a:rPr>
              <a:t> </a:t>
            </a:r>
            <a:r>
              <a:rPr lang="en-US" sz="3000" b="1" u="none" strike="noStrike" dirty="0" err="1">
                <a:effectLst/>
                <a:latin typeface="+mn-lt"/>
              </a:rPr>
              <a:t>nin</a:t>
            </a:r>
            <a:r>
              <a:rPr lang="en-US" sz="3000" b="1" u="none" strike="noStrike" dirty="0">
                <a:effectLst/>
                <a:latin typeface="+mn-lt"/>
              </a:rPr>
              <a:t> </a:t>
            </a:r>
            <a:r>
              <a:rPr lang="en-US" sz="3000" b="1" u="none" strike="noStrike" dirty="0" err="1">
                <a:effectLst/>
                <a:latin typeface="+mn-lt"/>
              </a:rPr>
              <a:t>bhujatthaal</a:t>
            </a:r>
            <a:r>
              <a:rPr lang="en-US" sz="3000" b="1" u="none" strike="noStrike" dirty="0">
                <a:effectLst/>
                <a:latin typeface="+mn-lt"/>
              </a:rPr>
              <a:t> nee </a:t>
            </a:r>
            <a:r>
              <a:rPr lang="en-US" sz="3000" b="1" u="none" strike="noStrike" dirty="0" err="1">
                <a:effectLst/>
                <a:latin typeface="+mn-lt"/>
              </a:rPr>
              <a:t>kaattheedanhame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Pattakkaareyum</a:t>
            </a:r>
            <a:r>
              <a:rPr lang="en-US" sz="3000" b="1" u="none" strike="noStrike" dirty="0">
                <a:effectLst/>
                <a:latin typeface="+mn-lt"/>
              </a:rPr>
              <a:t> </a:t>
            </a:r>
            <a:r>
              <a:rPr lang="en-US" sz="3000" b="1" u="none" strike="noStrike" dirty="0" err="1">
                <a:effectLst/>
                <a:latin typeface="+mn-lt"/>
              </a:rPr>
              <a:t>shemshaanareyum</a:t>
            </a:r>
            <a:r>
              <a:rPr lang="en-US" sz="3000" b="1" u="none" strike="noStrike" dirty="0">
                <a:effectLst/>
                <a:latin typeface="+mn-lt"/>
              </a:rPr>
              <a:t> </a:t>
            </a:r>
            <a:r>
              <a:rPr lang="en-US" sz="3000" b="1" u="none" strike="noStrike" dirty="0" err="1">
                <a:effectLst/>
                <a:latin typeface="+mn-lt"/>
              </a:rPr>
              <a:t>alankarickanhame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Kaarroyareyum</a:t>
            </a:r>
            <a:r>
              <a:rPr lang="en-US" sz="3000" b="1" u="none" strike="noStrike" dirty="0">
                <a:effectLst/>
                <a:latin typeface="+mn-lt"/>
              </a:rPr>
              <a:t> </a:t>
            </a:r>
            <a:r>
              <a:rPr lang="en-US" sz="3000" b="1" u="none" strike="noStrike" dirty="0" err="1">
                <a:effectLst/>
                <a:latin typeface="+mn-lt"/>
              </a:rPr>
              <a:t>gaayakareyum</a:t>
            </a:r>
            <a:r>
              <a:rPr lang="en-US" sz="3000" b="1" u="none" strike="noStrike" dirty="0">
                <a:effectLst/>
                <a:latin typeface="+mn-lt"/>
              </a:rPr>
              <a:t> </a:t>
            </a:r>
            <a:r>
              <a:rPr lang="en-US" sz="3000" b="1" u="none" strike="noStrike" dirty="0" err="1">
                <a:effectLst/>
                <a:latin typeface="+mn-lt"/>
              </a:rPr>
              <a:t>shobhippicka</a:t>
            </a:r>
            <a:endParaRPr lang="en-US" sz="3000" b="1" u="none" strike="noStrike" dirty="0">
              <a:effectLst/>
              <a:latin typeface="+mn-lt"/>
            </a:endParaRP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77745"/>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3873570"/>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p:cNvCxnSpPr>
          <p:nvPr/>
        </p:nvCxnSpPr>
        <p:spPr>
          <a:xfrm>
            <a:off x="6096000" y="0"/>
            <a:ext cx="0" cy="3879573"/>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6" name="AutoShape 6">
            <a:hlinkClick r:id="rId3" action="ppaction://hlinksldjump"/>
            <a:extLst>
              <a:ext uri="{FF2B5EF4-FFF2-40B4-BE49-F238E27FC236}">
                <a16:creationId xmlns:a16="http://schemas.microsoft.com/office/drawing/2014/main" id="{DEDCF364-DEF1-1924-FC88-D0A286363FD7}"/>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2843153523"/>
      </p:ext>
    </p:extLst>
  </p:cSld>
  <p:clrMapOvr>
    <a:masterClrMapping/>
  </p:clrMapOvr>
  <p:transition spd="slow"/>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674341"/>
            <a:ext cx="6096000" cy="3222549"/>
          </a:xfrm>
          <a:prstGeom prst="rect">
            <a:avLst/>
          </a:prstGeom>
          <a:noFill/>
        </p:spPr>
        <p:txBody>
          <a:bodyPr wrap="square">
            <a:spAutoFit/>
          </a:bodyPr>
          <a:lstStyle/>
          <a:p>
            <a:pPr algn="ctr" rtl="0">
              <a:lnSpc>
                <a:spcPts val="2640"/>
              </a:lnSpc>
              <a:spcBef>
                <a:spcPts val="1200"/>
              </a:spcBef>
              <a:spcAft>
                <a:spcPts val="0"/>
              </a:spcAft>
            </a:pPr>
            <a:r>
              <a:rPr lang="en-US" altLang="en-US" sz="3600" b="1" dirty="0">
                <a:solidFill>
                  <a:schemeClr val="accent6">
                    <a:lumMod val="50000"/>
                  </a:schemeClr>
                </a:solidFill>
                <a:latin typeface="MalayalamAbe" pitchFamily="18" charset="0"/>
              </a:rPr>
              <a:t>e. </a:t>
            </a:r>
            <a:r>
              <a:rPr lang="ml-IN" altLang="en-US" sz="2600" b="1" dirty="0">
                <a:latin typeface="Malayalam MN" pitchFamily="2" charset="0"/>
                <a:cs typeface="Malayalam MN" pitchFamily="2" charset="0"/>
              </a:rPr>
              <a:t>ജീവൻ നൽകും സ-ജീവ-മാം തിരുനാമത്തെ-</a:t>
            </a:r>
          </a:p>
          <a:p>
            <a:pPr algn="ctr" rtl="0">
              <a:lnSpc>
                <a:spcPts val="2640"/>
              </a:lnSpc>
              <a:spcBef>
                <a:spcPts val="1200"/>
              </a:spcBef>
              <a:spcAft>
                <a:spcPts val="0"/>
              </a:spcAft>
            </a:pPr>
            <a:r>
              <a:rPr lang="ml-IN" altLang="en-US" sz="2600" b="1" dirty="0">
                <a:latin typeface="Malayalam MN" pitchFamily="2" charset="0"/>
                <a:cs typeface="Malayalam MN" pitchFamily="2" charset="0"/>
              </a:rPr>
              <a:t>ഭജനംചെയ്യും ദേശത്തൊടു നീ കോപിക്കല്ലെ-</a:t>
            </a:r>
          </a:p>
          <a:p>
            <a:pPr algn="ctr" rtl="0">
              <a:lnSpc>
                <a:spcPts val="2640"/>
              </a:lnSpc>
              <a:spcBef>
                <a:spcPts val="1200"/>
              </a:spcBef>
              <a:spcAft>
                <a:spcPts val="0"/>
              </a:spcAft>
            </a:pPr>
            <a:r>
              <a:rPr lang="ml-IN" altLang="en-US" sz="2600" b="1" dirty="0">
                <a:latin typeface="Malayalam MN" pitchFamily="2" charset="0"/>
                <a:cs typeface="Malayalam MN" pitchFamily="2" charset="0"/>
              </a:rPr>
              <a:t>യുദ്ധവും അടിമയും പഞ്ഞവും വസന്തയും നീക്കി നിന്റെ </a:t>
            </a:r>
          </a:p>
          <a:p>
            <a:pPr algn="ctr" rtl="0">
              <a:lnSpc>
                <a:spcPts val="2640"/>
              </a:lnSpc>
              <a:spcBef>
                <a:spcPts val="1200"/>
              </a:spcBef>
              <a:spcAft>
                <a:spcPts val="0"/>
              </a:spcAft>
            </a:pPr>
            <a:r>
              <a:rPr lang="ml-IN" altLang="en-US" sz="2600" b="1" dirty="0">
                <a:latin typeface="Malayalam MN" pitchFamily="2" charset="0"/>
                <a:cs typeface="Malayalam MN" pitchFamily="2" charset="0"/>
              </a:rPr>
              <a:t>സ്വസ്ഥം അതിനെ- കോട്ടകൾപോലെ ചുറ്റിടണമേ </a:t>
            </a:r>
            <a:r>
              <a:rPr lang="en-US" altLang="en-US" sz="2600" b="1" dirty="0">
                <a:latin typeface="Malayalam MN" pitchFamily="2" charset="0"/>
                <a:cs typeface="Malayalam MN" pitchFamily="2" charset="0"/>
              </a:rPr>
              <a:t> </a:t>
            </a:r>
            <a:endParaRPr lang="ml-IN" sz="26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727753"/>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Lord, giver of life, bless Your holy name. Spare your wrath from Your worshipers. Remove war, bondage, famine and drought from us. Grant us peace and protection as a fortress.</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25260" y="739753"/>
            <a:ext cx="6166740" cy="3239605"/>
          </a:xfrm>
          <a:prstGeom prst="rect">
            <a:avLst/>
          </a:prstGeom>
          <a:noFill/>
        </p:spPr>
        <p:txBody>
          <a:bodyPr wrap="square">
            <a:spAutoFit/>
          </a:bodyPr>
          <a:lstStyle/>
          <a:p>
            <a:pPr algn="ctr" rtl="0">
              <a:lnSpc>
                <a:spcPts val="26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a:effectLst/>
                <a:latin typeface="+mn-lt"/>
              </a:rPr>
              <a:t>Jeevan </a:t>
            </a:r>
            <a:r>
              <a:rPr lang="en-US" sz="3000" b="1" u="none" strike="noStrike" dirty="0" err="1">
                <a:effectLst/>
                <a:latin typeface="+mn-lt"/>
              </a:rPr>
              <a:t>nalkum</a:t>
            </a:r>
            <a:r>
              <a:rPr lang="en-US" sz="3000" b="1" u="none" strike="noStrike" dirty="0">
                <a:effectLst/>
                <a:latin typeface="+mn-lt"/>
              </a:rPr>
              <a:t> </a:t>
            </a:r>
            <a:r>
              <a:rPr lang="en-US" sz="3000" b="1" u="none" strike="noStrike" dirty="0" err="1">
                <a:effectLst/>
                <a:latin typeface="+mn-lt"/>
              </a:rPr>
              <a:t>sajeevamaam</a:t>
            </a:r>
            <a:r>
              <a:rPr lang="en-US" sz="3000" b="1" u="none" strike="noStrike" dirty="0">
                <a:effectLst/>
                <a:latin typeface="+mn-lt"/>
              </a:rPr>
              <a:t> </a:t>
            </a:r>
            <a:r>
              <a:rPr lang="en-US" sz="3000" b="1" u="none" strike="noStrike" dirty="0" err="1">
                <a:effectLst/>
                <a:latin typeface="+mn-lt"/>
              </a:rPr>
              <a:t>thiru</a:t>
            </a:r>
            <a:r>
              <a:rPr lang="en-US" sz="3000" b="1" u="none" strike="noStrike" dirty="0">
                <a:effectLst/>
                <a:latin typeface="+mn-lt"/>
              </a:rPr>
              <a:t> </a:t>
            </a:r>
            <a:r>
              <a:rPr lang="en-US" sz="3000" b="1" u="none" strike="noStrike" dirty="0" err="1">
                <a:effectLst/>
                <a:latin typeface="+mn-lt"/>
              </a:rPr>
              <a:t>naamatthe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Bhajanam</a:t>
            </a:r>
            <a:r>
              <a:rPr lang="en-US" sz="3000" b="1" u="none" strike="noStrike" dirty="0">
                <a:effectLst/>
                <a:latin typeface="+mn-lt"/>
              </a:rPr>
              <a:t> </a:t>
            </a:r>
            <a:r>
              <a:rPr lang="en-US" sz="3000" b="1" u="none" strike="noStrike" dirty="0" err="1">
                <a:effectLst/>
                <a:latin typeface="+mn-lt"/>
              </a:rPr>
              <a:t>cheyyum</a:t>
            </a:r>
            <a:r>
              <a:rPr lang="en-US" sz="3000" b="1" u="none" strike="noStrike" dirty="0">
                <a:effectLst/>
                <a:latin typeface="+mn-lt"/>
              </a:rPr>
              <a:t> </a:t>
            </a:r>
            <a:r>
              <a:rPr lang="en-US" sz="3000" b="1" u="none" strike="noStrike" dirty="0" err="1">
                <a:effectLst/>
                <a:latin typeface="+mn-lt"/>
              </a:rPr>
              <a:t>dheshatthodu</a:t>
            </a:r>
            <a:r>
              <a:rPr lang="en-US" sz="3000" b="1" u="none" strike="noStrike" dirty="0">
                <a:effectLst/>
                <a:latin typeface="+mn-lt"/>
              </a:rPr>
              <a:t> nee </a:t>
            </a:r>
            <a:r>
              <a:rPr lang="en-US" sz="3000" b="1" u="none" strike="noStrike" dirty="0" err="1">
                <a:effectLst/>
                <a:latin typeface="+mn-lt"/>
              </a:rPr>
              <a:t>kopickalle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Yuddhavum</a:t>
            </a:r>
            <a:r>
              <a:rPr lang="en-US" sz="3000" b="1" u="none" strike="noStrike" dirty="0">
                <a:effectLst/>
                <a:latin typeface="+mn-lt"/>
              </a:rPr>
              <a:t> </a:t>
            </a:r>
            <a:r>
              <a:rPr lang="en-US" sz="3000" b="1" u="none" strike="noStrike" dirty="0" err="1">
                <a:effectLst/>
                <a:latin typeface="+mn-lt"/>
              </a:rPr>
              <a:t>adimayum</a:t>
            </a:r>
            <a:r>
              <a:rPr lang="en-US" sz="3000" b="1" u="none" strike="noStrike" dirty="0">
                <a:effectLst/>
                <a:latin typeface="+mn-lt"/>
              </a:rPr>
              <a:t> </a:t>
            </a:r>
            <a:r>
              <a:rPr lang="en-US" sz="3000" b="1" u="none" strike="noStrike" dirty="0" err="1">
                <a:effectLst/>
                <a:latin typeface="+mn-lt"/>
              </a:rPr>
              <a:t>panjhavum</a:t>
            </a:r>
            <a:r>
              <a:rPr lang="en-US" sz="3000" b="1" u="none" strike="noStrike" dirty="0">
                <a:effectLst/>
                <a:latin typeface="+mn-lt"/>
              </a:rPr>
              <a:t> </a:t>
            </a:r>
            <a:r>
              <a:rPr lang="en-US" sz="3000" b="1" u="none" strike="noStrike" dirty="0" err="1">
                <a:effectLst/>
                <a:latin typeface="+mn-lt"/>
              </a:rPr>
              <a:t>vasanthayum</a:t>
            </a:r>
            <a:r>
              <a:rPr lang="en-US" sz="3000" b="1" u="none" strike="noStrike" dirty="0">
                <a:effectLst/>
                <a:latin typeface="+mn-lt"/>
              </a:rPr>
              <a:t> </a:t>
            </a:r>
            <a:r>
              <a:rPr lang="en-US" sz="3000" b="1" u="none" strike="noStrike" dirty="0" err="1">
                <a:effectLst/>
                <a:latin typeface="+mn-lt"/>
              </a:rPr>
              <a:t>neekki</a:t>
            </a:r>
            <a:r>
              <a:rPr lang="en-US" sz="3000" b="1" u="none" strike="noStrike" dirty="0">
                <a:effectLst/>
                <a:latin typeface="+mn-lt"/>
              </a:rPr>
              <a:t> </a:t>
            </a:r>
            <a:r>
              <a:rPr lang="en-US" sz="3000" b="1" u="none" strike="noStrike" dirty="0" err="1">
                <a:effectLst/>
                <a:latin typeface="+mn-lt"/>
              </a:rPr>
              <a:t>ninte</a:t>
            </a:r>
            <a:endParaRPr lang="en-US" sz="3000" b="1" u="none" strike="noStrike" dirty="0">
              <a:effectLst/>
              <a:latin typeface="+mn-lt"/>
            </a:endParaRPr>
          </a:p>
          <a:p>
            <a:pPr algn="ctr" rtl="0">
              <a:lnSpc>
                <a:spcPts val="2600"/>
              </a:lnSpc>
              <a:spcBef>
                <a:spcPts val="1200"/>
              </a:spcBef>
              <a:spcAft>
                <a:spcPts val="0"/>
              </a:spcAft>
            </a:pPr>
            <a:r>
              <a:rPr lang="en-US" sz="3000" b="1" u="none" strike="noStrike" dirty="0" err="1">
                <a:effectLst/>
                <a:latin typeface="+mn-lt"/>
              </a:rPr>
              <a:t>Swostham</a:t>
            </a:r>
            <a:r>
              <a:rPr lang="en-US" sz="3000" b="1" u="none" strike="noStrike" dirty="0">
                <a:effectLst/>
                <a:latin typeface="+mn-lt"/>
              </a:rPr>
              <a:t> </a:t>
            </a:r>
            <a:r>
              <a:rPr lang="en-US" sz="3000" b="1" u="none" strike="noStrike" dirty="0" err="1">
                <a:effectLst/>
                <a:latin typeface="+mn-lt"/>
              </a:rPr>
              <a:t>athine</a:t>
            </a:r>
            <a:r>
              <a:rPr lang="en-US" sz="3000" b="1" u="none" strike="noStrike" dirty="0">
                <a:effectLst/>
                <a:latin typeface="+mn-lt"/>
              </a:rPr>
              <a:t>- </a:t>
            </a:r>
            <a:r>
              <a:rPr lang="en-US" sz="3000" b="1" u="none" strike="noStrike" dirty="0" err="1">
                <a:effectLst/>
                <a:latin typeface="+mn-lt"/>
              </a:rPr>
              <a:t>kottakal</a:t>
            </a:r>
            <a:r>
              <a:rPr lang="en-US" sz="3000" b="1" u="none" strike="noStrike" dirty="0">
                <a:effectLst/>
                <a:latin typeface="+mn-lt"/>
              </a:rPr>
              <a:t> pole </a:t>
            </a:r>
            <a:r>
              <a:rPr lang="en-US" sz="3000" b="1" u="none" strike="noStrike" dirty="0" err="1">
                <a:effectLst/>
                <a:latin typeface="+mn-lt"/>
              </a:rPr>
              <a:t>chutteedanhame</a:t>
            </a:r>
            <a:r>
              <a:rPr lang="en-US" sz="3000" b="1" u="none" strike="noStrike" dirty="0">
                <a:effectLst/>
                <a:latin typeface="+mn-lt"/>
              </a:rPr>
              <a:t>.</a:t>
            </a: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4067644"/>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0"/>
            <a:ext cx="0" cy="4067644"/>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6" name="AutoShape 6">
            <a:hlinkClick r:id="rId3" action="ppaction://hlinksldjump"/>
            <a:extLst>
              <a:ext uri="{FF2B5EF4-FFF2-40B4-BE49-F238E27FC236}">
                <a16:creationId xmlns:a16="http://schemas.microsoft.com/office/drawing/2014/main" id="{E4DBAC8C-23DE-56FC-49EF-FAE55FAB10D8}"/>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3672527664"/>
      </p:ext>
    </p:extLst>
  </p:cSld>
  <p:clrMapOvr>
    <a:masterClrMapping/>
  </p:clrMapOvr>
  <p:transition spd="slow"/>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96000" y="34373"/>
            <a:ext cx="6096000" cy="605595"/>
          </a:xfrm>
          <a:prstGeom prst="rect">
            <a:avLst/>
          </a:prstGeom>
          <a:noFill/>
          <a:ln w="9525">
            <a:noFill/>
            <a:miter lim="800000"/>
            <a:headEnd/>
            <a:tailEnd/>
          </a:ln>
          <a:effectLst/>
        </p:spPr>
        <p:txBody>
          <a:bodyPr wrap="square" lIns="111402" tIns="55743" rIns="111402" bIns="55743">
            <a:spAutoFit/>
          </a:bodyPr>
          <a:lstStyle/>
          <a:p>
            <a:pPr algn="ctr">
              <a:lnSpc>
                <a:spcPts val="3999"/>
              </a:lnSpc>
              <a:spcBef>
                <a:spcPts val="0"/>
              </a:spcBef>
            </a:pPr>
            <a:r>
              <a:rPr lang="en-US" sz="3200" b="1" u="sng" kern="0" dirty="0">
                <a:solidFill>
                  <a:schemeClr val="accent6">
                    <a:lumMod val="50000"/>
                  </a:schemeClr>
                </a:solidFill>
                <a:latin typeface="Calibri" pitchFamily="34" charset="0"/>
                <a:ea typeface="Ebrima" pitchFamily="2" charset="0"/>
                <a:cs typeface="Calibri" pitchFamily="34" charset="0"/>
              </a:rPr>
              <a:t>Hoothamma</a:t>
            </a:r>
          </a:p>
        </p:txBody>
      </p:sp>
      <p:sp>
        <p:nvSpPr>
          <p:cNvPr id="8" name="TextBox 7">
            <a:extLst>
              <a:ext uri="{FF2B5EF4-FFF2-40B4-BE49-F238E27FC236}">
                <a16:creationId xmlns:a16="http://schemas.microsoft.com/office/drawing/2014/main" id="{ACFE201F-FF84-301C-3E6C-EBC891B2CE56}"/>
              </a:ext>
            </a:extLst>
          </p:cNvPr>
          <p:cNvSpPr txBox="1"/>
          <p:nvPr/>
        </p:nvSpPr>
        <p:spPr>
          <a:xfrm>
            <a:off x="0" y="639968"/>
            <a:ext cx="6096000" cy="3170099"/>
          </a:xfrm>
          <a:prstGeom prst="rect">
            <a:avLst/>
          </a:prstGeom>
          <a:noFill/>
        </p:spPr>
        <p:txBody>
          <a:bodyPr wrap="square">
            <a:spAutoFit/>
          </a:bodyPr>
          <a:lstStyle/>
          <a:p>
            <a:pPr algn="ctr" rtl="0">
              <a:lnSpc>
                <a:spcPts val="3040"/>
              </a:lnSpc>
              <a:spcBef>
                <a:spcPts val="1200"/>
              </a:spcBef>
              <a:spcAft>
                <a:spcPts val="0"/>
              </a:spcAft>
            </a:pPr>
            <a:r>
              <a:rPr lang="en-US" altLang="en-US" sz="3600" b="1" dirty="0">
                <a:solidFill>
                  <a:schemeClr val="accent6">
                    <a:lumMod val="50000"/>
                  </a:schemeClr>
                </a:solidFill>
                <a:latin typeface="MalayalamAbe" pitchFamily="18" charset="0"/>
              </a:rPr>
              <a:t>e</a:t>
            </a:r>
            <a:r>
              <a:rPr lang="en-US" altLang="en-US" sz="3600" b="1" dirty="0">
                <a:solidFill>
                  <a:schemeClr val="accent6">
                    <a:lumMod val="50000"/>
                  </a:schemeClr>
                </a:solidFill>
                <a:latin typeface="Malayalam MN" pitchFamily="2" charset="0"/>
                <a:cs typeface="Malayalam MN" pitchFamily="2" charset="0"/>
              </a:rPr>
              <a:t>.</a:t>
            </a:r>
            <a:r>
              <a:rPr lang="ml-IN" altLang="en-US" sz="3600" b="1" dirty="0">
                <a:solidFill>
                  <a:schemeClr val="accent6">
                    <a:lumMod val="50000"/>
                  </a:schemeClr>
                </a:solidFill>
                <a:latin typeface="Malayalam MN" pitchFamily="2" charset="0"/>
                <a:cs typeface="Malayalam MN" pitchFamily="2" charset="0"/>
              </a:rPr>
              <a:t> </a:t>
            </a:r>
            <a:r>
              <a:rPr lang="ml-IN" altLang="en-US" sz="2800" b="1" dirty="0">
                <a:latin typeface="Malayalam MN" pitchFamily="2" charset="0"/>
                <a:cs typeface="Malayalam MN" pitchFamily="2" charset="0"/>
              </a:rPr>
              <a:t>പാപികളെ തൻബലിയാൽ വീൺടൊരു ദൈവസുതനേ-</a:t>
            </a:r>
            <a:r>
              <a:rPr lang="en-US" altLang="en-US" sz="2800" b="1" dirty="0">
                <a:latin typeface="Malayalam MN" pitchFamily="2" charset="0"/>
                <a:cs typeface="Malayalam MN" pitchFamily="2" charset="0"/>
              </a:rPr>
              <a:t> </a:t>
            </a:r>
            <a:r>
              <a:rPr lang="ml-IN" altLang="en-US" sz="2800" b="1" dirty="0">
                <a:latin typeface="Malayalam MN" pitchFamily="2" charset="0"/>
                <a:cs typeface="Malayalam MN" pitchFamily="2" charset="0"/>
              </a:rPr>
              <a:t>അതിനാൽ എന്നുടെ ദുരിതം വേദന നീക്കീടണമേ</a:t>
            </a:r>
            <a:r>
              <a:rPr lang="en-US" altLang="en-US" sz="2800" b="1" dirty="0">
                <a:latin typeface="Malayalam MN" pitchFamily="2" charset="0"/>
                <a:cs typeface="Malayalam MN" pitchFamily="2" charset="0"/>
              </a:rPr>
              <a:t> - </a:t>
            </a:r>
            <a:r>
              <a:rPr lang="ml-IN" altLang="en-US" sz="2800" b="1" dirty="0">
                <a:latin typeface="Malayalam MN" pitchFamily="2" charset="0"/>
                <a:cs typeface="Malayalam MN" pitchFamily="2" charset="0"/>
              </a:rPr>
              <a:t>ഗാഗുൽത്തായിൽ ചങ്കുതുറന്ന</a:t>
            </a:r>
            <a:r>
              <a:rPr lang="en-US" altLang="en-US" sz="2800" b="1" dirty="0">
                <a:latin typeface="Malayalam MN" pitchFamily="2" charset="0"/>
                <a:cs typeface="Malayalam MN" pitchFamily="2" charset="0"/>
              </a:rPr>
              <a:t> </a:t>
            </a:r>
            <a:r>
              <a:rPr lang="ml-IN" altLang="en-US" sz="2800" b="1" dirty="0">
                <a:latin typeface="Malayalam MN" pitchFamily="2" charset="0"/>
                <a:cs typeface="Malayalam MN" pitchFamily="2" charset="0"/>
              </a:rPr>
              <a:t>നല്ലവനേ നീ ഒഴുക്കിയ രക്തം-ജലവും കൊൺടെൻ ദാഹം തീർക്ക.</a:t>
            </a:r>
            <a:r>
              <a:rPr lang="en-US" altLang="en-US" sz="2800" b="1" dirty="0">
                <a:latin typeface="Malayalam MN" pitchFamily="2" charset="0"/>
                <a:cs typeface="Malayalam MN" pitchFamily="2" charset="0"/>
              </a:rPr>
              <a:t> </a:t>
            </a:r>
            <a:endParaRPr lang="ml-IN" sz="2800" b="1" u="none" strike="noStrike" dirty="0">
              <a:effectLst/>
              <a:latin typeface="Malayalam MN" pitchFamily="2" charset="0"/>
              <a:cs typeface="Malayalam MN" pitchFamily="2" charset="0"/>
            </a:endParaRPr>
          </a:p>
        </p:txBody>
      </p:sp>
      <p:sp>
        <p:nvSpPr>
          <p:cNvPr id="10" name="TextBox 9">
            <a:extLst>
              <a:ext uri="{FF2B5EF4-FFF2-40B4-BE49-F238E27FC236}">
                <a16:creationId xmlns:a16="http://schemas.microsoft.com/office/drawing/2014/main" id="{055731C2-24C4-3EC2-0027-12E2BED10EC2}"/>
              </a:ext>
            </a:extLst>
          </p:cNvPr>
          <p:cNvSpPr txBox="1"/>
          <p:nvPr/>
        </p:nvSpPr>
        <p:spPr>
          <a:xfrm>
            <a:off x="0" y="4590580"/>
            <a:ext cx="12192000" cy="1477328"/>
          </a:xfrm>
          <a:prstGeom prst="rect">
            <a:avLst/>
          </a:prstGeom>
          <a:noFill/>
        </p:spPr>
        <p:txBody>
          <a:bodyPr wrap="square">
            <a:spAutoFit/>
          </a:bodyPr>
          <a:lstStyle/>
          <a:p>
            <a:pPr algn="ctr"/>
            <a:r>
              <a:rPr lang="en-US" sz="3000" b="1" i="1" u="none" strike="noStrike" dirty="0">
                <a:solidFill>
                  <a:schemeClr val="accent6">
                    <a:lumMod val="50000"/>
                  </a:schemeClr>
                </a:solidFill>
                <a:effectLst/>
                <a:latin typeface="Calibri" panose="020F0502020204030204" pitchFamily="34" charset="0"/>
                <a:cs typeface="Calibri" panose="020F0502020204030204" pitchFamily="34" charset="0"/>
              </a:rPr>
              <a:t>P: </a:t>
            </a:r>
            <a:r>
              <a:rPr lang="en-US" sz="3000" b="1" i="1" u="none" strike="noStrike" dirty="0">
                <a:effectLst/>
                <a:latin typeface="Calibri" panose="020F0502020204030204" pitchFamily="34" charset="0"/>
                <a:cs typeface="Calibri" panose="020F0502020204030204" pitchFamily="34" charset="0"/>
              </a:rPr>
              <a:t>O divine Son who redeemed sinners through His sacrifice, therefore, please remove my sin and pain. O Righteous One, who was pierced by the spear at Golgotha, quench my thirst with the blood and water that flowed.</a:t>
            </a:r>
            <a:endParaRPr lang="en-US" sz="3000" b="1"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2BFFCEB-1755-DF23-04A1-2371AADA4A03}"/>
              </a:ext>
            </a:extLst>
          </p:cNvPr>
          <p:cNvSpPr txBox="1"/>
          <p:nvPr/>
        </p:nvSpPr>
        <p:spPr>
          <a:xfrm>
            <a:off x="6096000" y="800674"/>
            <a:ext cx="6096000" cy="2964914"/>
          </a:xfrm>
          <a:prstGeom prst="rect">
            <a:avLst/>
          </a:prstGeom>
          <a:noFill/>
        </p:spPr>
        <p:txBody>
          <a:bodyPr wrap="square">
            <a:spAutoFit/>
          </a:bodyPr>
          <a:lstStyle/>
          <a:p>
            <a:pPr algn="ctr" rtl="0">
              <a:lnSpc>
                <a:spcPts val="3200"/>
              </a:lnSpc>
              <a:spcBef>
                <a:spcPts val="1200"/>
              </a:spcBef>
              <a:spcAft>
                <a:spcPts val="0"/>
              </a:spcAft>
            </a:pPr>
            <a:r>
              <a:rPr lang="en-US" sz="3000" b="1" u="none" strike="noStrike" dirty="0">
                <a:solidFill>
                  <a:schemeClr val="accent6">
                    <a:lumMod val="50000"/>
                  </a:schemeClr>
                </a:solidFill>
                <a:effectLst/>
                <a:latin typeface="+mn-lt"/>
              </a:rPr>
              <a:t>P: </a:t>
            </a:r>
            <a:r>
              <a:rPr lang="en-US" sz="3000" b="1" u="none" strike="noStrike" dirty="0" err="1">
                <a:effectLst/>
                <a:latin typeface="+mn-lt"/>
              </a:rPr>
              <a:t>Paapikalhe</a:t>
            </a:r>
            <a:r>
              <a:rPr lang="en-US" sz="3000" b="1" u="none" strike="noStrike" dirty="0">
                <a:effectLst/>
                <a:latin typeface="+mn-lt"/>
              </a:rPr>
              <a:t> than </a:t>
            </a:r>
            <a:r>
              <a:rPr lang="en-US" sz="3000" b="1" u="none" strike="noStrike" dirty="0" err="1">
                <a:effectLst/>
                <a:latin typeface="+mn-lt"/>
              </a:rPr>
              <a:t>beliyaal</a:t>
            </a:r>
            <a:r>
              <a:rPr lang="en-US" sz="3000" b="1" u="none" strike="noStrike" dirty="0">
                <a:effectLst/>
                <a:latin typeface="+mn-lt"/>
              </a:rPr>
              <a:t> </a:t>
            </a:r>
            <a:r>
              <a:rPr lang="en-US" sz="3000" b="1" u="none" strike="noStrike" dirty="0" err="1">
                <a:effectLst/>
                <a:latin typeface="+mn-lt"/>
              </a:rPr>
              <a:t>veendoru</a:t>
            </a:r>
            <a:r>
              <a:rPr lang="en-US" sz="3000" b="1" u="none" strike="noStrike" dirty="0">
                <a:effectLst/>
                <a:latin typeface="+mn-lt"/>
              </a:rPr>
              <a:t> </a:t>
            </a:r>
            <a:r>
              <a:rPr lang="en-US" sz="3000" b="1" u="none" strike="noStrike" dirty="0" err="1">
                <a:effectLst/>
                <a:latin typeface="+mn-lt"/>
              </a:rPr>
              <a:t>dheiva</a:t>
            </a:r>
            <a:r>
              <a:rPr lang="en-US" sz="3000" b="1" u="none" strike="noStrike" dirty="0">
                <a:effectLst/>
                <a:latin typeface="+mn-lt"/>
              </a:rPr>
              <a:t> </a:t>
            </a:r>
            <a:r>
              <a:rPr lang="en-US" sz="3000" b="1" u="none" strike="noStrike" dirty="0" err="1">
                <a:effectLst/>
                <a:latin typeface="+mn-lt"/>
              </a:rPr>
              <a:t>suthane</a:t>
            </a:r>
            <a:r>
              <a:rPr lang="en-US" sz="3000" b="1" dirty="0">
                <a:latin typeface="+mn-lt"/>
              </a:rPr>
              <a:t> </a:t>
            </a:r>
            <a:r>
              <a:rPr lang="en-US" sz="3000" b="1" dirty="0" err="1">
                <a:latin typeface="+mn-lt"/>
              </a:rPr>
              <a:t>a</a:t>
            </a:r>
            <a:r>
              <a:rPr lang="en-US" sz="3000" b="1" u="none" strike="noStrike" dirty="0" err="1">
                <a:effectLst/>
                <a:latin typeface="+mn-lt"/>
              </a:rPr>
              <a:t>thinaal</a:t>
            </a:r>
            <a:r>
              <a:rPr lang="en-US" sz="3000" b="1" u="none" strike="noStrike" dirty="0">
                <a:effectLst/>
                <a:latin typeface="+mn-lt"/>
              </a:rPr>
              <a:t> </a:t>
            </a:r>
            <a:r>
              <a:rPr lang="en-US" sz="3000" b="1" u="none" strike="noStrike" dirty="0" err="1">
                <a:effectLst/>
                <a:latin typeface="+mn-lt"/>
              </a:rPr>
              <a:t>ennude</a:t>
            </a:r>
            <a:r>
              <a:rPr lang="en-US" sz="3000" b="1" u="none" strike="noStrike" dirty="0">
                <a:effectLst/>
                <a:latin typeface="+mn-lt"/>
              </a:rPr>
              <a:t> </a:t>
            </a:r>
            <a:r>
              <a:rPr lang="en-US" sz="3000" b="1" u="none" strike="noStrike" dirty="0" err="1">
                <a:effectLst/>
                <a:latin typeface="+mn-lt"/>
              </a:rPr>
              <a:t>dhuritham</a:t>
            </a:r>
            <a:r>
              <a:rPr lang="en-US" sz="3000" b="1" u="none" strike="noStrike" dirty="0">
                <a:effectLst/>
                <a:latin typeface="+mn-lt"/>
              </a:rPr>
              <a:t> </a:t>
            </a:r>
            <a:r>
              <a:rPr lang="en-US" sz="3000" b="1" u="none" strike="noStrike" dirty="0" err="1">
                <a:effectLst/>
                <a:latin typeface="+mn-lt"/>
              </a:rPr>
              <a:t>vedhana</a:t>
            </a:r>
            <a:r>
              <a:rPr lang="en-US" sz="3000" b="1" u="none" strike="noStrike" dirty="0">
                <a:effectLst/>
                <a:latin typeface="+mn-lt"/>
              </a:rPr>
              <a:t> </a:t>
            </a:r>
            <a:r>
              <a:rPr lang="en-US" sz="3000" b="1" u="none" strike="noStrike" dirty="0" err="1">
                <a:effectLst/>
                <a:latin typeface="+mn-lt"/>
              </a:rPr>
              <a:t>neekkeedanhame</a:t>
            </a:r>
            <a:r>
              <a:rPr lang="en-US" sz="3000" b="1" dirty="0">
                <a:latin typeface="+mn-lt"/>
              </a:rPr>
              <a:t> - </a:t>
            </a:r>
            <a:r>
              <a:rPr lang="en-US" sz="3000" b="1" u="none" strike="noStrike" dirty="0" err="1">
                <a:effectLst/>
                <a:latin typeface="+mn-lt"/>
              </a:rPr>
              <a:t>Gaagultthaayil</a:t>
            </a:r>
            <a:r>
              <a:rPr lang="en-US" sz="3000" b="1" u="none" strike="noStrike" dirty="0">
                <a:effectLst/>
                <a:latin typeface="+mn-lt"/>
              </a:rPr>
              <a:t> </a:t>
            </a:r>
            <a:r>
              <a:rPr lang="en-US" sz="3000" b="1" u="none" strike="noStrike" dirty="0" err="1">
                <a:effectLst/>
                <a:latin typeface="+mn-lt"/>
              </a:rPr>
              <a:t>chanku</a:t>
            </a:r>
            <a:r>
              <a:rPr lang="en-US" sz="3000" b="1" u="none" strike="noStrike" dirty="0">
                <a:effectLst/>
                <a:latin typeface="+mn-lt"/>
              </a:rPr>
              <a:t> </a:t>
            </a:r>
            <a:r>
              <a:rPr lang="en-US" sz="3000" b="1" u="none" strike="noStrike" dirty="0" err="1">
                <a:effectLst/>
                <a:latin typeface="+mn-lt"/>
              </a:rPr>
              <a:t>thurranna</a:t>
            </a:r>
            <a:r>
              <a:rPr lang="en-US" sz="3000" b="1" u="none" strike="noStrike" dirty="0">
                <a:effectLst/>
                <a:latin typeface="+mn-lt"/>
              </a:rPr>
              <a:t> </a:t>
            </a:r>
            <a:r>
              <a:rPr lang="en-US" sz="3000" b="1" u="none" strike="noStrike" dirty="0" err="1">
                <a:effectLst/>
                <a:latin typeface="+mn-lt"/>
              </a:rPr>
              <a:t>nallavane</a:t>
            </a:r>
            <a:r>
              <a:rPr lang="en-US" sz="3000" b="1" u="none" strike="noStrike" dirty="0">
                <a:effectLst/>
                <a:latin typeface="+mn-lt"/>
              </a:rPr>
              <a:t> nee </a:t>
            </a:r>
            <a:r>
              <a:rPr lang="en-US" sz="3000" b="1" dirty="0" err="1">
                <a:latin typeface="+mn-lt"/>
              </a:rPr>
              <a:t>o</a:t>
            </a:r>
            <a:r>
              <a:rPr lang="en-US" sz="3000" b="1" u="none" strike="noStrike" dirty="0" err="1">
                <a:effectLst/>
                <a:latin typeface="+mn-lt"/>
              </a:rPr>
              <a:t>zhukkiya</a:t>
            </a:r>
            <a:r>
              <a:rPr lang="en-US" sz="3000" b="1" u="none" strike="noStrike" dirty="0">
                <a:effectLst/>
                <a:latin typeface="+mn-lt"/>
              </a:rPr>
              <a:t> </a:t>
            </a:r>
            <a:r>
              <a:rPr lang="en-US" sz="3000" b="1" u="none" strike="noStrike" dirty="0" err="1">
                <a:effectLst/>
                <a:latin typeface="+mn-lt"/>
              </a:rPr>
              <a:t>rektham</a:t>
            </a:r>
            <a:r>
              <a:rPr lang="en-US" sz="3000" b="1" u="none" strike="noStrike" dirty="0">
                <a:effectLst/>
                <a:latin typeface="+mn-lt"/>
              </a:rPr>
              <a:t> </a:t>
            </a:r>
            <a:r>
              <a:rPr lang="en-US" sz="3000" b="1" u="none" strike="noStrike" dirty="0" err="1">
                <a:effectLst/>
                <a:latin typeface="+mn-lt"/>
              </a:rPr>
              <a:t>jelavum</a:t>
            </a:r>
            <a:r>
              <a:rPr lang="en-US" sz="3000" b="1" u="none" strike="noStrike" dirty="0">
                <a:effectLst/>
                <a:latin typeface="+mn-lt"/>
              </a:rPr>
              <a:t> </a:t>
            </a:r>
            <a:r>
              <a:rPr lang="en-US" sz="3000" b="1" u="none" strike="noStrike" dirty="0" err="1">
                <a:effectLst/>
                <a:latin typeface="+mn-lt"/>
              </a:rPr>
              <a:t>konden</a:t>
            </a:r>
            <a:r>
              <a:rPr lang="en-US" sz="3000" b="1" u="none" strike="noStrike" dirty="0">
                <a:effectLst/>
                <a:latin typeface="+mn-lt"/>
              </a:rPr>
              <a:t> </a:t>
            </a:r>
            <a:r>
              <a:rPr lang="en-US" sz="3000" b="1" u="none" strike="noStrike" dirty="0" err="1">
                <a:effectLst/>
                <a:latin typeface="+mn-lt"/>
              </a:rPr>
              <a:t>dhaaham</a:t>
            </a:r>
            <a:r>
              <a:rPr lang="en-US" sz="3000" b="1" u="none" strike="noStrike" dirty="0">
                <a:effectLst/>
                <a:latin typeface="+mn-lt"/>
              </a:rPr>
              <a:t> </a:t>
            </a:r>
            <a:r>
              <a:rPr lang="en-US" sz="3000" b="1" u="none" strike="noStrike" dirty="0" err="1">
                <a:effectLst/>
                <a:latin typeface="+mn-lt"/>
              </a:rPr>
              <a:t>theerkka</a:t>
            </a:r>
            <a:r>
              <a:rPr lang="en-US" sz="3000" b="1" u="none" strike="noStrike" dirty="0">
                <a:effectLst/>
                <a:latin typeface="+mn-lt"/>
              </a:rPr>
              <a:t>.</a:t>
            </a:r>
          </a:p>
        </p:txBody>
      </p:sp>
      <p:sp>
        <p:nvSpPr>
          <p:cNvPr id="18" name="TextBox 17">
            <a:extLst>
              <a:ext uri="{FF2B5EF4-FFF2-40B4-BE49-F238E27FC236}">
                <a16:creationId xmlns:a16="http://schemas.microsoft.com/office/drawing/2014/main" id="{8D35D2AB-64B3-4A46-62CA-2B6CB14AD475}"/>
              </a:ext>
            </a:extLst>
          </p:cNvPr>
          <p:cNvSpPr txBox="1"/>
          <p:nvPr/>
        </p:nvSpPr>
        <p:spPr>
          <a:xfrm>
            <a:off x="1420302" y="-28977"/>
            <a:ext cx="2870042" cy="738664"/>
          </a:xfrm>
          <a:prstGeom prst="rect">
            <a:avLst/>
          </a:prstGeom>
          <a:noFill/>
        </p:spPr>
        <p:txBody>
          <a:bodyPr wrap="square">
            <a:spAutoFit/>
          </a:bodyPr>
          <a:lstStyle/>
          <a:p>
            <a:pPr algn="ctr"/>
            <a:r>
              <a:rPr lang="en-US" altLang="en-US" sz="4200" b="1" u="sng" dirty="0">
                <a:solidFill>
                  <a:schemeClr val="accent6">
                    <a:lumMod val="50000"/>
                  </a:schemeClr>
                </a:solidFill>
                <a:latin typeface="MalayalamAbe" pitchFamily="18" charset="0"/>
              </a:rPr>
              <a:t>|o\l+</a:t>
            </a:r>
            <a:endParaRPr lang="en-US" sz="4200" u="sng" dirty="0">
              <a:solidFill>
                <a:schemeClr val="accent6">
                  <a:lumMod val="50000"/>
                </a:schemeClr>
              </a:solidFill>
            </a:endParaRPr>
          </a:p>
        </p:txBody>
      </p:sp>
      <p:sp>
        <p:nvSpPr>
          <p:cNvPr id="2" name="TextBox 1">
            <a:extLst>
              <a:ext uri="{FF2B5EF4-FFF2-40B4-BE49-F238E27FC236}">
                <a16:creationId xmlns:a16="http://schemas.microsoft.com/office/drawing/2014/main" id="{54A80A4C-019B-8196-D6A9-4F14B507EA51}"/>
              </a:ext>
            </a:extLst>
          </p:cNvPr>
          <p:cNvSpPr txBox="1"/>
          <p:nvPr/>
        </p:nvSpPr>
        <p:spPr>
          <a:xfrm>
            <a:off x="0" y="3947718"/>
            <a:ext cx="12192000" cy="571823"/>
          </a:xfrm>
          <a:prstGeom prst="rect">
            <a:avLst/>
          </a:prstGeom>
          <a:solidFill>
            <a:schemeClr val="accent6">
              <a:lumMod val="50000"/>
            </a:schemeClr>
          </a:solidFill>
        </p:spPr>
        <p:txBody>
          <a:bodyPr wrap="square" anchor="ctr">
            <a:spAutoFit/>
          </a:bodyPr>
          <a:lstStyle/>
          <a:p>
            <a:pPr algn="ctr">
              <a:lnSpc>
                <a:spcPts val="3999"/>
              </a:lnSpc>
              <a:spcBef>
                <a:spcPts val="0"/>
              </a:spcBef>
            </a:pPr>
            <a:r>
              <a:rPr lang="en-US" sz="2800" b="1" i="1" kern="0" dirty="0">
                <a:solidFill>
                  <a:srgbClr val="FDF3D1"/>
                </a:solidFill>
                <a:latin typeface="Calibri" pitchFamily="34" charset="0"/>
                <a:ea typeface="Ebrima" pitchFamily="2" charset="0"/>
                <a:cs typeface="Calibri" pitchFamily="34" charset="0"/>
              </a:rPr>
              <a:t>Hoothamma: Concluding Prayer</a:t>
            </a:r>
          </a:p>
        </p:txBody>
      </p:sp>
      <p:cxnSp>
        <p:nvCxnSpPr>
          <p:cNvPr id="7" name="Straight Connector 6">
            <a:extLst>
              <a:ext uri="{FF2B5EF4-FFF2-40B4-BE49-F238E27FC236}">
                <a16:creationId xmlns:a16="http://schemas.microsoft.com/office/drawing/2014/main" id="{DC98321D-0897-62CB-F2AB-1D6E3A7D1FCA}"/>
              </a:ext>
            </a:extLst>
          </p:cNvPr>
          <p:cNvCxnSpPr>
            <a:cxnSpLocks/>
            <a:endCxn id="2" idx="0"/>
          </p:cNvCxnSpPr>
          <p:nvPr/>
        </p:nvCxnSpPr>
        <p:spPr>
          <a:xfrm>
            <a:off x="6096000" y="0"/>
            <a:ext cx="0" cy="394771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3" name="AutoShape 6">
            <a:hlinkClick r:id="rId3" action="ppaction://hlinksldjump"/>
            <a:extLst>
              <a:ext uri="{FF2B5EF4-FFF2-40B4-BE49-F238E27FC236}">
                <a16:creationId xmlns:a16="http://schemas.microsoft.com/office/drawing/2014/main" id="{7756C149-0DB2-DB29-6C05-599B7BDB564D}"/>
              </a:ext>
            </a:extLst>
          </p:cNvPr>
          <p:cNvSpPr>
            <a:spLocks noChangeArrowheads="1"/>
          </p:cNvSpPr>
          <p:nvPr/>
        </p:nvSpPr>
        <p:spPr bwMode="auto">
          <a:xfrm>
            <a:off x="5571744" y="6142631"/>
            <a:ext cx="6620256" cy="571824"/>
          </a:xfrm>
          <a:prstGeom prst="rightArrow">
            <a:avLst>
              <a:gd name="adj1" fmla="val 50000"/>
              <a:gd name="adj2" fmla="val 94444"/>
            </a:avLst>
          </a:prstGeom>
          <a:noFill/>
          <a:ln w="952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1424" tIns="45718" rIns="91424" bIns="4571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000" i="1" dirty="0" err="1">
                <a:latin typeface="MalayalamAbe" pitchFamily="18" charset="0"/>
              </a:rPr>
              <a:t>dG</a:t>
            </a:r>
            <a:r>
              <a:rPr lang="en-US" altLang="en-US" sz="2000" i="1" dirty="0">
                <a:latin typeface="MalayalamAbe" pitchFamily="18" charset="0"/>
              </a:rPr>
              <a:t>\</a:t>
            </a:r>
            <a:r>
              <a:rPr lang="en-US" altLang="en-US" sz="2000" i="1" dirty="0" err="1">
                <a:latin typeface="MalayalamAbe" pitchFamily="18" charset="0"/>
              </a:rPr>
              <a:t>lSi</a:t>
            </a:r>
            <a:r>
              <a:rPr lang="en-US" altLang="en-US" sz="2000" i="1" dirty="0">
                <a:latin typeface="MalayalamAbe" pitchFamily="18" charset="0"/>
              </a:rPr>
              <a:t>, </a:t>
            </a:r>
            <a:r>
              <a:rPr lang="en-US" altLang="en-US" sz="2000" i="1" dirty="0" err="1">
                <a:latin typeface="MalayalamAbe" pitchFamily="18" charset="0"/>
              </a:rPr>
              <a:t>fjgkc#jPjujH</a:t>
            </a:r>
            <a:r>
              <a:rPr lang="en-US" altLang="en-US" sz="2000" i="1" dirty="0">
                <a:latin typeface="MalayalamAbe" pitchFamily="18" charset="0"/>
              </a:rPr>
              <a:t>   </a:t>
            </a:r>
            <a:r>
              <a:rPr lang="en-US" sz="2000" kern="0" dirty="0" err="1">
                <a:ea typeface="Ebrima" pitchFamily="2" charset="0"/>
                <a:cs typeface="Calibri" pitchFamily="34" charset="0"/>
              </a:rPr>
              <a:t>Karthaave</a:t>
            </a:r>
            <a:r>
              <a:rPr lang="en-US" sz="2000" kern="0" dirty="0">
                <a:ea typeface="Ebrima" pitchFamily="2" charset="0"/>
                <a:cs typeface="Calibri" pitchFamily="34" charset="0"/>
              </a:rPr>
              <a:t>, Thiru </a:t>
            </a:r>
            <a:r>
              <a:rPr lang="en-US" sz="2000" kern="0" dirty="0" err="1">
                <a:ea typeface="Ebrima" pitchFamily="2" charset="0"/>
                <a:cs typeface="Calibri" pitchFamily="34" charset="0"/>
              </a:rPr>
              <a:t>sannidhiyil</a:t>
            </a:r>
            <a:endParaRPr lang="en-US" altLang="en-US" sz="2000" i="1" dirty="0">
              <a:latin typeface="MalayalamAbe" pitchFamily="18" charset="0"/>
            </a:endParaRPr>
          </a:p>
        </p:txBody>
      </p:sp>
    </p:spTree>
    <p:extLst>
      <p:ext uri="{BB962C8B-B14F-4D97-AF65-F5344CB8AC3E}">
        <p14:creationId xmlns:p14="http://schemas.microsoft.com/office/powerpoint/2010/main" val="3399320334"/>
      </p:ext>
    </p:extLst>
  </p:cSld>
  <p:clrMapOvr>
    <a:masterClrMapping/>
  </p:clrMapOvr>
  <p:transition spd="slow"/>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3005E04-FD1D-4CF7-9D7D-A18929158FD5}"/>
              </a:ext>
            </a:extLst>
          </p:cNvPr>
          <p:cNvSpPr txBox="1">
            <a:spLocks noChangeArrowheads="1"/>
          </p:cNvSpPr>
          <p:nvPr/>
        </p:nvSpPr>
        <p:spPr bwMode="auto">
          <a:xfrm>
            <a:off x="6048331" y="128684"/>
            <a:ext cx="6175654" cy="3990559"/>
          </a:xfrm>
          <a:prstGeom prst="rect">
            <a:avLst/>
          </a:prstGeom>
          <a:noFill/>
          <a:ln w="9525">
            <a:noFill/>
            <a:miter lim="800000"/>
            <a:headEnd/>
            <a:tailEnd/>
          </a:ln>
          <a:effectLst/>
        </p:spPr>
        <p:txBody>
          <a:bodyPr wrap="square" lIns="111402" tIns="55743" rIns="111402" bIns="55743">
            <a:spAutoFit/>
          </a:bodyPr>
          <a:lstStyle/>
          <a:p>
            <a:pPr algn="ctr">
              <a:spcBef>
                <a:spcPts val="0"/>
              </a:spcBef>
            </a:pPr>
            <a:r>
              <a:rPr lang="en-US" sz="2800" b="1" kern="0" dirty="0">
                <a:solidFill>
                  <a:schemeClr val="accent6">
                    <a:lumMod val="50000"/>
                  </a:schemeClr>
                </a:solidFill>
                <a:latin typeface="Calibri" pitchFamily="34" charset="0"/>
                <a:ea typeface="Ebrima" pitchFamily="2" charset="0"/>
                <a:cs typeface="Calibri" pitchFamily="34" charset="0"/>
              </a:rPr>
              <a:t>C: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Thiru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sannidhiyil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shushroosha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cheitha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daasante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praarthanakalhum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apekshakalhum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kaikkondu</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idavakayude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kuttangal</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kshemikkenhame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Karthaave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vaazhvukalkkum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anugrahangalkkum</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yogyatha</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ullhavaraakki</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ninte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samaadhaanathode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njangalhe</a:t>
            </a:r>
            <a:r>
              <a:rPr lang="en-US" sz="2800" b="1" kern="0" dirty="0">
                <a:latin typeface="Calibri" pitchFamily="34" charset="0"/>
                <a:ea typeface="Ebrima" pitchFamily="2" charset="0"/>
                <a:cs typeface="Calibri" pitchFamily="34" charset="0"/>
              </a:rPr>
              <a:t> </a:t>
            </a:r>
            <a:r>
              <a:rPr lang="en-US" sz="2800" b="1" kern="0" dirty="0" err="1">
                <a:latin typeface="Calibri" pitchFamily="34" charset="0"/>
                <a:ea typeface="Ebrima" pitchFamily="2" charset="0"/>
                <a:cs typeface="Calibri" pitchFamily="34" charset="0"/>
              </a:rPr>
              <a:t>ayakenhame</a:t>
            </a:r>
            <a:r>
              <a:rPr lang="en-US" sz="2800" b="1" kern="0" dirty="0">
                <a:latin typeface="Calibri" pitchFamily="34" charset="0"/>
                <a:ea typeface="Ebrima" pitchFamily="2" charset="0"/>
                <a:cs typeface="Calibri" pitchFamily="34" charset="0"/>
              </a:rPr>
              <a:t>.</a:t>
            </a:r>
          </a:p>
        </p:txBody>
      </p:sp>
      <p:sp>
        <p:nvSpPr>
          <p:cNvPr id="134146" name="Rectangle 2"/>
          <p:cNvSpPr>
            <a:spLocks noGrp="1" noChangeArrowheads="1"/>
          </p:cNvSpPr>
          <p:nvPr>
            <p:ph type="ctrTitle"/>
          </p:nvPr>
        </p:nvSpPr>
        <p:spPr>
          <a:xfrm>
            <a:off x="0" y="207699"/>
            <a:ext cx="6096000" cy="3581400"/>
          </a:xfrm>
        </p:spPr>
        <p:txBody>
          <a:bodyPr anchor="ctr">
            <a:noAutofit/>
          </a:bodyPr>
          <a:lstStyle/>
          <a:p>
            <a:pPr eaLnBrk="1" hangingPunct="1">
              <a:lnSpc>
                <a:spcPts val="3040"/>
              </a:lnSpc>
            </a:pPr>
            <a:br>
              <a:rPr lang="en-US" altLang="en-US" sz="3500" b="1" dirty="0"/>
            </a:br>
            <a:r>
              <a:rPr lang="en-US" altLang="en-US" sz="3500" b="1" dirty="0">
                <a:solidFill>
                  <a:schemeClr val="accent6">
                    <a:lumMod val="50000"/>
                  </a:schemeClr>
                </a:solidFill>
                <a:latin typeface="MalayalamAbe" pitchFamily="18" charset="0"/>
              </a:rPr>
              <a:t>w. </a:t>
            </a:r>
            <a:r>
              <a:rPr lang="en-US" altLang="en-US" sz="3500" b="1" dirty="0" err="1">
                <a:latin typeface="MalayalamAbe" pitchFamily="18" charset="0"/>
              </a:rPr>
              <a:t>dG</a:t>
            </a:r>
            <a:r>
              <a:rPr lang="en-US" altLang="en-US" sz="3500" b="1" dirty="0">
                <a:latin typeface="MalayalamAbe" pitchFamily="18" charset="0"/>
              </a:rPr>
              <a:t>\</a:t>
            </a:r>
            <a:r>
              <a:rPr lang="en-US" altLang="en-US" sz="3500" b="1" dirty="0" err="1">
                <a:latin typeface="MalayalamAbe" pitchFamily="18" charset="0"/>
              </a:rPr>
              <a:t>lSi</a:t>
            </a:r>
            <a:r>
              <a:rPr lang="en-US" altLang="en-US" sz="3500" b="1" dirty="0">
                <a:latin typeface="MalayalamAbe" pitchFamily="18" charset="0"/>
              </a:rPr>
              <a:t>, </a:t>
            </a:r>
            <a:r>
              <a:rPr lang="en-US" altLang="en-US" sz="3500" b="1" dirty="0" err="1">
                <a:latin typeface="MalayalamAbe" pitchFamily="18" charset="0"/>
              </a:rPr>
              <a:t>fjgkc#jPjujH</a:t>
            </a:r>
            <a:r>
              <a:rPr lang="en-US" altLang="en-US" sz="3500" b="1" dirty="0">
                <a:latin typeface="MalayalamAbe" pitchFamily="18" charset="0"/>
              </a:rPr>
              <a:t> </a:t>
            </a:r>
            <a:r>
              <a:rPr lang="en-US" altLang="en-US" sz="3500" b="1" dirty="0" err="1">
                <a:latin typeface="MalayalamAbe" pitchFamily="18" charset="0"/>
              </a:rPr>
              <a:t>CkYCo</a:t>
            </a:r>
            <a:r>
              <a:rPr lang="en-US" altLang="en-US" sz="3500" b="1" dirty="0">
                <a:latin typeface="MalayalamAbe" pitchFamily="18" charset="0"/>
              </a:rPr>
              <a:t>&lt; </a:t>
            </a:r>
            <a:r>
              <a:rPr lang="en-US" altLang="en-US" sz="3500" b="1" dirty="0" err="1">
                <a:latin typeface="MalayalamAbe" pitchFamily="18" charset="0"/>
              </a:rPr>
              <a:t>svu</a:t>
            </a:r>
            <a:r>
              <a:rPr lang="en-US" altLang="en-US" sz="3500" b="1" dirty="0">
                <a:latin typeface="MalayalamAbe" pitchFamily="18" charset="0"/>
              </a:rPr>
              <a:t>[f </a:t>
            </a:r>
            <a:r>
              <a:rPr lang="en-US" altLang="en-US" sz="3500" b="1" dirty="0" err="1">
                <a:latin typeface="MalayalamAbe" pitchFamily="18" charset="0"/>
              </a:rPr>
              <a:t>rjsRy</a:t>
            </a:r>
            <a:r>
              <a:rPr lang="en-US" altLang="en-US" sz="3500" b="1" dirty="0">
                <a:latin typeface="MalayalamAbe" pitchFamily="18" charset="0"/>
              </a:rPr>
              <a:t> </a:t>
            </a:r>
            <a:r>
              <a:rPr lang="en-US" altLang="en-US" sz="3500" b="1" dirty="0" err="1">
                <a:latin typeface="MalayalamAbe" pitchFamily="18" charset="0"/>
              </a:rPr>
              <a:t>plcsRy</a:t>
            </a:r>
            <a:r>
              <a:rPr lang="en-US" altLang="en-US" sz="3500" b="1" dirty="0">
                <a:latin typeface="MalayalamAbe" pitchFamily="18" charset="0"/>
              </a:rPr>
              <a:t> </a:t>
            </a:r>
            <a:r>
              <a:rPr lang="en-US" altLang="en-US" sz="3500" b="1" dirty="0" err="1">
                <a:latin typeface="MalayalamAbe" pitchFamily="18" charset="0"/>
              </a:rPr>
              <a:t>YelG</a:t>
            </a:r>
            <a:r>
              <a:rPr lang="en-US" altLang="en-US" sz="3500" b="1" dirty="0" err="1">
                <a:latin typeface="Kerala" pitchFamily="2" charset="0"/>
              </a:rPr>
              <a:t>j</a:t>
            </a:r>
            <a:r>
              <a:rPr lang="en-US" altLang="en-US" sz="3500" b="1" dirty="0" err="1">
                <a:latin typeface="MalayalamAbe" pitchFamily="18" charset="0"/>
              </a:rPr>
              <a:t>rdxk</a:t>
            </a:r>
            <a:r>
              <a:rPr lang="en-US" altLang="en-US" sz="3500" b="1" dirty="0">
                <a:latin typeface="MalayalamAbe" pitchFamily="18" charset="0"/>
              </a:rPr>
              <a:t>; </a:t>
            </a:r>
            <a:r>
              <a:rPr lang="en-US" altLang="en-US" sz="3500" b="1" dirty="0" err="1">
                <a:latin typeface="MalayalamAbe" pitchFamily="18" charset="0"/>
              </a:rPr>
              <a:t>LSe</a:t>
            </a:r>
            <a:r>
              <a:rPr lang="en-US" altLang="en-US" sz="3500" b="1" dirty="0" err="1">
                <a:latin typeface="Kerala" pitchFamily="2" charset="0"/>
              </a:rPr>
              <a:t>f</a:t>
            </a:r>
            <a:r>
              <a:rPr lang="en-US" altLang="en-US" sz="3500" b="1" dirty="0" err="1">
                <a:latin typeface="MalayalamAbe" pitchFamily="18" charset="0"/>
              </a:rPr>
              <a:t>dxk</a:t>
            </a:r>
            <a:r>
              <a:rPr lang="en-US" altLang="en-US" sz="3500" b="1" dirty="0">
                <a:latin typeface="MalayalamAbe" pitchFamily="18" charset="0"/>
              </a:rPr>
              <a:t>; </a:t>
            </a:r>
            <a:r>
              <a:rPr lang="en-US" altLang="en-US" sz="3500" b="1" dirty="0" err="1">
                <a:latin typeface="MalayalamAbe" pitchFamily="18" charset="0"/>
              </a:rPr>
              <a:t>ssds</a:t>
            </a:r>
            <a:r>
              <a:rPr lang="en-US" altLang="en-US" sz="3500" b="1" dirty="0">
                <a:latin typeface="MalayalamAbe" pitchFamily="18" charset="0"/>
              </a:rPr>
              <a:t>)l![ - </a:t>
            </a:r>
            <a:r>
              <a:rPr lang="en-US" altLang="en-US" sz="3500" b="1" dirty="0" err="1">
                <a:latin typeface="MalayalamAbe" pitchFamily="18" charset="0"/>
              </a:rPr>
              <a:t>rjsRy</a:t>
            </a:r>
            <a:r>
              <a:rPr lang="en-US" altLang="en-US" sz="3500" b="1" dirty="0">
                <a:latin typeface="MalayalamAbe" pitchFamily="18" charset="0"/>
              </a:rPr>
              <a:t> </a:t>
            </a:r>
            <a:r>
              <a:rPr lang="en-US" altLang="en-US" sz="3500" b="1" dirty="0" err="1">
                <a:latin typeface="MalayalamAbe" pitchFamily="18" charset="0"/>
              </a:rPr>
              <a:t>Tmiduksm</a:t>
            </a:r>
            <a:r>
              <a:rPr lang="en-US" altLang="en-US" sz="3500" b="1" dirty="0">
                <a:latin typeface="MalayalamAbe" pitchFamily="18" charset="0"/>
              </a:rPr>
              <a:t> </a:t>
            </a:r>
            <a:r>
              <a:rPr lang="en-US" altLang="en-US" sz="3500" b="1" dirty="0" err="1">
                <a:latin typeface="MalayalamAbe" pitchFamily="18" charset="0"/>
              </a:rPr>
              <a:t>dk</a:t>
            </a:r>
            <a:r>
              <a:rPr lang="en-US" altLang="en-US" sz="3500" b="1" dirty="0" err="1">
                <a:latin typeface="Kerala" pitchFamily="2" charset="0"/>
              </a:rPr>
              <a:t>x</a:t>
            </a:r>
            <a:r>
              <a:rPr lang="en-US" altLang="en-US" sz="3500" b="1" dirty="0">
                <a:latin typeface="MalayalamAbe" pitchFamily="18" charset="0"/>
              </a:rPr>
              <a:t>*X </a:t>
            </a:r>
            <a:r>
              <a:rPr lang="en-US" altLang="en-US" sz="3500" b="1" dirty="0" err="1">
                <a:latin typeface="Kerala" pitchFamily="2" charset="0"/>
              </a:rPr>
              <a:t>f</a:t>
            </a:r>
            <a:r>
              <a:rPr lang="en-US" altLang="en-US" sz="3500" b="1" dirty="0" err="1">
                <a:latin typeface="MalayalamAbe" pitchFamily="18" charset="0"/>
              </a:rPr>
              <a:t>aj</a:t>
            </a:r>
            <a:r>
              <a:rPr lang="en-US" altLang="en-US" sz="3500" b="1" dirty="0">
                <a:latin typeface="MalayalamAbe" pitchFamily="18" charset="0"/>
              </a:rPr>
              <a:t>)</a:t>
            </a:r>
            <a:r>
              <a:rPr lang="en-US" altLang="en-US" sz="3500" b="1" dirty="0" err="1">
                <a:latin typeface="MalayalamAbe" pitchFamily="18" charset="0"/>
              </a:rPr>
              <a:t>nSa</a:t>
            </a:r>
            <a:r>
              <a:rPr lang="en-US" altLang="en-US" sz="3500" b="1" dirty="0">
                <a:latin typeface="MalayalamAbe" pitchFamily="18" charset="0"/>
              </a:rPr>
              <a:t>. </a:t>
            </a:r>
            <a:r>
              <a:rPr lang="en-US" altLang="en-US" sz="3500" b="1" dirty="0" err="1">
                <a:latin typeface="MalayalamAbe" pitchFamily="18" charset="0"/>
              </a:rPr>
              <a:t>dG</a:t>
            </a:r>
            <a:r>
              <a:rPr lang="en-US" altLang="en-US" sz="3500" b="1" dirty="0">
                <a:latin typeface="MalayalamAbe" pitchFamily="18" charset="0"/>
              </a:rPr>
              <a:t>\</a:t>
            </a:r>
            <a:r>
              <a:rPr lang="en-US" altLang="en-US" sz="3500" b="1" dirty="0" err="1">
                <a:latin typeface="MalayalamAbe" pitchFamily="18" charset="0"/>
              </a:rPr>
              <a:t>lSi</a:t>
            </a:r>
            <a:r>
              <a:rPr lang="en-US" altLang="en-US" sz="3500" b="1" dirty="0">
                <a:latin typeface="MalayalamAbe" pitchFamily="18" charset="0"/>
              </a:rPr>
              <a:t>, </a:t>
            </a:r>
            <a:r>
              <a:rPr lang="en-US" altLang="en-US" sz="3500" b="1" dirty="0" err="1">
                <a:latin typeface="MalayalamAbe" pitchFamily="18" charset="0"/>
              </a:rPr>
              <a:t>rjsRy</a:t>
            </a:r>
            <a:r>
              <a:rPr lang="en-US" altLang="en-US" sz="3500" b="1" dirty="0">
                <a:latin typeface="MalayalamAbe" pitchFamily="18" charset="0"/>
              </a:rPr>
              <a:t> </a:t>
            </a:r>
            <a:r>
              <a:rPr lang="en-US" altLang="en-US" sz="3500" b="1" dirty="0" err="1">
                <a:latin typeface="MalayalamAbe" pitchFamily="18" charset="0"/>
              </a:rPr>
              <a:t>ilq</a:t>
            </a:r>
            <a:r>
              <a:rPr lang="en-US" altLang="en-US" sz="3500" b="1" dirty="0">
                <a:latin typeface="MalayalamAbe" pitchFamily="18" charset="0"/>
              </a:rPr>
              <a:t>[</a:t>
            </a:r>
            <a:r>
              <a:rPr lang="en-US" altLang="en-US" sz="3500" b="1" dirty="0" err="1">
                <a:latin typeface="MalayalamAbe" pitchFamily="18" charset="0"/>
              </a:rPr>
              <a:t>ikdX</a:t>
            </a:r>
            <a:r>
              <a:rPr lang="en-US" altLang="en-US" sz="3500" b="1" dirty="0">
                <a:latin typeface="MalayalamAbe" pitchFamily="18" charset="0"/>
              </a:rPr>
              <a:t>)k; </a:t>
            </a:r>
            <a:r>
              <a:rPr lang="en-US" altLang="en-US" sz="3500" b="1" dirty="0" err="1">
                <a:latin typeface="MalayalamAbe" pitchFamily="18" charset="0"/>
              </a:rPr>
              <a:t>LrkYz</a:t>
            </a:r>
            <a:r>
              <a:rPr lang="en-US" altLang="en-US" sz="3500" b="1" dirty="0">
                <a:latin typeface="MalayalamAbe" pitchFamily="18" charset="0"/>
              </a:rPr>
              <a:t>|*X)k; B*</a:t>
            </a:r>
            <a:r>
              <a:rPr lang="en-US" altLang="en-US" sz="3500" b="1" dirty="0" err="1">
                <a:latin typeface="MalayalamAbe" pitchFamily="18" charset="0"/>
              </a:rPr>
              <a:t>sx</a:t>
            </a:r>
            <a:r>
              <a:rPr lang="en-US" altLang="en-US" sz="3500" b="1" dirty="0">
                <a:latin typeface="MalayalamAbe" pitchFamily="18" charset="0"/>
              </a:rPr>
              <a:t> </a:t>
            </a:r>
            <a:r>
              <a:rPr lang="en-US" altLang="en-US" sz="3500" b="1" dirty="0" err="1">
                <a:latin typeface="MalayalamAbe" pitchFamily="18" charset="0"/>
              </a:rPr>
              <a:t>SulzUfuk</a:t>
            </a:r>
            <a:r>
              <a:rPr lang="en-US" altLang="en-US" sz="3500" b="1" dirty="0">
                <a:latin typeface="MalayalamAbe" pitchFamily="18" charset="0"/>
              </a:rPr>
              <a:t>=</a:t>
            </a:r>
            <a:r>
              <a:rPr lang="en-US" altLang="en-US" sz="3500" b="1" dirty="0" err="1">
                <a:latin typeface="MalayalamAbe" pitchFamily="18" charset="0"/>
              </a:rPr>
              <a:t>igl</a:t>
            </a:r>
            <a:r>
              <a:rPr lang="en-US" altLang="en-US" sz="3500" b="1" dirty="0">
                <a:latin typeface="MalayalamAbe" pitchFamily="18" charset="0"/>
              </a:rPr>
              <a:t>)j </a:t>
            </a:r>
            <a:r>
              <a:rPr lang="en-US" altLang="en-US" sz="3500" b="1" dirty="0" err="1">
                <a:latin typeface="MalayalamAbe" pitchFamily="18" charset="0"/>
              </a:rPr>
              <a:t>rjsRy</a:t>
            </a:r>
            <a:r>
              <a:rPr lang="en-US" altLang="en-US" sz="3500" b="1" dirty="0">
                <a:latin typeface="MalayalamAbe" pitchFamily="18" charset="0"/>
              </a:rPr>
              <a:t> </a:t>
            </a:r>
            <a:r>
              <a:rPr lang="en-US" altLang="en-US" sz="3500" b="1" dirty="0" err="1">
                <a:latin typeface="MalayalamAbe" pitchFamily="18" charset="0"/>
              </a:rPr>
              <a:t>calPlrS</a:t>
            </a:r>
            <a:r>
              <a:rPr lang="en-US" altLang="en-US" sz="3500" b="1" dirty="0">
                <a:latin typeface="MalayalamAbe" pitchFamily="18" charset="0"/>
              </a:rPr>
              <a:t>\</a:t>
            </a:r>
            <a:r>
              <a:rPr lang="en-US" altLang="en-US" sz="3500" b="1" dirty="0" err="1">
                <a:latin typeface="MalayalamAbe" pitchFamily="18" charset="0"/>
              </a:rPr>
              <a:t>lsm</a:t>
            </a:r>
            <a:r>
              <a:rPr lang="en-US" altLang="en-US" sz="3500" b="1" dirty="0">
                <a:latin typeface="MalayalamAbe" pitchFamily="18" charset="0"/>
              </a:rPr>
              <a:t> B*</a:t>
            </a:r>
            <a:r>
              <a:rPr lang="en-US" altLang="en-US" sz="3500" b="1" dirty="0" err="1">
                <a:latin typeface="MalayalamAbe" pitchFamily="18" charset="0"/>
              </a:rPr>
              <a:t>sx</a:t>
            </a:r>
            <a:r>
              <a:rPr lang="en-US" altLang="en-US" sz="3500" b="1" dirty="0">
                <a:latin typeface="MalayalamAbe" pitchFamily="18" charset="0"/>
              </a:rPr>
              <a:t> Lu)</a:t>
            </a:r>
            <a:r>
              <a:rPr lang="en-US" altLang="en-US" sz="3500" b="1" dirty="0" err="1">
                <a:latin typeface="MalayalamAbe" pitchFamily="18" charset="0"/>
              </a:rPr>
              <a:t>nSa</a:t>
            </a:r>
            <a:r>
              <a:rPr lang="en-US" altLang="en-US" sz="3500" b="1" dirty="0">
                <a:latin typeface="MalayalamAbe" pitchFamily="18" charset="0"/>
              </a:rPr>
              <a:t>. </a:t>
            </a:r>
          </a:p>
        </p:txBody>
      </p:sp>
      <p:sp>
        <p:nvSpPr>
          <p:cNvPr id="3" name="TextBox 2">
            <a:extLst>
              <a:ext uri="{FF2B5EF4-FFF2-40B4-BE49-F238E27FC236}">
                <a16:creationId xmlns:a16="http://schemas.microsoft.com/office/drawing/2014/main" id="{6735EF62-B904-35B1-9F6D-40ACAD16D7F1}"/>
              </a:ext>
            </a:extLst>
          </p:cNvPr>
          <p:cNvSpPr txBox="1"/>
          <p:nvPr/>
        </p:nvSpPr>
        <p:spPr>
          <a:xfrm>
            <a:off x="322030" y="4798353"/>
            <a:ext cx="11411038" cy="1877437"/>
          </a:xfrm>
          <a:prstGeom prst="rect">
            <a:avLst/>
          </a:prstGeom>
          <a:noFill/>
        </p:spPr>
        <p:txBody>
          <a:bodyPr wrap="square">
            <a:spAutoFit/>
          </a:bodyPr>
          <a:lstStyle/>
          <a:p>
            <a:pPr marL="266700" indent="-266700" algn="ctr" rtl="0">
              <a:spcBef>
                <a:spcPts val="0"/>
              </a:spcBef>
              <a:spcAft>
                <a:spcPts val="0"/>
              </a:spcAft>
            </a:pPr>
            <a:r>
              <a:rPr lang="en-US" sz="2900" b="1" i="1" u="none" strike="noStrike" dirty="0">
                <a:solidFill>
                  <a:schemeClr val="accent6">
                    <a:lumMod val="50000"/>
                  </a:schemeClr>
                </a:solidFill>
                <a:effectLst/>
                <a:latin typeface="+mn-lt"/>
              </a:rPr>
              <a:t>C: </a:t>
            </a:r>
            <a:r>
              <a:rPr lang="en-US" sz="2900" b="1" i="1" u="none" strike="noStrike" dirty="0">
                <a:effectLst/>
                <a:latin typeface="+mn-lt"/>
              </a:rPr>
              <a:t>O Lord, bless this Your servant who has ministered in Your holy presence. Accept the praises and petitions of us Your people and pardon the offenses of this Your parish. O Lord, make us worthy and enable us to receive Your gifts and blessings, and send us with Your peace.</a:t>
            </a:r>
            <a:endParaRPr lang="en-US" sz="2900" b="1" i="0" u="none" strike="noStrike" dirty="0">
              <a:effectLst/>
              <a:latin typeface="+mn-lt"/>
            </a:endParaRPr>
          </a:p>
        </p:txBody>
      </p:sp>
      <p:sp>
        <p:nvSpPr>
          <p:cNvPr id="2" name="TextBox 1">
            <a:extLst>
              <a:ext uri="{FF2B5EF4-FFF2-40B4-BE49-F238E27FC236}">
                <a16:creationId xmlns:a16="http://schemas.microsoft.com/office/drawing/2014/main" id="{8046BBEA-DA1F-71F7-EF84-04E9DFDCEC27}"/>
              </a:ext>
            </a:extLst>
          </p:cNvPr>
          <p:cNvSpPr txBox="1"/>
          <p:nvPr/>
        </p:nvSpPr>
        <p:spPr>
          <a:xfrm>
            <a:off x="0" y="4197188"/>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5" name="Straight Connector 4">
            <a:extLst>
              <a:ext uri="{FF2B5EF4-FFF2-40B4-BE49-F238E27FC236}">
                <a16:creationId xmlns:a16="http://schemas.microsoft.com/office/drawing/2014/main" id="{CF9A64E8-D87C-4EF4-5D6F-4DE188EE2B60}"/>
              </a:ext>
            </a:extLst>
          </p:cNvPr>
          <p:cNvCxnSpPr>
            <a:cxnSpLocks/>
            <a:endCxn id="2" idx="0"/>
          </p:cNvCxnSpPr>
          <p:nvPr/>
        </p:nvCxnSpPr>
        <p:spPr>
          <a:xfrm>
            <a:off x="6096000" y="0"/>
            <a:ext cx="0" cy="419718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3173982"/>
      </p:ext>
    </p:extLst>
  </p:cSld>
  <p:clrMapOvr>
    <a:masterClrMapping/>
  </p:clrMapOvr>
  <p:transition spd="slow"/>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ctrTitle"/>
          </p:nvPr>
        </p:nvSpPr>
        <p:spPr>
          <a:xfrm>
            <a:off x="917080" y="-22086"/>
            <a:ext cx="5196841" cy="3438446"/>
          </a:xfrm>
        </p:spPr>
        <p:txBody>
          <a:bodyPr anchor="ctr">
            <a:noAutofit/>
          </a:bodyPr>
          <a:lstStyle/>
          <a:p>
            <a:pPr algn="l" eaLnBrk="1" hangingPunct="1"/>
            <a:r>
              <a:rPr lang="en-US" altLang="en-US" sz="4000" b="1" dirty="0">
                <a:solidFill>
                  <a:srgbClr val="C00000"/>
                </a:solidFill>
              </a:rPr>
              <a:t>                                    </a:t>
            </a:r>
            <a:br>
              <a:rPr lang="en-US" altLang="en-US" sz="4000" b="1" dirty="0"/>
            </a:br>
            <a:r>
              <a:rPr lang="en-US" altLang="en-US" sz="4000" b="1" dirty="0">
                <a:solidFill>
                  <a:schemeClr val="accent6">
                    <a:lumMod val="50000"/>
                  </a:schemeClr>
                </a:solidFill>
                <a:latin typeface="MalayalamAbe" pitchFamily="18" charset="0"/>
              </a:rPr>
              <a:t>e. </a:t>
            </a:r>
            <a:r>
              <a:rPr lang="en-US" altLang="en-US" sz="4000" b="1" dirty="0" err="1">
                <a:latin typeface="MalayalamAbe" pitchFamily="18" charset="0"/>
              </a:rPr>
              <a:t>cS|lpgJ</a:t>
            </a:r>
            <a:r>
              <a:rPr lang="en-US" altLang="en-US" sz="4000" b="1" dirty="0">
                <a:latin typeface="MalayalamAbe" pitchFamily="18" charset="0"/>
              </a:rPr>
              <a:t> </a:t>
            </a:r>
            <a:r>
              <a:rPr lang="en-US" altLang="en-US" sz="4000" b="1" dirty="0" err="1">
                <a:latin typeface="MalayalamAbe" pitchFamily="18" charset="0"/>
              </a:rPr>
              <a:t>cS|lpgRalgk</a:t>
            </a:r>
            <a:r>
              <a:rPr lang="en-US" altLang="en-US" sz="4000" b="1" dirty="0">
                <a:latin typeface="MalayalamAbe" pitchFamily="18" charset="0"/>
              </a:rPr>
              <a:t>; </a:t>
            </a:r>
            <a:r>
              <a:rPr lang="ml-IN" sz="3200" b="1" u="none" strike="noStrike" dirty="0">
                <a:effectLst/>
                <a:latin typeface="Malayalam MN" pitchFamily="2" charset="0"/>
                <a:cs typeface="Malayalam MN" pitchFamily="2" charset="0"/>
              </a:rPr>
              <a:t>♰</a:t>
            </a:r>
            <a:r>
              <a:rPr lang="en-US" sz="4000" b="1" u="none" strike="noStrike" dirty="0">
                <a:effectLst/>
                <a:latin typeface="MalayalamAbe" pitchFamily="18" charset="0"/>
                <a:cs typeface="Malayalam MN" pitchFamily="2" charset="0"/>
              </a:rPr>
              <a:t>...</a:t>
            </a:r>
            <a:br>
              <a:rPr lang="en-US" altLang="en-US" sz="4000" b="1" dirty="0"/>
            </a:br>
            <a:r>
              <a:rPr lang="en-US" altLang="en-US" sz="4000" b="1" dirty="0">
                <a:solidFill>
                  <a:schemeClr val="accent6">
                    <a:lumMod val="50000"/>
                  </a:schemeClr>
                </a:solidFill>
                <a:latin typeface="MalayalamAbe" pitchFamily="18" charset="0"/>
              </a:rPr>
              <a:t>w. </a:t>
            </a:r>
            <a:r>
              <a:rPr lang="en-US" altLang="en-US" sz="4000" b="1" dirty="0">
                <a:latin typeface="MalayalamAbe" pitchFamily="18" charset="0"/>
              </a:rPr>
              <a:t>:</a:t>
            </a:r>
            <a:r>
              <a:rPr lang="en-US" altLang="en-US" sz="4000" b="1" dirty="0" err="1">
                <a:latin typeface="MalayalamAbe" pitchFamily="18" charset="0"/>
              </a:rPr>
              <a:t>SaR</a:t>
            </a:r>
            <a:r>
              <a:rPr lang="en-US" altLang="en-US" sz="4000" b="1" dirty="0">
                <a:latin typeface="MalayalamAbe" pitchFamily="18" charset="0"/>
              </a:rPr>
              <a:t>.</a:t>
            </a:r>
          </a:p>
        </p:txBody>
      </p:sp>
      <p:sp>
        <p:nvSpPr>
          <p:cNvPr id="3" name="Text Box 2">
            <a:extLst>
              <a:ext uri="{FF2B5EF4-FFF2-40B4-BE49-F238E27FC236}">
                <a16:creationId xmlns:a16="http://schemas.microsoft.com/office/drawing/2014/main" id="{D6334463-023E-45A7-B60A-5DED892E3DAB}"/>
              </a:ext>
            </a:extLst>
          </p:cNvPr>
          <p:cNvSpPr txBox="1">
            <a:spLocks noChangeArrowheads="1"/>
          </p:cNvSpPr>
          <p:nvPr/>
        </p:nvSpPr>
        <p:spPr bwMode="auto">
          <a:xfrm>
            <a:off x="7251726" y="543236"/>
            <a:ext cx="5196840" cy="216441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endParaRPr lang="en-US" sz="3200" b="1" kern="0" dirty="0">
              <a:latin typeface="Calibri" pitchFamily="34" charset="0"/>
              <a:ea typeface="Ebrima" pitchFamily="2" charset="0"/>
              <a:cs typeface="Calibri" pitchFamily="34" charset="0"/>
            </a:endParaRP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P: </a:t>
            </a:r>
            <a:r>
              <a:rPr lang="en-US" sz="3200" b="1" kern="0" dirty="0" err="1">
                <a:latin typeface="Calibri" pitchFamily="34" charset="0"/>
                <a:ea typeface="Ebrima" pitchFamily="2" charset="0"/>
                <a:cs typeface="Calibri" pitchFamily="34" charset="0"/>
              </a:rPr>
              <a:t>Sahodaree</a:t>
            </a:r>
            <a:r>
              <a:rPr lang="en-US" sz="3200" b="1" kern="0" dirty="0">
                <a:latin typeface="Calibri" pitchFamily="34" charset="0"/>
                <a:ea typeface="Ebrima" pitchFamily="2" charset="0"/>
                <a:cs typeface="Calibri" pitchFamily="34" charset="0"/>
              </a:rPr>
              <a:t> </a:t>
            </a:r>
            <a:r>
              <a:rPr lang="en-US" sz="3200" b="1" kern="0" dirty="0" err="1">
                <a:latin typeface="Calibri" pitchFamily="34" charset="0"/>
                <a:ea typeface="Ebrima" pitchFamily="2" charset="0"/>
                <a:cs typeface="Calibri" pitchFamily="34" charset="0"/>
              </a:rPr>
              <a:t>sahodaranmaarum</a:t>
            </a:r>
            <a:r>
              <a:rPr lang="en-US" sz="3200" b="1" kern="0" dirty="0">
                <a:latin typeface="Calibri" pitchFamily="34" charset="0"/>
                <a:ea typeface="Ebrima" pitchFamily="2" charset="0"/>
                <a:cs typeface="Calibri" pitchFamily="34" charset="0"/>
              </a:rPr>
              <a:t> </a:t>
            </a:r>
            <a:r>
              <a:rPr lang="ml-IN" sz="2800" b="1" u="none" strike="noStrike" dirty="0">
                <a:effectLst/>
                <a:latin typeface="Malayalam MN" pitchFamily="2" charset="0"/>
                <a:cs typeface="Malayalam MN" pitchFamily="2" charset="0"/>
              </a:rPr>
              <a:t>♰</a:t>
            </a:r>
            <a:r>
              <a:rPr lang="en-US" sz="3200" b="1" kern="0" dirty="0">
                <a:latin typeface="Calibri" pitchFamily="34" charset="0"/>
                <a:ea typeface="Ebrima" pitchFamily="2" charset="0"/>
                <a:cs typeface="Calibri" pitchFamily="34" charset="0"/>
              </a:rPr>
              <a:t>… </a:t>
            </a:r>
          </a:p>
          <a:p>
            <a:pPr>
              <a:lnSpc>
                <a:spcPts val="3999"/>
              </a:lnSpc>
              <a:spcBef>
                <a:spcPts val="0"/>
              </a:spcBef>
            </a:pPr>
            <a:r>
              <a:rPr lang="en-US" sz="3200" b="1" kern="0" dirty="0">
                <a:solidFill>
                  <a:schemeClr val="accent6">
                    <a:lumMod val="50000"/>
                  </a:schemeClr>
                </a:solidFill>
                <a:latin typeface="Calibri" pitchFamily="34" charset="0"/>
                <a:ea typeface="Ebrima" pitchFamily="2" charset="0"/>
                <a:cs typeface="Calibri" pitchFamily="34" charset="0"/>
              </a:rPr>
              <a:t>C: </a:t>
            </a:r>
            <a:r>
              <a:rPr lang="en-US" sz="3200" b="1" kern="0" dirty="0">
                <a:latin typeface="Calibri" pitchFamily="34" charset="0"/>
                <a:ea typeface="Ebrima" pitchFamily="2" charset="0"/>
                <a:cs typeface="Calibri" pitchFamily="34" charset="0"/>
              </a:rPr>
              <a:t>Amen.</a:t>
            </a:r>
          </a:p>
        </p:txBody>
      </p:sp>
      <p:sp>
        <p:nvSpPr>
          <p:cNvPr id="2" name="TextBox 1">
            <a:extLst>
              <a:ext uri="{FF2B5EF4-FFF2-40B4-BE49-F238E27FC236}">
                <a16:creationId xmlns:a16="http://schemas.microsoft.com/office/drawing/2014/main" id="{40EE1276-90B9-E666-3620-51EF4CF195F8}"/>
              </a:ext>
            </a:extLst>
          </p:cNvPr>
          <p:cNvSpPr txBox="1"/>
          <p:nvPr/>
        </p:nvSpPr>
        <p:spPr>
          <a:xfrm>
            <a:off x="377044" y="4175914"/>
            <a:ext cx="11437912" cy="2400657"/>
          </a:xfrm>
          <a:prstGeom prst="rect">
            <a:avLst/>
          </a:prstGeom>
          <a:noFill/>
        </p:spPr>
        <p:txBody>
          <a:bodyPr wrap="square" rtlCol="0">
            <a:spAutoFit/>
          </a:bodyPr>
          <a:lstStyle/>
          <a:p>
            <a:pPr marL="365760" marR="0" lvl="0" indent="-365760" algn="l" rtl="0">
              <a:lnSpc>
                <a:spcPct val="100000"/>
              </a:lnSpc>
              <a:spcBef>
                <a:spcPts val="0"/>
              </a:spcBef>
              <a:spcAft>
                <a:spcPts val="0"/>
              </a:spcAft>
              <a:buClr>
                <a:srgbClr val="000000"/>
              </a:buClr>
              <a:buSzPts val="28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dirty="0">
                <a:solidFill>
                  <a:schemeClr val="dk1"/>
                </a:solidFill>
                <a:latin typeface="+mn-lt"/>
                <a:ea typeface="Calibri"/>
                <a:cs typeface="Times New Roman" panose="02020603050405020304" pitchFamily="18" charset="0"/>
                <a:sym typeface="Calibri"/>
              </a:rPr>
              <a:t>B</a:t>
            </a:r>
            <a:r>
              <a:rPr lang="en-US" sz="3000" b="1" i="1" u="none" strike="noStrike" cap="none" dirty="0">
                <a:solidFill>
                  <a:schemeClr val="dk1"/>
                </a:solidFill>
                <a:latin typeface="+mn-lt"/>
                <a:ea typeface="Calibri"/>
                <a:cs typeface="Times New Roman" panose="02020603050405020304" pitchFamily="18" charset="0"/>
                <a:sym typeface="Calibri"/>
              </a:rPr>
              <a:t>rothers and sisters, I commend you to the grace and blessings of the holy and glorious Trinity. Go now in peace and serve the Lord (</a:t>
            </a:r>
            <a:r>
              <a:rPr lang="en-US" sz="3000" b="1" u="none" strike="noStrike" cap="none" dirty="0">
                <a:solidFill>
                  <a:schemeClr val="dk1"/>
                </a:solidFill>
                <a:latin typeface="+mn-lt"/>
                <a:ea typeface="Calibri"/>
                <a:cs typeface="Times New Roman" panose="02020603050405020304" pitchFamily="18" charset="0"/>
                <a:sym typeface="Calibri"/>
              </a:rPr>
              <a:t>♰</a:t>
            </a:r>
            <a:r>
              <a:rPr lang="en-US" sz="3000" b="1" i="1" u="none" strike="noStrike" cap="none" dirty="0">
                <a:solidFill>
                  <a:schemeClr val="dk1"/>
                </a:solidFill>
                <a:latin typeface="+mn-lt"/>
                <a:ea typeface="Calibri"/>
                <a:cs typeface="Times New Roman" panose="02020603050405020304" pitchFamily="18" charset="0"/>
                <a:sym typeface="Calibri"/>
              </a:rPr>
              <a:t>) with the gifts and blessings that you have received from the atoning sacrifice of the Lord.</a:t>
            </a:r>
            <a:endParaRPr lang="en-US" sz="3000" b="1" i="1" u="none" strike="noStrike" cap="none" dirty="0">
              <a:solidFill>
                <a:srgbClr val="3F3F3F"/>
              </a:solidFill>
              <a:latin typeface="+mn-lt"/>
              <a:ea typeface="Calibri"/>
              <a:cs typeface="Times New Roman" panose="02020603050405020304" pitchFamily="18" charset="0"/>
              <a:sym typeface="Calibri"/>
            </a:endParaRPr>
          </a:p>
          <a:p>
            <a:pPr marL="365760" marR="0" lvl="0" indent="-365760" algn="l" rtl="0">
              <a:lnSpc>
                <a:spcPct val="100000"/>
              </a:lnSpc>
              <a:spcBef>
                <a:spcPts val="0"/>
              </a:spcBef>
              <a:spcAft>
                <a:spcPts val="0"/>
              </a:spcAft>
              <a:buClr>
                <a:srgbClr val="000000"/>
              </a:buClr>
              <a:buSzPts val="28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solidFill>
                  <a:schemeClr val="dk1"/>
                </a:solidFill>
                <a:latin typeface="+mn-lt"/>
                <a:ea typeface="Calibri"/>
                <a:cs typeface="Times New Roman" panose="02020603050405020304" pitchFamily="18" charset="0"/>
                <a:sym typeface="Calibri"/>
              </a:rPr>
              <a:t>Amen.</a:t>
            </a:r>
            <a:endParaRPr lang="en-US" sz="3000" b="1" i="1" u="none" strike="noStrike" cap="none" dirty="0">
              <a:solidFill>
                <a:schemeClr val="dk1"/>
              </a:solidFill>
              <a:latin typeface="+mn-lt"/>
              <a:ea typeface="Arial"/>
              <a:cs typeface="Times New Roman" panose="02020603050405020304" pitchFamily="18" charset="0"/>
              <a:sym typeface="Arial"/>
            </a:endParaRPr>
          </a:p>
        </p:txBody>
      </p:sp>
      <p:sp>
        <p:nvSpPr>
          <p:cNvPr id="7" name="TextBox 6">
            <a:extLst>
              <a:ext uri="{FF2B5EF4-FFF2-40B4-BE49-F238E27FC236}">
                <a16:creationId xmlns:a16="http://schemas.microsoft.com/office/drawing/2014/main" id="{B433A72E-8E38-AA73-A886-61DFE6842B4A}"/>
              </a:ext>
            </a:extLst>
          </p:cNvPr>
          <p:cNvSpPr txBox="1"/>
          <p:nvPr/>
        </p:nvSpPr>
        <p:spPr>
          <a:xfrm>
            <a:off x="-1" y="211285"/>
            <a:ext cx="6095999" cy="707886"/>
          </a:xfrm>
          <a:prstGeom prst="rect">
            <a:avLst/>
          </a:prstGeom>
          <a:noFill/>
        </p:spPr>
        <p:txBody>
          <a:bodyPr wrap="square">
            <a:spAutoFit/>
          </a:bodyPr>
          <a:lstStyle/>
          <a:p>
            <a:pPr algn="ctr"/>
            <a:r>
              <a:rPr lang="en-US" altLang="en-US" sz="4000" b="1" u="sng" dirty="0" err="1">
                <a:solidFill>
                  <a:schemeClr val="accent6">
                    <a:lumMod val="50000"/>
                  </a:schemeClr>
                </a:solidFill>
                <a:latin typeface="MalayalamAbe" pitchFamily="18" charset="0"/>
              </a:rPr>
              <a:t>rlhlas</a:t>
            </a:r>
            <a:r>
              <a:rPr lang="en-US" altLang="en-US" sz="4000" b="1" u="sng" dirty="0">
                <a:solidFill>
                  <a:schemeClr val="accent6">
                    <a:lumMod val="50000"/>
                  </a:schemeClr>
                </a:solidFill>
                <a:latin typeface="MalayalamAbe" pitchFamily="18" charset="0"/>
              </a:rPr>
              <a:t>\ </a:t>
            </a:r>
            <a:r>
              <a:rPr lang="en-US" altLang="en-US" sz="4000" b="1" u="sng" dirty="0" err="1">
                <a:solidFill>
                  <a:schemeClr val="accent6">
                    <a:lumMod val="50000"/>
                  </a:schemeClr>
                </a:solidFill>
                <a:latin typeface="MalayalamAbe" pitchFamily="18" charset="0"/>
              </a:rPr>
              <a:t>yoC</a:t>
            </a:r>
            <a:r>
              <a:rPr lang="en-US" altLang="en-US" sz="4000" b="1" u="sng" dirty="0">
                <a:solidFill>
                  <a:schemeClr val="accent6">
                    <a:lumMod val="50000"/>
                  </a:schemeClr>
                </a:solidFill>
                <a:latin typeface="MalayalamAbe" pitchFamily="18" charset="0"/>
              </a:rPr>
              <a:t>[a</a:t>
            </a:r>
            <a:r>
              <a:rPr lang="en-US" altLang="en-US" sz="4000" b="1" u="sng" dirty="0">
                <a:solidFill>
                  <a:schemeClr val="accent6">
                    <a:lumMod val="50000"/>
                  </a:schemeClr>
                </a:solidFill>
              </a:rPr>
              <a:t> </a:t>
            </a:r>
            <a:endParaRPr lang="en-US" sz="4000" u="sng" dirty="0">
              <a:solidFill>
                <a:schemeClr val="accent6">
                  <a:lumMod val="50000"/>
                </a:schemeClr>
              </a:solidFill>
            </a:endParaRPr>
          </a:p>
        </p:txBody>
      </p:sp>
      <p:sp>
        <p:nvSpPr>
          <p:cNvPr id="8" name="TextBox 7">
            <a:extLst>
              <a:ext uri="{FF2B5EF4-FFF2-40B4-BE49-F238E27FC236}">
                <a16:creationId xmlns:a16="http://schemas.microsoft.com/office/drawing/2014/main" id="{F285CDB6-274E-BBC4-2751-E026BEB13B2D}"/>
              </a:ext>
            </a:extLst>
          </p:cNvPr>
          <p:cNvSpPr txBox="1"/>
          <p:nvPr/>
        </p:nvSpPr>
        <p:spPr>
          <a:xfrm>
            <a:off x="5911755" y="281626"/>
            <a:ext cx="6343048" cy="584775"/>
          </a:xfrm>
          <a:prstGeom prst="rect">
            <a:avLst/>
          </a:prstGeom>
          <a:noFill/>
        </p:spPr>
        <p:txBody>
          <a:bodyPr wrap="square">
            <a:spAutoFit/>
          </a:bodyPr>
          <a:lstStyle/>
          <a:p>
            <a:pPr algn="ctr" rtl="0">
              <a:spcBef>
                <a:spcPts val="1200"/>
              </a:spcBef>
              <a:spcAft>
                <a:spcPts val="0"/>
              </a:spcAft>
            </a:pPr>
            <a:r>
              <a:rPr lang="en-US" sz="3200" b="1" u="sng" strike="noStrike" dirty="0" err="1">
                <a:solidFill>
                  <a:schemeClr val="accent6">
                    <a:lumMod val="50000"/>
                  </a:schemeClr>
                </a:solidFill>
                <a:effectLst/>
                <a:latin typeface="Calibri" panose="020F0502020204030204" pitchFamily="34" charset="0"/>
                <a:cs typeface="Calibri" panose="020F0502020204030204" pitchFamily="34" charset="0"/>
              </a:rPr>
              <a:t>Naalamathe</a:t>
            </a:r>
            <a:r>
              <a:rPr lang="en-US" sz="3200" b="1" u="sng" strike="noStrike" dirty="0">
                <a:solidFill>
                  <a:schemeClr val="accent6">
                    <a:lumMod val="50000"/>
                  </a:schemeClr>
                </a:solidFill>
                <a:effectLst/>
                <a:latin typeface="Calibri" panose="020F0502020204030204" pitchFamily="34" charset="0"/>
                <a:cs typeface="Calibri" panose="020F0502020204030204" pitchFamily="34" charset="0"/>
              </a:rPr>
              <a:t> </a:t>
            </a:r>
            <a:r>
              <a:rPr lang="en-US" sz="3200" b="1" u="sng" strike="noStrike" dirty="0" err="1">
                <a:solidFill>
                  <a:schemeClr val="accent6">
                    <a:lumMod val="50000"/>
                  </a:schemeClr>
                </a:solidFill>
                <a:effectLst/>
                <a:latin typeface="Calibri" panose="020F0502020204030204" pitchFamily="34" charset="0"/>
                <a:cs typeface="Calibri" panose="020F0502020204030204" pitchFamily="34" charset="0"/>
              </a:rPr>
              <a:t>Rooshma</a:t>
            </a:r>
            <a:endParaRPr lang="en-US" sz="3200" b="1" u="sng" strike="noStrike" dirty="0">
              <a:solidFill>
                <a:schemeClr val="accent6">
                  <a:lumMod val="50000"/>
                </a:schemeClr>
              </a:solidFill>
              <a:effectLs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A4191F0-9F22-1EFC-2CF4-FD1C756555C8}"/>
              </a:ext>
            </a:extLst>
          </p:cNvPr>
          <p:cNvSpPr txBox="1"/>
          <p:nvPr/>
        </p:nvSpPr>
        <p:spPr>
          <a:xfrm>
            <a:off x="0" y="3470489"/>
            <a:ext cx="12192000" cy="523220"/>
          </a:xfrm>
          <a:prstGeom prst="rect">
            <a:avLst/>
          </a:prstGeom>
          <a:solidFill>
            <a:schemeClr val="accent6">
              <a:lumMod val="50000"/>
            </a:schemeClr>
          </a:solidFill>
        </p:spPr>
        <p:txBody>
          <a:bodyPr wrap="square">
            <a:spAutoFit/>
          </a:bodyPr>
          <a:lstStyle/>
          <a:p>
            <a:pPr algn="ctr"/>
            <a:r>
              <a:rPr lang="en-US" sz="2800" b="1" i="1" dirty="0">
                <a:solidFill>
                  <a:srgbClr val="FDF3D1"/>
                </a:solidFill>
                <a:latin typeface="+mn-lt"/>
              </a:rPr>
              <a:t>Fourth Blessing</a:t>
            </a:r>
          </a:p>
        </p:txBody>
      </p:sp>
      <p:cxnSp>
        <p:nvCxnSpPr>
          <p:cNvPr id="6" name="Straight Connector 5">
            <a:extLst>
              <a:ext uri="{FF2B5EF4-FFF2-40B4-BE49-F238E27FC236}">
                <a16:creationId xmlns:a16="http://schemas.microsoft.com/office/drawing/2014/main" id="{BD59C572-5130-02ED-D7A0-74587407A595}"/>
              </a:ext>
            </a:extLst>
          </p:cNvPr>
          <p:cNvCxnSpPr>
            <a:cxnSpLocks/>
            <a:endCxn id="5" idx="0"/>
          </p:cNvCxnSpPr>
          <p:nvPr/>
        </p:nvCxnSpPr>
        <p:spPr>
          <a:xfrm>
            <a:off x="6096000" y="-22086"/>
            <a:ext cx="0" cy="349257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48284"/>
      </p:ext>
    </p:extLst>
  </p:cSld>
  <p:clrMapOvr>
    <a:masterClrMapping/>
  </p:clrMapOvr>
  <p:transition spd="slow"/>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ctrTitle"/>
          </p:nvPr>
        </p:nvSpPr>
        <p:spPr>
          <a:xfrm>
            <a:off x="1145186" y="797792"/>
            <a:ext cx="5715000" cy="1609646"/>
          </a:xfrm>
        </p:spPr>
        <p:txBody>
          <a:bodyPr anchor="ctr">
            <a:noAutofit/>
          </a:bodyPr>
          <a:lstStyle/>
          <a:p>
            <a:pPr algn="l" eaLnBrk="1" hangingPunct="1"/>
            <a:r>
              <a:rPr lang="en-US" altLang="en-US" sz="4400" b="1" dirty="0">
                <a:solidFill>
                  <a:schemeClr val="accent6">
                    <a:lumMod val="50000"/>
                  </a:schemeClr>
                </a:solidFill>
                <a:latin typeface="MalayalamAbe" pitchFamily="18" charset="0"/>
              </a:rPr>
              <a:t>e.	</a:t>
            </a:r>
            <a:r>
              <a:rPr lang="en-US" altLang="en-US" sz="4400" b="1" dirty="0" err="1">
                <a:latin typeface="MalayalamAbe" pitchFamily="18" charset="0"/>
              </a:rPr>
              <a:t>pogc</a:t>
            </a:r>
            <a:r>
              <a:rPr lang="en-US" altLang="en-US" sz="4400" b="1" dirty="0">
                <a:latin typeface="MalayalamAbe" pitchFamily="18" charset="0"/>
              </a:rPr>
              <a:t>[</a:t>
            </a:r>
            <a:r>
              <a:rPr lang="en-US" altLang="en-US" sz="4400" b="1" dirty="0" err="1">
                <a:latin typeface="MalayalamAbe" pitchFamily="18" charset="0"/>
              </a:rPr>
              <a:t>Fgk</a:t>
            </a:r>
            <a:r>
              <a:rPr lang="en-US" altLang="en-US" sz="4400" b="1" dirty="0">
                <a:latin typeface="MalayalamAbe" pitchFamily="18" charset="0"/>
              </a:rPr>
              <a:t>; </a:t>
            </a:r>
            <a:r>
              <a:rPr lang="en-US" altLang="en-US" sz="4400" b="1" dirty="0" err="1">
                <a:latin typeface="MalayalamAbe" pitchFamily="18" charset="0"/>
              </a:rPr>
              <a:t>caJec</a:t>
            </a:r>
            <a:r>
              <a:rPr lang="en-US" altLang="en-US" sz="4400" b="1" dirty="0">
                <a:latin typeface="MalayalamAbe" pitchFamily="18" charset="0"/>
              </a:rPr>
              <a:t>[</a:t>
            </a:r>
            <a:r>
              <a:rPr lang="en-US" altLang="en-US" sz="4400" b="1" dirty="0" err="1">
                <a:latin typeface="MalayalamAbe" pitchFamily="18" charset="0"/>
              </a:rPr>
              <a:t>Fgk</a:t>
            </a:r>
            <a:r>
              <a:rPr lang="en-US" altLang="en-US" sz="4400" b="1" dirty="0">
                <a:latin typeface="MalayalamAbe" pitchFamily="18" charset="0"/>
              </a:rPr>
              <a:t>; </a:t>
            </a:r>
            <a:r>
              <a:rPr lang="en-US" sz="3200" b="1" u="none" strike="noStrike" cap="none" dirty="0">
                <a:solidFill>
                  <a:schemeClr val="dk1"/>
                </a:solidFill>
                <a:latin typeface="+mn-lt"/>
                <a:ea typeface="Calibri"/>
                <a:cs typeface="Times New Roman" panose="02020603050405020304" pitchFamily="18" charset="0"/>
                <a:sym typeface="Calibri"/>
              </a:rPr>
              <a:t>♰</a:t>
            </a:r>
            <a:r>
              <a:rPr lang="en-US" altLang="en-US" sz="4400" b="1" dirty="0">
                <a:latin typeface="MalayalamAbe" pitchFamily="18" charset="0"/>
              </a:rPr>
              <a:t>...</a:t>
            </a:r>
            <a:br>
              <a:rPr lang="en-US" altLang="en-US" sz="4400" b="1" dirty="0">
                <a:latin typeface="MalayalamAbe" pitchFamily="18" charset="0"/>
              </a:rPr>
            </a:br>
            <a:r>
              <a:rPr lang="en-US" altLang="en-US" sz="4400" b="1" dirty="0">
                <a:solidFill>
                  <a:schemeClr val="accent6">
                    <a:lumMod val="50000"/>
                  </a:schemeClr>
                </a:solidFill>
                <a:latin typeface="MalayalamAbe" pitchFamily="18" charset="0"/>
              </a:rPr>
              <a:t>w. 	</a:t>
            </a:r>
            <a:r>
              <a:rPr lang="en-US" altLang="en-US" sz="4400" b="1" dirty="0">
                <a:latin typeface="MalayalamAbe" pitchFamily="18" charset="0"/>
              </a:rPr>
              <a:t>:</a:t>
            </a:r>
            <a:r>
              <a:rPr lang="en-US" altLang="en-US" sz="4400" b="1" dirty="0" err="1">
                <a:latin typeface="MalayalamAbe" pitchFamily="18" charset="0"/>
              </a:rPr>
              <a:t>SaR</a:t>
            </a:r>
            <a:r>
              <a:rPr lang="en-US" altLang="en-US" sz="4400" b="1" dirty="0">
                <a:latin typeface="MalayalamAbe" pitchFamily="18" charset="0"/>
              </a:rPr>
              <a:t>.</a:t>
            </a:r>
          </a:p>
        </p:txBody>
      </p:sp>
      <p:sp>
        <p:nvSpPr>
          <p:cNvPr id="3" name="Text Box 2">
            <a:extLst>
              <a:ext uri="{FF2B5EF4-FFF2-40B4-BE49-F238E27FC236}">
                <a16:creationId xmlns:a16="http://schemas.microsoft.com/office/drawing/2014/main" id="{D6334463-023E-45A7-B60A-5DED892E3DAB}"/>
              </a:ext>
            </a:extLst>
          </p:cNvPr>
          <p:cNvSpPr txBox="1">
            <a:spLocks noChangeArrowheads="1"/>
          </p:cNvSpPr>
          <p:nvPr/>
        </p:nvSpPr>
        <p:spPr bwMode="auto">
          <a:xfrm>
            <a:off x="7144072" y="726116"/>
            <a:ext cx="6082602" cy="165145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P: </a:t>
            </a:r>
            <a:r>
              <a:rPr lang="en-US" sz="3600" b="1" kern="0" dirty="0" err="1">
                <a:latin typeface="Calibri" pitchFamily="34" charset="0"/>
                <a:ea typeface="Ebrima" pitchFamily="2" charset="0"/>
                <a:cs typeface="Calibri" pitchFamily="34" charset="0"/>
              </a:rPr>
              <a:t>Doorastharum</a:t>
            </a:r>
            <a:r>
              <a:rPr lang="en-US" sz="3600" b="1" kern="0" dirty="0">
                <a:latin typeface="Calibri" pitchFamily="34" charset="0"/>
                <a:ea typeface="Ebrima" pitchFamily="2" charset="0"/>
                <a:cs typeface="Calibri" pitchFamily="34" charset="0"/>
              </a:rPr>
              <a:t> </a:t>
            </a:r>
            <a:r>
              <a:rPr lang="en-US" sz="3600" b="1" kern="0" dirty="0" err="1">
                <a:latin typeface="Calibri" pitchFamily="34" charset="0"/>
                <a:ea typeface="Ebrima" pitchFamily="2" charset="0"/>
                <a:cs typeface="Calibri" pitchFamily="34" charset="0"/>
              </a:rPr>
              <a:t>sameepastharum</a:t>
            </a:r>
            <a:r>
              <a:rPr lang="en-US" sz="3600" b="1" kern="0" dirty="0">
                <a:latin typeface="Calibri" pitchFamily="34" charset="0"/>
                <a:ea typeface="Ebrima" pitchFamily="2" charset="0"/>
                <a:cs typeface="Calibri" pitchFamily="34" charset="0"/>
              </a:rPr>
              <a:t> </a:t>
            </a:r>
            <a:r>
              <a:rPr lang="en-US" sz="3200" b="1" u="none" strike="noStrike" cap="none" dirty="0">
                <a:solidFill>
                  <a:schemeClr val="dk1"/>
                </a:solidFill>
                <a:latin typeface="+mn-lt"/>
                <a:ea typeface="Calibri"/>
                <a:cs typeface="Times New Roman" panose="02020603050405020304" pitchFamily="18" charset="0"/>
                <a:sym typeface="Calibri"/>
              </a:rPr>
              <a:t>♰</a:t>
            </a:r>
            <a:r>
              <a:rPr lang="en-US" sz="3600" b="1" kern="0" dirty="0">
                <a:latin typeface="Calibri" pitchFamily="34" charset="0"/>
                <a:ea typeface="Ebrima" pitchFamily="2" charset="0"/>
                <a:cs typeface="Calibri" pitchFamily="34" charset="0"/>
              </a:rPr>
              <a:t>... </a:t>
            </a:r>
          </a:p>
          <a:p>
            <a:pPr>
              <a:lnSpc>
                <a:spcPts val="3999"/>
              </a:lnSpc>
              <a:spcBef>
                <a:spcPts val="0"/>
              </a:spcBef>
            </a:pPr>
            <a:r>
              <a:rPr lang="en-US" sz="3600" b="1" kern="0" dirty="0">
                <a:solidFill>
                  <a:schemeClr val="accent6">
                    <a:lumMod val="50000"/>
                  </a:schemeClr>
                </a:solidFill>
                <a:latin typeface="Calibri" pitchFamily="34" charset="0"/>
                <a:ea typeface="Ebrima" pitchFamily="2" charset="0"/>
                <a:cs typeface="Calibri" pitchFamily="34" charset="0"/>
              </a:rPr>
              <a:t>C: </a:t>
            </a:r>
            <a:r>
              <a:rPr lang="en-US" sz="3600" b="1" kern="0" dirty="0">
                <a:latin typeface="Calibri" pitchFamily="34" charset="0"/>
                <a:ea typeface="Ebrima" pitchFamily="2" charset="0"/>
                <a:cs typeface="Calibri" pitchFamily="34" charset="0"/>
              </a:rPr>
              <a:t>Amen.</a:t>
            </a:r>
          </a:p>
        </p:txBody>
      </p:sp>
      <p:sp>
        <p:nvSpPr>
          <p:cNvPr id="4" name="TextBox 3">
            <a:extLst>
              <a:ext uri="{FF2B5EF4-FFF2-40B4-BE49-F238E27FC236}">
                <a16:creationId xmlns:a16="http://schemas.microsoft.com/office/drawing/2014/main" id="{0745E26F-3D2F-0A19-5D87-A2E646F9134B}"/>
              </a:ext>
            </a:extLst>
          </p:cNvPr>
          <p:cNvSpPr txBox="1"/>
          <p:nvPr/>
        </p:nvSpPr>
        <p:spPr>
          <a:xfrm>
            <a:off x="887895" y="3904198"/>
            <a:ext cx="10442713" cy="2554545"/>
          </a:xfrm>
          <a:prstGeom prst="rect">
            <a:avLst/>
          </a:prstGeom>
          <a:noFill/>
        </p:spPr>
        <p:txBody>
          <a:bodyPr wrap="square">
            <a:spAutoFit/>
          </a:bodyPr>
          <a:lstStyle/>
          <a:p>
            <a:pPr marL="403225" marR="0" lvl="0" indent="-403225" algn="l" rtl="0">
              <a:lnSpc>
                <a:spcPct val="100000"/>
              </a:lnSpc>
              <a:spcBef>
                <a:spcPts val="0"/>
              </a:spcBef>
              <a:spcAft>
                <a:spcPts val="0"/>
              </a:spcAft>
              <a:buClr>
                <a:srgbClr val="000000"/>
              </a:buClr>
              <a:buSzPct val="1000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200" b="1" i="1" u="none" strike="noStrike" cap="none" dirty="0">
                <a:solidFill>
                  <a:schemeClr val="dk1"/>
                </a:solidFill>
                <a:latin typeface="+mn-lt"/>
                <a:ea typeface="Calibri"/>
                <a:cs typeface="Times New Roman" panose="02020603050405020304" pitchFamily="18" charset="0"/>
                <a:sym typeface="Calibri"/>
              </a:rPr>
              <a:t>You, both near and far, who are saved by the victorious cross of the Lord (</a:t>
            </a:r>
            <a:r>
              <a:rPr lang="en-US" sz="3200" b="1" u="none" strike="noStrike" cap="none" dirty="0">
                <a:solidFill>
                  <a:schemeClr val="dk1"/>
                </a:solidFill>
                <a:latin typeface="+mn-lt"/>
                <a:ea typeface="Calibri"/>
                <a:cs typeface="Times New Roman" panose="02020603050405020304" pitchFamily="18" charset="0"/>
                <a:sym typeface="Calibri"/>
              </a:rPr>
              <a:t>♰</a:t>
            </a:r>
            <a:r>
              <a:rPr lang="en-US" sz="3200" b="1" i="1" u="none" strike="noStrike" cap="none" dirty="0">
                <a:solidFill>
                  <a:schemeClr val="dk1"/>
                </a:solidFill>
                <a:latin typeface="+mn-lt"/>
                <a:ea typeface="Calibri"/>
                <a:cs typeface="Times New Roman" panose="02020603050405020304" pitchFamily="18" charset="0"/>
                <a:sym typeface="Calibri"/>
              </a:rPr>
              <a:t>) and sealed with the holy </a:t>
            </a:r>
            <a:r>
              <a:rPr lang="en-US" sz="3200" b="1" i="1" dirty="0">
                <a:solidFill>
                  <a:schemeClr val="dk1"/>
                </a:solidFill>
                <a:latin typeface="+mn-lt"/>
                <a:ea typeface="Calibri"/>
                <a:cs typeface="Times New Roman" panose="02020603050405020304" pitchFamily="18" charset="0"/>
                <a:sym typeface="Calibri"/>
              </a:rPr>
              <a:t>b</a:t>
            </a:r>
            <a:r>
              <a:rPr lang="en-US" sz="3200" b="1" i="1" u="none" strike="noStrike" cap="none" dirty="0">
                <a:solidFill>
                  <a:schemeClr val="dk1"/>
                </a:solidFill>
                <a:latin typeface="+mn-lt"/>
                <a:ea typeface="Calibri"/>
                <a:cs typeface="Times New Roman" panose="02020603050405020304" pitchFamily="18" charset="0"/>
                <a:sym typeface="Calibri"/>
              </a:rPr>
              <a:t>aptism — this holy Trinity will clear your debts, and forgive your sins, and comfort your souls.</a:t>
            </a:r>
          </a:p>
          <a:p>
            <a:pPr marL="403225" marR="0" lvl="0" indent="-403225" algn="l" rtl="0">
              <a:lnSpc>
                <a:spcPct val="100000"/>
              </a:lnSpc>
              <a:spcBef>
                <a:spcPts val="0"/>
              </a:spcBef>
              <a:spcAft>
                <a:spcPts val="0"/>
              </a:spcAft>
              <a:buClr>
                <a:srgbClr val="000000"/>
              </a:buClr>
              <a:buSzPct val="100000"/>
              <a:buFont typeface="Arial"/>
              <a:buNone/>
            </a:pPr>
            <a:r>
              <a:rPr lang="en-US" sz="32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200" b="1" i="1" u="none" strike="noStrike" cap="none" dirty="0">
                <a:solidFill>
                  <a:schemeClr val="dk1"/>
                </a:solidFill>
                <a:latin typeface="+mn-lt"/>
                <a:ea typeface="Calibri"/>
                <a:cs typeface="Times New Roman" panose="02020603050405020304" pitchFamily="18" charset="0"/>
                <a:sym typeface="Calibri"/>
              </a:rPr>
              <a:t>Amen.</a:t>
            </a:r>
            <a:endParaRPr lang="en-US" sz="1200" b="1" i="1" u="none" strike="noStrike" cap="none" dirty="0">
              <a:solidFill>
                <a:schemeClr val="dk1"/>
              </a:solidFill>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DAB4256D-420C-958C-A6E8-9162C89759BD}"/>
              </a:ext>
            </a:extLst>
          </p:cNvPr>
          <p:cNvSpPr txBox="1"/>
          <p:nvPr/>
        </p:nvSpPr>
        <p:spPr>
          <a:xfrm>
            <a:off x="0" y="3167390"/>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026172FB-B56D-DCE5-F60B-906D444F4B81}"/>
              </a:ext>
            </a:extLst>
          </p:cNvPr>
          <p:cNvCxnSpPr>
            <a:cxnSpLocks/>
            <a:endCxn id="5" idx="0"/>
          </p:cNvCxnSpPr>
          <p:nvPr/>
        </p:nvCxnSpPr>
        <p:spPr>
          <a:xfrm>
            <a:off x="6096000" y="0"/>
            <a:ext cx="0" cy="316739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9540940"/>
      </p:ext>
    </p:extLst>
  </p:cSld>
  <p:clrMapOvr>
    <a:masterClrMapping/>
  </p:clrMapOvr>
  <p:transition spd="slow"/>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ctrTitle"/>
          </p:nvPr>
        </p:nvSpPr>
        <p:spPr>
          <a:xfrm>
            <a:off x="198779" y="217214"/>
            <a:ext cx="5751448" cy="3429000"/>
          </a:xfrm>
        </p:spPr>
        <p:txBody>
          <a:bodyPr anchor="ctr">
            <a:noAutofit/>
          </a:bodyPr>
          <a:lstStyle/>
          <a:p>
            <a:pPr algn="l" eaLnBrk="1" hangingPunct="1">
              <a:lnSpc>
                <a:spcPts val="3900"/>
              </a:lnSpc>
            </a:pPr>
            <a:r>
              <a:rPr lang="en-US" altLang="en-US" sz="3800" b="1" dirty="0">
                <a:solidFill>
                  <a:schemeClr val="accent6">
                    <a:lumMod val="50000"/>
                  </a:schemeClr>
                </a:solidFill>
                <a:latin typeface="MalayalamAbe" pitchFamily="18" charset="0"/>
              </a:rPr>
              <a:t>e. </a:t>
            </a:r>
            <a:r>
              <a:rPr lang="en-US" altLang="en-US" sz="3800" b="1" dirty="0">
                <a:latin typeface="MalayalamAbe" pitchFamily="18" charset="0"/>
              </a:rPr>
              <a:t>~</a:t>
            </a:r>
            <a:r>
              <a:rPr lang="en-US" altLang="en-US" sz="3800" b="1" dirty="0" err="1">
                <a:latin typeface="MalayalamAbe" pitchFamily="18" charset="0"/>
              </a:rPr>
              <a:t>h|Jrrk</a:t>
            </a:r>
            <a:r>
              <a:rPr lang="en-US" altLang="en-US" sz="3800" b="1" dirty="0">
                <a:latin typeface="MalayalamAbe" pitchFamily="18" charset="0"/>
              </a:rPr>
              <a:t>; </a:t>
            </a:r>
            <a:br>
              <a:rPr lang="en-US" altLang="en-US" sz="3800" b="1" dirty="0">
                <a:latin typeface="MalayalamAbe" pitchFamily="18" charset="0"/>
              </a:rPr>
            </a:br>
            <a:r>
              <a:rPr lang="en-US" altLang="en-US" sz="3800" b="1" dirty="0" err="1">
                <a:latin typeface="MalayalamAbe" pitchFamily="18" charset="0"/>
              </a:rPr>
              <a:t>elejukalu</a:t>
            </a:r>
            <a:r>
              <a:rPr lang="en-US" altLang="en-US" sz="3800" b="1" dirty="0">
                <a:latin typeface="MalayalamAbe" pitchFamily="18" charset="0"/>
              </a:rPr>
              <a:t> </a:t>
            </a:r>
            <a:r>
              <a:rPr lang="en-US" sz="3000" b="1" u="none" strike="noStrike" cap="none" dirty="0">
                <a:solidFill>
                  <a:schemeClr val="dk1"/>
                </a:solidFill>
                <a:latin typeface="+mn-lt"/>
                <a:ea typeface="Calibri"/>
                <a:cs typeface="Times New Roman" panose="02020603050405020304" pitchFamily="18" charset="0"/>
                <a:sym typeface="Calibri"/>
              </a:rPr>
              <a:t>♰</a:t>
            </a:r>
            <a:r>
              <a:rPr lang="en-US" altLang="en-US" sz="3800" b="1" dirty="0">
                <a:latin typeface="MalayalamAbe" pitchFamily="18" charset="0"/>
              </a:rPr>
              <a:t>...</a:t>
            </a:r>
            <a:br>
              <a:rPr lang="en-US" altLang="en-US" sz="3800" b="1" dirty="0"/>
            </a:br>
            <a:r>
              <a:rPr lang="en-US" altLang="en-US" sz="3800" b="1" dirty="0">
                <a:solidFill>
                  <a:schemeClr val="accent6">
                    <a:lumMod val="50000"/>
                  </a:schemeClr>
                </a:solidFill>
                <a:latin typeface="MalayalamAbe" pitchFamily="18" charset="0"/>
              </a:rPr>
              <a:t>w. </a:t>
            </a:r>
            <a:r>
              <a:rPr lang="en-US" altLang="en-US" sz="3800" b="1" dirty="0" err="1">
                <a:latin typeface="MalayalamAbe" pitchFamily="18" charset="0"/>
              </a:rPr>
              <a:t>dG</a:t>
            </a:r>
            <a:r>
              <a:rPr lang="en-US" altLang="en-US" sz="3800" b="1" dirty="0">
                <a:latin typeface="MalayalamAbe" pitchFamily="18" charset="0"/>
              </a:rPr>
              <a:t>\</a:t>
            </a:r>
            <a:r>
              <a:rPr lang="en-US" altLang="en-US" sz="3800" b="1" dirty="0" err="1">
                <a:latin typeface="MalayalamAbe" pitchFamily="18" charset="0"/>
              </a:rPr>
              <a:t>lik</a:t>
            </a:r>
            <a:r>
              <a:rPr lang="en-US" altLang="en-US" sz="3800" b="1" dirty="0">
                <a:latin typeface="MalayalamAbe" pitchFamily="18" charset="0"/>
              </a:rPr>
              <a:t> </a:t>
            </a:r>
            <a:r>
              <a:rPr lang="en-US" altLang="en-US" sz="3800" b="1" dirty="0" err="1">
                <a:latin typeface="MalayalamAbe" pitchFamily="18" charset="0"/>
              </a:rPr>
              <a:t>rjsRy</a:t>
            </a:r>
            <a:r>
              <a:rPr lang="en-US" altLang="en-US" sz="3800" b="1" dirty="0">
                <a:latin typeface="MalayalamAbe" pitchFamily="18" charset="0"/>
              </a:rPr>
              <a:t> </a:t>
            </a:r>
            <a:r>
              <a:rPr lang="en-US" altLang="en-US" sz="3800" b="1" dirty="0" err="1">
                <a:latin typeface="MalayalamAbe" pitchFamily="18" charset="0"/>
              </a:rPr>
              <a:t>CkYCo</a:t>
            </a:r>
            <a:r>
              <a:rPr lang="en-US" altLang="en-US" sz="3800" b="1" dirty="0">
                <a:latin typeface="MalayalamAbe" pitchFamily="18" charset="0"/>
              </a:rPr>
              <a:t>&lt; </a:t>
            </a:r>
            <a:r>
              <a:rPr lang="en-US" altLang="en-US" sz="3800" b="1" dirty="0" err="1">
                <a:latin typeface="MalayalamAbe" pitchFamily="18" charset="0"/>
              </a:rPr>
              <a:t>ssds</a:t>
            </a:r>
            <a:r>
              <a:rPr lang="en-US" altLang="en-US" sz="3800" b="1" dirty="0">
                <a:latin typeface="MalayalamAbe" pitchFamily="18" charset="0"/>
              </a:rPr>
              <a:t>)l![ </a:t>
            </a:r>
            <a:r>
              <a:rPr lang="en-US" altLang="en-US" sz="3800" b="1" dirty="0" err="1">
                <a:latin typeface="MalayalamAbe" pitchFamily="18" charset="0"/>
              </a:rPr>
              <a:t>rjsRy</a:t>
            </a:r>
            <a:r>
              <a:rPr lang="en-US" altLang="en-US" sz="3800" b="1" dirty="0">
                <a:latin typeface="MalayalamAbe" pitchFamily="18" charset="0"/>
              </a:rPr>
              <a:t> </a:t>
            </a:r>
            <a:r>
              <a:rPr lang="en-US" altLang="en-US" sz="3800" b="1" dirty="0" err="1">
                <a:latin typeface="MalayalamAbe" pitchFamily="18" charset="0"/>
              </a:rPr>
              <a:t>YelG</a:t>
            </a:r>
            <a:r>
              <a:rPr lang="en-US" altLang="en-US" sz="3800" b="1" dirty="0" err="1">
                <a:latin typeface="Kerala" pitchFamily="2" charset="0"/>
              </a:rPr>
              <a:t>j</a:t>
            </a:r>
            <a:r>
              <a:rPr lang="en-US" altLang="en-US" sz="3800" b="1" dirty="0" err="1">
                <a:latin typeface="MalayalamAbe" pitchFamily="18" charset="0"/>
              </a:rPr>
              <a:t>rulH</a:t>
            </a:r>
            <a:r>
              <a:rPr lang="en-US" altLang="en-US" sz="3800" b="1" dirty="0">
                <a:latin typeface="MalayalamAbe" pitchFamily="18" charset="0"/>
              </a:rPr>
              <a:t> B*</a:t>
            </a:r>
            <a:r>
              <a:rPr lang="en-US" altLang="en-US" sz="3800" b="1" dirty="0" err="1">
                <a:latin typeface="MalayalamAbe" pitchFamily="18" charset="0"/>
              </a:rPr>
              <a:t>sx</a:t>
            </a:r>
            <a:r>
              <a:rPr lang="en-US" altLang="en-US" sz="3800" b="1" dirty="0">
                <a:latin typeface="MalayalamAbe" pitchFamily="18" charset="0"/>
              </a:rPr>
              <a:t> </a:t>
            </a:r>
            <a:r>
              <a:rPr lang="en-US" altLang="en-US" sz="3800" b="1" dirty="0" err="1">
                <a:latin typeface="MalayalamAbe" pitchFamily="18" charset="0"/>
              </a:rPr>
              <a:t>c|luj</a:t>
            </a:r>
            <a:r>
              <a:rPr lang="en-US" altLang="en-US" sz="3800" b="1" dirty="0">
                <a:latin typeface="MalayalamAbe" pitchFamily="18" charset="0"/>
              </a:rPr>
              <a:t>)k-</a:t>
            </a:r>
            <a:r>
              <a:rPr lang="en-US" altLang="en-US" sz="3800" b="1" dirty="0" err="1">
                <a:latin typeface="MalayalamAbe" pitchFamily="18" charset="0"/>
              </a:rPr>
              <a:t>alyldsM</a:t>
            </a:r>
            <a:r>
              <a:rPr lang="en-US" altLang="en-US" sz="3800" b="1" dirty="0">
                <a:latin typeface="MalayalamAbe" pitchFamily="18" charset="0"/>
              </a:rPr>
              <a:t> :</a:t>
            </a:r>
            <a:r>
              <a:rPr lang="en-US" altLang="en-US" sz="3800" b="1" dirty="0" err="1">
                <a:latin typeface="MalayalamAbe" pitchFamily="18" charset="0"/>
              </a:rPr>
              <a:t>SaR</a:t>
            </a:r>
            <a:r>
              <a:rPr lang="en-US" altLang="en-US" sz="3800" b="1" dirty="0">
                <a:latin typeface="MalayalamAbe" pitchFamily="18" charset="0"/>
              </a:rPr>
              <a:t>.</a:t>
            </a:r>
          </a:p>
        </p:txBody>
      </p:sp>
      <p:sp>
        <p:nvSpPr>
          <p:cNvPr id="3" name="Text Box 2">
            <a:extLst>
              <a:ext uri="{FF2B5EF4-FFF2-40B4-BE49-F238E27FC236}">
                <a16:creationId xmlns:a16="http://schemas.microsoft.com/office/drawing/2014/main" id="{D6334463-023E-45A7-B60A-5DED892E3DAB}"/>
              </a:ext>
            </a:extLst>
          </p:cNvPr>
          <p:cNvSpPr txBox="1">
            <a:spLocks noChangeArrowheads="1"/>
          </p:cNvSpPr>
          <p:nvPr/>
        </p:nvSpPr>
        <p:spPr bwMode="auto">
          <a:xfrm>
            <a:off x="6626087" y="-399808"/>
            <a:ext cx="6729610" cy="4189588"/>
          </a:xfrm>
          <a:prstGeom prst="rect">
            <a:avLst/>
          </a:prstGeom>
          <a:noFill/>
          <a:ln w="9525">
            <a:noFill/>
            <a:miter lim="800000"/>
            <a:headEnd/>
            <a:tailEnd/>
          </a:ln>
          <a:effectLst/>
        </p:spPr>
        <p:txBody>
          <a:bodyPr wrap="square" lIns="111402" tIns="55743" rIns="111402" bIns="55743">
            <a:spAutoFit/>
          </a:bodyPr>
          <a:lstStyle/>
          <a:p>
            <a:pPr>
              <a:lnSpc>
                <a:spcPts val="3999"/>
              </a:lnSpc>
              <a:spcBef>
                <a:spcPts val="0"/>
              </a:spcBef>
            </a:pPr>
            <a:endParaRPr lang="en-US" sz="3000" b="1" kern="0" dirty="0">
              <a:latin typeface="Calibri" pitchFamily="34" charset="0"/>
              <a:ea typeface="Ebrima" pitchFamily="2" charset="0"/>
              <a:cs typeface="Calibri" pitchFamily="34" charset="0"/>
            </a:endParaRPr>
          </a:p>
          <a:p>
            <a:pPr>
              <a:lnSpc>
                <a:spcPts val="3999"/>
              </a:lnSpc>
            </a:pPr>
            <a:r>
              <a:rPr lang="en-US" sz="3000" b="1" dirty="0">
                <a:solidFill>
                  <a:schemeClr val="accent6">
                    <a:lumMod val="50000"/>
                  </a:schemeClr>
                </a:solidFill>
                <a:latin typeface="Calibri" pitchFamily="34" charset="0"/>
                <a:cs typeface="Calibri" pitchFamily="34" charset="0"/>
              </a:rPr>
              <a:t>P: </a:t>
            </a:r>
            <a:r>
              <a:rPr lang="en-US" sz="3000" b="1" kern="0" dirty="0" err="1">
                <a:latin typeface="Calibri" pitchFamily="34" charset="0"/>
                <a:ea typeface="Ebrima" pitchFamily="2" charset="0"/>
                <a:cs typeface="Calibri" pitchFamily="34" charset="0"/>
              </a:rPr>
              <a:t>Belaheenanum</a:t>
            </a:r>
            <a:r>
              <a:rPr lang="en-US" sz="3000" b="1" kern="0" dirty="0">
                <a:latin typeface="Calibri" pitchFamily="34" charset="0"/>
                <a:ea typeface="Ebrima" pitchFamily="2" charset="0"/>
                <a:cs typeface="Calibri" pitchFamily="34" charset="0"/>
              </a:rPr>
              <a:t> </a:t>
            </a:r>
          </a:p>
          <a:p>
            <a:pPr>
              <a:lnSpc>
                <a:spcPts val="3999"/>
              </a:lnSpc>
            </a:pPr>
            <a:r>
              <a:rPr lang="en-US" sz="3000" b="1" kern="0" dirty="0" err="1">
                <a:latin typeface="Calibri" pitchFamily="34" charset="0"/>
                <a:ea typeface="Ebrima" pitchFamily="2" charset="0"/>
                <a:cs typeface="Calibri" pitchFamily="34" charset="0"/>
              </a:rPr>
              <a:t>paapiyumaaya</a:t>
            </a:r>
            <a:r>
              <a:rPr lang="en-US" sz="3000" b="1" kern="0" dirty="0">
                <a:latin typeface="Calibri" pitchFamily="34" charset="0"/>
                <a:ea typeface="Ebrima" pitchFamily="2" charset="0"/>
                <a:cs typeface="Calibri" pitchFamily="34" charset="0"/>
              </a:rPr>
              <a:t> </a:t>
            </a:r>
            <a:r>
              <a:rPr lang="en-US" sz="3000" b="1" u="none" strike="noStrike" cap="none" dirty="0">
                <a:solidFill>
                  <a:schemeClr val="dk1"/>
                </a:solidFill>
                <a:latin typeface="+mn-lt"/>
                <a:ea typeface="Calibri"/>
                <a:cs typeface="Times New Roman" panose="02020603050405020304" pitchFamily="18" charset="0"/>
                <a:sym typeface="Calibri"/>
              </a:rPr>
              <a:t>♰</a:t>
            </a:r>
            <a:r>
              <a:rPr lang="en-US" sz="3000" b="1" kern="0" dirty="0">
                <a:latin typeface="Calibri" pitchFamily="34" charset="0"/>
                <a:ea typeface="Ebrima" pitchFamily="2" charset="0"/>
                <a:cs typeface="Calibri" pitchFamily="34" charset="0"/>
              </a:rPr>
              <a:t>… </a:t>
            </a:r>
          </a:p>
          <a:p>
            <a:pPr>
              <a:lnSpc>
                <a:spcPts val="3999"/>
              </a:lnSpc>
              <a:spcBef>
                <a:spcPts val="0"/>
              </a:spcBef>
            </a:pPr>
            <a:r>
              <a:rPr lang="en-US" sz="3000" b="1" dirty="0">
                <a:solidFill>
                  <a:schemeClr val="accent6">
                    <a:lumMod val="50000"/>
                  </a:schemeClr>
                </a:solidFill>
                <a:latin typeface="Calibri" pitchFamily="34" charset="0"/>
                <a:cs typeface="Calibri" pitchFamily="34" charset="0"/>
              </a:rPr>
              <a:t>C: </a:t>
            </a:r>
            <a:r>
              <a:rPr lang="en-US" sz="3000" b="1" kern="0" dirty="0" err="1">
                <a:latin typeface="Calibri" pitchFamily="34" charset="0"/>
                <a:ea typeface="Ebrima" pitchFamily="2" charset="0"/>
                <a:cs typeface="Calibri" pitchFamily="34" charset="0"/>
              </a:rPr>
              <a:t>Karthaavu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shushroosha</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kaikkondu</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ninte</a:t>
            </a:r>
            <a:r>
              <a:rPr lang="en-US" sz="3000" b="1" kern="0" dirty="0">
                <a:latin typeface="Calibri" pitchFamily="34" charset="0"/>
                <a:ea typeface="Ebrima" pitchFamily="2" charset="0"/>
                <a:cs typeface="Calibri" pitchFamily="34" charset="0"/>
              </a:rPr>
              <a:t> </a:t>
            </a:r>
          </a:p>
          <a:p>
            <a:pPr>
              <a:lnSpc>
                <a:spcPts val="3999"/>
              </a:lnSpc>
              <a:spcBef>
                <a:spcPts val="0"/>
              </a:spcBef>
            </a:pPr>
            <a:r>
              <a:rPr lang="en-US" sz="3000" b="1" kern="0" dirty="0" err="1">
                <a:latin typeface="Calibri" pitchFamily="34" charset="0"/>
                <a:ea typeface="Ebrima" pitchFamily="2" charset="0"/>
                <a:cs typeface="Calibri" pitchFamily="34" charset="0"/>
              </a:rPr>
              <a:t>praarthanayaal</a:t>
            </a:r>
            <a:r>
              <a:rPr lang="en-US" sz="3000" b="1" kern="0" dirty="0">
                <a:latin typeface="Calibri" pitchFamily="34" charset="0"/>
                <a:ea typeface="Ebrima" pitchFamily="2" charset="0"/>
                <a:cs typeface="Calibri" pitchFamily="34" charset="0"/>
              </a:rPr>
              <a:t> </a:t>
            </a:r>
            <a:r>
              <a:rPr lang="en-US" sz="3000" b="1" kern="0" dirty="0" err="1">
                <a:latin typeface="Calibri" pitchFamily="34" charset="0"/>
                <a:ea typeface="Ebrima" pitchFamily="2" charset="0"/>
                <a:cs typeface="Calibri" pitchFamily="34" charset="0"/>
              </a:rPr>
              <a:t>njangalhe</a:t>
            </a:r>
            <a:endParaRPr lang="en-US" sz="3000" b="1" kern="0" dirty="0">
              <a:latin typeface="Calibri" pitchFamily="34" charset="0"/>
              <a:ea typeface="Ebrima" pitchFamily="2" charset="0"/>
              <a:cs typeface="Calibri" pitchFamily="34" charset="0"/>
            </a:endParaRPr>
          </a:p>
          <a:p>
            <a:pPr>
              <a:lnSpc>
                <a:spcPts val="3999"/>
              </a:lnSpc>
              <a:spcBef>
                <a:spcPts val="0"/>
              </a:spcBef>
            </a:pPr>
            <a:r>
              <a:rPr lang="en-US" sz="3000" b="1" kern="0" dirty="0" err="1">
                <a:latin typeface="Calibri" pitchFamily="34" charset="0"/>
                <a:ea typeface="Ebrima" pitchFamily="2" charset="0"/>
                <a:cs typeface="Calibri" pitchFamily="34" charset="0"/>
              </a:rPr>
              <a:t>sahaayikku-maarraakatte</a:t>
            </a:r>
            <a:r>
              <a:rPr lang="en-US" sz="3000" b="1" kern="0" dirty="0">
                <a:latin typeface="Calibri" pitchFamily="34" charset="0"/>
                <a:ea typeface="Ebrima" pitchFamily="2" charset="0"/>
                <a:cs typeface="Calibri" pitchFamily="34" charset="0"/>
              </a:rPr>
              <a:t>. </a:t>
            </a:r>
          </a:p>
          <a:p>
            <a:pPr>
              <a:lnSpc>
                <a:spcPts val="3999"/>
              </a:lnSpc>
              <a:spcBef>
                <a:spcPts val="0"/>
              </a:spcBef>
            </a:pPr>
            <a:r>
              <a:rPr lang="en-US" sz="3000" b="1" kern="0" dirty="0">
                <a:latin typeface="Calibri" pitchFamily="34" charset="0"/>
                <a:ea typeface="Ebrima" pitchFamily="2" charset="0"/>
                <a:cs typeface="Calibri" pitchFamily="34" charset="0"/>
              </a:rPr>
              <a:t>Amen.</a:t>
            </a:r>
          </a:p>
        </p:txBody>
      </p:sp>
      <p:sp>
        <p:nvSpPr>
          <p:cNvPr id="4" name="TextBox 3">
            <a:extLst>
              <a:ext uri="{FF2B5EF4-FFF2-40B4-BE49-F238E27FC236}">
                <a16:creationId xmlns:a16="http://schemas.microsoft.com/office/drawing/2014/main" id="{C0EE38E1-5EEB-4918-EAE7-BACF6D4E7A73}"/>
              </a:ext>
            </a:extLst>
          </p:cNvPr>
          <p:cNvSpPr txBox="1"/>
          <p:nvPr/>
        </p:nvSpPr>
        <p:spPr>
          <a:xfrm>
            <a:off x="26504" y="4513447"/>
            <a:ext cx="12192000" cy="2021323"/>
          </a:xfrm>
          <a:prstGeom prst="rect">
            <a:avLst/>
          </a:prstGeom>
          <a:noFill/>
        </p:spPr>
        <p:txBody>
          <a:bodyPr wrap="square">
            <a:spAutoFit/>
          </a:bodyPr>
          <a:lstStyle/>
          <a:p>
            <a:pPr marL="403225" marR="0" lvl="0" indent="-403225" algn="l" rtl="0">
              <a:lnSpc>
                <a:spcPts val="38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P: </a:t>
            </a:r>
            <a:r>
              <a:rPr lang="en-US" sz="3000" b="1" i="1" u="none" strike="noStrike" cap="none" dirty="0">
                <a:solidFill>
                  <a:schemeClr val="dk1"/>
                </a:solidFill>
                <a:latin typeface="+mn-lt"/>
                <a:ea typeface="Calibri"/>
                <a:cs typeface="Times New Roman" panose="02020603050405020304" pitchFamily="18" charset="0"/>
                <a:sym typeface="Calibri"/>
              </a:rPr>
              <a:t>Pray for me, my brothers and sisters, weak and sinful as I am, that I may obtain mercy and help. Go in peace (</a:t>
            </a:r>
            <a:r>
              <a:rPr lang="en-US" sz="3000" b="1" u="none" strike="noStrike" cap="none" dirty="0">
                <a:solidFill>
                  <a:schemeClr val="dk1"/>
                </a:solidFill>
                <a:latin typeface="+mn-lt"/>
                <a:ea typeface="Calibri"/>
                <a:cs typeface="Times New Roman" panose="02020603050405020304" pitchFamily="18" charset="0"/>
                <a:sym typeface="Calibri"/>
              </a:rPr>
              <a:t>♰</a:t>
            </a:r>
            <a:r>
              <a:rPr lang="en-US" sz="3000" b="1" i="1" u="none" strike="noStrike" cap="none" dirty="0">
                <a:solidFill>
                  <a:schemeClr val="dk1"/>
                </a:solidFill>
                <a:latin typeface="+mn-lt"/>
                <a:ea typeface="Calibri"/>
                <a:cs typeface="Times New Roman" panose="02020603050405020304" pitchFamily="18" charset="0"/>
                <a:sym typeface="Calibri"/>
              </a:rPr>
              <a:t>) filled with gladness and rejoicing.</a:t>
            </a:r>
          </a:p>
          <a:p>
            <a:pPr marL="403225" marR="0" lvl="0" indent="-403225" algn="l" rtl="0">
              <a:lnSpc>
                <a:spcPts val="3800"/>
              </a:lnSpc>
              <a:spcBef>
                <a:spcPts val="0"/>
              </a:spcBef>
              <a:spcAft>
                <a:spcPts val="0"/>
              </a:spcAft>
              <a:buClr>
                <a:srgbClr val="000000"/>
              </a:buClr>
              <a:buSzPct val="100000"/>
              <a:buFont typeface="Arial"/>
              <a:buNone/>
            </a:pPr>
            <a:r>
              <a:rPr lang="en-US" sz="3000" b="1" i="1" u="none" strike="noStrike" cap="none" dirty="0">
                <a:solidFill>
                  <a:schemeClr val="accent6">
                    <a:lumMod val="50000"/>
                  </a:schemeClr>
                </a:solidFill>
                <a:latin typeface="+mn-lt"/>
                <a:ea typeface="Calibri"/>
                <a:cs typeface="Times New Roman" panose="02020603050405020304" pitchFamily="18" charset="0"/>
                <a:sym typeface="Calibri"/>
              </a:rPr>
              <a:t>C: </a:t>
            </a:r>
            <a:r>
              <a:rPr lang="en-US" sz="3000" b="1" i="1" u="none" strike="noStrike" cap="none" dirty="0">
                <a:solidFill>
                  <a:schemeClr val="dk1"/>
                </a:solidFill>
                <a:latin typeface="+mn-lt"/>
                <a:ea typeface="Calibri"/>
                <a:cs typeface="Times New Roman" panose="02020603050405020304" pitchFamily="18" charset="0"/>
                <a:sym typeface="Calibri"/>
              </a:rPr>
              <a:t>May the Lord accept Your ministration and help us by your prayers. Amen.</a:t>
            </a:r>
            <a:endParaRPr lang="en-US" sz="3000" b="1" i="1" u="none" strike="noStrike" cap="none" dirty="0">
              <a:solidFill>
                <a:schemeClr val="dk1"/>
              </a:solidFill>
              <a:latin typeface="+mn-lt"/>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FF7D5786-A100-6CBF-6793-BE63D20DAD5D}"/>
              </a:ext>
            </a:extLst>
          </p:cNvPr>
          <p:cNvSpPr txBox="1"/>
          <p:nvPr/>
        </p:nvSpPr>
        <p:spPr>
          <a:xfrm>
            <a:off x="0" y="3800825"/>
            <a:ext cx="12192000" cy="523220"/>
          </a:xfrm>
          <a:prstGeom prst="rect">
            <a:avLst/>
          </a:prstGeom>
          <a:solidFill>
            <a:schemeClr val="accent6">
              <a:lumMod val="50000"/>
            </a:schemeClr>
          </a:solidFill>
        </p:spPr>
        <p:txBody>
          <a:bodyPr wrap="square">
            <a:spAutoFit/>
          </a:bodyPr>
          <a:lstStyle/>
          <a:p>
            <a:pPr algn="ctr"/>
            <a:r>
              <a:rPr lang="en-US" sz="2800" b="1" dirty="0">
                <a:solidFill>
                  <a:srgbClr val="FDF3D1"/>
                </a:solidFill>
                <a:latin typeface="+mn-lt"/>
              </a:rPr>
              <a:t>Meaning</a:t>
            </a:r>
          </a:p>
        </p:txBody>
      </p:sp>
      <p:cxnSp>
        <p:nvCxnSpPr>
          <p:cNvPr id="6" name="Straight Connector 5">
            <a:extLst>
              <a:ext uri="{FF2B5EF4-FFF2-40B4-BE49-F238E27FC236}">
                <a16:creationId xmlns:a16="http://schemas.microsoft.com/office/drawing/2014/main" id="{59537760-2A5A-F9AD-E9A7-997F7162D7E8}"/>
              </a:ext>
            </a:extLst>
          </p:cNvPr>
          <p:cNvCxnSpPr>
            <a:cxnSpLocks/>
            <a:endCxn id="5" idx="0"/>
          </p:cNvCxnSpPr>
          <p:nvPr/>
        </p:nvCxnSpPr>
        <p:spPr>
          <a:xfrm>
            <a:off x="6096000" y="0"/>
            <a:ext cx="0" cy="380082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1673047"/>
      </p:ext>
    </p:extLst>
  </p:cSld>
  <p:clrMapOvr>
    <a:masterClrMapping/>
  </p:clrMapOvr>
  <p:transition spd="slow"/>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1">
            <a:extLst>
              <a:ext uri="{FF2B5EF4-FFF2-40B4-BE49-F238E27FC236}">
                <a16:creationId xmlns:a16="http://schemas.microsoft.com/office/drawing/2014/main" id="{7E8A049F-968A-4021-9A43-5D2A19802418}"/>
              </a:ext>
            </a:extLst>
          </p:cNvPr>
          <p:cNvSpPr txBox="1">
            <a:spLocks noGrp="1"/>
          </p:cNvSpPr>
          <p:nvPr>
            <p:ph type="title"/>
          </p:nvPr>
        </p:nvSpPr>
        <p:spPr>
          <a:xfrm>
            <a:off x="791897" y="3688089"/>
            <a:ext cx="4074059" cy="664847"/>
          </a:xfrm>
        </p:spPr>
        <p:txBody>
          <a:bodyPr vert="horz" lIns="91424" tIns="45718" rIns="91424" bIns="45718" numCol="1" rtlCol="0" anchor="b" anchorCtr="0" compatLnSpc="1">
            <a:prstTxWarp prst="textNoShape">
              <a:avLst/>
            </a:prstTxWarp>
            <a:normAutofit/>
          </a:bodyPr>
          <a:lstStyle/>
          <a:p>
            <a:pPr defTabSz="914218">
              <a:lnSpc>
                <a:spcPct val="90000"/>
              </a:lnSpc>
              <a:buClr>
                <a:schemeClr val="dk2"/>
              </a:buClr>
              <a:buSzPct val="25000"/>
              <a:defRPr/>
            </a:pPr>
            <a:r>
              <a:rPr lang="en-US" sz="3200" spc="700" dirty="0">
                <a:latin typeface="Bernard MT Condensed" panose="02050806060905020404" pitchFamily="18" charset="0"/>
                <a:sym typeface="Arial"/>
              </a:rPr>
              <a:t>Announcements</a:t>
            </a:r>
            <a:endParaRPr lang="en-US" sz="3200" i="1" spc="600" dirty="0">
              <a:effectLst>
                <a:outerShdw blurRad="38100" dist="38100" dir="2700000" algn="tl">
                  <a:srgbClr val="000000">
                    <a:alpha val="43137"/>
                  </a:srgbClr>
                </a:outerShdw>
              </a:effectLst>
              <a:latin typeface="Bernard MT Condensed" panose="02050806060905020404" pitchFamily="18" charset="0"/>
              <a:sym typeface="Arial"/>
            </a:endParaRPr>
          </a:p>
        </p:txBody>
      </p:sp>
      <p:pic>
        <p:nvPicPr>
          <p:cNvPr id="3" name="Picture 2">
            <a:extLst>
              <a:ext uri="{FF2B5EF4-FFF2-40B4-BE49-F238E27FC236}">
                <a16:creationId xmlns:a16="http://schemas.microsoft.com/office/drawing/2014/main" id="{12C235C6-7ADC-4EE6-8DBB-663994AFBF64}"/>
              </a:ext>
            </a:extLst>
          </p:cNvPr>
          <p:cNvPicPr>
            <a:picLocks noChangeAspect="1"/>
          </p:cNvPicPr>
          <p:nvPr/>
        </p:nvPicPr>
        <p:blipFill rotWithShape="1">
          <a:blip r:embed="rId3">
            <a:extLst>
              <a:ext uri="{28A0092B-C50C-407E-A947-70E740481C1C}">
                <a14:useLocalDpi xmlns:a14="http://schemas.microsoft.com/office/drawing/2010/main" val="0"/>
              </a:ext>
            </a:extLst>
          </a:blip>
          <a:srcRect l="13870" t="14655" r="49426" b="2906"/>
          <a:stretch/>
        </p:blipFill>
        <p:spPr>
          <a:xfrm>
            <a:off x="4891355" y="-8"/>
            <a:ext cx="7297597" cy="685800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p:spPr>
      </p:pic>
      <p:pic>
        <p:nvPicPr>
          <p:cNvPr id="2" name="Picture 1">
            <a:extLst>
              <a:ext uri="{FF2B5EF4-FFF2-40B4-BE49-F238E27FC236}">
                <a16:creationId xmlns:a16="http://schemas.microsoft.com/office/drawing/2014/main" id="{451DB1D5-819B-0346-C4BE-D86A71115E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55721" y="1519707"/>
            <a:ext cx="2343955" cy="2343955"/>
          </a:xfrm>
          <a:prstGeom prst="rect">
            <a:avLst/>
          </a:prstGeom>
        </p:spPr>
      </p:pic>
    </p:spTree>
    <p:extLst>
      <p:ext uri="{BB962C8B-B14F-4D97-AF65-F5344CB8AC3E}">
        <p14:creationId xmlns:p14="http://schemas.microsoft.com/office/powerpoint/2010/main" val="240458586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E5D2D-B192-434A-A16B-6470FD38ED9E}"/>
              </a:ext>
            </a:extLst>
          </p:cNvPr>
          <p:cNvSpPr>
            <a:spLocks noGrp="1"/>
          </p:cNvSpPr>
          <p:nvPr>
            <p:ph type="ctrTitle"/>
          </p:nvPr>
        </p:nvSpPr>
        <p:spPr/>
        <p:txBody>
          <a:bodyPr>
            <a:normAutofit/>
          </a:bodyPr>
          <a:lstStyle/>
          <a:p>
            <a:r>
              <a:rPr lang="en-US" sz="6600" dirty="0" err="1">
                <a:latin typeface="Algerian" panose="04020705040A02060702" pitchFamily="82" charset="0"/>
              </a:rPr>
              <a:t>DoxologY</a:t>
            </a:r>
            <a:endParaRPr lang="en-US" sz="6600" dirty="0">
              <a:latin typeface="Algerian" panose="04020705040A02060702" pitchFamily="82" charset="0"/>
            </a:endParaRPr>
          </a:p>
        </p:txBody>
      </p:sp>
      <p:sp>
        <p:nvSpPr>
          <p:cNvPr id="3" name="Subtitle 2">
            <a:extLst>
              <a:ext uri="{FF2B5EF4-FFF2-40B4-BE49-F238E27FC236}">
                <a16:creationId xmlns:a16="http://schemas.microsoft.com/office/drawing/2014/main" id="{7FF80612-ECCC-47F2-A7AD-982AE9C1586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6583808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
  <TotalTime>21935</TotalTime>
  <Words>15768</Words>
  <Application>Microsoft Office PowerPoint</Application>
  <PresentationFormat>Widescreen</PresentationFormat>
  <Paragraphs>1093</Paragraphs>
  <Slides>158</Slides>
  <Notes>74</Notes>
  <HiddenSlides>0</HiddenSlides>
  <MMClips>0</MMClips>
  <ScaleCrop>false</ScaleCrop>
  <HeadingPairs>
    <vt:vector size="6" baseType="variant">
      <vt:variant>
        <vt:lpstr>Fonts Used</vt:lpstr>
      </vt:variant>
      <vt:variant>
        <vt:i4>21</vt:i4>
      </vt:variant>
      <vt:variant>
        <vt:lpstr>Theme</vt:lpstr>
      </vt:variant>
      <vt:variant>
        <vt:i4>2</vt:i4>
      </vt:variant>
      <vt:variant>
        <vt:lpstr>Slide Titles</vt:lpstr>
      </vt:variant>
      <vt:variant>
        <vt:i4>158</vt:i4>
      </vt:variant>
    </vt:vector>
  </HeadingPairs>
  <TitlesOfParts>
    <vt:vector size="181" baseType="lpstr">
      <vt:lpstr>Kerala</vt:lpstr>
      <vt:lpstr>Calibri Light</vt:lpstr>
      <vt:lpstr>Montserrat</vt:lpstr>
      <vt:lpstr>Monotype Corsiva</vt:lpstr>
      <vt:lpstr>Malayalam MN</vt:lpstr>
      <vt:lpstr>Britannic Bold</vt:lpstr>
      <vt:lpstr>Algerian</vt:lpstr>
      <vt:lpstr>Lucida Handwriting</vt:lpstr>
      <vt:lpstr>MalayalamAbe</vt:lpstr>
      <vt:lpstr>Century Gothic</vt:lpstr>
      <vt:lpstr>Bernard MT Condensed</vt:lpstr>
      <vt:lpstr>Calibri</vt:lpstr>
      <vt:lpstr>Arial</vt:lpstr>
      <vt:lpstr>Söhne</vt:lpstr>
      <vt:lpstr>Roboto</vt:lpstr>
      <vt:lpstr>Times New Roman</vt:lpstr>
      <vt:lpstr>Ebrima</vt:lpstr>
      <vt:lpstr>Berlin Sans FB Demi</vt:lpstr>
      <vt:lpstr>Elephant</vt:lpstr>
      <vt:lpstr>ML-TTKarthika</vt:lpstr>
      <vt:lpstr>Shruti</vt:lpstr>
      <vt:lpstr>Office Theme</vt:lpstr>
      <vt:lpstr>1_Office Theme</vt:lpstr>
      <vt:lpstr>Mar Thoma Church Atlanta Holy Communion Service</vt:lpstr>
      <vt:lpstr>PowerPoint Presentation</vt:lpstr>
      <vt:lpstr>PowerPoint Presentation</vt:lpstr>
      <vt:lpstr>PowerPoint Presentation</vt:lpstr>
      <vt:lpstr>PowerPoint Presentation</vt:lpstr>
      <vt:lpstr>L|SglR Lnv&amp; Poe;SelH YelGjr cIJdgj)rjrkiG ulvrufk Selsh CkYCo&lt; ssds)lXd dmhjH Sulrlu[)gkxju SelH LmjulG)k\gagkxJmkd</vt:lpstr>
      <vt:lpstr>eliral; fjgkrl-a\j#nu[)k# YelGjrdX dgkndxj#l-rkdohU\j#luj&gt;ij)nSa dgknlrjPjul; Spil rJ aSrlzkn\lH pu svu&amp;nSa</vt:lpstr>
      <vt:lpstr>Shldsals)ujH rHigsaYf fodjujgj)k#k- TOSClSpil d{edgkn-dX)rkprik;c[fkfj- rjs# ijxjv&amp; rjrkilusg-Sdlesalqjv&amp;k rJ iJ!Sh^l</vt:lpstr>
      <vt:lpstr>K#feJA\jH c[fkfjulhkugk-#k#fSr-ilq[\s/MiX fR amjujH |jfalu[ rJ icjv&amp;Sh^l rlrl&gt;lz*xjH rjsRy cIc[fjuk; rjg/k; icj/j)</vt:lpstr>
      <vt:lpstr>egalGjjul; |lS~hj#lmk; rl|jR dlq[vuk; - LY~|l; fR~hjuk; ssds)l! sspiSa- aHYelGjr rJ ssds)l!k- aa ulvr rh[dJmnSa</vt:lpstr>
      <vt:lpstr>sixjikrjyE gfdSr-rjRsixjv&amp;; sdl![ TgkXilcjdxl; B*xj#k sixjv&amp;; dlnk#k cIGPc[FejflijR dfjSg SCl&gt;j/j) B*sx-T#k[</vt:lpstr>
      <vt:lpstr>SCl&gt; rjySEl glhu\jH icj)k# egjCkil  rjR plcgl; B*xksm pkG-vj% pkGS+l|;  Car; svu[ifj#j#Su&amp;l ijxj)k#k rjR rlas\</vt:lpstr>
      <vt:lpstr>e. ayjulajH rj#[ w}; Pgj)uk; Sul|#lSrlm[ alSalpJcl ssds)lXduk; svu[f B*xksm dG\lSiCk a[Cj|lSu, B*xksm SaH LrkYz|; svlgjunSa.</vt:lpstr>
      <vt:lpstr>w. cIGPc[Frlu ejflijsRy ]dekYfrk; ivrik; :uj B*xksm glwlilu dG\lSi rjs# B*X ekdq[\k;. cI&gt;li Yedlg; agnajh^l\irk; fsRy d{eulH cdh ark&lt;Ugksmuk; wJirk; gfu[)k; Si!j ijCki drUdayjulajH rj#k; w}; Pgjv&amp;[.</vt:lpstr>
      <vt:lpstr>w. S&gt;p; domlsf ark&lt;UekYfrluj - B*X)k Si!j YdoCj)s/M[ - fsRy agn\lH B*xksm agns\ vijMjs)l#irk; - ijCki YfjfI\jH Qgkirk;</vt:lpstr>
      <vt:lpstr>w. fsRy ejflijSrlmk; wJirk= fsRy ijCki yo|lSulmk;dosm- fkhUaluj i$j)s/M[ c[fkfj)s/-mk#irkalu B*xksm a[Cj|lfOkglSr - B*xksm th^ligksmSahk; dgkn svu&amp;nSa. :SaR.</vt:lpstr>
      <vt:lpstr>e. sspiSa, rJ egjCkirldk#k. w. ~hilSr, rJ egjCkirldk#k. e. agnajh^l\iSr, rJ                     egjCkirldk#k. w. B*X)k Si!j ♰ YdoCj)s/M a[Cj|l fOkglSr, B*Sxlmk dgkn svu&amp;nSa. </vt:lpstr>
      <vt:lpstr>dkyjSuhlujSTlR. dkyjSuhlujSTlR. dkyjSuhlujSTlR.</vt:lpstr>
      <vt:lpstr>eOShlc[ C^J|l &gt;lzUilR svlh^J - mk#krj*sx B*xyjujv&amp;sfSrU asxlgkiR i#yjujv&amp;lH ilrisr(jhkalpofR -flSrh[)k; c&gt;ujR Cle; ehfgakeSpC*xS|l elgjH akxv&amp;k eg)k#k - sspi\j#keSpC; sfl-Miclrj/jS/lR PrUR.</vt:lpstr>
      <vt:lpstr>e. ദൈവമായ കര്‍ത്താവേ, ഈ സമയത്തു തിരുസന്നിധിയില്‍ കഴിക്കുന്ന ഞങ്ങളുടെ പ്രാര്‍ത്ഥനകളും അപേക്ഷകളും കൈക്കൊള്ളണമേ - ഞങ്ങളുടെ കര്‍ത്താവും ദൈവവുമേ, നിന്‍റെയും ദിവ്യന്മാരായ നിന്‍റെ ശ്ലീഹന്മാരുടെ-യും, നിന്‍റെ വിശുദ്ധ സഭയുടെ ശില്പിയും പണിക്കാരനുമായപെ-ലൊസ് ശ്ലീഹായുടെയും കല്പനകളെ വെടിപ്പോടും വിശുദ്ധിയോടും കൂടെ ആചരിക്കാന്‍ എന്നേക്കും ഞങ്ങളെ യോഗ്യതയുള്ളവരാക്കേണമേ.  </vt:lpstr>
      <vt:lpstr> Ck. &gt;lzUilrlu... C^J|l... tqkfju ShDr\jH rj#k;. w. C^J|zlgksm Kmuirk c[fkfj. dG\lSi rjsRy ivr*sx fjgjv&amp;yjuk#fjrk B*X)k d{e rHdnSa.</vt:lpstr>
      <vt:lpstr>PowerPoint Presentation</vt:lpstr>
      <vt:lpstr>Ck. ഹാലേലുയ്യാ - ഉ -ഹാലേലുയ്യാ - സ്തുതിയാകുന്ന ബലികള്‍ കര്‍ത്താവിനു കഴിപ്പിന്‍, കാഴ്ചകള്‍ എടുത്തു തന്‍റെ വിശുദ്ധ മണ്ഡപങ്ങളില്‍ പ്രവേശിച്ചു തന്‍റെ വിശുദ്ധിയിന്‍ അലങ്കാരത്തില്‍ കര്‍ത്താവിനെ വന്ദിപ്പിന്‍. w. |lShhku&amp;l. </vt:lpstr>
      <vt:lpstr>e. (Qgk YelGjr) w. :SaR.</vt:lpstr>
      <vt:lpstr>Ck. cS|lpgSg rl; Lm)S\lmk; &gt;uS\lmk; in)S\lmk;  YCijv&amp;[...</vt:lpstr>
      <vt:lpstr> e. rj*Xs)h^liG)k; calPlrak !lujgj)sM. w. sspialu dG\lik rjsRy :vlSilmk dosm B*sxuk; SulzUfuk=igl)sM.  </vt:lpstr>
      <vt:lpstr>e. Shld\jrk wJirk; gfuk;...</vt:lpstr>
      <vt:lpstr> w. i#irk; igkilrjgj)k-#irkaluiR ilq[\s/M-irldk#k. r+ksm gfu[)luj  fs# Luv&amp; ejflijrk c[fkfj. fsRy LrkYz|*X rlsah^ligksmuk; SaH tS#)k; K!lujgj)sM.</vt:lpstr>
      <vt:lpstr>e. ijCki drUdayjulajH rj#k... w. LYedlg; B*X ijCIcjv&amp;k sdl!lmk#k.</vt:lpstr>
      <vt:lpstr>PowerPoint Presentation</vt:lpstr>
      <vt:lpstr>  e. rj*Xs)h^liG)k; calPlrak!lujgj)sM. w. rjsRy :vlSilmk dosmuk; K!lujgj)sM.</vt:lpstr>
      <vt:lpstr>PowerPoint Presentation</vt:lpstr>
      <vt:lpstr>sspi\jR ckijSC&lt;; -ijhafjuluk=fk- plr; T -ffjCu; zknSayJMk=f[ - SfSr)lX rh^ gc;- Lfjrk!k -rjC[vu; |lShhku&amp;l - K - |lShhku&amp;l ek&lt;[ean; - Q/ah^</vt:lpstr>
      <vt:lpstr>d{e f#jH ixgk# - :vlijfjR gcayjuk; pk:D; eo - !lvlik; cS%l&lt;; Yelej)k; - Tfk aoh; ijCIlcj Salvr; - Srmk#k |lShhku&amp;l - K - |lShhku&amp;l cIGPfh; Salpj)k;</vt:lpstr>
      <vt:lpstr>LfjCual; plr\jR rlFrlaJSClSu |{\j(H - SCl&gt;jv&amp;[ ]iRSzhjSulR gcs\uk; Lfjrk= ~hs\uk; Lmjulsg - Yz|j/jv&amp;[ |lShhku&amp;l - K - |lShhku&amp;l ckijSCS&lt; - rm\nSa</vt:lpstr>
      <vt:lpstr>elejdsx egShlsd - SvG/lR rHiqjuluj eqkfx ckijSC&lt;; dh[ejv&amp; gfdSr - elejdxl; B*xksm- aSiU rJ - tqk#=j |lShhku&amp;l - K - |lShhku&amp;l TO ivr; - ijx*j)</vt:lpstr>
      <vt:lpstr>gfdSr TO ivr; - gfu[)lu[ B*xksm |{pSu rJ - Ehj/jv&amp;[ TfjfjujH rjR LmjulG - cof[afulu[ rm/lrk; Salf\jH - igkilrk; |lShhku&amp;l - K - |lShhku&amp;l rJ d{erH-dJ-mnSa</vt:lpstr>
      <vt:lpstr>cfUlvlSi i#J-wJisRy ivrs\ -ele\lH - Tgkxlu - plcgksm |{pu\jH - pJes\S/lhl)j SCl&gt;j/j v&amp;mjulsg |lShhku&amp;l - K - |lShhku&amp;l ckijSCS&lt; - rm\nSa</vt:lpstr>
      <vt:lpstr>നിങ്കലേക്ക് അടുത്തു വരുവാനായിട്ട്   ലോകത്തിന്റെ - പ്രകാശമായ ഏവന്‍ഗേലിയോന്‍ ഞങ്ങള്‍ക്ക് തന്നവനായ കര്‍ത്താവേ, നിനക്ക് സ്തുതി - ഇപ്പോള്‍ നിന്റെ സുവിശേഷത്തില്‍ നിന്ന് ഞങ്ങള്‍ കേട്ടിരി ക്കുന്ന ജീവനുള്ള വചനങ്ങള്‍ നിമിത്തം നിന്നെ മഹത്വീകരിപ്പാന് ഞങ്ങളെ യോഗ്യതയുള്ളവരാക്കി  ത്തീർക്കണമേ   </vt:lpstr>
      <vt:lpstr>dG\lSi, rjS#l-mmk/lR ijCIsixjv&amp;al; ckijSC&lt;; rJ-f#fjrlH c[SflYf; rj#yjuj/jH rj-#kujGivr; SdX)ulH rjs#   a|fIJdgj/lR SulzUgl) B*sx</vt:lpstr>
      <vt:lpstr>PowerPoint Presentation</vt:lpstr>
      <vt:lpstr>KeSpC; Clcr - Cjf rJfjujh&gt;Ulc; TO ivr\lH LmjulG)[ h&gt;j/lR - d{euk=irlu - egaejflSi Siz; rJ yo|lulSh - LgkxJmnsa#k;</vt:lpstr>
      <vt:lpstr>Ck. ~lsyd[alG c[fOaR dlShlc[. w. dkyjSuhlujSTlR.</vt:lpstr>
      <vt:lpstr>                                  e. rlsah^ligk;... w. LrkYz|j)k#i-rlu dG\lSi, B*sx LrkYz|jv&amp;k B*sx c|luj)nSa. </vt:lpstr>
      <vt:lpstr>                                e. c[fkfjuk; Sc[flYfik;... w. :SaR.</vt:lpstr>
      <vt:lpstr>                                  e. rlsah^ligk;... w. LrkYz|j)k#-irlu dG\lSi, B*sx LrkYz|jv&amp;k B*sx c|luj)nSa. </vt:lpstr>
      <vt:lpstr>                                  e. rJfJdgj)k#irk; CkiJdgj)k#irk;... w. :SaR.</vt:lpstr>
      <vt:lpstr>e. (Qgk YelGjr) w. :SaR. e. dm*X)[ egj|lgik;... w. :SaR.</vt:lpstr>
      <vt:lpstr> e. ~h|Jrgk; elejdxk;... w. :SaR. </vt:lpstr>
      <vt:lpstr>e. egjCkirlu ekYfR egjCkirldk#k. w. :SaR. e. egjCkirlu yo|luk; egjCkirldk#k. w. :SaR.</vt:lpstr>
      <vt:lpstr>Ck. w[Blr; ijxjv&amp;k eyuk#k rlsah^ligk;. e. ejflilu,  cGi&amp;Cd[frlu... w. :dlC\jsRyuk; &gt;oajuksmuk; dlns/mk#iuk; dlns/ml\-iukalu cdh\jsRyuk; c{&lt;[mlikalu cssfUd sspi\jH B*X ijCIcj)k#k.</vt:lpstr>
      <vt:lpstr>e. sspi\jsRy ]d ekYfrk;- w. cGi&amp;Shld*X)k aksO ejflijH rj#k wrjv&amp;irk;- YedlC\jH rj#k= YedlCik; cfUsspi\jH rj#k= cfU-sspiik; wrjv&amp;irk; c{&lt;[mju-h^l\irk; ffI\jH ejflij-Srlm[ ]dfIak=irk; cdh c{&lt;[mj)k; akDl%galuirk;...</vt:lpstr>
      <vt:lpstr>w. ark&lt;Uglu B*X)k;  B*xksm gfu[)k; Si!j -cIGP\jH rj#k; Ty*j ijCki yo|lulH drUdayjulajH rj#k; w}; Pgjv&amp;[ ark&lt;Urluj -sel%jSulc[ eJhlS\lcjsRy rlxkdxjH B*X)k Si!j YdoCj)s/M[ d&lt;[mfurk&gt;ijv&amp;[ agjv&amp;[ Lm)s/M[ fjgk|jfYedlg; ao#l; pjic; KujGs\qkS#x[...</vt:lpstr>
      <vt:lpstr>w. cIGP\jSh)k dSgyj - fsRy ejflijsRy ih\k &gt;lz\j-gj)k#irk; Licl-rajh^l\ glwfIak=irk; wJijv&amp;jgj )k#isguk; agjv&amp;isguk; ijPj/lR fsRy a|lYe&gt;liS\lsm Trjuk; igkilrjgj)k#irkalu SuCk a[Cj|l :u ]d dG\lijhk; B*X ijCIcj)k#k.</vt:lpstr>
      <vt:lpstr>e. cdhs\uk; wJij/j)k# dG\lik;- w. ejflijH rj#k ekys/M[ - ejflijSrlmk; ekYfSrlmk; dosm i$j)s/M[ c[fkfj)s/mk#irk; - rj~Uzlgk; C^J|zlgk; akDl%g; c;clgjv&amp;irkalu wJirk; ijCkijukak= ]d yo|lujhk; - dlSflhjdik; Ls/lsc[- flhjdikalu ]d ijCki c&gt;ujhk; B*X ijCIcj)k#k.</vt:lpstr>
      <vt:lpstr>e. eleSalvr\jrk= alSalpJcl - w. Q#k alYfsa#k B*X ]xk eyEk[ - agjv&amp;igksm KujGs\-qkS#h[ejrk; - igkilrjgj)k# Shld\jsh ekfju wJirk; - B*X Srl)j/lG)kduk; svu&amp;k#k. :SaR. </vt:lpstr>
      <vt:lpstr>Ck. ~lsyd[alG c[fOaR dlShlc[. w. dkyjSuhlujSTlR.</vt:lpstr>
      <vt:lpstr>PowerPoint Presentation</vt:lpstr>
      <vt:lpstr>PowerPoint Presentation</vt:lpstr>
      <vt:lpstr>Sermon</vt:lpstr>
      <vt:lpstr>Prayer</vt:lpstr>
      <vt:lpstr>Prayer</vt:lpstr>
      <vt:lpstr>PowerPoint Presentation</vt:lpstr>
      <vt:lpstr>PowerPoint Presentation</vt:lpstr>
      <vt:lpstr>PowerPoint Presentation</vt:lpstr>
      <vt:lpstr>PowerPoint Presentation</vt:lpstr>
      <vt:lpstr>PowerPoint Presentation</vt:lpstr>
      <vt:lpstr>പ. എന്‍റെ സഹോദരരും പ്രീയപ്പെട്ടവരുമേ, ഈ ശുശ്രൂഷ കൈക്കൊ ള്ളപ്പെടുവാനായി എന്നോടുകൂടെ നിങ്ങളും പ്രാര്‍ത്ഥിപ്പിന്‍.</vt:lpstr>
      <vt:lpstr> w. dG\lSi, rjR ilfjhjH akMk#k -Lmju*X rj#lhu; SvG#j#k B*xrkYz|ajg)k#k- zknilSr rjR c-fU-\lH CkiJdgj) rJ B*sx</vt:lpstr>
      <vt:lpstr>  e. rj*Xs)h^liG)k; calPlrak!lujgj)sM. w. rjsRy :vlSilmk dosmuk; K!lujgj)sM.</vt:lpstr>
      <vt:lpstr>w. a[Cj|lfOkglsRy c[Sr|ik; calPlrik; cGi&amp;pl B*xksm TmujH icj)kalyldnSa</vt:lpstr>
      <vt:lpstr>Ck. cS|lpgSg, h&gt;jv&amp;jgj)k# TO ijCki calPlr\jrk SC&lt;; dgknuk= dG\lijsRy akOlsd r+ksm fhdsx rl; in)n;. </vt:lpstr>
      <vt:lpstr>  w. d{euk= B*xksm dG\lik; sspiikSa, fjgkc#jPjujH B*xksm fhdsx B*X in)k#k.</vt:lpstr>
      <vt:lpstr>e. (Qgk YelGjr) w. :SaR.</vt:lpstr>
      <vt:lpstr>Ck. cS|lpgSg rl; th^ligk; &gt;;zjSulmk; &gt;uS\lmk;...</vt:lpstr>
      <vt:lpstr>പ. പിതാവായ ദൈവത്തിന്‍റെ സ്നേഹവും ♰...  w. rjsRy :vlSilmk dosmuk; K!lujgj)sM.</vt:lpstr>
      <vt:lpstr>e. ejflilu sspi-\jsRy... w. sspialu dG\lijH Liuldk#k.</vt:lpstr>
      <vt:lpstr>  e. cGi&amp;c{&lt;[mjuksmuk;... w. cfUaluj SulzUik; rUluik; :dk#k.</vt:lpstr>
      <vt:lpstr>e. (Qgk YelGjr)</vt:lpstr>
      <vt:lpstr> w. :dlCik; &gt;oajuk; fsRy a|fI; sdl!k rjyEjgj)k# ~hilrlu sspi; fOkglR egjCkiR- egjCkiR- egjCkiR  K#f*xjH c[fkfj. dG\lijsRy fjgkrla\jH i#irk;, igkilrjgj)k#irk; ilq[\s/Mirldk#k - K#f*xjH c[fkfj.</vt:lpstr>
      <vt:lpstr>e. eleajh^l\iR... w. dG\lSi, rJ ilq[S\nSa.</vt:lpstr>
      <vt:lpstr>e. c[SflYf; svu[fk  ilq[\j... w. :SaR.</vt:lpstr>
      <vt:lpstr>e. LYedlg; fs#... w. dG\lSi, rJ ilq[S\nSa.</vt:lpstr>
      <vt:lpstr>   e. c[SflYf; svu[fk ilq[\j... w. :SaR.</vt:lpstr>
      <vt:lpstr>e. T*sr rj*X TO L/;...</vt:lpstr>
      <vt:lpstr>w. dG\lSi, rjsRy agns\ B*X QlG)k#k - rjsRy KujGs\qkS#h[ejsr B*X sdl!lmk#k - rjsRy g!las\ igijrluj B*X Srl)j/lG)kduk; svu&amp;k#k - rjsRy LrkYz|*X B*xksm th^ligksm Sahk; K!lujgjS)nSa.</vt:lpstr>
      <vt:lpstr>e. (Qgk YelGjr) </vt:lpstr>
      <vt:lpstr>w. cGi&amp;Cd[fjuk= ejflilu sspiSa, B*Sxlmk dgkn svSu&amp;nSa - sspialu dG\lSi, B*X rjs# c[fkfj)uk; ilq[\kduk; i$j)kduk; svu&amp;k#k - rh^iSr - puSfl#j, B*Sxlmk dgkn svu&amp;nsa#k rjS#lmk B*X LSefj)k#k.</vt:lpstr>
      <vt:lpstr>e. dG\lSi, B*Sxlmk K\gagkxj-sv&amp;Su&amp;nSa... w. dkyjSuhlujSTlR. dkyjSuhlujSTlR. dkyjSuhlujSTlR. </vt:lpstr>
      <vt:lpstr>e. (L/; ilq[\j svlh^k#k) w. :SaR. e. (iJEk ilq[\j svlh^k#k) w. :SaR.</vt:lpstr>
      <vt:lpstr>     e. (Qgk YelGjr) w. :SaR. </vt:lpstr>
      <vt:lpstr>PowerPoint Presentation</vt:lpstr>
      <vt:lpstr>PowerPoint Presentation</vt:lpstr>
      <vt:lpstr>PowerPoint Presentation</vt:lpstr>
      <vt:lpstr>PowerPoint Presentation</vt:lpstr>
      <vt:lpstr>  Ck. dG\lSi, ijCIlcjdxk;  cfUYdjc[fUlrjdxk; :u... w. dkyjSuhlujSTlR. </vt:lpstr>
      <vt:lpstr> Ck. sspialu dG\lSi, th^l &gt;gnlPj dlgjdX)k;... w. dkyjSuhlujSTlR. </vt:lpstr>
      <vt:lpstr>Ck. dG\lSi, &gt;oajujhk= cdh i;C*xjH rj#k;... w. dkyjSuhlujSTlR.  </vt:lpstr>
      <vt:lpstr> Ck. dG\lSi, rjDUlujhk;... w. dkyjSuhlujSTlR. </vt:lpstr>
      <vt:lpstr>Ck. dG\lSi, cfUijCIlc\jH agjv... w. dkyjSuhlujSTlR.   dkyjSuhlujSTlR. dkyjSuhlujSTlR.</vt:lpstr>
      <vt:lpstr>e. (Qgk YelGjr) w. :SaR.</vt:lpstr>
      <vt:lpstr>  e. rj*Xs)h^liG)k; calPlrak!lujgj)sM. w. rjsRy :vlSilmk dosmuk; K!lujgj)sM.</vt:lpstr>
      <vt:lpstr>                                          e. a|ls spiik;        r+ksm ♰... w. rjsRy :vlSilmk dosmuk; K!lujgj)sM.</vt:lpstr>
      <vt:lpstr>PowerPoint Presentation</vt:lpstr>
      <vt:lpstr>:GYpaSf - ilfjhjH akMk#k  |lShhku&amp;l - K - |lShhku&amp;l YelGjrujR rl psa*xksm ~lsyd[alG  dkyjSuhlujSTlR.</vt:lpstr>
      <vt:lpstr>:iCU\lH ulvj)k; |lShhku&amp;l - K - |lShhku&amp;l Lmjulsg rJ ijh)gksf ~lsyd[alG dkyjSuhlujSTlR.</vt:lpstr>
      <vt:lpstr>rjs# ijxj)k#k rludSr |lShhku&amp;l - K - |lShhku&amp;l rjR fknu[)lu[ ~h|JrG ~lsyd[alG  dkyjSuhlujSTlR.</vt:lpstr>
      <vt:lpstr>  rh^iSr SdMk ulvrdX |lShhku&amp;l - K -|lShhku&amp;l rHdnSa rjR dlgknU\lH ~lsyd[alG  dkyjSuhlujSTlR.</vt:lpstr>
      <vt:lpstr>  ഗുണവാനേ നിൻ വാതിലിൽ മുട്ടുന്നു യാചനയിൽ നാദം. നിന്നാശ്രിതരിൽ നിന്നയ്യോ മുടക്കരുതേ യാചന. കണ്ണീർ തൂdj വിളിച്ചവളാം ദോഷക്കാരി പൊറുതി പ്രാപിച്ചല്ലോ നിങ്കൽ നിന്നു. ഈശോ തന്നുടെ രക്തം കൊണ്ട് തുണച്ചീടുക നിൻ സഭമേൽ. പിഴച്ചെന്നു ഗ്രഹിച്ചു ഞങ്ങൾ തെറ്റുകളും അസംഖ്യമല്ലോ. നരസുതനേ നീ ദയ ചെയ്‌തു. മ്ലേച്ഛതയിൽ നിന്നു ഞങ്ങളെ ശുദ്ധീക്കരിക്ക ഇന്ന്.</vt:lpstr>
      <vt:lpstr>Ck. സകലത്തിന്‍റെയും ഉടയവനായ പിതാവായ ദൈവത്തെ നാം സ്തോത്രം ചെയ്കയും തന്‍റെ ഏകപുത്രനെ നാം വന്ദിക്കുകയും ജീവനും വിശുദ്ധിയുമുള്ള തന്‍റെ റൂഹായെ നാം സ്തുതിക്കയും ചെയ്യണം.   </vt:lpstr>
      <vt:lpstr> w. LrkYz|j)k#irlu dG\lSi rjsRy f{ss)u&amp;jH B*xksm wJisr B*X &gt;gSah[ejv&amp;[ LrkYz|*X Tg)k#k. rh^iSr pu Sfl#j B*Sxlmk dgkn svSu&amp;nSa.</vt:lpstr>
      <vt:lpstr>aiUc[F YelGjr</vt:lpstr>
      <vt:lpstr>    e. (Qgk YelGjr)  ...cIGPc[Frlu B*xksm ejflSi,  </vt:lpstr>
      <vt:lpstr>w. rjsRy rla; egjCkial)s/-SmnSa- rjsRy glwU; iSgnSa - rjsRy |jf; cIGP\jshS/lsh &gt;oajujhk; :SdnSa - B*X)k :iCUak= :|lg; T#k B*X-)k fSgnSa - B*xksm dm)lSglmk B*X fajv&amp;jgj)k#fk Selsh...</vt:lpstr>
      <vt:lpstr>w. B*xksm dm*xk; Spl&lt;*xk; B*Sxlmk; fajS)nSa B*sx egJfujSh)k YeSiCj/j)lsf B*sx pk&lt;[mrjH rj#k gfjv&amp;k sdlS=nsa t%ksdls!#lH glwUik; Cd[fjuk; a|fIik; tS#)k; rjr)k=fldk#k.  :SaR.</vt:lpstr>
      <vt:lpstr>e. (Qgk YelGjr) w. :SaR.</vt:lpstr>
      <vt:lpstr>e. rj*Xs)h^liG)k; calPlrak!lujgj)sM. w. rjsRy :vlSilmk dosmuk; K!lujgj)sM. LrkYz|j)k#-irlu B*xk-sm dG\lik; sspiikSa TO g|cU*sx ssds)l=k#fjrk akO[ fjgkc#jPjujH B*xksm fhdsx B*X വണക്കുന്നു.</vt:lpstr>
      <vt:lpstr>e. (Qgk YelGjr) w. :SaR.</vt:lpstr>
      <vt:lpstr>e. വിശുദ്ധിയുള്ളതും മഹത്വമുള്ളതും ♰... w. rjsRy :vlSilmk dosmuk; K!lujgj)sM ijCkijuk; a|fIik; K= YfjfISa B*Sxlmk dgkn svSu&amp;nSa.</vt:lpstr>
      <vt:lpstr> Ck. rl; :pgSilmk; &gt;u&gt;d[fjSulmk; domj cofj)n;. w. dG\lSi puSfl#j B*xksmSaH LrkYz|; svlgjunsa.</vt:lpstr>
      <vt:lpstr>e. TO ijCkifdX ijCkijuk; simj/k; K=iG)k alYf; rHds/-mk#k. w. td ejflik egjCkirldk#k, td ekYfR  egjCkirldk#k, td yo|luk; egjCkirldk#k :SaR - ~lsyd[alG.</vt:lpstr>
      <vt:lpstr>e. ejflijrk; ekYfrk; egjCkiyo|lu[)k; c[fkfj. w. :pjakfH ts#S#)k; LiG Q#kfs# :dk#k. :SaR.</vt:lpstr>
      <vt:lpstr>e. fsRy dgknulH... w. :SaR. e. fsRy fjgkSarjuksm...  w. :SaR. </vt:lpstr>
      <vt:lpstr>e. K!lufk; K!ldk#fkalu...  w. :SaR.</vt:lpstr>
      <vt:lpstr>sspickfG rlalujmkilR-wJijdxluj rm#S/lX - KeSpCjv&amp;jMk=igl; eknU ejfl)sx- YelGjr dlq[vdsxls)ujhk; QlG\isg ej%kmSgn;</vt:lpstr>
      <vt:lpstr>sspi-ckfR Lisg SalSf-Lrkdohal)k; rlFl -LrkYz|jsv&amp;*sx fknSu[)nSa. dkyjSuhlujSTlR. dkyjSuhlujSTlR. dkyjSuhlujSTlR.</vt:lpstr>
      <vt:lpstr>e. tsRy cS|lpggk; ilrhUak=igkSa trj)k Si!j YelGjj/jR ejflik a)Sxlmk dgkn svu&amp;k#Yedlg; dG\lik fs# &gt;us/mk#iSglmk dgkn svu&amp;k#k. w. ark&lt;UsRy pjic*X ekh^k Selshuldk#k iuhjsh ek&lt;[e; Selsh LiR akxu[)k#k. ~lsyd[alG.</vt:lpstr>
      <vt:lpstr>e. ejflijrk; ekYfrk; egjCkiyo|lu[)k;  c[fkfj. w. :pjakfH t#S#)k; fs#. :SaR.</vt:lpstr>
      <vt:lpstr>rjR Cgn-\jH a{fgl; rj#mjulsg-rjR-wJi cIg;  eykpJclujSh)knG\kSOlX -B*sxuk; rJ QlGS)nSa c[fOsaRdlShlc[ -dkyjSuhlujSTlR.</vt:lpstr>
      <vt:lpstr> rjR dh[erulH agn; LPjdlg; svu[fk rj#kujG/lhfk alEfjrlH rjr)lu[ Sc[flYf;   th^l rlik; rjr)k Sc[flYf; LG/jv&amp;jmkSa, :pl; ckfsg SvG\jmkSilSr LrkYz|j).</vt:lpstr>
      <vt:lpstr>w. cI% agn\lH - B*X)[ wJiR rHdju sspiekYfl - B*X C~[pakuG\j, rjr)k c[fkfj elmkilR aHjH rj#k B*sx KujGs\qkS#h[ej-S)nSa ejflik; ekYfrk; egjCkiyo|luk; :u sspi; i$Urk; c[fkfUrk; :dk#k - :pjakfH fhaky fhakyiSg)k; frj)k c[fkfj.  |l-Sh-hk-u&amp;l.</vt:lpstr>
      <vt:lpstr>e. B*xksm gfu[-)luj i#irk;... w. :SaR.</vt:lpstr>
      <vt:lpstr>e. Sspialu dG\lSi...  w. :SaR.</vt:lpstr>
      <vt:lpstr>e. a|lsspiik; r+ksm gfjflik;... </vt:lpstr>
      <vt:lpstr> w. :SaR. B*xksm dG\lSi -B*Sxlmk dgkn svSu&amp;nSa.  B*xksm dG\lSi - pu Sfl#j B*Sxlmk dgkn svu&amp;nSa. B*xksm dG\lSi -K\gagkxj B*Sxlmk dgkn svSu&amp;nSa - B*xksm dG\lSi, rjr)k c[fkf- B*xksm dG\lSi rjr)k c[fkfj - tS#)k; B*xksm CgnikSa rjr)k c[fkfj |lShhku&amp;l.</vt:lpstr>
      <vt:lpstr> e. dm*xksm egj|lg\jrk;...  w. :SaR.</vt:lpstr>
      <vt:lpstr>PowerPoint Presentation</vt:lpstr>
      <vt:lpstr>e. B*xksm dG\lik; B*xksm sspiikSa... </vt:lpstr>
      <vt:lpstr>w. &gt;oShld; akqkirk; rjs# akMkdk\j i$j)k; -  cdh rlik; rjsRy rla\jrk Sc[flYf; svu&amp;k; - agjv&amp;isg KujGs\qk-S#Hej)k#irk; Ligksm YefUlCuk; rJ :d sdl![ B*Sxlmk= rjsRy d{eu[)luj B*X rjs# c[fkfj)k#k.</vt:lpstr>
      <vt:lpstr>e. dG\lSi, cIGzJualu... w. :SaR.</vt:lpstr>
      <vt:lpstr>  e. rj*Xs)h^liG)k; calPlrak!lujgj)sM. </vt:lpstr>
      <vt:lpstr> w. LrkYz|j)k#irlu B*xksm dG\lik; sspiikSa - fjgkCgJg gd[f*sx ssds)l!fjsRy SC&lt;; - fjgkc#jPjujH B*xksm fhdsx B*X in)k#k.</vt:lpstr>
      <vt:lpstr>e. ark&lt;U iGz[z\jsRy... w. :SaR. ~lsyd[alG.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 dG\lSi, fjgkc#jPjujH CkYCo&lt; svu[f rjsRy plcsRy YelGjrdxk; LSefdxk; ssds)l![ - rjsRy Tmiduksm dkx*X faj)nSa. dG\lSi, rjsRy ilq[ikdX)k; LrkYz|*X)k; B*sx SulzUfuk=igl)j rjsRy calPlrS\lsm B*sx Lu)nSa. </vt:lpstr>
      <vt:lpstr>                                     e. cS|lpgJ cS|lpgRalgk; ♰... w. :SaR.</vt:lpstr>
      <vt:lpstr>e. pogc[Fgk; caJec[Fgk; ♰... w.  :SaR.</vt:lpstr>
      <vt:lpstr>e. ~h|Jrrk;  elejukalu ♰... w. dG\lik rjsRy CkYCo&lt; ssds)l![ rjsRy YelGjrulH B*sx c|luj)k-alyldsM :SaR.</vt:lpstr>
      <vt:lpstr>Announcements</vt:lpstr>
      <vt:lpstr>DoxologY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 Thoma Church Atlanta Holy Communion Service</dc:title>
  <dc:creator>Abraham John</dc:creator>
  <cp:lastModifiedBy>Josh J</cp:lastModifiedBy>
  <cp:revision>51</cp:revision>
  <cp:lastPrinted>2024-04-16T12:10:14Z</cp:lastPrinted>
  <dcterms:created xsi:type="dcterms:W3CDTF">2020-12-13T04:12:14Z</dcterms:created>
  <dcterms:modified xsi:type="dcterms:W3CDTF">2025-02-24T16:23:09Z</dcterms:modified>
</cp:coreProperties>
</file>