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9" r:id="rId2"/>
    <p:sldId id="274" r:id="rId3"/>
    <p:sldId id="276" r:id="rId4"/>
    <p:sldId id="277" r:id="rId5"/>
    <p:sldId id="278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EE48-F62D-4FDC-A6BA-1969BD610BB7}" type="datetimeFigureOut">
              <a:rPr lang="en-US" smtClean="0"/>
              <a:pPr/>
              <a:t>11/27/2018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31513-A23F-4FBE-8485-544ABF5B970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en-US" sz="1200" b="1">
                <a:cs typeface="Kartika" pitchFamily="18" charset="0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31513-A23F-4FBE-8485-544ABF5B970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en-US" sz="1200" b="1">
                <a:cs typeface="Kartika" pitchFamily="18" charset="0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31513-A23F-4FBE-8485-544ABF5B970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26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en-US" sz="1200" b="1">
                <a:cs typeface="Kartika" pitchFamily="18" charset="0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31513-A23F-4FBE-8485-544ABF5B970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25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br>
              <a:rPr lang="en-US" sz="1200" b="1">
                <a:cs typeface="Kartika" pitchFamily="18" charset="0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31513-A23F-4FBE-8485-544ABF5B970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03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11C21-0975-4A5C-849C-464FF921C27B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EC718-D7C3-4926-99D5-4C8E819952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A1E0A-73F2-47C3-967B-E57063861E6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36387-CAE5-4D74-AEF1-41B55EE336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D5829-1629-4428-8999-8F5F5E5E8A6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B000-2621-4B8F-BC62-56F1B0DD18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1EAD5-7202-4445-B3B7-6919C3C8A52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D3ED3-A62E-4B07-9AF4-08E657B81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8E8AB-9C6B-4A94-A273-F83552CC4AB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2D7C4-58A3-4807-9BEB-A7DDEAC3EB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0640A-476E-426C-853C-7D0E7EDE338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7B6A7-8537-46D7-9E1D-A8D384680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1308E-BAED-4231-8870-0B19291F4C2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1054-9F91-4D7D-80C8-A069937C83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D0D93-37E7-4407-AA53-FAFEBF6CCB3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B7B-2745-4DB7-890F-246E5F74B9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1CD22-959A-4A1F-8CFA-6A7262BE427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97588-F792-46A7-891B-178A5860CE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C3873-6764-4F18-9743-4C9DEF053D9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82888-CFEE-4C1F-9EC2-0FF8B0E893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36A1F-C8EE-4FC1-BC7A-BD357DCACE3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35C9F-FC1A-4DA0-AD44-6DE3F9C9D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8B91117-BB10-4233-AB5C-FB8A51D78F7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9EBDF2-6D7B-4919-B25D-F31BC3839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F3CC-F795-4B4E-881C-C8D413C7D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പുതു വത്സരത്തിൻ പിറവിയിൽ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E96B1-4D8E-4AE9-8B32-47EC4F6E2F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Puthu </a:t>
            </a:r>
            <a:r>
              <a:rPr lang="en-US" sz="4000" b="1" dirty="0" err="1">
                <a:solidFill>
                  <a:srgbClr val="002060"/>
                </a:solidFill>
              </a:rPr>
              <a:t>valsarathin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piraviyil</a:t>
            </a:r>
            <a:endParaRPr lang="en-US" sz="4000" b="1" dirty="0">
              <a:solidFill>
                <a:srgbClr val="002060"/>
              </a:solidFill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241705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371600"/>
            <a:ext cx="11963400" cy="2743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പുതു വത്സരത്തിൻ പിറവിയിൽ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പിമ്പിലുള്ളതെല്ലാം പോയ്മറഞ്ഞു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പുതുതാക്കി തീർക്കാം പുരാണ കാര്യങ്ങൾ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പുകഴ്ത്താം കർത്താവേ പുതുനാവാൽ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3460F-A9BA-43BD-AC87-2BCBA68177F9}"/>
              </a:ext>
            </a:extLst>
          </p:cNvPr>
          <p:cNvSpPr txBox="1"/>
          <p:nvPr/>
        </p:nvSpPr>
        <p:spPr>
          <a:xfrm>
            <a:off x="0" y="609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E54A9-82C0-4983-BA10-1BC8ED781865}"/>
              </a:ext>
            </a:extLst>
          </p:cNvPr>
          <p:cNvSpPr txBox="1"/>
          <p:nvPr/>
        </p:nvSpPr>
        <p:spPr>
          <a:xfrm>
            <a:off x="228600" y="3907303"/>
            <a:ext cx="11963400" cy="2582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Puthu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valsarathin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piraviyil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Pimbilullhathellaam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poi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maranju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Puthuthaakki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theerkkaan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puraanha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kaaryangalh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Pukazhthum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Karthaavey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puthunaavaal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219200"/>
            <a:ext cx="11963400" cy="2743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ഈയാണ്ടു കാക്കണേ ഈ ദേശത്തെ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ഈ ലോക ബാധയാൽ ഇളകാതെ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ഈശോ കൃപ നൽകി ഈശൻ വിശ്വാസത്തെ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ഈയടിയാർക്കെല്ലം ഈടാക്കണേ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3460F-A9BA-43BD-AC87-2BCBA68177F9}"/>
              </a:ext>
            </a:extLst>
          </p:cNvPr>
          <p:cNvSpPr txBox="1"/>
          <p:nvPr/>
        </p:nvSpPr>
        <p:spPr>
          <a:xfrm>
            <a:off x="0" y="609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E54A9-82C0-4983-BA10-1BC8ED781865}"/>
              </a:ext>
            </a:extLst>
          </p:cNvPr>
          <p:cNvSpPr txBox="1"/>
          <p:nvPr/>
        </p:nvSpPr>
        <p:spPr>
          <a:xfrm>
            <a:off x="228600" y="3907303"/>
            <a:ext cx="11963400" cy="2582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Eeyaandu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kaakkanhey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dèshaththey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lôka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baadhayaal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ilhakaathey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Eesho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vishwaasaththey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Eeyadiyaarkkellaam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eedaakkanhey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71212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219200"/>
            <a:ext cx="11963400" cy="2743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വരും കാലങ്ങളെ വല്ലഭനേ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വശക്കേടില്ലാതെ വഹിച്ചീടാൻ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വല്ലഭൻ ദൈവമേ വശംനീ തരിക 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വലിയ പാപങ്ങൾ വഹിച്ചോനെ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3460F-A9BA-43BD-AC87-2BCBA68177F9}"/>
              </a:ext>
            </a:extLst>
          </p:cNvPr>
          <p:cNvSpPr txBox="1"/>
          <p:nvPr/>
        </p:nvSpPr>
        <p:spPr>
          <a:xfrm>
            <a:off x="0" y="609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E54A9-82C0-4983-BA10-1BC8ED781865}"/>
              </a:ext>
            </a:extLst>
          </p:cNvPr>
          <p:cNvSpPr txBox="1"/>
          <p:nvPr/>
        </p:nvSpPr>
        <p:spPr>
          <a:xfrm>
            <a:off x="228600" y="3907303"/>
            <a:ext cx="11963400" cy="2582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Varum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kaalangalhey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vallabhaney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Vashakkèdillaathey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vahichcheedaan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Vallabhan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tharika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Valiya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paapangalh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vahichchoney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44522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219200"/>
            <a:ext cx="11963400" cy="2743200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എന്നേക്കും മഹത്വം ഏകപിതാ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എന്നേക്കും മഹത്വം ഏകസുതാ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എന്നേക്കുമേ ഏവം ഭവിക്കട്ടെ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ഏകാത്മാവായോന്നും ഏറ്റം സ്തുതി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3460F-A9BA-43BD-AC87-2BCBA68177F9}"/>
              </a:ext>
            </a:extLst>
          </p:cNvPr>
          <p:cNvSpPr txBox="1"/>
          <p:nvPr/>
        </p:nvSpPr>
        <p:spPr>
          <a:xfrm>
            <a:off x="0" y="6096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E54A9-82C0-4983-BA10-1BC8ED781865}"/>
              </a:ext>
            </a:extLst>
          </p:cNvPr>
          <p:cNvSpPr txBox="1"/>
          <p:nvPr/>
        </p:nvSpPr>
        <p:spPr>
          <a:xfrm>
            <a:off x="228600" y="3907303"/>
            <a:ext cx="11963400" cy="2582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Ennekum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Pithaa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Ennekum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Suthaa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ennekumey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evam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bhavikkattey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Ekaathmavaayonum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ettam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sthuthi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734158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86</Words>
  <Application>Microsoft Office PowerPoint</Application>
  <PresentationFormat>Widescreen</PresentationFormat>
  <Paragraphs>38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420 പുതു വത്സരത്തിൻ പിറവിയിൽ</vt:lpstr>
      <vt:lpstr>പുതു വത്സരത്തിൻ പിറവിയിൽ പിമ്പിലുള്ളതെല്ലാം പോയ്മറഞ്ഞു  പുതുതാക്കി തീർക്കാം പുരാണ കാര്യങ്ങൾ പുകഴ്ത്താം കർത്താവേ പുതുനാവാൽ</vt:lpstr>
      <vt:lpstr>ഈയാണ്ടു കാക്കണേ ഈ ദേശത്തെ  ഈ ലോക ബാധയാൽ ഇളകാതെ  ഈശോ കൃപ നൽകി ഈശൻ വിശ്വാസത്തെ ഈയടിയാർക്കെല്ലം ഈടാക്കണേ </vt:lpstr>
      <vt:lpstr>വരും കാലങ്ങളെ വല്ലഭനേ  വശക്കേടില്ലാതെ വഹിച്ചീടാൻ  വല്ലഭൻ ദൈവമേ വശംനീ തരിക   വലിയ പാപങ്ങൾ വഹിച്ചോനെ</vt:lpstr>
      <vt:lpstr>എന്നേക്കും മഹത്വം ഏകപിതാ  എന്നേക്കും മഹത്വം ഏകസുതാ  എന്നും എന്നേക്കുമേ ഏവം ഭവിക്കട്ടെ  ഏകാത്മാവായോന്നും ഏറ്റം സ്തുതി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Puthuvalsarathin piraviyil</dc:title>
  <dc:creator>Digital Input:;Digital Input;GM JOHN</dc:creator>
  <cp:lastModifiedBy>Acsah Mathews</cp:lastModifiedBy>
  <cp:revision>251</cp:revision>
  <dcterms:created xsi:type="dcterms:W3CDTF">2013-04-19T09:19:07Z</dcterms:created>
  <dcterms:modified xsi:type="dcterms:W3CDTF">2018-11-27T14:53:18Z</dcterms:modified>
</cp:coreProperties>
</file>