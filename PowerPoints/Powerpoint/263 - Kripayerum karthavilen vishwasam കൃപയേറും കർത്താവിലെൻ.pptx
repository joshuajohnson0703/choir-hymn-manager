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3" r:id="rId3"/>
    <p:sldId id="276" r:id="rId4"/>
    <p:sldId id="277" r:id="rId5"/>
    <p:sldId id="280" r:id="rId6"/>
    <p:sldId id="278" r:id="rId7"/>
    <p:sldId id="281" r:id="rId8"/>
    <p:sldId id="279" r:id="rId9"/>
    <p:sldId id="28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>
      <p:cViewPr varScale="1">
        <p:scale>
          <a:sx n="43" d="100"/>
          <a:sy n="43" d="100"/>
        </p:scale>
        <p:origin x="66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F3895-3EE7-4F21-BE1D-3E43DB9F8EB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DD9F4-62E4-4DBC-92A0-492CA8A15B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1D1247-7D17-429A-9172-D0495058907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4F243-29FE-4C11-9731-FA48FD5D5E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7255D-DEE2-4C04-92A7-30560F03C85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66EC7-7780-4E7B-A47F-6915ABBD3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F7093-3B08-45AB-8E5C-936511AE8AE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3D9E7-4F30-41DF-B283-3C277ABCF6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10C36-187B-47D8-BB3D-5D0F6F8C3D6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292E-C94F-4443-8BA3-68EF45E546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49EA5-ED43-4117-A6EE-DC4765C542B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F92DA-BC27-4C5E-8994-F1C8FA53D2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4C173-23AC-407F-80E9-23F86B3D3DF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94BA3-B238-401D-93F2-5DBFEB1CFC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FFE0-997C-48F9-B077-A17651D2E5A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2580E-C5F8-46AC-9912-539928C31A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2A635-C1F0-4578-931F-9D0E2637AC1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E9686-494C-4FBC-A61F-215E630F42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60BC3F-92C9-4B7E-907E-9B0FBDA056C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18889-5509-487A-9A97-61CF52C026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FC318-AB1D-434F-A184-117F312972A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0FF7D4-5EF6-4AB7-982D-91002E4D1F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D14C004-1698-4666-977D-8960555932F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9F0602B-9F93-419E-BA95-4A1CCE8B85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4939A-8070-4A56-B4FA-43B2E92BF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7"/>
            <a:ext cx="12192000" cy="1470025"/>
          </a:xfrm>
        </p:spPr>
        <p:txBody>
          <a:bodyPr/>
          <a:lstStyle/>
          <a:p>
            <a:r>
              <a:rPr lang="en-US" dirty="0"/>
              <a:t>263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കൃപയേറും കർത്താവിലെൻ വിശ്വാസം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CCD5E-8EF2-4CFA-B111-A5613454F8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Kripayèrum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Karthaavilen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vishwaasam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0269216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990600" y="1066800"/>
            <a:ext cx="11201400" cy="25146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  <a:tab pos="7381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കൃപയേറും കർത്താവിലെൻ വിശ്വാസം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അതിനാൽ ഹൃദിയെന്തു നല്ലാശ്വാസം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ദുരിതങ്ങൾ നിറയുമീ ഭൂവാസം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കൃപയാൽ മനോഹരമായ്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3C5F8-CD1A-4C0C-983F-318A331794B1}"/>
              </a:ext>
            </a:extLst>
          </p:cNvPr>
          <p:cNvSpPr/>
          <p:nvPr/>
        </p:nvSpPr>
        <p:spPr>
          <a:xfrm>
            <a:off x="26020" y="3728683"/>
            <a:ext cx="107181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Kripayèrum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Karthaavilen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Athinaal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hridiyenthu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nallaashwaasam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Durithangalh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nirayumee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bhoovaasam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7F3A5-BEE1-45DE-922E-10B182F2D135}"/>
              </a:ext>
            </a:extLst>
          </p:cNvPr>
          <p:cNvSpPr txBox="1"/>
          <p:nvPr/>
        </p:nvSpPr>
        <p:spPr>
          <a:xfrm>
            <a:off x="26020" y="333168"/>
            <a:ext cx="121659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6020" y="765259"/>
            <a:ext cx="12165980" cy="251460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465138" algn="l"/>
                <a:tab pos="738188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 കൃപയൊന്നെന്നാശ്രയമായ് - ഹല്ലേലുയാ!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 കൃപയൊന്നെന്നാനന്ദമായ്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വൈരികൾ വന്നാലും എതിരുയർന്നാലും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കൃപമതിയെന്നാളും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3C5F8-CD1A-4C0C-983F-318A331794B1}"/>
              </a:ext>
            </a:extLst>
          </p:cNvPr>
          <p:cNvSpPr/>
          <p:nvPr/>
        </p:nvSpPr>
        <p:spPr>
          <a:xfrm>
            <a:off x="0" y="371195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kripayonnenn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aashrayamaai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yonnen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aanandamaai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Vairikalh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ethiruyarnnaalum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yennaalhum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25488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990600" y="1066800"/>
            <a:ext cx="11201400" cy="25146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  <a:tab pos="738188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ബലഹീനതയിൽ നല്ല ബലമേകും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മരുഭൂമിയിലാനന്ദ തണലാകും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ഇരുൾ പാതയിലനുദിനമൊളി നൽകും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കൃപയൊന്നെന്നാശ്രയമായ്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3C5F8-CD1A-4C0C-983F-318A331794B1}"/>
              </a:ext>
            </a:extLst>
          </p:cNvPr>
          <p:cNvSpPr/>
          <p:nvPr/>
        </p:nvSpPr>
        <p:spPr>
          <a:xfrm>
            <a:off x="26020" y="3728683"/>
            <a:ext cx="107181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Belaheenathayil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belamèkum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Marubhoomiyilaananda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thanhalaakum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Irulh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paathayilanudina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molhinalkum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yonnennaashrayamaai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7F3A5-BEE1-45DE-922E-10B182F2D135}"/>
              </a:ext>
            </a:extLst>
          </p:cNvPr>
          <p:cNvSpPr txBox="1"/>
          <p:nvPr/>
        </p:nvSpPr>
        <p:spPr>
          <a:xfrm>
            <a:off x="26020" y="333168"/>
            <a:ext cx="121659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555255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6020" y="765259"/>
            <a:ext cx="12165980" cy="251460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465138" algn="l"/>
                <a:tab pos="738188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 കൃപയൊന്നെന്നാശ്രയമായ് - ഹല്ലേലുയാ!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 കൃപയൊന്നെന്നാനന്ദമായ്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വൈരികൾ വന്നാലും എതിരുയർന്നാലും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കൃപമതിയെന്നാളും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3C5F8-CD1A-4C0C-983F-318A331794B1}"/>
              </a:ext>
            </a:extLst>
          </p:cNvPr>
          <p:cNvSpPr/>
          <p:nvPr/>
        </p:nvSpPr>
        <p:spPr>
          <a:xfrm>
            <a:off x="0" y="371195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kripayonnenn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aashrayamaai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yonnen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aanandamaai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Vairikalh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ethiruyarnnaalum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yennaalhum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23179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990600" y="1066800"/>
            <a:ext cx="11201400" cy="25146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  <a:tab pos="7381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താഴ്ചയിലവനെന്നെ ഓർത്തല്ലോ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ഘോരവൈരിയിൻ ബലമവൻ തകർത്തല്ലോ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 കൈകളിലവനെന്നെ ചേർത്തല്ലോ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സ്തോത്രഗീതം പാടിടും ഞാൻ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3C5F8-CD1A-4C0C-983F-318A331794B1}"/>
              </a:ext>
            </a:extLst>
          </p:cNvPr>
          <p:cNvSpPr/>
          <p:nvPr/>
        </p:nvSpPr>
        <p:spPr>
          <a:xfrm>
            <a:off x="26020" y="3728683"/>
            <a:ext cx="107181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thaazhchayil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orthallo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Ghôra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vairiyin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belamavan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thakarthallo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kaikalhil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chèrthallo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7F3A5-BEE1-45DE-922E-10B182F2D135}"/>
              </a:ext>
            </a:extLst>
          </p:cNvPr>
          <p:cNvSpPr txBox="1"/>
          <p:nvPr/>
        </p:nvSpPr>
        <p:spPr>
          <a:xfrm>
            <a:off x="26020" y="333168"/>
            <a:ext cx="121659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506957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6020" y="765259"/>
            <a:ext cx="12165980" cy="251460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465138" algn="l"/>
                <a:tab pos="738188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 കൃപയൊന്നെന്നാശ്രയമായ് - ഹല്ലേലുയാ!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 കൃപയൊന്നെന്നാനന്ദമായ്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വൈരികൾ വന്നാലും എതിരുയർന്നാലും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കൃപമതിയെന്നാളും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3C5F8-CD1A-4C0C-983F-318A331794B1}"/>
              </a:ext>
            </a:extLst>
          </p:cNvPr>
          <p:cNvSpPr/>
          <p:nvPr/>
        </p:nvSpPr>
        <p:spPr>
          <a:xfrm>
            <a:off x="0" y="371195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kripayonnenn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aashrayamaai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yonnen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aanandamaai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Vairikalh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ethiruyarnnaalum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yennaalhum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75284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990600" y="1066800"/>
            <a:ext cx="11201400" cy="2514600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  <a:tab pos="7381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പ്രതികൂലങ്ങൾ  അനവധി വന്നാലും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അനുകൂലമെനിക്കവനെന്നാളും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തിരുജീവനെത്തന്നവനിനിമേലും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കൃപയാൽ നടത്തുമെന്നെ	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3C5F8-CD1A-4C0C-983F-318A331794B1}"/>
              </a:ext>
            </a:extLst>
          </p:cNvPr>
          <p:cNvSpPr/>
          <p:nvPr/>
        </p:nvSpPr>
        <p:spPr>
          <a:xfrm>
            <a:off x="26020" y="3728683"/>
            <a:ext cx="107181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Prathikoolangalh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anavadhi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Anukoolamenikkavan-ennaalhum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jeevaney-ththannavan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inimèlum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Kripayaal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nadathhumenney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7F3A5-BEE1-45DE-922E-10B182F2D135}"/>
              </a:ext>
            </a:extLst>
          </p:cNvPr>
          <p:cNvSpPr txBox="1"/>
          <p:nvPr/>
        </p:nvSpPr>
        <p:spPr>
          <a:xfrm>
            <a:off x="26020" y="333168"/>
            <a:ext cx="121659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531511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6020" y="765259"/>
            <a:ext cx="12165980" cy="251460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465138" algn="l"/>
                <a:tab pos="738188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 കൃപയൊന്നെന്നാശ്രയമായ് - ഹല്ലേലുയാ!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 കൃപയൊന്നെന്നാനന്ദമായ്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വൈരികൾ വന്നാലും എതിരുയർന്നാലും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കൃപമതിയെന്നാളും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3C5F8-CD1A-4C0C-983F-318A331794B1}"/>
              </a:ext>
            </a:extLst>
          </p:cNvPr>
          <p:cNvSpPr/>
          <p:nvPr/>
        </p:nvSpPr>
        <p:spPr>
          <a:xfrm>
            <a:off x="0" y="371195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kripayonnenn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aashrayamaai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yonnen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aanandamaai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Vairikalh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vannaalum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ethiruyarnnaalum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Kripa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yennaalhum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87596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144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263 കൃപയേറും കർത്താവിലെൻ വിശ്വാസം</vt:lpstr>
      <vt:lpstr>കൃപയേറും കർത്താവിലെൻ വിശ്വാസം  അതിനാൽ ഹൃദിയെന്തു നല്ലാശ്വാസം ദുരിതങ്ങൾ നിറയുമീ ഭൂവാസം കൃപയാൽ മനോഹരമായ്</vt:lpstr>
      <vt:lpstr>കൃപ കൃപയൊന്നെന്നാശ്രയമായ് - ഹല്ലേലുയാ! കൃപ കൃപയൊന്നെന്നാനന്ദമായ്  വൈരികൾ വന്നാലും എതിരുയർന്നാലും കൃപമതിയെന്നാളും </vt:lpstr>
      <vt:lpstr>ബലഹീനതയിൽ നല്ല ബലമേകും  മരുഭൂമിയിലാനന്ദ തണലാകും  ഇരുൾ പാതയിലനുദിനമൊളി നൽകും കൃപയൊന്നെന്നാശ്രയമായ് </vt:lpstr>
      <vt:lpstr>കൃപ കൃപയൊന്നെന്നാശ്രയമായ് - ഹല്ലേലുയാ! കൃപ കൃപയൊന്നെന്നാനന്ദമായ്  വൈരികൾ വന്നാലും എതിരുയർന്നാലും കൃപമതിയെന്നാളും </vt:lpstr>
      <vt:lpstr>എന്‍റെ താഴ്ചയിലവനെന്നെ ഓർത്തല്ലോ  ഘോരവൈരിയിൻ ബലമവൻ തകർത്തല്ലോ തന്‍റെ കൈകളിലവനെന്നെ ചേർത്തല്ലോ സ്തോത്രഗീതം പാടിടും ഞാൻ </vt:lpstr>
      <vt:lpstr>കൃപ കൃപയൊന്നെന്നാശ്രയമായ് - ഹല്ലേലുയാ! കൃപ കൃപയൊന്നെന്നാനന്ദമായ്  വൈരികൾ വന്നാലും എതിരുയർന്നാലും കൃപമതിയെന്നാളും </vt:lpstr>
      <vt:lpstr>പ്രതികൂലങ്ങൾ  അനവധി വന്നാലും അനുകൂലമെനിക്കവനെന്നാളും  തിരുജീവനെത്തന്നവനിനിമേലും കൃപയാൽ നടത്തുമെന്നെ </vt:lpstr>
      <vt:lpstr>കൃപ കൃപയൊന്നെന്നാശ്രയമായ് - ഹല്ലേലുയാ! കൃപ കൃപയൊന്നെന്നാനന്ദമായ്  വൈരികൾ വന്നാലും എതിരുയർന്നാലും കൃപമതിയെന്നാളും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Kripayerum karthavilen vishwasam</dc:title>
  <dc:creator>Digital Input:; GM JOHN; Acsah Mathews</dc:creator>
  <cp:lastModifiedBy>Acsah Mathews</cp:lastModifiedBy>
  <cp:revision>162</cp:revision>
  <dcterms:created xsi:type="dcterms:W3CDTF">2013-04-25T00:28:25Z</dcterms:created>
  <dcterms:modified xsi:type="dcterms:W3CDTF">2018-11-14T19:28:11Z</dcterms:modified>
</cp:coreProperties>
</file>