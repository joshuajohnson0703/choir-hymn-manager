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0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5804E-FC1B-4051-8AFB-3253E644BBB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0CB69-A475-4082-BEBD-F895493225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3C9F0-0BE1-4142-B3A1-ED7EB55C898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DAB8A-EC63-4F9A-B384-E908DFAB2F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00402-E2A6-4244-B762-196F5D33045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AEE94-77D8-441D-83D6-4E2C9816AF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D9400-505D-44E6-B507-C7870482E12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8E6AA-4AEA-49AA-A0C7-53E4E49093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84CB0-3DDE-4FDD-918D-8EFD3A1D074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8331B-7AFF-4E9B-8DCE-E3D241573B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10D77-BDBC-4934-91FC-12AFFA5F5C8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2823B-59BA-471A-966B-615718829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D81E2-7CEE-49C1-8135-648780B9AFA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6FFCB-84B3-4B70-9A44-44D1B24205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404B7-93B5-400A-BB2F-578DFDFB3B3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BA3FB-847C-4226-BE40-0BFC95FD41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143D8-9836-4503-B60B-822FBCDBE22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390EC-2204-4317-81F3-485A3BAB07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D64E0A-7359-4F85-9662-45100F5D39D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C693-A731-4738-945B-A23C985079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79A66-2186-4520-B1A9-5FEA2401355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67AC8B-88A5-4B0D-BF45-E0EB3F0F9E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7A174AD-BA7D-421B-833D-D9329D195AE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101DDA2-D557-41E1-B453-D5CA449E5E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8F00-7886-45AF-BE3E-463176F67D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പോകല്ലേ കടന്നെന്നെ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AE5EB-EAB2-4C36-88FF-682E57CDDC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Pôkalley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kadanenney</a:t>
            </a:r>
            <a:r>
              <a:rPr lang="en-US" sz="4000" b="1" dirty="0">
                <a:solidFill>
                  <a:srgbClr val="002060"/>
                </a:solidFill>
              </a:rPr>
              <a:t> nee</a:t>
            </a:r>
            <a:endParaRPr lang="en-US" sz="4000" i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Pass me not – </a:t>
            </a:r>
            <a:r>
              <a:rPr lang="en-US" sz="3600" i="1" dirty="0">
                <a:solidFill>
                  <a:srgbClr val="002060"/>
                </a:solidFill>
              </a:rPr>
              <a:t>Fanny J. Crosby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2722220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447800"/>
          </a:xfrm>
        </p:spPr>
        <p:txBody>
          <a:bodyPr anchor="t"/>
          <a:lstStyle/>
          <a:p>
            <a:pPr algn="l" defTabSz="400050">
              <a:lnSpc>
                <a:spcPct val="112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പോകല്ലേ കടന്നെന്നെ നീ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 യേശുവേ!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മറ്റുള്ളോരെ ദർശിക്കുമ്പോൾ 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നോക്കു കെന്നെയും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9D87C-6F1D-4DEC-BED1-0443A4E48EF8}"/>
              </a:ext>
            </a:extLst>
          </p:cNvPr>
          <p:cNvSpPr/>
          <p:nvPr/>
        </p:nvSpPr>
        <p:spPr>
          <a:xfrm>
            <a:off x="2133600" y="1981200"/>
            <a:ext cx="9220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എന്നപേക്ഷ കേൾ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മറ്റുള്ളോരെ ദർശിക്കു മ്പോൾ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നോക്കു കെന്നെയും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37E7B-3FB2-4BF1-86EA-545C8C56DACD}"/>
              </a:ext>
            </a:extLst>
          </p:cNvPr>
          <p:cNvSpPr/>
          <p:nvPr/>
        </p:nvSpPr>
        <p:spPr>
          <a:xfrm>
            <a:off x="0" y="3643193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Pôkalley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kadanenney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Mattullhorey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darshikkumbolh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nôkkukenneyum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E96C4-0561-40A9-927A-F5EAC10F452E}"/>
              </a:ext>
            </a:extLst>
          </p:cNvPr>
          <p:cNvSpPr/>
          <p:nvPr/>
        </p:nvSpPr>
        <p:spPr>
          <a:xfrm>
            <a:off x="2133600" y="4894433"/>
            <a:ext cx="89154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Ennapèksha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kèlh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Mattullhorey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darshikkumbolh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nôkkukenneyum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447800"/>
          </a:xfrm>
        </p:spPr>
        <p:txBody>
          <a:bodyPr anchor="t"/>
          <a:lstStyle/>
          <a:p>
            <a:pPr algn="l" defTabSz="4000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	നിൻകൃപാസനത്തിൻ മുമ്പിൽ വീണു കെഞ്ചുന്നേ!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എൻ വിശ്വാസം ക്ഷീണിക്കുമ്പോൾ നീ സഹായിക്ക!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9D87C-6F1D-4DEC-BED1-0443A4E48EF8}"/>
              </a:ext>
            </a:extLst>
          </p:cNvPr>
          <p:cNvSpPr/>
          <p:nvPr/>
        </p:nvSpPr>
        <p:spPr>
          <a:xfrm>
            <a:off x="2133600" y="1981200"/>
            <a:ext cx="9220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എന്നപേക്ഷ കേൾ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മറ്റുള്ളോരെ ദർശിക്കു മ്പോൾ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നോക്കു കെന്നെയും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37E7B-3FB2-4BF1-86EA-545C8C56DACD}"/>
              </a:ext>
            </a:extLst>
          </p:cNvPr>
          <p:cNvSpPr/>
          <p:nvPr/>
        </p:nvSpPr>
        <p:spPr>
          <a:xfrm>
            <a:off x="0" y="3643193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kripaasanaththin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kenchunney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ksheenhikkumbolh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E96C4-0561-40A9-927A-F5EAC10F452E}"/>
              </a:ext>
            </a:extLst>
          </p:cNvPr>
          <p:cNvSpPr/>
          <p:nvPr/>
        </p:nvSpPr>
        <p:spPr>
          <a:xfrm>
            <a:off x="2133600" y="4894433"/>
            <a:ext cx="89154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Ennapèksha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kèlh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Mattullhorey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darshikkumbolh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nôkkukenneyum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38383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447800"/>
          </a:xfrm>
        </p:spPr>
        <p:txBody>
          <a:bodyPr anchor="t"/>
          <a:lstStyle/>
          <a:p>
            <a:pPr algn="l" defTabSz="4000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നിന്‍റെ രക്തം മാത്രം എന്‍റെ നിത്യശരണം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നിന്‍റെ കൃപയാലെ മാത്രം എന്നുദ്ധാരണം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9D87C-6F1D-4DEC-BED1-0443A4E48EF8}"/>
              </a:ext>
            </a:extLst>
          </p:cNvPr>
          <p:cNvSpPr/>
          <p:nvPr/>
        </p:nvSpPr>
        <p:spPr>
          <a:xfrm>
            <a:off x="2133600" y="1981200"/>
            <a:ext cx="9220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എന്നപേക്ഷ കേൾ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മറ്റുള്ളോരെ ദർശിക്കു മ്പോൾ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നോക്കു കെന്നെയും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37E7B-3FB2-4BF1-86EA-545C8C56DACD}"/>
              </a:ext>
            </a:extLst>
          </p:cNvPr>
          <p:cNvSpPr/>
          <p:nvPr/>
        </p:nvSpPr>
        <p:spPr>
          <a:xfrm>
            <a:off x="0" y="3643193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sharanham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ennudhdhaaranham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E96C4-0561-40A9-927A-F5EAC10F452E}"/>
              </a:ext>
            </a:extLst>
          </p:cNvPr>
          <p:cNvSpPr/>
          <p:nvPr/>
        </p:nvSpPr>
        <p:spPr>
          <a:xfrm>
            <a:off x="2133600" y="4894433"/>
            <a:ext cx="89154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Ennapèksha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kèlh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Mattullhorey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darshikkumbolh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nôkkukenneyum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16627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447800"/>
          </a:xfrm>
        </p:spPr>
        <p:txBody>
          <a:bodyPr anchor="t"/>
          <a:lstStyle/>
          <a:p>
            <a:pPr algn="l" defTabSz="4000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ജീവനെക്കാൾ ഏറെ നന്നു നീയെൻ കർത്താവേ!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ഭൂമി സ്വർഗ്ഗം തന്നിലും നീ മാത്രം ആശ്രയം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9D87C-6F1D-4DEC-BED1-0443A4E48EF8}"/>
              </a:ext>
            </a:extLst>
          </p:cNvPr>
          <p:cNvSpPr/>
          <p:nvPr/>
        </p:nvSpPr>
        <p:spPr>
          <a:xfrm>
            <a:off x="2133600" y="1981200"/>
            <a:ext cx="92202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എന്നപേക്ഷ കേൾ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മറ്റുള്ളോരെ ദർശിക്കു മ്പോൾ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നോക്കു കെന്നെയും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37E7B-3FB2-4BF1-86EA-545C8C56DACD}"/>
              </a:ext>
            </a:extLst>
          </p:cNvPr>
          <p:cNvSpPr/>
          <p:nvPr/>
        </p:nvSpPr>
        <p:spPr>
          <a:xfrm>
            <a:off x="0" y="3643193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Jeevanekkaalh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èrey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Bhoomi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aashrayam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E96C4-0561-40A9-927A-F5EAC10F452E}"/>
              </a:ext>
            </a:extLst>
          </p:cNvPr>
          <p:cNvSpPr/>
          <p:nvPr/>
        </p:nvSpPr>
        <p:spPr>
          <a:xfrm>
            <a:off x="2133600" y="4894433"/>
            <a:ext cx="89154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Ennapèksha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kèlh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Mattullhorey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darshikkumbolh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nôkkukenneyum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896170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125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350 പോകല്ലേ കടന്നെന്നെ</vt:lpstr>
      <vt:lpstr>1 പോകല്ലേ കടന്നെന്നെ നീ പ്രിയ യേശുവേ!   മറ്റുള്ളോരെ ദർശിക്കുമ്പോൾ  നോക്കു കെന്നെയും</vt:lpstr>
      <vt:lpstr>2 നിൻകൃപാസനത്തിൻ മുമ്പിൽ വീണു കെഞ്ചുന്നേ!  എൻ വിശ്വാസം ക്ഷീണിക്കുമ്പോൾ നീ സഹായിക്ക!</vt:lpstr>
      <vt:lpstr>3 നിന്‍റെ രക്തം മാത്രം എന്‍റെ നിത്യശരണം  നിന്‍റെ കൃപയാലെ മാത്രം എന്നുദ്ധാരണം </vt:lpstr>
      <vt:lpstr>4 ജീവനെക്കാൾ ഏറെ നന്നു നീയെൻ കർത്താവേ!  ഭൂമി സ്വർഗ്ഗം തന്നിലും നീ മാത്രം ആശ്രയം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Pokalle kadannenne</dc:title>
  <dc:creator>Digital Input:; GM JOHN; Acsah Mathews</dc:creator>
  <cp:lastModifiedBy>Acsah Mathews</cp:lastModifiedBy>
  <cp:revision>291</cp:revision>
  <dcterms:created xsi:type="dcterms:W3CDTF">2013-04-19T09:19:07Z</dcterms:created>
  <dcterms:modified xsi:type="dcterms:W3CDTF">2018-11-20T19:12:36Z</dcterms:modified>
</cp:coreProperties>
</file>