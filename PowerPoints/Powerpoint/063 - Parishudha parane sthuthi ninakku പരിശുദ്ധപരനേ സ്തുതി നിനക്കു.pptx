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9" r:id="rId2"/>
    <p:sldId id="270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2DE24-E1E6-4C6A-AC74-D203DE521998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345FF-C22E-42E1-8158-1BAEDEED080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8345FF-C22E-42E1-8158-1BAEDEED080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8345FF-C22E-42E1-8158-1BAEDEED08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24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8345FF-C22E-42E1-8158-1BAEDEED080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46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8345FF-C22E-42E1-8158-1BAEDEED08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40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8345FF-C22E-42E1-8158-1BAEDEED080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4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561D0-DB8B-4813-BE99-F4856CB68D1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B0E1C0-4EEB-4088-87DE-D6C5A5CEB3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5D9634-A243-48FD-9EE0-E4C6E85DB25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D61F7-7ABC-43F0-AC79-F904EF68A9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967A5-4EF0-470A-B42E-FE4955A0BCE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EC490-12C5-40BE-988C-C82BF6214F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2887E-B2CA-4DD4-8D12-0BFF396213C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6D063-0C4C-40CB-B198-D0125BAE9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88F451-C5EE-4493-B1BE-22C3113F76A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4A3CD-3A61-46DF-96F8-A551B337F1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3B900-7683-4F74-8ABE-02724BAED83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5E469-9090-4B63-ABA4-CB941061D5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3B29-2E53-47C7-8C52-9009319FB14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060404-6751-4307-B2E3-5EC4C4166D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A6F75-10E5-4D9A-ACDB-0B949BADD48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A086A-C5BA-4CB8-B814-8CD572CB4F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EF781-1D16-4463-A642-7D407E2B818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70FB0-7C04-4712-B757-94E544A41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2720D7-032D-4073-83E5-1DE9F9BFB4E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213C7C-D237-42B2-95A2-8E087FD3AA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33415-4115-4406-A0E9-965D6AF793C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6CF7E-9563-4E91-86B9-5DD147D13A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74CF10E-419D-4985-AD2D-222CA2FE5EC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44623A-448D-4E9F-9ED6-C6D585EAEA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8506-192A-4696-900D-125635544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76400"/>
            <a:ext cx="10363200" cy="1924051"/>
          </a:xfrm>
        </p:spPr>
        <p:txBody>
          <a:bodyPr/>
          <a:lstStyle/>
          <a:p>
            <a:r>
              <a:rPr lang="en-US" sz="6000" b="1" dirty="0"/>
              <a:t>63</a:t>
            </a:r>
            <a:br>
              <a:rPr lang="en-US" b="1" dirty="0">
                <a:latin typeface="Kartika" panose="02020503030404060203" pitchFamily="18" charset="0"/>
              </a:rPr>
            </a:br>
            <a:r>
              <a:rPr lang="ml-IN" b="1" dirty="0">
                <a:latin typeface="Kartika" panose="02020503030404060203" pitchFamily="18" charset="0"/>
              </a:rPr>
              <a:t>പരിശുദ്ധപരനേ സ്തുതി നിനക്കു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83A46-B8E1-484C-BA42-A80236B36E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Parishudhdha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paraney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sthuthi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ninakku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99011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19908"/>
            <a:ext cx="12192000" cy="3505200"/>
          </a:xfrm>
        </p:spPr>
        <p:txBody>
          <a:bodyPr anchor="t"/>
          <a:lstStyle/>
          <a:p>
            <a:pPr defTabSz="465138"/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പരിശുദ്ധപരനേ സ്തുതി നിനക്കു 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സുര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ലോകം വിട്ടവനേ സ്തുതി നിനക്കു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26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തിരുമനസ്സാലി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ധരയില്‍ വന്നോനെ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കരുണക്കടലേ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സ്തുതി നിനക്കു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CD124-A636-49FD-A847-66D18F587249}"/>
              </a:ext>
            </a:extLst>
          </p:cNvPr>
          <p:cNvSpPr/>
          <p:nvPr/>
        </p:nvSpPr>
        <p:spPr>
          <a:xfrm>
            <a:off x="0" y="3400255"/>
            <a:ext cx="1219200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Pallavi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Parishudhdha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sura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Lokam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vittavaney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lvl="0" algn="ctr"/>
            <a:r>
              <a:rPr lang="en-US" sz="2600" i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Anupallavi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Thirumanassaalee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dharayil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vannoney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Karunhakkadaley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057400"/>
          </a:xfrm>
        </p:spPr>
        <p:txBody>
          <a:bodyPr anchor="t"/>
          <a:lstStyle/>
          <a:p>
            <a:pPr algn="l" defTabSz="4651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പെരിയ ശത്രുവിനാല്‍ നരഗണമാകെ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കര കണ്ടിടുവതി-ന്നറിയാതെ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തിരിഞ്ഞു വഴി വെടിഞ്ഞു നടന്നു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വലഞ്ഞീടുന്ന-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തറിഞ്ഞു നിന്‍ തിരുമനം കനിഞ്ഞോനെ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CD124-A636-49FD-A847-66D18F587249}"/>
              </a:ext>
            </a:extLst>
          </p:cNvPr>
          <p:cNvSpPr/>
          <p:nvPr/>
        </p:nvSpPr>
        <p:spPr>
          <a:xfrm>
            <a:off x="0" y="3647688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Periya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shathruvinaal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naraganhamaakey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Karakandeeduvathi-nnariyaa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they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Thirinju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vazhi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vedinju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nadannuvalanjeedunna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tharhinju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thiru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kaninjoney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64178A-35F0-46E6-B28C-2058B6457A69}"/>
              </a:ext>
            </a:extLst>
          </p:cNvPr>
          <p:cNvSpPr/>
          <p:nvPr/>
        </p:nvSpPr>
        <p:spPr>
          <a:xfrm>
            <a:off x="0" y="27181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പരിശുദ്ധപരനേ സ്തുതി നിനക്കു –</a:t>
            </a:r>
            <a:r>
              <a:rPr lang="en-US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 </a:t>
            </a:r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സുര</a:t>
            </a:r>
            <a:b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ലോകം വിട്ടവനേ സ്തുതി നിനക്കു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9D0FF-58F1-4442-BFC1-E18AD262CE90}"/>
              </a:ext>
            </a:extLst>
          </p:cNvPr>
          <p:cNvSpPr/>
          <p:nvPr/>
        </p:nvSpPr>
        <p:spPr>
          <a:xfrm>
            <a:off x="20053" y="5709791"/>
            <a:ext cx="115591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Parishudhdha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paraney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sura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Lokam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vittavaney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057400"/>
          </a:xfrm>
        </p:spPr>
        <p:txBody>
          <a:bodyPr anchor="t"/>
          <a:lstStyle/>
          <a:p>
            <a:pPr algn="l" defTabSz="4651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നീതിയിന്‍ സൂര്യാ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നിഖിലേശാ! നിന്‍ തൃ-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പ്പാദമല്ലാതൊരു ഗതിയേതോ!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ഭൂതല ദുരിതങ്ങളഖിലവും ശിരസില്‍ നീ-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ചുമന്നൊഴിച്ചതിനെ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ഞാന്‍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മറവേനോ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?  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CD124-A636-49FD-A847-66D18F587249}"/>
              </a:ext>
            </a:extLst>
          </p:cNvPr>
          <p:cNvSpPr/>
          <p:nvPr/>
        </p:nvSpPr>
        <p:spPr>
          <a:xfrm>
            <a:off x="0" y="3647688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Neethiyin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sooryaa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nikhileshaa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thrippaadamallaathoru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gathiyèthô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Bhoothaladurithangalhakhila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shirasil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nee-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Chumannozhichchathiney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marhavèno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64178A-35F0-46E6-B28C-2058B6457A69}"/>
              </a:ext>
            </a:extLst>
          </p:cNvPr>
          <p:cNvSpPr/>
          <p:nvPr/>
        </p:nvSpPr>
        <p:spPr>
          <a:xfrm>
            <a:off x="0" y="27181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പരിശുദ്ധപരനേ സ്തുതി നിനക്കു –</a:t>
            </a:r>
            <a:r>
              <a:rPr lang="en-US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 </a:t>
            </a:r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സുര</a:t>
            </a:r>
            <a:b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ലോകം വിട്ടവനേ സ്തുതി നിനക്കു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9D0FF-58F1-4442-BFC1-E18AD262CE90}"/>
              </a:ext>
            </a:extLst>
          </p:cNvPr>
          <p:cNvSpPr/>
          <p:nvPr/>
        </p:nvSpPr>
        <p:spPr>
          <a:xfrm>
            <a:off x="20053" y="5709791"/>
            <a:ext cx="115591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Parishudhdha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paraney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sura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Lokam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vittavaney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96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057400"/>
          </a:xfrm>
        </p:spPr>
        <p:txBody>
          <a:bodyPr anchor="t"/>
          <a:lstStyle/>
          <a:p>
            <a:pPr algn="l" defTabSz="4651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പാപിയിന്‍ ബലമേ മനുവേലാ തന്നില്‍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ചാരിടുന്നവരോടനുകൂലാ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കോപത്തീയതില്‍ വീണുമുഴുകാതെ എന്നെ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കാവല്‍ ചെയ്തീടുക ദിനംതോറും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CD124-A636-49FD-A847-66D18F587249}"/>
              </a:ext>
            </a:extLst>
          </p:cNvPr>
          <p:cNvSpPr/>
          <p:nvPr/>
        </p:nvSpPr>
        <p:spPr>
          <a:xfrm>
            <a:off x="0" y="3647688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Paapiyin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belamey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manuvèlaa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Thannil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chaaridunnavarodanukoola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Kôpaththeeyathil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veenhu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muzhukaathey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Kaaval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cheitheeduka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dinam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thôrum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64178A-35F0-46E6-B28C-2058B6457A69}"/>
              </a:ext>
            </a:extLst>
          </p:cNvPr>
          <p:cNvSpPr/>
          <p:nvPr/>
        </p:nvSpPr>
        <p:spPr>
          <a:xfrm>
            <a:off x="0" y="27181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പരിശുദ്ധപരനേ സ്തുതി നിനക്കു –</a:t>
            </a:r>
            <a:r>
              <a:rPr lang="en-US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 </a:t>
            </a:r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സുര</a:t>
            </a:r>
            <a:b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ലോകം വിട്ടവനേ സ്തുതി നിനക്കു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9D0FF-58F1-4442-BFC1-E18AD262CE90}"/>
              </a:ext>
            </a:extLst>
          </p:cNvPr>
          <p:cNvSpPr/>
          <p:nvPr/>
        </p:nvSpPr>
        <p:spPr>
          <a:xfrm>
            <a:off x="20053" y="5709791"/>
            <a:ext cx="115591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Parishudhdha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paraney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sura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Lokam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vittavaney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767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057400"/>
          </a:xfrm>
        </p:spPr>
        <p:txBody>
          <a:bodyPr anchor="t"/>
          <a:lstStyle/>
          <a:p>
            <a:pPr algn="l" defTabSz="4651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പെരിയ ശത്രുവിനാല്‍ നരകാഗ്നിക്കിട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വരുവതിന്നിടയായ്‌ വന്നിടാതെ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അരുമ രക്ഷകനേ തിരുകൃപയാലെന്നെ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പരിശുദ്ധനാക്കി നിന്‍ പദം ചേര്‍ക്ക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CD124-A636-49FD-A847-66D18F587249}"/>
              </a:ext>
            </a:extLst>
          </p:cNvPr>
          <p:cNvSpPr/>
          <p:nvPr/>
        </p:nvSpPr>
        <p:spPr>
          <a:xfrm>
            <a:off x="0" y="3647688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Periya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shathruvinaal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narakaagni-kkida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Varuvathinnidayaay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vannidaathey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Arumarakshakaney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thirukripayaalenney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Parishudhdhanaakki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chèrkka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64178A-35F0-46E6-B28C-2058B6457A69}"/>
              </a:ext>
            </a:extLst>
          </p:cNvPr>
          <p:cNvSpPr/>
          <p:nvPr/>
        </p:nvSpPr>
        <p:spPr>
          <a:xfrm>
            <a:off x="0" y="27181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പരിശുദ്ധപരനേ സ്തുതി നിനക്കു –</a:t>
            </a:r>
            <a:r>
              <a:rPr lang="en-US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 </a:t>
            </a:r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സുര</a:t>
            </a:r>
            <a:b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ലോകം വിട്ടവനേ സ്തുതി നിനക്കു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9D0FF-58F1-4442-BFC1-E18AD262CE90}"/>
              </a:ext>
            </a:extLst>
          </p:cNvPr>
          <p:cNvSpPr/>
          <p:nvPr/>
        </p:nvSpPr>
        <p:spPr>
          <a:xfrm>
            <a:off x="20053" y="5709791"/>
            <a:ext cx="115591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Parishudhdha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paraney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sura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Lokam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vittavaney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ninakku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E29045-29A3-44F2-ACFA-69138E520EFB}"/>
              </a:ext>
            </a:extLst>
          </p:cNvPr>
          <p:cNvSpPr/>
          <p:nvPr/>
        </p:nvSpPr>
        <p:spPr>
          <a:xfrm>
            <a:off x="9973123" y="3784937"/>
            <a:ext cx="2218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(റ്റി. ജെ. വർക്കി)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6263D-F412-44DB-BC45-2C198F4E8421}"/>
              </a:ext>
            </a:extLst>
          </p:cNvPr>
          <p:cNvSpPr/>
          <p:nvPr/>
        </p:nvSpPr>
        <p:spPr>
          <a:xfrm>
            <a:off x="0" y="6417983"/>
            <a:ext cx="1526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(T.J. </a:t>
            </a:r>
            <a:r>
              <a:rPr lang="en-US" dirty="0" err="1">
                <a:solidFill>
                  <a:srgbClr val="000000"/>
                </a:solidFill>
              </a:rPr>
              <a:t>Varkey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78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186</Words>
  <Application>Microsoft Office PowerPoint</Application>
  <PresentationFormat>Widescreen</PresentationFormat>
  <Paragraphs>54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63 പരിശുദ്ധപരനേ സ്തുതി നിനക്കു</vt:lpstr>
      <vt:lpstr>പല്ലവി പരിശുദ്ധപരനേ സ്തുതി നിനക്കു – സുര ലോകം വിട്ടവനേ സ്തുതി നിനക്കു  അനുപല്ലവി തിരുമനസ്സാലി - ധരയില്‍ വന്നോനെ  കരുണക്കടലേ - സ്തുതി നിനക്കു</vt:lpstr>
      <vt:lpstr>1 പെരിയ ശത്രുവിനാല്‍ നരഗണമാകെ  കര കണ്ടിടുവതി-ന്നറിയാതെ  തിരിഞ്ഞു വഴി വെടിഞ്ഞു നടന്നു വലഞ്ഞീടുന്ന-  തറിഞ്ഞു നിന്‍ തിരുമനം കനിഞ്ഞോനെ</vt:lpstr>
      <vt:lpstr>2 നീതിയിന്‍ സൂര്യാ! നിഖിലേശാ! നിന്‍ തൃ-  പ്പാദമല്ലാതൊരു ഗതിയേതോ!  ഭൂതല ദുരിതങ്ങളഖിലവും ശിരസില്‍ നീ-   ചുമന്നൊഴിച്ചതിനെ  ഞാന്‍  മറവേനോ?  </vt:lpstr>
      <vt:lpstr>3 പാപിയിന്‍ ബലമേ മനുവേലാ തന്നില്‍  ചാരിടുന്നവരോടനുകൂലാ  കോപത്തീയതില്‍ വീണുമുഴുകാതെ എന്നെ  കാവല്‍ ചെയ്തീടുക ദിനംതോറും</vt:lpstr>
      <vt:lpstr>4 പെരിയ ശത്രുവിനാല്‍ നരകാഗ്നിക്കിട  വരുവതിന്നിടയായ്‌ വന്നിടാതെ  അരുമ രക്ഷകനേ തിരുകൃപയാലെന്നെ  പരിശുദ്ധനാക്കി നിന്‍ പദം ചേര്‍ക്ക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Parishudha parane sthuthi ninakku</dc:title>
  <dc:creator>Digital Input:; GM JOHN; Acsah Mathews</dc:creator>
  <cp:lastModifiedBy>Acsah Mathews</cp:lastModifiedBy>
  <cp:revision>166</cp:revision>
  <dcterms:created xsi:type="dcterms:W3CDTF">2013-04-19T09:19:07Z</dcterms:created>
  <dcterms:modified xsi:type="dcterms:W3CDTF">2018-10-31T15:13:17Z</dcterms:modified>
</cp:coreProperties>
</file>