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DFAE1-A961-4EA5-A442-3D1BD4762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F5EE1-BA6D-4B3E-8F8F-31DF5F3CB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990BD-350E-4582-ABD8-F581B7F5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1619-173E-4D85-8F30-540920C5AAB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8B1BB-BC48-4EA9-8699-2303B4425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C8891-658B-4B44-84F0-7825E382B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8A7DF-3C40-426F-AF09-FFDB99BA6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72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12ACD-B683-4352-A7DE-0D5AE4B0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F7EA5-B2D2-42BE-B331-F8939AF2F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22915-6A03-4EB1-89A2-3023FBAE1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1619-173E-4D85-8F30-540920C5AAB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99DAF-9F9D-4FD5-A946-38FD83C5C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84BB5-B4E5-4CA8-B1F0-11C90B8E0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8A7DF-3C40-426F-AF09-FFDB99BA6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049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7B87-B3A3-4CD1-ACDF-033539497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312F8-02EC-4B83-A5DA-79A301577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8DC72-B032-4DCF-BA69-00EA65698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1619-173E-4D85-8F30-540920C5AAB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3E851-FEE9-47FC-A9AE-159F21A47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3C228-339A-4F98-9467-E22C368A5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8A7DF-3C40-426F-AF09-FFDB99BA6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3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F0461-606B-42ED-993F-0D3A84DD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229B9-7088-4216-AC00-22FE44889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40477-5F23-42C4-A9FD-E23C66E79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86614-2A61-47E4-8F5A-E832625D0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1619-173E-4D85-8F30-540920C5AAB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7AC3E-C8A9-4F5C-8FEB-87BE18A1C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DAEB8-F54E-4A00-B36E-5B49A15B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8A7DF-3C40-426F-AF09-FFDB99BA6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78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419F0-773F-4463-B4D5-CB54173D8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6BA0B-7EF1-41AF-B29A-900A16A6D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0AFE81-5103-4FCF-848D-37CB02CD1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695CB0-0017-4145-8CF0-1E71026E9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97831-0C02-4C94-A218-A99D51A54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A1E54-62C5-4827-8EA8-E466A982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1619-173E-4D85-8F30-540920C5AAB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354CAD-C9C6-4474-9EA0-17CAF0655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4BD95-1308-4571-8FD0-D3C26886B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8A7DF-3C40-426F-AF09-FFDB99BA6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62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99C4-1514-4861-8A4D-44ECD6242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2DB43-2983-452F-8B59-4CFE5EC5C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1619-173E-4D85-8F30-540920C5AAB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4557A2-3F61-47D3-BE08-29335B458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2A5A4-D776-4AD2-A5EC-D8BE0243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8A7DF-3C40-426F-AF09-FFDB99BA6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79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81DA8-74B8-4D87-A8A3-01A427FEB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1619-173E-4D85-8F30-540920C5AAB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57F873-44C0-4F17-998F-03FAAEF0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F9C50-7999-43BE-9735-796707D2A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8A7DF-3C40-426F-AF09-FFDB99BA6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50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C6A31-63C1-40DE-8D15-0F0E90876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BC4F0-47BE-4B5C-978A-B6C0CFB0A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547B3-134E-400E-AB5B-7AC1587F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1DA76-533E-482E-BF01-D4D78F61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1619-173E-4D85-8F30-540920C5AAB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98F4-7936-4FC8-BD3C-0B8534BF1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4BA7A-73BD-4211-ACC2-C27683B7F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8A7DF-3C40-426F-AF09-FFDB99BA6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680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B0097-0129-4D22-B387-3F3198D6F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68B2FC-8287-4442-8023-27EE70D67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DA164-94E4-445C-BE89-495034B55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D1807-AC2A-4DEE-9296-58F0EDB79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1619-173E-4D85-8F30-540920C5AAB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E5733-7C4D-4F31-84CF-DD0DCAF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EF332-5AE4-45D0-B690-911E4F5BB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8A7DF-3C40-426F-AF09-FFDB99BA6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9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42A4-9112-413F-B203-5DB50A95A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8451E-EEA7-46B0-B1ED-8979A5D6B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5F348-46E8-41EE-B4DA-4AAE132D9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1619-173E-4D85-8F30-540920C5AAB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1E931-673D-4C52-8C6A-F0288025E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AF79C-0B5F-4B82-9ECF-49465A95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8A7DF-3C40-426F-AF09-FFDB99BA6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30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E68B88-1656-4C28-A010-0C440087A5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D3B17C-125F-41B7-9D68-CE5008D58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8D623-DA8F-4B57-A957-809C4D148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1619-173E-4D85-8F30-540920C5AAB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3E4D6-E41C-4CD9-BA4A-F1FA8D4D8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E50BE-0A1D-43B3-B873-C57BD87E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8A7DF-3C40-426F-AF09-FFDB99BA6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4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49AD0-C831-4B47-A789-446F33FB7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38327-7E46-4EF6-9B19-6FC54DE4F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42722-7CC7-460B-AB48-5BE337590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31619-173E-4D85-8F30-540920C5AAB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1D768-B40E-4814-A81E-6954025D9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CC866-9A2D-4270-AA5D-561EBDD56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8A7DF-3C40-426F-AF09-FFDB99BA6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57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493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ക്രിസ്തുനാമം ഏറ്റുകൊള്‍ നീ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65453"/>
            <a:ext cx="12191999" cy="217065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Kristhunaamam </a:t>
            </a:r>
            <a:r>
              <a:rPr lang="en-US" sz="4000" b="1" dirty="0" err="1">
                <a:solidFill>
                  <a:srgbClr val="002060"/>
                </a:solidFill>
              </a:rPr>
              <a:t>aettukolh</a:t>
            </a:r>
            <a:r>
              <a:rPr lang="en-US" sz="4000" b="1" dirty="0">
                <a:solidFill>
                  <a:srgbClr val="002060"/>
                </a:solidFill>
              </a:rPr>
              <a:t> nee</a:t>
            </a:r>
          </a:p>
          <a:p>
            <a:r>
              <a:rPr lang="en-US" sz="4000" i="1" dirty="0">
                <a:solidFill>
                  <a:schemeClr val="accent1">
                    <a:lumMod val="75000"/>
                  </a:schemeClr>
                </a:solidFill>
              </a:rPr>
              <a:t>Take the name of Jesus with you –</a:t>
            </a:r>
          </a:p>
          <a:p>
            <a:r>
              <a:rPr lang="en-US" sz="3600" i="1" dirty="0">
                <a:solidFill>
                  <a:schemeClr val="accent1">
                    <a:lumMod val="75000"/>
                  </a:schemeClr>
                </a:solidFill>
              </a:rPr>
              <a:t>Mrs. L. Baxter, W.H. </a:t>
            </a:r>
            <a:r>
              <a:rPr lang="en-US" sz="3600" i="1" dirty="0" err="1">
                <a:solidFill>
                  <a:schemeClr val="accent1">
                    <a:lumMod val="75000"/>
                  </a:schemeClr>
                </a:solidFill>
              </a:rPr>
              <a:t>Doane</a:t>
            </a:r>
            <a:endParaRPr lang="en-US" sz="3600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615932"/>
            <a:ext cx="11767770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ക്രിസ്തുനാമം ഏറ്റുകൊള്‍ നീ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കഷ്ടാരിഷ്ടപ്പൈതലേ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സ്വാസ്ഥ്യം മൊദമതു നല്‍കും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സർവ്വത്ര വഹിച്ചുകൊള്‍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225663" y="3805761"/>
            <a:ext cx="11909181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Kristhunaamam </a:t>
            </a:r>
            <a:r>
              <a:rPr lang="en-US" sz="3400" b="1" dirty="0" err="1">
                <a:solidFill>
                  <a:srgbClr val="002060"/>
                </a:solidFill>
              </a:rPr>
              <a:t>aettukolh</a:t>
            </a:r>
            <a:r>
              <a:rPr lang="en-US" sz="3400" b="1" dirty="0">
                <a:solidFill>
                  <a:srgbClr val="002060"/>
                </a:solidFill>
              </a:rPr>
              <a:t> nee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Kashtaarishta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paithale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Swaasthyam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modamathu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nalkum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Sarvathra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vahichukolh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2" y="4502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2AFA3-6363-4A4A-A71E-C1FD37F5301C}"/>
              </a:ext>
            </a:extLst>
          </p:cNvPr>
          <p:cNvSpPr/>
          <p:nvPr/>
        </p:nvSpPr>
        <p:spPr>
          <a:xfrm>
            <a:off x="141407" y="2673093"/>
            <a:ext cx="1190918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രത്നപ്പേര്‍ എന്തിന്‍പം</a:t>
            </a:r>
          </a:p>
          <a:p>
            <a:pPr lvl="0"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ഭൂ പ്രത്യാശ സ്വര്‍ഭാഗ്യം (2)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25A8B-DCAD-4988-BCE8-EFAD2759284A}"/>
              </a:ext>
            </a:extLst>
          </p:cNvPr>
          <p:cNvSpPr/>
          <p:nvPr/>
        </p:nvSpPr>
        <p:spPr>
          <a:xfrm>
            <a:off x="141407" y="5627343"/>
            <a:ext cx="116263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Rathnapper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enthinpam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Bhoo-prathyaasha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swar-bhaagyam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08107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615932"/>
            <a:ext cx="11767770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സദാ വഹിക്കേശുനാമം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അനുതാപത്തിൽ ഖേടകം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പരീക്ഷ ചുറ്റും വന്നീടിൽ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പ്രാർത്ഥിക്ക തന്‍ നാമത്തിൽ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225663" y="3805761"/>
            <a:ext cx="11909181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Sadaa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vahikkeshu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naamam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Athaapaththin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khedakam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Pareeksha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chuttim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vanneedil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Praarthikka</a:t>
            </a:r>
            <a:r>
              <a:rPr lang="en-US" sz="3400" b="1" dirty="0">
                <a:solidFill>
                  <a:srgbClr val="002060"/>
                </a:solidFill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</a:rPr>
              <a:t>naamaththil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2" y="4502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2AFA3-6363-4A4A-A71E-C1FD37F5301C}"/>
              </a:ext>
            </a:extLst>
          </p:cNvPr>
          <p:cNvSpPr/>
          <p:nvPr/>
        </p:nvSpPr>
        <p:spPr>
          <a:xfrm>
            <a:off x="141407" y="2673093"/>
            <a:ext cx="1190918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രത്നപ്പേര്‍ എന്തിന്‍പം</a:t>
            </a:r>
          </a:p>
          <a:p>
            <a:pPr lvl="0"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ഭൂ പ്രത്യാശ സ്വര്‍ഭാഗ്യം (2)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25A8B-DCAD-4988-BCE8-EFAD2759284A}"/>
              </a:ext>
            </a:extLst>
          </p:cNvPr>
          <p:cNvSpPr/>
          <p:nvPr/>
        </p:nvSpPr>
        <p:spPr>
          <a:xfrm>
            <a:off x="141407" y="5627343"/>
            <a:ext cx="116263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Rathnapper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enthinpam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Bhoo-prathyaasha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swar-bhaagyam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22125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615932"/>
            <a:ext cx="11767770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എത്രമൂല്യനാമം യേശു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ചിത്തേ മോദം നിറയ്ക്കും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നമ്മെത്താനാശ്ലേഷിക്കുമ്പോൾ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നമ്മുടെ നാവും പാടും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225663" y="3805761"/>
            <a:ext cx="11909181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Ethramoolya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naamam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Chiththe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modam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nirhakkum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Namme-ththaan-aashleshikkumbolh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Nammude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naavum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paadum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2" y="4502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2AFA3-6363-4A4A-A71E-C1FD37F5301C}"/>
              </a:ext>
            </a:extLst>
          </p:cNvPr>
          <p:cNvSpPr/>
          <p:nvPr/>
        </p:nvSpPr>
        <p:spPr>
          <a:xfrm>
            <a:off x="141407" y="2673093"/>
            <a:ext cx="1190918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രത്നപ്പേര്‍ എന്തിന്‍പം</a:t>
            </a:r>
          </a:p>
          <a:p>
            <a:pPr lvl="0"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ഭൂ പ്രത്യാശ സ്വര്‍ഭാഗ്യം (2)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25A8B-DCAD-4988-BCE8-EFAD2759284A}"/>
              </a:ext>
            </a:extLst>
          </p:cNvPr>
          <p:cNvSpPr/>
          <p:nvPr/>
        </p:nvSpPr>
        <p:spPr>
          <a:xfrm>
            <a:off x="141407" y="5627343"/>
            <a:ext cx="116263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Rathnapper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enthinpam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Bhoo-prathyaasha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swar-bhaagyam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613647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615932"/>
            <a:ext cx="11767770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നമ്മുടെ യാത്ര തീർന്നു നാം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കുമ്പിട്ടേശു പാദത്തിൽ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സ്വര്‍രാജരാജനായി തന്നെ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ധരിപ്പിക്കും കിരീടം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225663" y="3805761"/>
            <a:ext cx="11909181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Nammude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yaathra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theernnu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Kumbitteshu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paadaththil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Swar-raaja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raajanaai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thanne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Dharippikkum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kireedam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2" y="4502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2AFA3-6363-4A4A-A71E-C1FD37F5301C}"/>
              </a:ext>
            </a:extLst>
          </p:cNvPr>
          <p:cNvSpPr/>
          <p:nvPr/>
        </p:nvSpPr>
        <p:spPr>
          <a:xfrm>
            <a:off x="141407" y="2673093"/>
            <a:ext cx="1190918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രത്നപ്പേര്‍ എന്തിന്‍പം</a:t>
            </a:r>
          </a:p>
          <a:p>
            <a:pPr lvl="0"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ഭൂ പ്രത്യാശ സ്വര്‍ഭാഗ്യം (2)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25A8B-DCAD-4988-BCE8-EFAD2759284A}"/>
              </a:ext>
            </a:extLst>
          </p:cNvPr>
          <p:cNvSpPr/>
          <p:nvPr/>
        </p:nvSpPr>
        <p:spPr>
          <a:xfrm>
            <a:off x="141407" y="5627343"/>
            <a:ext cx="116263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Rathnapper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enthinpam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Bhoo-prathyaasha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swar-bhaagyam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825495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147</Words>
  <Application>Microsoft Office PowerPoint</Application>
  <PresentationFormat>Widescreen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493 ക്രിസ്തുനാമം ഏറ്റുകൊള്‍ നീ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Kristhunaamam ettukol nee</dc:title>
  <dc:creator>Acsah Mathews</dc:creator>
  <cp:lastModifiedBy>Acsah Mathews</cp:lastModifiedBy>
  <cp:revision>3</cp:revision>
  <dcterms:created xsi:type="dcterms:W3CDTF">2018-12-03T15:54:41Z</dcterms:created>
  <dcterms:modified xsi:type="dcterms:W3CDTF">2018-12-03T15:55:59Z</dcterms:modified>
</cp:coreProperties>
</file>