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4" r:id="rId4"/>
    <p:sldId id="275" r:id="rId5"/>
    <p:sldId id="277" r:id="rId6"/>
    <p:sldId id="276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44127-3A42-4D33-9A4C-8B3493E61D3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4C790-D30B-4495-AB90-CF487A9F8F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DEF99-34D1-45BF-90A3-D374194AD7F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E6040-8DF3-4671-8170-D8DEDAC0A1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D4D7C-7689-40F3-83D9-D249F61D816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E1581-4FA5-4FE9-BDA7-000A5B8B4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4B5E5-D319-4408-85AC-6264CEA0471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F441D-4736-43FD-B092-83D47F7497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969BF-6FD7-4C2A-A8F7-8DDE8A34656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06F0F-C11E-40C8-AB15-D74E00038F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FEC40-4283-48F9-B92A-767D33E42A8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066BD-38BE-4DDC-BF79-A6D80F8D3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5E39E-43F5-4B5F-B4E0-D00AAC69CFF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2A108-0810-4D9B-86EF-FC1822555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B5EDA5-EB50-4C06-8789-CD12CAA6F26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C0718-1AD7-4CF3-A36B-A34C2726B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8AB14-12E1-4294-8D1C-0CCA4925C33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54339-886D-45EE-A8CD-1B81E16EB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27B9E-AFF0-4F47-B299-54F7D707EA1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34B8B-70A0-4539-83A9-21AFED716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7511F-713C-4B96-B70B-A16977B1DEE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74977-6A50-4FCD-B9EA-77F9EFA95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99D867-2550-4781-8A7B-F9C5F68A359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333CE54-82E7-4257-A54B-87B36B5A7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E784-5A8D-4A11-9100-0438BCEDE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ഒന്നും ഭയപ്പെടേണ്ട!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1A04A-59F8-440F-8E4C-233BA83EBC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Onnum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bhayappedenda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</a:p>
          <a:p>
            <a:r>
              <a:rPr lang="en-US" sz="4000" i="1" dirty="0">
                <a:solidFill>
                  <a:schemeClr val="bg1">
                    <a:lumMod val="65000"/>
                  </a:schemeClr>
                </a:solidFill>
              </a:rPr>
              <a:t>Tune: Safe in the arms of Jesus</a:t>
            </a:r>
          </a:p>
        </p:txBody>
      </p:sp>
    </p:spTree>
    <p:extLst>
      <p:ext uri="{BB962C8B-B14F-4D97-AF65-F5344CB8AC3E}">
        <p14:creationId xmlns:p14="http://schemas.microsoft.com/office/powerpoint/2010/main" val="162108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95867" y="808886"/>
            <a:ext cx="11784982" cy="2620113"/>
          </a:xfrm>
        </p:spPr>
        <p:txBody>
          <a:bodyPr anchor="t"/>
          <a:lstStyle/>
          <a:p>
            <a:pPr algn="l" defTabSz="4651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ഒന്നും ഭയപ്പെടേണ്ട! നീ വിശ്വസിക്കെന്നിൽ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ഓരോ നിമിഷവും നിൻ ആയുസ്സിൻ കാലത്തിൽ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ചെയ്തിടുന്നതു നീ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അറിഞ്ഞീടായ്കിലും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നിന്നരികിൽ വരുവാൻ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താമസിക്കിലും 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46194-33D3-4C7E-9D78-4EF8B3822B4D}"/>
              </a:ext>
            </a:extLst>
          </p:cNvPr>
          <p:cNvSpPr/>
          <p:nvPr/>
        </p:nvSpPr>
        <p:spPr>
          <a:xfrm>
            <a:off x="26019" y="3886201"/>
            <a:ext cx="1109918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Onnum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bhayappedenda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vishwassikkennil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Oro nimishavum nin aayussin kaalathil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cheytheedunnathu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arhinjeedaaykilum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Ninnarikil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thaamasikkilum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E7F5F-1AA3-42F8-8277-9CB59E7F2509}"/>
              </a:ext>
            </a:extLst>
          </p:cNvPr>
          <p:cNvSpPr txBox="1"/>
          <p:nvPr/>
        </p:nvSpPr>
        <p:spPr>
          <a:xfrm>
            <a:off x="0" y="180203"/>
            <a:ext cx="121808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BCC382-EBF3-464D-8FF7-EEB93D48FC2D}"/>
              </a:ext>
            </a:extLst>
          </p:cNvPr>
          <p:cNvSpPr/>
          <p:nvPr/>
        </p:nvSpPr>
        <p:spPr>
          <a:xfrm>
            <a:off x="-18586" y="1276725"/>
            <a:ext cx="12229170" cy="144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ഒന്നും ഭയപ്പെടേണ്ടാ! </a:t>
            </a:r>
            <a:r>
              <a:rPr lang="en-US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 വിശ്വസിക്കെന്നിൽ </a:t>
            </a:r>
            <a:b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ഓരോ നിമിഷവും നിൻ </a:t>
            </a:r>
            <a:r>
              <a:rPr lang="en-US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ആയുസ്സിൻ കാലത്തിൽ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4D7DB-7D0C-4D9D-9F52-6A5E8269E89F}"/>
              </a:ext>
            </a:extLst>
          </p:cNvPr>
          <p:cNvSpPr/>
          <p:nvPr/>
        </p:nvSpPr>
        <p:spPr>
          <a:xfrm>
            <a:off x="0" y="3200400"/>
            <a:ext cx="12192000" cy="1409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Onnum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bhayappedenda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!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vishwasikkennil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Oro nimishavum nin aayussin kaalathil 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6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95867" y="808886"/>
            <a:ext cx="11784982" cy="2620113"/>
          </a:xfrm>
        </p:spPr>
        <p:txBody>
          <a:bodyPr anchor="t"/>
          <a:lstStyle/>
          <a:p>
            <a:pPr algn="l" defTabSz="4651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ലോകാന്ധകാരത്തൂടെ നീ സഞ്ചരിക്കെ നിൻ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കാൽ വഴുതിടാ നിന്‍റെ നിത്യ പ്രകാശം ഞാൻ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വെള്ളങ്ങളിൽക്കൂടെ നീ പോകുന്ന നേരത്തിൽ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പ്രളയങ്ങൾ നിന്മീതെ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കവിഞ്ഞൊഴുകുമ്പോൾ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46194-33D3-4C7E-9D78-4EF8B3822B4D}"/>
              </a:ext>
            </a:extLst>
          </p:cNvPr>
          <p:cNvSpPr/>
          <p:nvPr/>
        </p:nvSpPr>
        <p:spPr>
          <a:xfrm>
            <a:off x="26019" y="3886201"/>
            <a:ext cx="1109918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Lokaandhakaarathoode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sancharikke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vazhuthida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Vellhangalhilkoode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nerathil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Pralhayangalh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ninmeethe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kavinjozhukumbolh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14FFB-FC01-42AD-95A4-C54BB983217C}"/>
              </a:ext>
            </a:extLst>
          </p:cNvPr>
          <p:cNvSpPr txBox="1"/>
          <p:nvPr/>
        </p:nvSpPr>
        <p:spPr>
          <a:xfrm>
            <a:off x="0" y="180203"/>
            <a:ext cx="121808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508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BCC382-EBF3-464D-8FF7-EEB93D48FC2D}"/>
              </a:ext>
            </a:extLst>
          </p:cNvPr>
          <p:cNvSpPr/>
          <p:nvPr/>
        </p:nvSpPr>
        <p:spPr>
          <a:xfrm>
            <a:off x="-18586" y="1276725"/>
            <a:ext cx="12229170" cy="144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ഒന്നും ഭയപ്പെടേണ്ടാ! </a:t>
            </a:r>
            <a:r>
              <a:rPr lang="en-US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 വിശ്വസിക്കെന്നിൽ </a:t>
            </a:r>
            <a:b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ഓരോ നിമിഷവും നിൻ </a:t>
            </a:r>
            <a:r>
              <a:rPr lang="en-US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ആയുസ്സിൻ കാലത്തിൽ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4D7DB-7D0C-4D9D-9F52-6A5E8269E89F}"/>
              </a:ext>
            </a:extLst>
          </p:cNvPr>
          <p:cNvSpPr/>
          <p:nvPr/>
        </p:nvSpPr>
        <p:spPr>
          <a:xfrm>
            <a:off x="0" y="3200400"/>
            <a:ext cx="12192000" cy="1409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Onnum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bhayappedenda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!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vishwasikkennil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Oro nimishavum nin aayussin kaalathil 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8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7018" y="821897"/>
            <a:ext cx="11784982" cy="2620113"/>
          </a:xfrm>
        </p:spPr>
        <p:txBody>
          <a:bodyPr anchor="t"/>
          <a:lstStyle/>
          <a:p>
            <a:pPr algn="l" defTabSz="4651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ആകാശവും ഭൂമിയും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ഒഴിഞ്ഞുപോകിലും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വാക്കുകൾ ഒഴിഞ്ഞു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പോകാ ഒരുനാളും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ഞാൻ ഇന്നലെയും ഇന്നും എന്നേക്കും ഞാൻ തന്നെ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കൈവിടുകയില്ല ഞാൻ ഒരിക്കലും നിന്നെ 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146194-33D3-4C7E-9D78-4EF8B3822B4D}"/>
              </a:ext>
            </a:extLst>
          </p:cNvPr>
          <p:cNvSpPr/>
          <p:nvPr/>
        </p:nvSpPr>
        <p:spPr>
          <a:xfrm>
            <a:off x="26019" y="3886201"/>
            <a:ext cx="11099181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Aakashavum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bhoomiyum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ozhinjupokilum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ozhinjupokaa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orunaalhum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innaleyum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kaividukayilla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orikkalum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38F33-6724-478C-A3A9-FE574DD24DFA}"/>
              </a:ext>
            </a:extLst>
          </p:cNvPr>
          <p:cNvSpPr txBox="1"/>
          <p:nvPr/>
        </p:nvSpPr>
        <p:spPr>
          <a:xfrm>
            <a:off x="0" y="180203"/>
            <a:ext cx="121808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>
                <a:latin typeface="+mn-lt"/>
              </a:rPr>
              <a:t>3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4219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BCC382-EBF3-464D-8FF7-EEB93D48FC2D}"/>
              </a:ext>
            </a:extLst>
          </p:cNvPr>
          <p:cNvSpPr/>
          <p:nvPr/>
        </p:nvSpPr>
        <p:spPr>
          <a:xfrm>
            <a:off x="-18586" y="1276725"/>
            <a:ext cx="12229170" cy="144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ഒന്നും ഭയപ്പെടേണ്ടാ! </a:t>
            </a:r>
            <a:r>
              <a:rPr lang="en-US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 വിശ്വസിക്കെന്നിൽ </a:t>
            </a:r>
            <a:b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ഓരോ നിമിഷവും നിൻ </a:t>
            </a:r>
            <a:r>
              <a:rPr lang="en-US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ആയുസ്സിൻ കാലത്തിൽ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4D7DB-7D0C-4D9D-9F52-6A5E8269E89F}"/>
              </a:ext>
            </a:extLst>
          </p:cNvPr>
          <p:cNvSpPr/>
          <p:nvPr/>
        </p:nvSpPr>
        <p:spPr>
          <a:xfrm>
            <a:off x="0" y="3200400"/>
            <a:ext cx="12192000" cy="1409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Onnum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bhayappedenda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!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vishwasikkennil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Oro nimishavum nin aayussin kaalathil 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22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130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240 ഒന്നും ഭയപ്പെടേണ്ട!</vt:lpstr>
      <vt:lpstr>ഒന്നും ഭയപ്പെടേണ്ട! നീ വിശ്വസിക്കെന്നിൽ  ഓരോ നിമിഷവും നിൻ ആയുസ്സിൻ കാലത്തിൽ  ഞാൻ ചെയ്തിടുന്നതു നീ അറിഞ്ഞീടായ്കിലും  നിന്നരികിൽ വരുവാൻ ഞാൻ താമസിക്കിലും </vt:lpstr>
      <vt:lpstr>PowerPoint Presentation</vt:lpstr>
      <vt:lpstr>ലോകാന്ധകാരത്തൂടെ നീ സഞ്ചരിക്കെ നിൻ  കാൽ വഴുതിടാ നിന്‍റെ നിത്യ പ്രകാശം ഞാൻ  വെള്ളങ്ങളിൽക്കൂടെ നീ പോകുന്ന നേരത്തിൽ  പ്രളയങ്ങൾ നിന്മീതെ കവിഞ്ഞൊഴുകുമ്പോൾ</vt:lpstr>
      <vt:lpstr>PowerPoint Presentation</vt:lpstr>
      <vt:lpstr>ആകാശവും ഭൂമിയും ഒഴിഞ്ഞുപോകിലും  എൻ വാക്കുകൾ ഒഴിഞ്ഞു പോകാ ഒരുനാളും  ഞാൻ ഇന്നലെയും ഇന്നും എന്നേക്കും ഞാൻ തന്നെ  കൈവിടുകയില്ല ഞാൻ ഒരിക്കലും നിന്നെ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Onnum Bhayapedenda</dc:title>
  <dc:creator>Digital Input:; GM JOHN; Acsah Mathews</dc:creator>
  <cp:lastModifiedBy>Acsah Mathews</cp:lastModifiedBy>
  <cp:revision>218</cp:revision>
  <dcterms:created xsi:type="dcterms:W3CDTF">2013-04-19T09:19:07Z</dcterms:created>
  <dcterms:modified xsi:type="dcterms:W3CDTF">2018-11-13T18:31:46Z</dcterms:modified>
</cp:coreProperties>
</file>