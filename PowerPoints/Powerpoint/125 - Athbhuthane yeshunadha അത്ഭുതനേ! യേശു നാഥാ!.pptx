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B8C3A0-F3FF-48D4-AAC6-D95198D02D41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F52C3-1C23-4BB5-84E8-ABD857EAFD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3EC5E-FDCF-49CC-882E-C9E26D66049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22550B-A7D7-4537-B1E0-E5F1D79CD6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A938C-8D1E-4FD2-B701-25D4FC448D2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FDA44-CA7D-4767-9214-9C76FA7B9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23FF1-F170-4BBF-BC8F-051988A5C36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6E36F-5A1D-4F7F-98C4-F7BF870472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E5FAA-A519-4B5A-A1A2-947311E9684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DF1F7-ECFB-4112-B64A-7CD25E4AD5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33D47-5FAE-4BE9-8094-F9943354A96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CE26-0A3A-40DD-AF3D-D5960CF5B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E8691-9A44-4ED8-A7DF-C83CD849288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FC99C-C037-471C-9562-67F48EC4F6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8F578-370A-436F-AF02-EDE7F96497C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702616-4384-47BA-A80B-B82ED1275F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A0561-0C35-450E-ACEF-D1D0CA03845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4FAFA-7DED-4BD2-B2D2-6DCDE0F4F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68037-3E9C-42C2-963B-6DF2BA12BC5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AE8EF-906A-4AA2-8E39-0F6C1882D0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95933-5FD5-4094-B640-2EECDD5AFA8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636B6-7BB1-45C8-BCC4-21226D70F0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0F24886-7E00-4DE3-BF53-110A1A46A5B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F65EC82-E20D-461C-B09F-107D75C2BC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B31-4037-4C6B-BD2E-408ACFCE0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47226"/>
            <a:ext cx="10363200" cy="1853226"/>
          </a:xfrm>
        </p:spPr>
        <p:txBody>
          <a:bodyPr/>
          <a:lstStyle/>
          <a:p>
            <a:r>
              <a:rPr lang="en-US" dirty="0"/>
              <a:t>125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അത്ഭുതനേ! യേശു നാഥാ!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DCD69-DBD8-47B6-A2B2-7CF188C4E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59258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Athbuthane!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Yeshunaadha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B2F371-4830-4639-AB7A-3B71A0086C4A}"/>
              </a:ext>
            </a:extLst>
          </p:cNvPr>
          <p:cNvSpPr/>
          <p:nvPr/>
        </p:nvSpPr>
        <p:spPr>
          <a:xfrm>
            <a:off x="8610600" y="5110775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F11D6-A6F3-4AFC-9188-8823A698A637}"/>
              </a:ext>
            </a:extLst>
          </p:cNvPr>
          <p:cNvSpPr/>
          <p:nvPr/>
        </p:nvSpPr>
        <p:spPr>
          <a:xfrm>
            <a:off x="1813560" y="5110775"/>
            <a:ext cx="20922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മോശവത്സലം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3364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948154"/>
            <a:ext cx="11734800" cy="2709446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അത്ഭുതനേ! യേശു നാഥാ!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അത്യുന്നത ദൈവസുതാ! സ്വാമീ! ഭവാൻ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അടിമയെപോൽ പുൽക്കൂട്ടിൽ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അവതരിച്ചതതിശയമേ നാഥാ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FAB6C-D275-459D-82E1-D9961909F70C}"/>
              </a:ext>
            </a:extLst>
          </p:cNvPr>
          <p:cNvSpPr/>
          <p:nvPr/>
        </p:nvSpPr>
        <p:spPr>
          <a:xfrm>
            <a:off x="3276600" y="4114800"/>
            <a:ext cx="89154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Athbuthane!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Yeshunaadha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Athynatha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daivasuthaa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Swami!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Bhavaan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Adimayeppol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pulkkoottil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Avatharichath-athishayame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68AD9-2366-4E73-A0E3-40E98BC4AB6A}"/>
              </a:ext>
            </a:extLst>
          </p:cNvPr>
          <p:cNvSpPr/>
          <p:nvPr/>
        </p:nvSpPr>
        <p:spPr>
          <a:xfrm>
            <a:off x="0" y="379571"/>
            <a:ext cx="12192000" cy="671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948154"/>
            <a:ext cx="11734800" cy="2709446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ആർക്കും അടുപ്പാൻ അരുതാം ആനന്ദമോക്ഷമഹിമ എല്ലാം - ഭവാൻ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ആകവെ വിട്ടിങ്ങു വന്നു യാചകനെപ്പോലുദിച്ചോ? നാഥാ!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FAB6C-D275-459D-82E1-D9961909F70C}"/>
              </a:ext>
            </a:extLst>
          </p:cNvPr>
          <p:cNvSpPr/>
          <p:nvPr/>
        </p:nvSpPr>
        <p:spPr>
          <a:xfrm>
            <a:off x="3276600" y="4114800"/>
            <a:ext cx="89154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Aarkkum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aduppan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aruthaam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-moksha-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bhavaan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Aakave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vittingu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yaachakaneppoludicho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?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68AD9-2366-4E73-A0E3-40E98BC4AB6A}"/>
              </a:ext>
            </a:extLst>
          </p:cNvPr>
          <p:cNvSpPr/>
          <p:nvPr/>
        </p:nvSpPr>
        <p:spPr>
          <a:xfrm>
            <a:off x="0" y="379571"/>
            <a:ext cx="12192000" cy="671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2720831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948154"/>
            <a:ext cx="11734800" cy="2709446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ഉന്നതാ! മഹേശ്വരൻ ഉൾക്കരുണ എറിയതാലല്ലോ - ഭവാൻ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 പ്രഭാവം വെടിഞ്ഞു 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പുല്ലിലുറങ്ങാൻ തുനിഞ്ഞു നാഥാ!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FAB6C-D275-459D-82E1-D9961909F70C}"/>
              </a:ext>
            </a:extLst>
          </p:cNvPr>
          <p:cNvSpPr/>
          <p:nvPr/>
        </p:nvSpPr>
        <p:spPr>
          <a:xfrm>
            <a:off x="3276600" y="4114800"/>
            <a:ext cx="89154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Maheshvarane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ulhkkarunha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eriyathaalallo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bhavaan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prabhaavam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vedinju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pullilurangaan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thuninju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68AD9-2366-4E73-A0E3-40E98BC4AB6A}"/>
              </a:ext>
            </a:extLst>
          </p:cNvPr>
          <p:cNvSpPr/>
          <p:nvPr/>
        </p:nvSpPr>
        <p:spPr>
          <a:xfrm>
            <a:off x="0" y="379571"/>
            <a:ext cx="12192000" cy="671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4958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948154"/>
            <a:ext cx="11734800" cy="2709446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എണ്ണമെന്യേ ദൂതസംഘം എന്നും നിന്നെ കീർത്തിച്ചല്ലോ - സ്വാമീ! ഭവാൻ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എങ്ങും വ്യാപി ആയിരിക്കെ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എന്നെപോൽ ജഡം ധരിച്ചോ നാഥാ!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FAB6C-D275-459D-82E1-D9961909F70C}"/>
              </a:ext>
            </a:extLst>
          </p:cNvPr>
          <p:cNvSpPr/>
          <p:nvPr/>
        </p:nvSpPr>
        <p:spPr>
          <a:xfrm>
            <a:off x="3276600" y="4114800"/>
            <a:ext cx="89154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Ennhamenye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doothasangom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keerthichallo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swami!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Bhavaan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Engum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vyaapi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aayirikke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enneppol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jadam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dharicho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68AD9-2366-4E73-A0E3-40E98BC4AB6A}"/>
              </a:ext>
            </a:extLst>
          </p:cNvPr>
          <p:cNvSpPr/>
          <p:nvPr/>
        </p:nvSpPr>
        <p:spPr>
          <a:xfrm>
            <a:off x="0" y="379571"/>
            <a:ext cx="12192000" cy="671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182500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948154"/>
            <a:ext cx="11734800" cy="2709446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ഓടിവന്നോ! എൻ നിമിത്തം ഓർത്താലിഞ്ഞൊരെൻമനമെൻ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സ്വാമീ! ഭവാൻ ഒരു അടിമപോൽ നിലത്തിൽ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ഓമനയില്ലാതെ പള്ളികൊണ്ടോ!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FAB6C-D275-459D-82E1-D9961909F70C}"/>
              </a:ext>
            </a:extLst>
          </p:cNvPr>
          <p:cNvSpPr/>
          <p:nvPr/>
        </p:nvSpPr>
        <p:spPr>
          <a:xfrm>
            <a:off x="3276600" y="4114800"/>
            <a:ext cx="89154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Odivanno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nimiththam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orthalinjorenmanamen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swami!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Bhavaan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adimapol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nilathil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omanayillathe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pallhikondo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68AD9-2366-4E73-A0E3-40E98BC4AB6A}"/>
              </a:ext>
            </a:extLst>
          </p:cNvPr>
          <p:cNvSpPr/>
          <p:nvPr/>
        </p:nvSpPr>
        <p:spPr>
          <a:xfrm>
            <a:off x="0" y="379571"/>
            <a:ext cx="12192000" cy="671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16D08-63E0-4801-BE10-A083E9FD0BE6}"/>
              </a:ext>
            </a:extLst>
          </p:cNvPr>
          <p:cNvSpPr/>
          <p:nvPr/>
        </p:nvSpPr>
        <p:spPr>
          <a:xfrm>
            <a:off x="9971520" y="6414212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(</a:t>
            </a:r>
            <a:r>
              <a:rPr lang="en-US" sz="2000" dirty="0" err="1">
                <a:solidFill>
                  <a:srgbClr val="000000"/>
                </a:solidFill>
              </a:rPr>
              <a:t>Moshavatsalam</a:t>
            </a:r>
            <a:r>
              <a:rPr lang="en-US" sz="2000" dirty="0">
                <a:solidFill>
                  <a:srgbClr val="000000"/>
                </a:solidFill>
              </a:rPr>
              <a:t>) </a:t>
            </a: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A99095-9A02-41C1-8064-E7C5E80A166A}"/>
              </a:ext>
            </a:extLst>
          </p:cNvPr>
          <p:cNvSpPr/>
          <p:nvPr/>
        </p:nvSpPr>
        <p:spPr>
          <a:xfrm>
            <a:off x="10190220" y="3353276"/>
            <a:ext cx="1899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dirty="0">
                <a:solidFill>
                  <a:srgbClr val="000000"/>
                </a:solidFill>
                <a:latin typeface="Arial" panose="020B0604020202020204" pitchFamily="34" charset="0"/>
              </a:rPr>
              <a:t>മോശവത്സലം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9142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135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125 അത്ഭുതനേ! യേശു നാഥാ!</vt:lpstr>
      <vt:lpstr>അത്ഭുതനേ! യേശു നാഥാ!  അത്യുന്നത ദൈവസുതാ! സ്വാമീ! ഭവാൻ  അടിമയെപോൽ പുൽക്കൂട്ടിൽ  അവതരിച്ചതതിശയമേ നാഥാ </vt:lpstr>
      <vt:lpstr>ആർക്കും അടുപ്പാൻ അരുതാം ആനന്ദമോക്ഷമഹിമ എല്ലാം - ഭവാൻ  ആകവെ വിട്ടിങ്ങു വന്നു യാചകനെപ്പോലുദിച്ചോ? നാഥാ!</vt:lpstr>
      <vt:lpstr>ഉന്നതാ! മഹേശ്വരൻ ഉൾക്കരുണ എറിയതാലല്ലോ - ഭവാൻ  ഉള്ള പ്രഭാവം വെടിഞ്ഞു   പുല്ലിലുറങ്ങാൻ തുനിഞ്ഞു നാഥാ!</vt:lpstr>
      <vt:lpstr>എണ്ണമെന്യേ ദൂതസംഘം എന്നും നിന്നെ കീർത്തിച്ചല്ലോ - സ്വാമീ! ഭവാൻ  എങ്ങും വ്യാപി ആയിരിക്കെ  എന്നെപോൽ ജഡം ധരിച്ചോ നാഥാ!</vt:lpstr>
      <vt:lpstr>ഓടിവന്നോ! എൻ നിമിത്തം ഓർത്താലിഞ്ഞൊരെൻമനമെൻ സ്വാമീ! ഭവാൻ ഒരു അടിമപോൽ നിലത്തിൽ  ഓമനയില്ലാതെ പള്ളികൊണ്ടോ!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Athbhuthane yeshu nadha</dc:title>
  <dc:creator>Digital Input:; GM JOHN; Acsah Mathews</dc:creator>
  <cp:lastModifiedBy>Acsah Mathews</cp:lastModifiedBy>
  <cp:revision>91</cp:revision>
  <dcterms:created xsi:type="dcterms:W3CDTF">2013-04-19T09:19:07Z</dcterms:created>
  <dcterms:modified xsi:type="dcterms:W3CDTF">2018-11-05T14:49:12Z</dcterms:modified>
</cp:coreProperties>
</file>