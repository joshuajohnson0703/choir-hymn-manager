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4" r:id="rId3"/>
    <p:sldId id="285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295FE-D687-4221-BB87-C3D396A664D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38C96-15A1-4D37-A004-B5F9760FD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F0024-9E42-4A63-BD90-63A6DB0C77B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4EAAA-1F09-4281-8B36-3AB79D89A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85A6D-CC68-40CF-98A4-EA905B67E0A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559A5-A442-4B33-848B-48289C25C4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78BEC-1CE6-4A6E-AE0C-3FC8356B411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F0D4-DEAD-46B0-9406-80761C104D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634B3-9BD5-42AE-86F7-7E7635209A4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3CACB-F90F-4991-8CD3-B36D924A5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9C225-53E5-4D03-9A9D-3015C60D963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55034-737E-4B75-9202-0E3BA34B64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3A12B-6B19-497D-9C16-7F1F4CD8110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8DDA1-8827-4395-A1CA-FC72AEC6C3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AEEB5-914C-405A-8F5F-D4401D3EE59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58D0D-D51C-46AA-B4A4-20BBDE44EC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FA2A0-E868-487A-B934-5EB8F0A337D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2836-3A76-4E78-AA22-BBD0C799B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AB69D-0C43-4324-9EC9-12E75492392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A89DF-8499-4779-A7C7-6DB6A6395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6439F-2199-4E69-AD51-CE6624D37A2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1C09F-A864-423C-A0DE-D0073F9C2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BB7638-6697-4BCB-A19E-3AFABACE343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1F254B-4AF0-49B9-BD37-D9C14B44C5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745A-4AEB-424F-B4F1-30CC10FE5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ശാന്തനാകും യേശുവേ!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8B713-DDA3-4094-9A52-BC444FA37D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Shaanthanaakum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Yeshuvey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Gentle Jesus Meek and Mild – </a:t>
            </a:r>
            <a:r>
              <a:rPr lang="en-US" sz="3800" i="1" dirty="0" err="1">
                <a:solidFill>
                  <a:srgbClr val="002060"/>
                </a:solidFill>
              </a:rPr>
              <a:t>C.Wesley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5936957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12192000" cy="27432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ശാന്തനാകും യേശുവേ! പൈതലാമെന്നെ നോക്കി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കനിവു തോന്നി എന്നിൽ കുടി കൊള്ളുക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നിന്നെത്തേടീ വന്നെത്തും എന്നെ ചേർത്തു രക്ഷിക്ക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രാജ്യം തന്നിലെ എനിക്കിടം തരിക!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5BFD65-DAE6-452A-A1F2-54CF241CB0AD}"/>
              </a:ext>
            </a:extLst>
          </p:cNvPr>
          <p:cNvSpPr/>
          <p:nvPr/>
        </p:nvSpPr>
        <p:spPr>
          <a:xfrm>
            <a:off x="0" y="3328481"/>
            <a:ext cx="12192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Shaanthanaakum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paithalaamenney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nôkki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kanivu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thônni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koodikollhuka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endParaRPr lang="en-US" sz="1000" b="1" dirty="0">
              <a:solidFill>
                <a:srgbClr val="002060"/>
              </a:solidFill>
              <a:latin typeface="+mn-lt"/>
            </a:endParaRPr>
          </a:p>
          <a:p>
            <a:endParaRPr lang="en-US" sz="10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thèdi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enikkidam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92000" cy="25908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ഇമ്പമായ് നോക്കി വേഗാൽ എന്നെ കയ്യിൽ അനയ്ക്ക!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നിൻ  പ്രിയ പൈതലാവാൻ ശുദ്ധി ചെയ്ക ഇന്നെന്നെ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തിങ്ങും യേശുവേ! പൈതലാമെന്നെ നോക്കി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 തോന്നി രക്ഷിച്ചു മോക്ഷ ഭാഗ്യം നല്കണേ!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D703BF-5F7B-446C-94B6-53188558917F}"/>
              </a:ext>
            </a:extLst>
          </p:cNvPr>
          <p:cNvSpPr/>
          <p:nvPr/>
        </p:nvSpPr>
        <p:spPr>
          <a:xfrm>
            <a:off x="0" y="3328481"/>
            <a:ext cx="12192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Imbamaai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nôkki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vègaal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kayyil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anhaikka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paithalaavaan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endParaRPr lang="en-US" sz="1000" b="1" dirty="0">
              <a:solidFill>
                <a:srgbClr val="002060"/>
              </a:solidFill>
              <a:latin typeface="+mn-lt"/>
            </a:endParaRPr>
          </a:p>
          <a:p>
            <a:endParaRPr lang="en-US" sz="10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thingum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paithalaamenney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Kripa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thônni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moksha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nalkanhey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6968889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</TotalTime>
  <Words>75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Kartika</vt:lpstr>
      <vt:lpstr>Office Theme</vt:lpstr>
      <vt:lpstr>337 ശാന്തനാകും യേശുവേ!</vt:lpstr>
      <vt:lpstr>1 ശാന്തനാകും യേശുവേ! പൈതലാമെന്നെ നോക്കി   എന്നിൽ കനിവു തോന്നി എന്നിൽ കുടി കൊള്ളുക   2 നിന്നെത്തേടീ വന്നെത്തും എന്നെ ചേർത്തു രക്ഷിക്ക  നിന്‍റെ രാജ്യം തന്നിലെ എനിക്കിടം തരിക!</vt:lpstr>
      <vt:lpstr>3 ഇമ്പമായ് നോക്കി വേഗാൽ എന്നെ കയ്യിൽ അനയ്ക്ക!  നിൻ  പ്രിയ പൈതലാവാൻ ശുദ്ധി ചെയ്ക ഇന്നെന്നെ   4 സ്നേഹം തിങ്ങും യേശുവേ! പൈതലാമെന്നെ നോക്കി   കൃപ തോന്നി രക്ഷിച്ചു മോക്ഷ ഭാഗ്യം നല്കണേ!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Shaanthanakum yeshuve</dc:title>
  <dc:creator>Digital Input; GM JOHN; Acsah Mathews</dc:creator>
  <cp:lastModifiedBy>Acsah Mathews</cp:lastModifiedBy>
  <cp:revision>477</cp:revision>
  <dcterms:created xsi:type="dcterms:W3CDTF">2013-04-19T09:19:07Z</dcterms:created>
  <dcterms:modified xsi:type="dcterms:W3CDTF">2018-11-20T15:10:22Z</dcterms:modified>
</cp:coreProperties>
</file>