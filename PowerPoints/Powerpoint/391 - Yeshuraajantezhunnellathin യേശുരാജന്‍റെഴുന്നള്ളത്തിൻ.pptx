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9" r:id="rId2"/>
    <p:sldId id="270" r:id="rId3"/>
    <p:sldId id="274" r:id="rId4"/>
    <p:sldId id="280" r:id="rId5"/>
    <p:sldId id="275" r:id="rId6"/>
    <p:sldId id="281" r:id="rId7"/>
    <p:sldId id="276" r:id="rId8"/>
    <p:sldId id="282" r:id="rId9"/>
    <p:sldId id="277" r:id="rId10"/>
    <p:sldId id="283" r:id="rId11"/>
    <p:sldId id="278" r:id="rId12"/>
    <p:sldId id="284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78" y="9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AD09B8-2352-4162-AF68-C131B2C114BD}" type="datetimeFigureOut">
              <a:rPr lang="en-US" smtClean="0"/>
              <a:t>11/26/2018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C9C9E-3C26-468B-B7F5-1E11F45162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90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AC9C9E-3C26-468B-B7F5-1E11F451629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586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40ED8F-1F63-4698-B0E9-EFEE1B69A36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6F97F-8363-4D8A-AACE-07A2C3D1C8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AE9CC1-C378-4069-AEC9-8DA028BE9016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DDFB7-6831-492B-B83A-A85B6C2CCA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0E0EFC-4B16-4791-8579-38B7F56C6F13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918779-7A7E-4BE9-BA87-11EEA1A1C0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E7853-503F-44ED-9E34-DDB8358F1DC5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5C582C-CDB6-4ECB-B4E0-8B32EBC1E0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312BA-4F5C-4252-892B-6FE6CFC30589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5BA814-CC23-49F3-8471-24965E7F20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B6282A-DD4E-4C61-85EF-F17B7662C957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75E124-9ADC-435F-95CA-CEBBF3A11C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59AA0-C932-4AA6-865D-128C56277691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B1F54-80FE-489A-B2EA-A5AE561DB1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A4AEC1-E89E-480B-A226-2660755DAD1F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39A76-6AD1-4ECA-96BE-2A6C5ECCFF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D2575-25C3-4469-9E8B-D83498019DD5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005A43-62CC-4D02-AF97-E3F0C2C3A1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658432-3348-455C-B9AF-7C138C5D156A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883D8-B789-4F47-8500-70A018072B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52B31D-3654-4209-9FDC-06671078CAFB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42EC4B-5E43-41A0-B038-238E82D6AF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5516148-0B24-4D1B-9CAF-44DC010C27AB}" type="datetimeFigureOut">
              <a:rPr lang="en-US"/>
              <a:pPr>
                <a:defRPr/>
              </a:pPr>
              <a:t>11/26/2018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B4E29BE-742E-4125-9877-692FD10F07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71307-4FE3-46B4-B4DA-8A827185CC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391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യേശുരാജന്‍റെഴുന്നള്ളത്തിൻ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C2923F-B8CB-49B0-999C-29D32BFBD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Yeshuraajante </a:t>
            </a:r>
            <a:r>
              <a:rPr lang="en-US" sz="4000" b="1" dirty="0" err="1">
                <a:solidFill>
                  <a:srgbClr val="002060"/>
                </a:solidFill>
              </a:rPr>
              <a:t>ezhunnellhaththin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1FFD7C-7643-46F2-9BBD-D68C93250993}"/>
              </a:ext>
            </a:extLst>
          </p:cNvPr>
          <p:cNvSpPr/>
          <p:nvPr/>
        </p:nvSpPr>
        <p:spPr>
          <a:xfrm>
            <a:off x="1457993" y="4781490"/>
            <a:ext cx="33153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(യുസ്തുസ് യൌസേഫ്)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ED9F08-2A5F-463A-8F28-94239DEED50A}"/>
              </a:ext>
            </a:extLst>
          </p:cNvPr>
          <p:cNvSpPr/>
          <p:nvPr/>
        </p:nvSpPr>
        <p:spPr>
          <a:xfrm>
            <a:off x="7807051" y="4761046"/>
            <a:ext cx="25561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(</a:t>
            </a:r>
            <a:r>
              <a:rPr lang="en-US" sz="2000" b="1" dirty="0" err="1">
                <a:solidFill>
                  <a:schemeClr val="accent2"/>
                </a:solidFill>
                <a:latin typeface="Arial" panose="020B0604020202020204" pitchFamily="34" charset="0"/>
              </a:rPr>
              <a:t>Yusthus</a:t>
            </a: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chemeClr val="accent2"/>
                </a:solidFill>
                <a:latin typeface="Arial" panose="020B0604020202020204" pitchFamily="34" charset="0"/>
              </a:rPr>
              <a:t>Youseph</a:t>
            </a:r>
            <a:r>
              <a:rPr lang="en-US" sz="2000" b="1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0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62909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4868" y="541135"/>
            <a:ext cx="12192000" cy="2832110"/>
          </a:xfrm>
        </p:spPr>
        <p:txBody>
          <a:bodyPr anchor="t"/>
          <a:lstStyle/>
          <a:p>
            <a:pPr defTabSz="457200"/>
            <a:r>
              <a:rPr lang="ml-IN" sz="2200" b="1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യേശുരാജന്‍റെഴുന്നള്ളത്തിൻ മുൻ ദൂതുകളി-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താ! നടന്നു കൊണ്ടു വരുന്നു...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200" b="1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രാജനാകും നസറേശനാം മശിഹാ ദേവൻ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ഭൂതലത്തിലേക്കെഴുന്നെള്ളുന്നതിന്നു വന്നു കാലം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232DD8-7BA4-4222-B1C9-473C5680EB31}"/>
              </a:ext>
            </a:extLst>
          </p:cNvPr>
          <p:cNvSpPr/>
          <p:nvPr/>
        </p:nvSpPr>
        <p:spPr>
          <a:xfrm>
            <a:off x="14868" y="3657599"/>
            <a:ext cx="12177132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Yeshuraajante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ezhunnellhaththin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doothukalhi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Nadannu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 </a:t>
            </a:r>
          </a:p>
          <a:p>
            <a:pPr algn="ctr"/>
            <a:endParaRPr lang="en-US" sz="2400" b="1" dirty="0">
              <a:solidFill>
                <a:srgbClr val="002060"/>
              </a:solidFill>
              <a:latin typeface="+mn-lt"/>
            </a:endParaRP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raajanaakum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nasareshanaam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mashihaa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devan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Bhoothalaththilekkezhunnellhunnathinu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1004037"/>
            <a:ext cx="11673468" cy="2354465"/>
          </a:xfrm>
        </p:spPr>
        <p:txBody>
          <a:bodyPr anchor="t"/>
          <a:lstStyle/>
          <a:p>
            <a:pPr algn="l" defTabSz="45720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കന്യക മകനായ് വന്നവൻ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മനുജർക്കായ്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ദണ്ഡമേറ്റു ചത്തു യിർത്തവൻ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മഹിമയോടു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ഉന്നതൻ വലഭാഗ-ത്തിങ്ക ലിരിക്കുന്നു രാജൻ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 പ്രതാപമോടീ മണ്ണിൽ വേഗം വരുന്നതാൽ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232DD8-7BA4-4222-B1C9-473C5680EB31}"/>
              </a:ext>
            </a:extLst>
          </p:cNvPr>
          <p:cNvSpPr/>
          <p:nvPr/>
        </p:nvSpPr>
        <p:spPr>
          <a:xfrm>
            <a:off x="533400" y="3657599"/>
            <a:ext cx="116586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Kanyaka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makanai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manujarkkaayi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Dhanndamettu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chaththuyirththavan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mahimayodu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Unnathan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valabhaaga-ththinkalirikkunu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Unnatha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prathaapamodee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mannhil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varunnathaal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7D9485-D173-44DD-9779-73691D1FAC61}"/>
              </a:ext>
            </a:extLst>
          </p:cNvPr>
          <p:cNvSpPr/>
          <p:nvPr/>
        </p:nvSpPr>
        <p:spPr>
          <a:xfrm>
            <a:off x="0" y="329874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0717546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9736" y="1143000"/>
            <a:ext cx="12192000" cy="1516265"/>
          </a:xfrm>
        </p:spPr>
        <p:txBody>
          <a:bodyPr anchor="t"/>
          <a:lstStyle/>
          <a:p>
            <a:pPr defTabSz="457200">
              <a:lnSpc>
                <a:spcPct val="150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യേശുരാജന്‍റെഴുന്നള്ളത്തിൻ മുൻ ദൂതുകളി-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താ! നടന്നു കൊണ്ടു വരുന്നു…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232DD8-7BA4-4222-B1C9-473C5680EB31}"/>
              </a:ext>
            </a:extLst>
          </p:cNvPr>
          <p:cNvSpPr/>
          <p:nvPr/>
        </p:nvSpPr>
        <p:spPr>
          <a:xfrm>
            <a:off x="14868" y="3657599"/>
            <a:ext cx="12177132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Yeshuraajante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ezhunnellhaththin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doothukalhi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Nadannu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varunnu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709986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1004037"/>
            <a:ext cx="11673468" cy="2354465"/>
          </a:xfrm>
        </p:spPr>
        <p:txBody>
          <a:bodyPr anchor="t"/>
          <a:lstStyle/>
          <a:p>
            <a:pPr algn="l" defTabSz="45720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ദാവീദിന്‍റെ വീണുപോയൊരു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കൂടാരം ദേവാ-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ത്മാവിതാ പണി നടത്തുന്നു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അതിന്‍റെ കേടു-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പാടുകളൊഴിഞ്ഞൊഴിഞ്ഞു പോയിടുന്നതാൽ പുതിയ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തായിടുന്നല്പമല്പം നിവർന്നീടുന്നിതാ! മശിഹാ-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232DD8-7BA4-4222-B1C9-473C5680EB31}"/>
              </a:ext>
            </a:extLst>
          </p:cNvPr>
          <p:cNvSpPr/>
          <p:nvPr/>
        </p:nvSpPr>
        <p:spPr>
          <a:xfrm>
            <a:off x="533400" y="3657599"/>
            <a:ext cx="116586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Daveedinte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poyoru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koodaaram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devaa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thmaavithaa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panhi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nadaththunnu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athinte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Paadukalhozhinjozhinju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poyidunnathaal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puthiya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thaayidunnalpamalpam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nivarnneedunnithaa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Mashihaa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7D9485-D173-44DD-9779-73691D1FAC61}"/>
              </a:ext>
            </a:extLst>
          </p:cNvPr>
          <p:cNvSpPr/>
          <p:nvPr/>
        </p:nvSpPr>
        <p:spPr>
          <a:xfrm>
            <a:off x="0" y="329874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5753174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9736" y="1143000"/>
            <a:ext cx="12192000" cy="1516265"/>
          </a:xfrm>
        </p:spPr>
        <p:txBody>
          <a:bodyPr anchor="t"/>
          <a:lstStyle/>
          <a:p>
            <a:pPr defTabSz="457200">
              <a:lnSpc>
                <a:spcPct val="150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യേശുരാജന്‍റെഴുന്നള്ളത്തിൻ മുൻ ദൂതുകളി-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താ! നടന്നു കൊണ്ടു വരുന്നു…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232DD8-7BA4-4222-B1C9-473C5680EB31}"/>
              </a:ext>
            </a:extLst>
          </p:cNvPr>
          <p:cNvSpPr/>
          <p:nvPr/>
        </p:nvSpPr>
        <p:spPr>
          <a:xfrm>
            <a:off x="14868" y="3657599"/>
            <a:ext cx="12177132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Yeshuraajante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ezhunnellhaththin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doothukalhi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Nadannu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varunnu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591068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1004037"/>
            <a:ext cx="11673468" cy="2354465"/>
          </a:xfrm>
        </p:spPr>
        <p:txBody>
          <a:bodyPr anchor="t"/>
          <a:lstStyle/>
          <a:p>
            <a:pPr algn="l" defTabSz="45720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യുദ്ധ കലഹങ്ങൾ പകരും വ്യാധികൾ മറ്റും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കർത്തൻ മശിഹായുരച്ചപോൽ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വന്നുകൊണ്ടഹോ!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എത്രയും നാശത്തെയിതാ ഇദ്ധരയിങ്കൽ വരുത്തി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കർത്തൃ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ഭക്തരെയെഴുന്നള്ളത്തിന്നായൊരുക്കീടുന്നു</a:t>
            </a:r>
            <a:endParaRPr lang="en-US" sz="3400" b="1" spc="-15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232DD8-7BA4-4222-B1C9-473C5680EB31}"/>
              </a:ext>
            </a:extLst>
          </p:cNvPr>
          <p:cNvSpPr/>
          <p:nvPr/>
        </p:nvSpPr>
        <p:spPr>
          <a:xfrm>
            <a:off x="533400" y="3657599"/>
            <a:ext cx="116586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Yudha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kalahangalh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pakarum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vyaadhikalh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mattum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mashihaayurachcha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pol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vannukondaho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Ethrayum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naashatheyithaa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idhareyinkal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varuththi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Karthrubhakthare-yezhunnallhaththinnaa-yorikkeedunnu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7D9485-D173-44DD-9779-73691D1FAC61}"/>
              </a:ext>
            </a:extLst>
          </p:cNvPr>
          <p:cNvSpPr/>
          <p:nvPr/>
        </p:nvSpPr>
        <p:spPr>
          <a:xfrm>
            <a:off x="0" y="329874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1170902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9736" y="1143000"/>
            <a:ext cx="12192000" cy="1516265"/>
          </a:xfrm>
        </p:spPr>
        <p:txBody>
          <a:bodyPr anchor="t"/>
          <a:lstStyle/>
          <a:p>
            <a:pPr defTabSz="457200">
              <a:lnSpc>
                <a:spcPct val="150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യേശുരാജന്‍റെഴുന്നള്ളത്തിൻ മുൻ ദൂതുകളി-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താ! നടന്നു കൊണ്ടു വരുന്നു…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232DD8-7BA4-4222-B1C9-473C5680EB31}"/>
              </a:ext>
            </a:extLst>
          </p:cNvPr>
          <p:cNvSpPr/>
          <p:nvPr/>
        </p:nvSpPr>
        <p:spPr>
          <a:xfrm>
            <a:off x="14868" y="3657599"/>
            <a:ext cx="12177132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Yeshuraajante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ezhunnellhaththin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doothukalhi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Nadannu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varunnu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158262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1004037"/>
            <a:ext cx="11673468" cy="2354465"/>
          </a:xfrm>
        </p:spPr>
        <p:txBody>
          <a:bodyPr anchor="t"/>
          <a:lstStyle/>
          <a:p>
            <a:pPr algn="l" defTabSz="45720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രാജ രാജന്‍റെ യാത്രയ്ക്കിതാ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അവന്‍റെ വഴി-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യാകവെ നന്നാക്കി വരുന്നു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നമ്മുടെ നാഥ-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ന്നായൊരു പെരുവഴിവ-നത്തിലൊരുക്കി വരുന്നു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താണ പ്രദേശങ്ങളുമുയർന്നുയർന്നിതാ വരുന്നു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232DD8-7BA4-4222-B1C9-473C5680EB31}"/>
              </a:ext>
            </a:extLst>
          </p:cNvPr>
          <p:cNvSpPr/>
          <p:nvPr/>
        </p:nvSpPr>
        <p:spPr>
          <a:xfrm>
            <a:off x="533400" y="3657599"/>
            <a:ext cx="116586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yaathrakkithaa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vazhi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yaakave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nannakki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nammude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naadha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nnaayoru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peruvazhiva-naththilorukki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pradeshangalhumuyarnnithaa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7D9485-D173-44DD-9779-73691D1FAC61}"/>
              </a:ext>
            </a:extLst>
          </p:cNvPr>
          <p:cNvSpPr/>
          <p:nvPr/>
        </p:nvSpPr>
        <p:spPr>
          <a:xfrm>
            <a:off x="0" y="329874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7829497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9736" y="1143000"/>
            <a:ext cx="12192000" cy="1516265"/>
          </a:xfrm>
        </p:spPr>
        <p:txBody>
          <a:bodyPr anchor="t"/>
          <a:lstStyle/>
          <a:p>
            <a:pPr defTabSz="457200">
              <a:lnSpc>
                <a:spcPct val="150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യേശുരാജന്‍റെഴുന്നള്ളത്തിൻ മുൻ ദൂതുകളി-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താ! നടന്നു കൊണ്ടു വരുന്നു…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232DD8-7BA4-4222-B1C9-473C5680EB31}"/>
              </a:ext>
            </a:extLst>
          </p:cNvPr>
          <p:cNvSpPr/>
          <p:nvPr/>
        </p:nvSpPr>
        <p:spPr>
          <a:xfrm>
            <a:off x="14868" y="3657599"/>
            <a:ext cx="12177132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Yeshuraajante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ezhunnellhaththin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doothukalhi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Nadannu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varunnu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6861709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1004037"/>
            <a:ext cx="11673468" cy="2354465"/>
          </a:xfrm>
        </p:spPr>
        <p:txBody>
          <a:bodyPr anchor="t"/>
          <a:lstStyle/>
          <a:p>
            <a:pPr algn="l" defTabSz="457200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വക്രതയുള്ളതു ചൊവ്വായി-ത്തീർന്നു വരുന്നു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ദുർഘട മുള്ളതു സമമായ് തീർന്നു വരുന്നു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ഒക്കെയിപ്രകാര മിങ്ങൊരുങ്ങി വന്നിടുന്ന താലെ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3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ശീഘ്രമായെഴുന്നള്ളത്തുണ്ടാമതിന്നുണർന്നു കൊൾവിൻ</a:t>
            </a:r>
            <a:endParaRPr lang="en-US" sz="33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232DD8-7BA4-4222-B1C9-473C5680EB31}"/>
              </a:ext>
            </a:extLst>
          </p:cNvPr>
          <p:cNvSpPr/>
          <p:nvPr/>
        </p:nvSpPr>
        <p:spPr>
          <a:xfrm>
            <a:off x="533400" y="3657599"/>
            <a:ext cx="11658600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Vakrathayullhathu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chovvai-ththeernnu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Durkhadamullhathu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samamai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Okkeyiprakaaramingorungi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vannidunnathaale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300" b="1" dirty="0" err="1">
                <a:solidFill>
                  <a:srgbClr val="002060"/>
                </a:solidFill>
                <a:latin typeface="+mn-lt"/>
              </a:rPr>
              <a:t>Sheekhramaay-ezhunnallhaththundaam-athin-unharnnu</a:t>
            </a:r>
            <a:r>
              <a:rPr lang="en-US" sz="33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300" b="1" dirty="0" err="1">
                <a:solidFill>
                  <a:srgbClr val="002060"/>
                </a:solidFill>
                <a:latin typeface="+mn-lt"/>
              </a:rPr>
              <a:t>kolhvin</a:t>
            </a:r>
            <a:endParaRPr lang="en-US" sz="33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7D9485-D173-44DD-9779-73691D1FAC61}"/>
              </a:ext>
            </a:extLst>
          </p:cNvPr>
          <p:cNvSpPr/>
          <p:nvPr/>
        </p:nvSpPr>
        <p:spPr>
          <a:xfrm>
            <a:off x="0" y="329874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5489791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9736" y="1143000"/>
            <a:ext cx="12192000" cy="1516265"/>
          </a:xfrm>
        </p:spPr>
        <p:txBody>
          <a:bodyPr anchor="t"/>
          <a:lstStyle/>
          <a:p>
            <a:pPr defTabSz="457200">
              <a:lnSpc>
                <a:spcPct val="150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യേശുരാജന്‍റെഴുന്നള്ളത്തിൻ മുൻ ദൂതുകളി-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താ! നടന്നു കൊണ്ടു വരുന്നു…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232DD8-7BA4-4222-B1C9-473C5680EB31}"/>
              </a:ext>
            </a:extLst>
          </p:cNvPr>
          <p:cNvSpPr/>
          <p:nvPr/>
        </p:nvSpPr>
        <p:spPr>
          <a:xfrm>
            <a:off x="14868" y="3657599"/>
            <a:ext cx="12177132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Yeshuraajante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ezhunnellhaththin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doothukalhi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thaa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Nadannu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varunnu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164073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1021</TotalTime>
  <Words>215</Words>
  <Application>Microsoft Office PowerPoint</Application>
  <PresentationFormat>Widescreen</PresentationFormat>
  <Paragraphs>67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Kartika</vt:lpstr>
      <vt:lpstr>Office Theme</vt:lpstr>
      <vt:lpstr>391 യേശുരാജന്‍റെഴുന്നള്ളത്തിൻ</vt:lpstr>
      <vt:lpstr>പല്ലവി യേശുരാജന്‍റെഴുന്നള്ളത്തിൻ മുൻ ദൂതുകളി- താ! നടന്നു കൊണ്ടു വരുന്നു... അനുപല്ലവി യേശു രാജനാകും നസറേശനാം മശിഹാ ദേവൻ ഭൂതലത്തിലേക്കെഴുന്നെള്ളുന്നതിന്നു വന്നു കാലം</vt:lpstr>
      <vt:lpstr>കന്യക മകനായ് വന്നവൻ - മനുജർക്കായ് ദണ്ഡമേറ്റു ചത്തു യിർത്തവൻ - മഹിമയോടു ഉന്നതൻ വലഭാഗ-ത്തിങ്ക ലിരിക്കുന്നു രാജൻ ഉന്നത പ്രതാപമോടീ മണ്ണിൽ വേഗം വരുന്നതാൽ</vt:lpstr>
      <vt:lpstr>യേശുരാജന്‍റെഴുന്നള്ളത്തിൻ മുൻ ദൂതുകളി- താ! നടന്നു കൊണ്ടു വരുന്നു… </vt:lpstr>
      <vt:lpstr>ദാവീദിന്‍റെ വീണുപോയൊരു - കൂടാരം ദേവാ- ത്മാവിതാ പണി നടത്തുന്നു - അതിന്‍റെ കേടു- പാടുകളൊഴിഞ്ഞൊഴിഞ്ഞു പോയിടുന്നതാൽ പുതിയ തായിടുന്നല്പമല്പം നിവർന്നീടുന്നിതാ! മശിഹാ-</vt:lpstr>
      <vt:lpstr>യേശുരാജന്‍റെഴുന്നള്ളത്തിൻ മുൻ ദൂതുകളി- താ! നടന്നു കൊണ്ടു വരുന്നു… </vt:lpstr>
      <vt:lpstr>യുദ്ധ കലഹങ്ങൾ പകരും വ്യാധികൾ മറ്റും കർത്തൻ മശിഹായുരച്ചപോൽ-വന്നുകൊണ്ടഹോ! എത്രയും നാശത്തെയിതാ ഇദ്ധരയിങ്കൽ വരുത്തി കർത്തൃ ഭക്തരെയെഴുന്നള്ളത്തിന്നായൊരുക്കീടുന്നു</vt:lpstr>
      <vt:lpstr>യേശുരാജന്‍റെഴുന്നള്ളത്തിൻ മുൻ ദൂതുകളി- താ! നടന്നു കൊണ്ടു വരുന്നു… </vt:lpstr>
      <vt:lpstr>രാജ രാജന്‍റെ യാത്രയ്ക്കിതാ - അവന്‍റെ വഴി- യാകവെ നന്നാക്കി വരുന്നു - നമ്മുടെ നാഥ- ന്നായൊരു പെരുവഴിവ-നത്തിലൊരുക്കി വരുന്നു താണ പ്രദേശങ്ങളുമുയർന്നുയർന്നിതാ വരുന്നു</vt:lpstr>
      <vt:lpstr>യേശുരാജന്‍റെഴുന്നള്ളത്തിൻ മുൻ ദൂതുകളി- താ! നടന്നു കൊണ്ടു വരുന്നു… </vt:lpstr>
      <vt:lpstr>വക്രതയുള്ളതു ചൊവ്വായി-ത്തീർന്നു വരുന്നു ദുർഘട മുള്ളതു സമമായ് തീർന്നു വരുന്നു ഒക്കെയിപ്രകാര മിങ്ങൊരുങ്ങി വന്നിടുന്ന താലെ ശീഘ്രമായെഴുന്നള്ളത്തുണ്ടാമതിന്നുണർന്നു കൊൾവിൻ</vt:lpstr>
      <vt:lpstr>യേശുരാജന്‍റെഴുന്നള്ളത്തിൻ മുൻ ദൂതുകളി- താ! നടന്നു കൊണ്ടു വരുന്നു…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 rajante ezhunellathin</dc:title>
  <dc:creator>Digital Input:; GM JOHN; Acsah Mathews</dc:creator>
  <cp:lastModifiedBy>Acsah Mathews</cp:lastModifiedBy>
  <cp:revision>324</cp:revision>
  <dcterms:created xsi:type="dcterms:W3CDTF">2013-04-19T09:19:07Z</dcterms:created>
  <dcterms:modified xsi:type="dcterms:W3CDTF">2018-11-26T14:43:35Z</dcterms:modified>
</cp:coreProperties>
</file>