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3" r:id="rId3"/>
    <p:sldId id="286" r:id="rId4"/>
    <p:sldId id="290" r:id="rId5"/>
    <p:sldId id="287" r:id="rId6"/>
    <p:sldId id="291" r:id="rId7"/>
    <p:sldId id="288" r:id="rId8"/>
    <p:sldId id="292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B6B730-ED7A-480F-BAF2-BC88B21A379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5FF33-636D-4DB9-9B56-4243972F01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93C1A-79A9-4565-85D0-71B71974D2C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A6867-975D-448F-AD2D-A311B6C793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E01BE-93B5-4166-BF86-D749E1AFEB8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50AED1-97A3-46DA-81B7-61D46B6085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E6FA4-767C-4B03-B41C-0C03DEC330F6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C5F3E-CB26-4632-8760-E6A55F81CA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7DB29-4507-41E0-8957-62F103AB256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CBE01-1B49-4925-8361-5847E9B397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6B5F1-3D32-4D70-AF06-16E32A5DA798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614FD-A30D-4115-A0A5-1462576F90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CEF5C-507E-4439-ABBF-4B0B2271F35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DE19C-4350-4746-8D23-A700A0894D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4779B8-52E6-4AB4-9428-910087CC9CAB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0FD193-BD8C-47F6-82B2-C59B785CC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3305A-D8E8-4906-B411-07DEDDE7062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FE613-BEBF-436E-B63D-319706559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C9EF6-395E-4F70-BB25-F12B63207F07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7BF3A-FD3C-4CA0-9393-E5D6F496EC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4AF2E-7D92-4DC0-8427-8C6BC361C09C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008B0-D542-4540-BE46-F2196441C4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B659B20-EF62-452A-A5D1-E57B8462AA89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37E6B57-3F65-4AE0-BD64-1B32EF9E7C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823C-45E5-4298-9DFE-566280D7A7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425</a:t>
            </a:r>
            <a:br>
              <a:rPr lang="en-US" dirty="0"/>
            </a:br>
            <a:r>
              <a:rPr lang="ml-IN" b="1" spc="-300">
                <a:latin typeface="Kartika" panose="02020503030404060203" pitchFamily="18" charset="0"/>
              </a:rPr>
              <a:t>ക്രിസ്തുയേശുവിൻ സ്വാതന്ത്ര്യം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2CC65-7A12-42D8-A341-3E26422EC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Kristhu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yeshuvin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</a:rPr>
              <a:t>swaathanthryam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A0E9A6-0070-4812-BB6B-E4A8E4A85D38}"/>
              </a:ext>
            </a:extLst>
          </p:cNvPr>
          <p:cNvSpPr/>
          <p:nvPr/>
        </p:nvSpPr>
        <p:spPr>
          <a:xfrm>
            <a:off x="1362398" y="4717017"/>
            <a:ext cx="29049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spc="-150" dirty="0">
                <a:solidFill>
                  <a:schemeClr val="accent2"/>
                </a:solidFill>
              </a:rPr>
              <a:t>(</a:t>
            </a:r>
            <a:r>
              <a:rPr lang="ml-IN" sz="2000" b="1" spc="-150" dirty="0">
                <a:solidFill>
                  <a:schemeClr val="accent2"/>
                </a:solidFill>
              </a:rPr>
              <a:t>റവ.  വി. എം. മാത്യു)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B71593-F475-45EA-A60A-5F1A7641A078}"/>
              </a:ext>
            </a:extLst>
          </p:cNvPr>
          <p:cNvSpPr/>
          <p:nvPr/>
        </p:nvSpPr>
        <p:spPr>
          <a:xfrm>
            <a:off x="8458200" y="4717017"/>
            <a:ext cx="2605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(Rev. V. M. Mathew)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77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3429"/>
            <a:ext cx="12192000" cy="2665141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ക്രിസ്തുയേശുവിൻ സ്വാതന്ത്ര്യം മുഴക്കീടുവാൻ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ക്രൂശിൻ മാർഗ്ഗം നാം പിന്തുടരാം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അടിമത്തത്തിൻ ഘടന കളുടെമേൽ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വിജയം വരിച്ചിടെണം നാം(2)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D60F7-444F-47FE-86BA-31293DCBF2F0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swaathanthryam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muzhakkeeduvaan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Krooshin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maargam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pinthudaraam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Adimaththaththin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ghadanakalhudemel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Vijayam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varicheedenham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12192000" cy="3184454"/>
          </a:xfrm>
        </p:spPr>
        <p:txBody>
          <a:bodyPr anchor="t"/>
          <a:lstStyle/>
          <a:p>
            <a:pPr algn="l" defTabSz="46355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അന്ധകാരത്തിൻ-ശക്തികളെ-അവൻ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ക്രൂശിന്മേൽ തകർത്തുവല്ലോ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 വിജയത്തിൻ ശക്തിയെ നാം-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അനുദിനം അനുഭവിക്കുക നാം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പുതു ഘടനകൾ നിർമ്മിച്ചു വഴികാട്ടി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വിമോചനം ഘോഷിച്ചീടാം (2)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D60F7-444F-47FE-86BA-31293DCBF2F0}"/>
              </a:ext>
            </a:extLst>
          </p:cNvPr>
          <p:cNvSpPr/>
          <p:nvPr/>
        </p:nvSpPr>
        <p:spPr>
          <a:xfrm>
            <a:off x="0" y="3641654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Andhakaaraththin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krooshinmel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thakarththuvallo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vijayaththin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anubhavikkuka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lvl="5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Puthughadanakalh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nirmichchu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vazhikaatti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lvl="5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Vimochanam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ghoshicheedaam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221520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3429"/>
            <a:ext cx="12192000" cy="2665141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ക്രിസ്തുയേശുവിൻ സ്വാതന്ത്ര്യം മുഴക്കീടുവാൻ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ക്രൂശിൻ മാർഗ്ഗം നാം പിന്തുടരാം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അടിമത്തത്തിൻ ഘടന കളുടെമേൽ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വിജയം വരിച്ചിടെണം നാം(2)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D60F7-444F-47FE-86BA-31293DCBF2F0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swaathanthryam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muzhakkeeduvaan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Krooshin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maargam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pinthudaraam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Adimaththaththin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ghadanakalhudemel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Vijayam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varicheedenham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403669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12192000" cy="3184454"/>
          </a:xfrm>
        </p:spPr>
        <p:txBody>
          <a:bodyPr anchor="t"/>
          <a:lstStyle/>
          <a:p>
            <a:pPr algn="l" defTabSz="463550"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ദൈവനീതിയിൻ മാർഗ്ഗത്തിലെ-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തടസ്സങ്ങൾ നാം തകർത്തിടേണം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സാഹോദര്യം സ്ഥാപിച്ചിടാൻ-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പീഢിതരേ ചേർത്തണച്ചു കൊണ്ട്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പുതു ഘടനകൾ നിർമ്മിച്ചു വഴികാട്ടി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വിമോചനം ഘോഷിച്ചീടാം (2)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D60F7-444F-47FE-86BA-31293DCBF2F0}"/>
              </a:ext>
            </a:extLst>
          </p:cNvPr>
          <p:cNvSpPr/>
          <p:nvPr/>
        </p:nvSpPr>
        <p:spPr>
          <a:xfrm>
            <a:off x="0" y="3641654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Daivaneethiyin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mmargaththaale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thadassangalh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thakartheedenham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Saahodaryam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sthaapicheedan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peedithare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cherththanhachu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lvl="5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Puthughadanakalh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nirmichchu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vazhikaatti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lvl="5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Vimochanam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ghoshicheedaam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97758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3429"/>
            <a:ext cx="12192000" cy="2665141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ക്രിസ്തുയേശുവിൻ സ്വാതന്ത്ര്യം മുഴക്കീടുവാൻ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ക്രൂശിൻ മാർഗ്ഗം നാം പിന്തുടരാം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അടിമത്തത്തിൻ ഘടന കളുടെമേൽ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വിജയം വരിച്ചിടെണം നാം(2)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D60F7-444F-47FE-86BA-31293DCBF2F0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swaathanthryam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muzhakkeeduvaan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Krooshin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maargam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pinthudaraam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Adimaththaththin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ghadanakalhudemel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Vijayam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varicheedenham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2982468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12192000" cy="3184454"/>
          </a:xfrm>
        </p:spPr>
        <p:txBody>
          <a:bodyPr anchor="t"/>
          <a:lstStyle/>
          <a:p>
            <a:pPr algn="l" defTabSz="463550"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നിത്യം മാറ്റത്തിൻ അലയടികൾ-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പ്രതിധ്വനിക്കുന്നു ലോകമെങ്ങും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സാഹോദര്യ സീമകളെ-പുനർ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ചിന്തനം ചെയ്തീടുവാൻ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പുതു ഘടനകൾ നിർമ്മിച്ചു വഴികാട്ടി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വിമോചനം ഘോഷിച്ചീടാം (2) 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D60F7-444F-47FE-86BA-31293DCBF2F0}"/>
              </a:ext>
            </a:extLst>
          </p:cNvPr>
          <p:cNvSpPr/>
          <p:nvPr/>
        </p:nvSpPr>
        <p:spPr>
          <a:xfrm>
            <a:off x="0" y="3641654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maattaththin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alayadikalh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prathidwanikkunnu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lokamengum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Saahodarya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seemakalhe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punarh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cheytheeduvaan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lvl="4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Puthughadanakalh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nirmichchu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vazhikaatti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lvl="4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Vimochanam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ghoshicheedaam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</p:spTree>
    <p:extLst>
      <p:ext uri="{BB962C8B-B14F-4D97-AF65-F5344CB8AC3E}">
        <p14:creationId xmlns:p14="http://schemas.microsoft.com/office/powerpoint/2010/main" val="195489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3429"/>
            <a:ext cx="12192000" cy="2665141"/>
          </a:xfrm>
        </p:spPr>
        <p:txBody>
          <a:bodyPr anchor="t"/>
          <a:lstStyle/>
          <a:p>
            <a:pPr defTabSz="4635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ക്രിസ്തുയേശുവിൻ സ്വാതന്ത്ര്യം മുഴക്കീടുവാൻ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ക്രൂശിൻ മാർഗ്ഗം നാം പിന്തുടരാം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അടിമത്തത്തിൻ ഘടന കളുടെമേൽ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വിജയം വരിച്ചിടെണം നാം(2)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D60F7-444F-47FE-86BA-31293DCBF2F0}"/>
              </a:ext>
            </a:extLst>
          </p:cNvPr>
          <p:cNvSpPr/>
          <p:nvPr/>
        </p:nvSpPr>
        <p:spPr>
          <a:xfrm>
            <a:off x="0" y="34290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Kristhu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swaathanthryam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muzhakkeeduvaan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Krooshin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maargam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pinthudaraam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Adimaththaththin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ghadanakalhudemel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Vijayam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varicheedenham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650108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170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425 ക്രിസ്തുയേശുവിൻ സ്വാതന്ത്ര്യം</vt:lpstr>
      <vt:lpstr>ക്രിസ്തുയേശുവിൻ സ്വാതന്ത്ര്യം മുഴക്കീടുവാൻ  ക്രൂശിൻ മാർഗ്ഗം നാം പിന്തുടരാം  അടിമത്തത്തിൻ ഘടന കളുടെമേൽ  വിജയം വരിച്ചിടെണം നാം(2)</vt:lpstr>
      <vt:lpstr>1 അന്ധകാരത്തിൻ-ശക്തികളെ-അവൻ   ക്രൂശിന്മേൽ തകർത്തുവല്ലോ   ആ വിജയത്തിൻ ശക്തിയെ നാം-  അനുദിനം അനുഭവിക്കുക നാം      പുതു ഘടനകൾ നിർമ്മിച്ചു വഴികാട്ടി      വിമോചനം ഘോഷിച്ചീടാം (2)</vt:lpstr>
      <vt:lpstr>ക്രിസ്തുയേശുവിൻ സ്വാതന്ത്ര്യം മുഴക്കീടുവാൻ  ക്രൂശിൻ മാർഗ്ഗം നാം പിന്തുടരാം  അടിമത്തത്തിൻ ഘടന കളുടെമേൽ  വിജയം വരിച്ചിടെണം നാം(2)</vt:lpstr>
      <vt:lpstr>2 ദൈവനീതിയിൻ മാർഗ്ഗത്തിലെ-  തടസ്സങ്ങൾ നാം തകർത്തിടേണം   സാഹോദര്യം സ്ഥാപിച്ചിടാൻ-  പീഢിതരേ ചേർത്തണച്ചു കൊണ്ട്       പുതു ഘടനകൾ നിർമ്മിച്ചു വഴികാട്ടി       വിമോചനം ഘോഷിച്ചീടാം (2)</vt:lpstr>
      <vt:lpstr>ക്രിസ്തുയേശുവിൻ സ്വാതന്ത്ര്യം മുഴക്കീടുവാൻ  ക്രൂശിൻ മാർഗ്ഗം നാം പിന്തുടരാം  അടിമത്തത്തിൻ ഘടന കളുടെമേൽ  വിജയം വരിച്ചിടെണം നാം(2)</vt:lpstr>
      <vt:lpstr>3 നിത്യം മാറ്റത്തിൻ അലയടികൾ-  പ്രതിധ്വനിക്കുന്നു ലോകമെങ്ങും   സാഹോദര്യ സീമകളെ-പുനർ   ചിന്തനം ചെയ്തീടുവാൻ     പുതു ഘടനകൾ നിർമ്മിച്ചു വഴികാട്ടി      വിമോചനം ഘോഷിച്ചീടാം (2) </vt:lpstr>
      <vt:lpstr>ക്രിസ്തുയേശുവിൻ സ്വാതന്ത്ര്യം മുഴക്കീടുവാൻ  ക്രൂശിൻ മാർഗ്ഗം നാം പിന്തുടരാം  അടിമത്തത്തിൻ ഘടന കളുടെമേൽ  വിജയം വരിച്ചിടെണം നാം(2)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Kristhu yeshuvin swathanthryam</dc:title>
  <dc:creator>Digital Input; GM JOHN; Acsah Mathews</dc:creator>
  <cp:lastModifiedBy>Acsah Mathews</cp:lastModifiedBy>
  <cp:revision>416</cp:revision>
  <dcterms:created xsi:type="dcterms:W3CDTF">2013-04-19T09:19:07Z</dcterms:created>
  <dcterms:modified xsi:type="dcterms:W3CDTF">2018-11-27T15:27:27Z</dcterms:modified>
</cp:coreProperties>
</file>