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3" r:id="rId4"/>
    <p:sldId id="279" r:id="rId5"/>
    <p:sldId id="274" r:id="rId6"/>
    <p:sldId id="280" r:id="rId7"/>
    <p:sldId id="275" r:id="rId8"/>
    <p:sldId id="281" r:id="rId9"/>
    <p:sldId id="276" r:id="rId10"/>
    <p:sldId id="282" r:id="rId11"/>
    <p:sldId id="277" r:id="rId12"/>
    <p:sldId id="283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DA2A3-4C4C-4E18-862A-9A7EAB0BE55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33F7AA-5D03-472B-BC54-5E0C11BEE8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7EBB8-20AD-4CD8-A8E5-B89D0312768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BEA559-32EE-4A50-A9FB-06CCC54BBA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CDB16-4FA3-459F-8F83-F72E44ABE36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D2795-CC21-4953-AA52-43B013FE87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5E1D5-3032-4AAD-9D96-D85A08ED6B2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4A56F-C015-4603-91F0-B230225607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E6B3F-A793-467C-A64C-C6660AA8D52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7FF66-5957-423E-B30C-56A5571D1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C49A4E-4D46-4F61-8387-2495E3B4421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62059E-A5FD-431E-8030-2560FF0DA9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223D1-A423-46D4-8BB4-2AA5A9F4E8D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D4BC4-0F66-426C-9E31-961210BAC4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595B3-E8EB-437B-AC93-4EF1CBA0DB7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DDE3D-2F60-4CDB-9995-1435790BCB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2A58A-A833-4775-9B03-BD815A17ACB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7DC2B-1CD8-435F-8EFD-9068DDFDDE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6DF10-A048-4E33-B235-89166E080FB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0D1A8-A843-496A-A5AF-7A83218028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BB36F-BEB5-4283-9EFF-1B2F7D82ED9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338F0-F0F5-4D15-B793-F3CF479A4A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DB3A2F4-6A13-4778-9845-BC94841485A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A3F26D9-3A52-4842-BD64-F3F5F7345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3926E-CBD6-4AA2-B1A0-E66C2884D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169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പാപീ പരന്നരികിൽ വരിക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1D186-762E-48A0-A901-E237C44CC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1430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Paapi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paranarikil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varika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BE2003-241B-4112-B65B-D63828DF888E}"/>
              </a:ext>
            </a:extLst>
          </p:cNvPr>
          <p:cNvSpPr/>
          <p:nvPr/>
        </p:nvSpPr>
        <p:spPr>
          <a:xfrm>
            <a:off x="2938237" y="4659868"/>
            <a:ext cx="2443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(റ്റി. ജെ.  വർക്കി)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73CFE6-2AE4-4CCA-8656-9D6339969303}"/>
              </a:ext>
            </a:extLst>
          </p:cNvPr>
          <p:cNvSpPr/>
          <p:nvPr/>
        </p:nvSpPr>
        <p:spPr>
          <a:xfrm>
            <a:off x="8144325" y="4659868"/>
            <a:ext cx="16728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(T.J. </a:t>
            </a:r>
            <a:r>
              <a:rPr lang="en-US" sz="2000" dirty="0" err="1">
                <a:solidFill>
                  <a:schemeClr val="accent2"/>
                </a:solidFill>
              </a:rPr>
              <a:t>Varkey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11776213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81000"/>
            <a:ext cx="12192000" cy="3505200"/>
          </a:xfrm>
        </p:spPr>
        <p:txBody>
          <a:bodyPr anchor="t"/>
          <a:lstStyle/>
          <a:p>
            <a:pPr defTabSz="282575"/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പാ-പീ പരന്നരികിൽ വരിക നീ-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ദുരിത മകറ്റുമവൻ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പാപി...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ദീനരിൽ മനസ്സലിവുടയവനാമിവനെ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കണ്ടുകേണു പിഴ താണു പറഞ്ഞീടുക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74136E-22F1-4485-BD8F-C8D57CB6A678}"/>
              </a:ext>
            </a:extLst>
          </p:cNvPr>
          <p:cNvSpPr/>
          <p:nvPr/>
        </p:nvSpPr>
        <p:spPr>
          <a:xfrm>
            <a:off x="0" y="3505200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tx2"/>
                </a:solidFill>
                <a:latin typeface="+mn-lt"/>
              </a:rPr>
              <a:t>Pallavi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-pee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nee-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durithamakattumavan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  <a:p>
            <a:pPr algn="ctr"/>
            <a:r>
              <a:rPr lang="en-US" sz="2400" i="1" dirty="0" err="1">
                <a:solidFill>
                  <a:schemeClr val="tx2"/>
                </a:solidFill>
                <a:latin typeface="+mn-lt"/>
              </a:rPr>
              <a:t>Anupallavi</a:t>
            </a:r>
            <a:endParaRPr lang="en-US" sz="2400" i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Deenaril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manassalivudayavanaamivane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ke-nhu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pizha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thaa-nhu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paranjeeduka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990599"/>
            <a:ext cx="12039600" cy="2582695"/>
          </a:xfrm>
        </p:spPr>
        <p:txBody>
          <a:bodyPr anchor="t"/>
          <a:lstStyle/>
          <a:p>
            <a:pPr algn="l" defTabSz="282575">
              <a:lnSpc>
                <a:spcPct val="114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മഹത്വസിംഹാസനത്തെ വെടിഞ്ഞു നിൻപേർക്കു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ബഹുത്വ സേനകളുടെ സ്തുതികൾ മറന്നു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ഇഹത്തിൽ നരവടിവു ധരിച്ചെളിയവനായ്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മഹത്വം നിനക്കു വരുത്തുവതിന്നിതു നിനച്ചു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74136E-22F1-4485-BD8F-C8D57CB6A678}"/>
              </a:ext>
            </a:extLst>
          </p:cNvPr>
          <p:cNvSpPr/>
          <p:nvPr/>
        </p:nvSpPr>
        <p:spPr>
          <a:xfrm>
            <a:off x="152400" y="3810000"/>
            <a:ext cx="12039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Mahathwa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simhaasanathe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vedinju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ninperkku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Bahuthwa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senakalhude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sthuthikalh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marhannu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Ihathil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naravadivu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dharichelhiyavanayi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Mahathwam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varuthuvathinnithu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ninachu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7F05EB-E533-4B8E-98D5-079BFBE36410}"/>
              </a:ext>
            </a:extLst>
          </p:cNvPr>
          <p:cNvSpPr/>
          <p:nvPr/>
        </p:nvSpPr>
        <p:spPr>
          <a:xfrm>
            <a:off x="-25400" y="302654"/>
            <a:ext cx="12192000" cy="68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599446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71146"/>
            <a:ext cx="12192000" cy="2057400"/>
          </a:xfrm>
        </p:spPr>
        <p:txBody>
          <a:bodyPr anchor="t"/>
          <a:lstStyle/>
          <a:p>
            <a:pPr defTabSz="282575"/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പാ-പീ പരന്നരികിൽ വരിക നീ-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ദുരിത മകറ്റുമവൻ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പാപി...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74136E-22F1-4485-BD8F-C8D57CB6A678}"/>
              </a:ext>
            </a:extLst>
          </p:cNvPr>
          <p:cNvSpPr/>
          <p:nvPr/>
        </p:nvSpPr>
        <p:spPr>
          <a:xfrm>
            <a:off x="0" y="326097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-pee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nee-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durithamakattumavan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65580733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990599"/>
            <a:ext cx="12039600" cy="2582695"/>
          </a:xfrm>
        </p:spPr>
        <p:txBody>
          <a:bodyPr anchor="t"/>
          <a:lstStyle/>
          <a:p>
            <a:pPr algn="l" defTabSz="282575">
              <a:lnSpc>
                <a:spcPct val="114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തല ചായിച്ചീടുവതിന്നിടം കിടയാതെ 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അലഞ്ഞു നിന്നുടെ പാപ വല യറുപ്പാനായ് 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വലിയ ദൈവം നിന്നോടു ബലമായ്‌ വാദിച്ചിടുന്ന- 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തലിവു കൊണ്ടല്ലയോ നിൻ മലിനത നീക്കുമവൻ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74136E-22F1-4485-BD8F-C8D57CB6A678}"/>
              </a:ext>
            </a:extLst>
          </p:cNvPr>
          <p:cNvSpPr/>
          <p:nvPr/>
        </p:nvSpPr>
        <p:spPr>
          <a:xfrm>
            <a:off x="152400" y="3810000"/>
            <a:ext cx="12039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Thala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chaayicheeduvathinidam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kidayaathe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Alanju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ninnude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paapavalayarhuppaanai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Valiya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balamai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vaaducheedunna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Thalivu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kondallayo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malinatha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neekkumavan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7F05EB-E533-4B8E-98D5-079BFBE36410}"/>
              </a:ext>
            </a:extLst>
          </p:cNvPr>
          <p:cNvSpPr/>
          <p:nvPr/>
        </p:nvSpPr>
        <p:spPr>
          <a:xfrm>
            <a:off x="-25400" y="302654"/>
            <a:ext cx="12192000" cy="68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418330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71146"/>
            <a:ext cx="12192000" cy="2057400"/>
          </a:xfrm>
        </p:spPr>
        <p:txBody>
          <a:bodyPr anchor="t"/>
          <a:lstStyle/>
          <a:p>
            <a:pPr defTabSz="282575"/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പാ-പീ പരന്നരികിൽ വരിക നീ-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ദുരിത മകറ്റുമവൻ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പാപി...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74136E-22F1-4485-BD8F-C8D57CB6A678}"/>
              </a:ext>
            </a:extLst>
          </p:cNvPr>
          <p:cNvSpPr/>
          <p:nvPr/>
        </p:nvSpPr>
        <p:spPr>
          <a:xfrm>
            <a:off x="0" y="326097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-pee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nee-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durithamakattumavan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92369164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990599"/>
            <a:ext cx="12039600" cy="2582695"/>
          </a:xfrm>
        </p:spPr>
        <p:txBody>
          <a:bodyPr anchor="t"/>
          <a:lstStyle/>
          <a:p>
            <a:pPr algn="l" defTabSz="282575">
              <a:lnSpc>
                <a:spcPct val="114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അലഞ്ഞു വഴി വെടിഞ്ഞു നടന്ന ലഞ്ഞോരോ-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ടണഞ്ഞു വരുന്നതിന്നു പറഞ്ഞു വൈകാതെ 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നിറഞ്ഞ കരുണയോടെ പറഞ്ഞിടുന്നിപ്പോഴും നീ 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മറഞ്ഞിടാ തോടിവാ നിൻ നിറഞ്ഞ പാപമകറ്റും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74136E-22F1-4485-BD8F-C8D57CB6A678}"/>
              </a:ext>
            </a:extLst>
          </p:cNvPr>
          <p:cNvSpPr/>
          <p:nvPr/>
        </p:nvSpPr>
        <p:spPr>
          <a:xfrm>
            <a:off x="152400" y="3810000"/>
            <a:ext cx="12039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Alanju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vazhi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vedinju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nadannalanjoro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danhanju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varunnathinu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vaikathe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Niranja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karunhayode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paranjidunnippozhum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Maranjidaathodivaa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niranja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paapamakattum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7F05EB-E533-4B8E-98D5-079BFBE36410}"/>
              </a:ext>
            </a:extLst>
          </p:cNvPr>
          <p:cNvSpPr/>
          <p:nvPr/>
        </p:nvSpPr>
        <p:spPr>
          <a:xfrm>
            <a:off x="-25400" y="302654"/>
            <a:ext cx="12192000" cy="68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391737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71146"/>
            <a:ext cx="12192000" cy="2057400"/>
          </a:xfrm>
        </p:spPr>
        <p:txBody>
          <a:bodyPr anchor="t"/>
          <a:lstStyle/>
          <a:p>
            <a:pPr defTabSz="282575"/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പാ-പീ പരന്നരികിൽ വരിക നീ-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ദുരിത മകറ്റുമവൻ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പാപി...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74136E-22F1-4485-BD8F-C8D57CB6A678}"/>
              </a:ext>
            </a:extLst>
          </p:cNvPr>
          <p:cNvSpPr/>
          <p:nvPr/>
        </p:nvSpPr>
        <p:spPr>
          <a:xfrm>
            <a:off x="0" y="326097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-pee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nee-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durithamakattumavan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429041264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990599"/>
            <a:ext cx="12039600" cy="2582695"/>
          </a:xfrm>
        </p:spPr>
        <p:txBody>
          <a:bodyPr anchor="t"/>
          <a:lstStyle/>
          <a:p>
            <a:pPr algn="l" defTabSz="282575">
              <a:lnSpc>
                <a:spcPct val="114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പെരിയ പാടുകളേറ്റു കരുണയെ കാട്ടി 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തിരുനിണം - ചൊരിഞ്ഞു നിന്നുടെ കടം വീട്ടി 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അരികിൽ വരുന്നവരെ അണപ്പാൻ തൃക്കരം നീട്ടി 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മരുവുന്നോ രഖിലേശ-ന്നരികിൽ വാ തിന്മവിട്ടു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74136E-22F1-4485-BD8F-C8D57CB6A678}"/>
              </a:ext>
            </a:extLst>
          </p:cNvPr>
          <p:cNvSpPr/>
          <p:nvPr/>
        </p:nvSpPr>
        <p:spPr>
          <a:xfrm>
            <a:off x="152400" y="3810000"/>
            <a:ext cx="12039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Periya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paadukalhettu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karunhaye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kaatti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Thiruninham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chorinju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ninnude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kadam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veetti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varunnavere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anhappaan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thrikaram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neetti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Maruvinnorakhilesha-nnarikil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thinma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vittu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7F05EB-E533-4B8E-98D5-079BFBE36410}"/>
              </a:ext>
            </a:extLst>
          </p:cNvPr>
          <p:cNvSpPr/>
          <p:nvPr/>
        </p:nvSpPr>
        <p:spPr>
          <a:xfrm>
            <a:off x="-25400" y="302654"/>
            <a:ext cx="12192000" cy="68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0575460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71146"/>
            <a:ext cx="12192000" cy="2057400"/>
          </a:xfrm>
        </p:spPr>
        <p:txBody>
          <a:bodyPr anchor="t"/>
          <a:lstStyle/>
          <a:p>
            <a:pPr defTabSz="282575"/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പാ-പീ പരന്നരികിൽ വരിക നീ-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ദുരിത മകറ്റുമവൻ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പാപി...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74136E-22F1-4485-BD8F-C8D57CB6A678}"/>
              </a:ext>
            </a:extLst>
          </p:cNvPr>
          <p:cNvSpPr/>
          <p:nvPr/>
        </p:nvSpPr>
        <p:spPr>
          <a:xfrm>
            <a:off x="0" y="326097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-pee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nee-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durithamakattumavan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288106895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990599"/>
            <a:ext cx="12039600" cy="2582695"/>
          </a:xfrm>
        </p:spPr>
        <p:txBody>
          <a:bodyPr anchor="t"/>
          <a:lstStyle/>
          <a:p>
            <a:pPr algn="l" defTabSz="282575">
              <a:lnSpc>
                <a:spcPct val="114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എളിയവരോടു തിരുക്കരുണകൾ തോന്നി 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തെളിയിച്ചു വിശുദ്ധ വഴി-യിന്നുപദേശം 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കളിയല്ലിന്നിതു നിന്‍റെ മനതരിളിൽ പതിക്കി-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ലഴിയാ ഭാഗ്യം ലഭിക്കു മതിന്നു സംശയമില്ല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74136E-22F1-4485-BD8F-C8D57CB6A678}"/>
              </a:ext>
            </a:extLst>
          </p:cNvPr>
          <p:cNvSpPr/>
          <p:nvPr/>
        </p:nvSpPr>
        <p:spPr>
          <a:xfrm>
            <a:off x="152400" y="3810000"/>
            <a:ext cx="12039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Elhiyavarodu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thirukkarunhakalh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thonni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Thelhiyichu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vishudha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vazhiyunnupadesham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Kalhiyallinnithu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manathalhiril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pathikki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Llazhiyaa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bhaagyam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labhikkumathinu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samshayamilla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7F05EB-E533-4B8E-98D5-079BFBE36410}"/>
              </a:ext>
            </a:extLst>
          </p:cNvPr>
          <p:cNvSpPr/>
          <p:nvPr/>
        </p:nvSpPr>
        <p:spPr>
          <a:xfrm>
            <a:off x="-25400" y="302654"/>
            <a:ext cx="12192000" cy="68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1874396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71146"/>
            <a:ext cx="12192000" cy="2057400"/>
          </a:xfrm>
        </p:spPr>
        <p:txBody>
          <a:bodyPr anchor="t"/>
          <a:lstStyle/>
          <a:p>
            <a:pPr defTabSz="282575"/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പാ-പീ പരന്നരികിൽ വരിക നീ-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ദുരിത മകറ്റുമവൻ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പാപി...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74136E-22F1-4485-BD8F-C8D57CB6A678}"/>
              </a:ext>
            </a:extLst>
          </p:cNvPr>
          <p:cNvSpPr/>
          <p:nvPr/>
        </p:nvSpPr>
        <p:spPr>
          <a:xfrm>
            <a:off x="0" y="326097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-pee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nee-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durithamakattumavan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43882707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198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169 പാപീ പരന്നരികിൽ വരിക</vt:lpstr>
      <vt:lpstr>പല്ലവി  പാ-പീ പരന്നരികിൽ വരിക നീ- നിന്‍റെ ദുരിത മകറ്റുമവൻ   - പാപി... അനുപല്ലവി  ദീനരിൽ മനസ്സലിവുടയവനാമിവനെ  കണ്ടുകേണു പിഴ താണു പറഞ്ഞീടുക </vt:lpstr>
      <vt:lpstr>മഹത്വസിംഹാസനത്തെ വെടിഞ്ഞു നിൻപേർക്കു  ബഹുത്വ സേനകളുടെ സ്തുതികൾ മറന്നു  ഇഹത്തിൽ നരവടിവു ധരിച്ചെളിയവനായ്  മഹത്വം നിനക്കു വരുത്തുവതിന്നിതു നിനച്ചു</vt:lpstr>
      <vt:lpstr> പാ-പീ പരന്നരികിൽ വരിക നീ- നിന്‍റെ ദുരിത മകറ്റുമവൻ   - പാപി... </vt:lpstr>
      <vt:lpstr>തല ചായിച്ചീടുവതിന്നിടം കിടയാതെ  അലഞ്ഞു നിന്നുടെ പാപ വല യറുപ്പാനായ്  വലിയ ദൈവം നിന്നോടു ബലമായ്‌ വാദിച്ചിടുന്ന-  തലിവു കൊണ്ടല്ലയോ നിൻ മലിനത നീക്കുമവൻ</vt:lpstr>
      <vt:lpstr> പാ-പീ പരന്നരികിൽ വരിക നീ- നിന്‍റെ ദുരിത മകറ്റുമവൻ   - പാപി... </vt:lpstr>
      <vt:lpstr>അലഞ്ഞു വഴി വെടിഞ്ഞു നടന്ന ലഞ്ഞോരോ- ടണഞ്ഞു വരുന്നതിന്നു പറഞ്ഞു വൈകാതെ  നിറഞ്ഞ കരുണയോടെ പറഞ്ഞിടുന്നിപ്പോഴും നീ  മറഞ്ഞിടാ തോടിവാ നിൻ നിറഞ്ഞ പാപമകറ്റും </vt:lpstr>
      <vt:lpstr> പാ-പീ പരന്നരികിൽ വരിക നീ- നിന്‍റെ ദുരിത മകറ്റുമവൻ   - പാപി... </vt:lpstr>
      <vt:lpstr>പെരിയ പാടുകളേറ്റു കരുണയെ കാട്ടി  തിരുനിണം - ചൊരിഞ്ഞു നിന്നുടെ കടം വീട്ടി  അരികിൽ വരുന്നവരെ അണപ്പാൻ തൃക്കരം നീട്ടി  മരുവുന്നോ രഖിലേശ-ന്നരികിൽ വാ തിന്മവിട്ടു </vt:lpstr>
      <vt:lpstr> പാ-പീ പരന്നരികിൽ വരിക നീ- നിന്‍റെ ദുരിത മകറ്റുമവൻ   - പാപി... </vt:lpstr>
      <vt:lpstr>എളിയവരോടു തിരുക്കരുണകൾ തോന്നി  തെളിയിച്ചു വിശുദ്ധ വഴി-യിന്നുപദേശം  കളിയല്ലിന്നിതു നിന്‍റെ മനതരിളിൽ പതിക്കി- ലഴിയാ ഭാഗ്യം ലഭിക്കു മതിന്നു സംശയമില്ല </vt:lpstr>
      <vt:lpstr> പാ-പീ പരന്നരികിൽ വരിക നീ- നിന്‍റെ ദുരിത മകറ്റുമവൻ   - പാപി...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Paapee paranarikil varika nee</dc:title>
  <dc:creator>Digital Input:; GM JOHN; Acsah Mathews</dc:creator>
  <cp:lastModifiedBy>Acsah Mathews</cp:lastModifiedBy>
  <cp:revision>272</cp:revision>
  <dcterms:created xsi:type="dcterms:W3CDTF">2013-04-19T09:19:07Z</dcterms:created>
  <dcterms:modified xsi:type="dcterms:W3CDTF">2018-11-06T18:47:14Z</dcterms:modified>
</cp:coreProperties>
</file>