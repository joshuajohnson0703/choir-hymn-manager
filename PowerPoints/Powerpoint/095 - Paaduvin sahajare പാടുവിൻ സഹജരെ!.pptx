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0" r:id="rId3"/>
    <p:sldId id="273" r:id="rId4"/>
    <p:sldId id="278" r:id="rId5"/>
    <p:sldId id="274" r:id="rId6"/>
    <p:sldId id="279" r:id="rId7"/>
    <p:sldId id="275" r:id="rId8"/>
    <p:sldId id="280" r:id="rId9"/>
    <p:sldId id="276" r:id="rId10"/>
    <p:sldId id="281" r:id="rId1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1" d="100"/>
          <a:sy n="41" d="100"/>
        </p:scale>
        <p:origin x="66" y="8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F1BA0E-9FA8-4C7D-9556-F8F49DA73B43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CA165E-61B1-4A52-8951-D6C9D98EC9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E40E2E-73BD-4A11-BF47-B246992ECEEA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26DA48-4B7E-477F-BA17-C313904853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80B431-1123-41DC-A513-52D889392044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7DED76-2996-4600-A711-EA90E18DCD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22FF2D-4BBE-439F-9C98-C231C2E87FD0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96F066-2F07-4181-A12A-35323F5379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627AE9-9D06-4585-9202-0DDB298B29D8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05FBC4-D2B4-4BCC-B178-4356A5314E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1F265A-3F64-43D5-99D7-5D49B6220F4F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F693CD-1FB3-4B36-AE84-CB40A331E3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36DCCB-3E36-48D5-A062-88285EA74E7A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99F697-8915-4C31-A203-0E23EC255C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2AF44F-56C9-4A0C-80F0-EE3CC9C4937A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B1B1A9-123F-4578-A8FC-C43BA73CEA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DAB8DA-990A-468A-B8F6-FC45427F17F4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6B1F24-12E3-4DD2-BED9-A6B30E2A42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F25DCA-D43A-4E4A-84D5-A3324439AD1E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A2B5D4-7484-4565-9C29-F4A762B57F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B3FFFD-0517-4574-A06E-A3E08940AFA7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7AF8B3-3AEB-439C-91B7-AF9540EBAD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BCC0DBE-CA3A-4C6B-8463-B0AEFC0F1113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079DEF1-2283-4B2B-84A4-F6C114606D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65513-5974-4420-8C2B-C714BF4E49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95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പാടുവിൻ സഹജരെ</a:t>
            </a:r>
            <a:r>
              <a:rPr lang="en-US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CFA0E5-7C9C-4251-B051-F068B3AF4A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143000"/>
          </a:xfrm>
        </p:spPr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Paaduvin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sahajare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420ADA-E090-4A76-994D-666317C827EC}"/>
              </a:ext>
            </a:extLst>
          </p:cNvPr>
          <p:cNvSpPr/>
          <p:nvPr/>
        </p:nvSpPr>
        <p:spPr>
          <a:xfrm>
            <a:off x="914400" y="5640564"/>
            <a:ext cx="29931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>
                    <a:lumMod val="75000"/>
                  </a:schemeClr>
                </a:solidFill>
              </a:rPr>
              <a:t>(എം. ഇ. ചെറിയാൻ)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3DACFA-8011-4AA6-AC4D-B7197DA563B5}"/>
              </a:ext>
            </a:extLst>
          </p:cNvPr>
          <p:cNvSpPr/>
          <p:nvPr/>
        </p:nvSpPr>
        <p:spPr>
          <a:xfrm>
            <a:off x="9753600" y="5640564"/>
            <a:ext cx="18501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(M.E. Cherian)</a:t>
            </a:r>
          </a:p>
        </p:txBody>
      </p:sp>
    </p:spTree>
    <p:extLst>
      <p:ext uri="{BB962C8B-B14F-4D97-AF65-F5344CB8AC3E}">
        <p14:creationId xmlns:p14="http://schemas.microsoft.com/office/powerpoint/2010/main" val="215370445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1828800"/>
          </a:xfrm>
        </p:spPr>
        <p:txBody>
          <a:bodyPr anchor="t"/>
          <a:lstStyle/>
          <a:p>
            <a:pPr defTabSz="457200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പാടുവിൻ സഹജരെ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കൂടുവിൻ കുതുകരായ്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തേടുവിൻ പുതിയ സംഗീതങ്ങളെ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FC873C-F82E-4C9E-A6C2-F5CDE97ABFA3}"/>
              </a:ext>
            </a:extLst>
          </p:cNvPr>
          <p:cNvSpPr/>
          <p:nvPr/>
        </p:nvSpPr>
        <p:spPr>
          <a:xfrm>
            <a:off x="0" y="3620870"/>
            <a:ext cx="1219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Paaduvin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sahajare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Koodovin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kuthukarai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Theduvin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puthiya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sangeethangale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209800"/>
          </a:xfrm>
        </p:spPr>
        <p:txBody>
          <a:bodyPr anchor="t"/>
          <a:lstStyle/>
          <a:p>
            <a:pPr algn="l" defTabSz="457200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പാടുവിൻ പൊൻവീണകളെടുത്തു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സംഗീതങ്ങൾ തുടങ്ങിടുവിൻ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പാരിലില്ലതുപോലൊരു രക്ഷകൻ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പാപികൾക്കാശ്രയമായ്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–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പാടു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FC873C-F82E-4C9E-A6C2-F5CDE97ABFA3}"/>
              </a:ext>
            </a:extLst>
          </p:cNvPr>
          <p:cNvSpPr/>
          <p:nvPr/>
        </p:nvSpPr>
        <p:spPr>
          <a:xfrm>
            <a:off x="0" y="3620870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Paaduvin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ponveenhakalheduthu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Sangeethangalh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thudangeeduvin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Paarilillithupoloru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rakshakan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Paapikalkk-aashrayamai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		-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paaduvin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17126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1828800"/>
          </a:xfrm>
        </p:spPr>
        <p:txBody>
          <a:bodyPr anchor="t"/>
          <a:lstStyle/>
          <a:p>
            <a:pPr defTabSz="457200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പാടുവിൻ സഹജരെ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കൂടുവിൻ കുതുകരായ്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തേടുവിൻ പുതിയ സംഗീതങ്ങളെ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FC873C-F82E-4C9E-A6C2-F5CDE97ABFA3}"/>
              </a:ext>
            </a:extLst>
          </p:cNvPr>
          <p:cNvSpPr/>
          <p:nvPr/>
        </p:nvSpPr>
        <p:spPr>
          <a:xfrm>
            <a:off x="0" y="3620870"/>
            <a:ext cx="1219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Paaduvin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sahajare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Koodovin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kuthukarai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Theduvin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puthiya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sangeethangale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7615654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209800"/>
          </a:xfrm>
        </p:spPr>
        <p:txBody>
          <a:bodyPr anchor="t"/>
          <a:lstStyle/>
          <a:p>
            <a:pPr algn="l" defTabSz="457200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ദേശം ദേശമായ് തേജസ്സിൻ സുവിശേഷ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കാഹളം മുഴക്കീടുവിൻ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യേശുരാജൻ ജയിക്കട്ടെ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യെരിഹോ മതിലുകൾ വീണിടട്ടെ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			-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പാടു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FC873C-F82E-4C9E-A6C2-F5CDE97ABFA3}"/>
              </a:ext>
            </a:extLst>
          </p:cNvPr>
          <p:cNvSpPr/>
          <p:nvPr/>
        </p:nvSpPr>
        <p:spPr>
          <a:xfrm>
            <a:off x="0" y="3620870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Desham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deshamai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thejassin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suvishesha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Kaahalham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muzhkkeeduvin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Yeshuraajan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jayikkatte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yeriho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Mathilukalh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veenhidatte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		-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paaduvin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9647109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1828800"/>
          </a:xfrm>
        </p:spPr>
        <p:txBody>
          <a:bodyPr anchor="t"/>
          <a:lstStyle/>
          <a:p>
            <a:pPr defTabSz="457200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പാടുവിൻ സഹജരെ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കൂടുവിൻ കുതുകരായ്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തേടുവിൻ പുതിയ സംഗീതങ്ങളെ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FC873C-F82E-4C9E-A6C2-F5CDE97ABFA3}"/>
              </a:ext>
            </a:extLst>
          </p:cNvPr>
          <p:cNvSpPr/>
          <p:nvPr/>
        </p:nvSpPr>
        <p:spPr>
          <a:xfrm>
            <a:off x="0" y="3620870"/>
            <a:ext cx="1219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Paaduvin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sahajare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Koodovin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kuthukarai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Theduvin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puthiya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sangeethangale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6286192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209800"/>
          </a:xfrm>
        </p:spPr>
        <p:txBody>
          <a:bodyPr anchor="t"/>
          <a:lstStyle/>
          <a:p>
            <a:pPr algn="l" defTabSz="457200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ഓമനപുതുപുലരിയിൽ നാമിനി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ചേരും തൻ സന്നിധിയിൽ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കോമളമാം തിരുമുഖകാന്തിയിൽ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തീരും സന്താപമെല്ലാം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						-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പാടു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FC873C-F82E-4C9E-A6C2-F5CDE97ABFA3}"/>
              </a:ext>
            </a:extLst>
          </p:cNvPr>
          <p:cNvSpPr/>
          <p:nvPr/>
        </p:nvSpPr>
        <p:spPr>
          <a:xfrm>
            <a:off x="0" y="3620870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Omanaputhupulariyil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ini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Cherum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sannidhiyil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Komalhamaam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thirumukhakaanthiyil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Theerum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santhaapamellaam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	-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paaduvin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70070737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1828800"/>
          </a:xfrm>
        </p:spPr>
        <p:txBody>
          <a:bodyPr anchor="t"/>
          <a:lstStyle/>
          <a:p>
            <a:pPr defTabSz="457200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പാടുവിൻ സഹജരെ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കൂടുവിൻ കുതുകരായ്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തേടുവിൻ പുതിയ സംഗീതങ്ങളെ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FC873C-F82E-4C9E-A6C2-F5CDE97ABFA3}"/>
              </a:ext>
            </a:extLst>
          </p:cNvPr>
          <p:cNvSpPr/>
          <p:nvPr/>
        </p:nvSpPr>
        <p:spPr>
          <a:xfrm>
            <a:off x="0" y="3620870"/>
            <a:ext cx="1219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Paaduvin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sahajare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Koodovin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kuthukarai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Theduvin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puthiya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sangeethangale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6517452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209800"/>
          </a:xfrm>
        </p:spPr>
        <p:txBody>
          <a:bodyPr anchor="t"/>
          <a:lstStyle/>
          <a:p>
            <a:pPr algn="l" defTabSz="457200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ഈ ദൈവം ഇന്നുമെന്നേക്കും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നമ്മുടെ ദൈവമല്ലോ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ജീവകാലം മുഴുവനുമവൻ നമ്മെ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നൽവഴിയിൽ നടത്തും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-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പാടു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FC873C-F82E-4C9E-A6C2-F5CDE97ABFA3}"/>
              </a:ext>
            </a:extLst>
          </p:cNvPr>
          <p:cNvSpPr/>
          <p:nvPr/>
        </p:nvSpPr>
        <p:spPr>
          <a:xfrm>
            <a:off x="0" y="3620870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daivam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innumennekkum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Nammude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daivamallo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Jeevakaalam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muzhuvan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namme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Nalvazhiyil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nadathum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		 -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paaduvin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93540555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1828800"/>
          </a:xfrm>
        </p:spPr>
        <p:txBody>
          <a:bodyPr anchor="t"/>
          <a:lstStyle/>
          <a:p>
            <a:pPr defTabSz="457200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പാടുവിൻ സഹജരെ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കൂടുവിൻ കുതുകരായ്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തേടുവിൻ പുതിയ സംഗീതങ്ങളെ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FC873C-F82E-4C9E-A6C2-F5CDE97ABFA3}"/>
              </a:ext>
            </a:extLst>
          </p:cNvPr>
          <p:cNvSpPr/>
          <p:nvPr/>
        </p:nvSpPr>
        <p:spPr>
          <a:xfrm>
            <a:off x="0" y="3620870"/>
            <a:ext cx="1219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Paaduvin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sahajare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Koodovin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kuthukarai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Theduvin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puthiya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sangeethangale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32A1E6-3F1C-47F7-9C67-CE3E0BDFC04A}"/>
              </a:ext>
            </a:extLst>
          </p:cNvPr>
          <p:cNvSpPr/>
          <p:nvPr/>
        </p:nvSpPr>
        <p:spPr>
          <a:xfrm>
            <a:off x="9296400" y="2973361"/>
            <a:ext cx="27158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/>
              <a:t>(എം. ഇ. ചെറിയാൻ)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F5A2F1-C465-4394-AF4C-701A547E9B25}"/>
              </a:ext>
            </a:extLst>
          </p:cNvPr>
          <p:cNvSpPr/>
          <p:nvPr/>
        </p:nvSpPr>
        <p:spPr>
          <a:xfrm>
            <a:off x="9811765" y="5807645"/>
            <a:ext cx="16850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(M.E. Cherian)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27676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864</TotalTime>
  <Words>158</Words>
  <Application>Microsoft Office PowerPoint</Application>
  <PresentationFormat>Widescreen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Kartika</vt:lpstr>
      <vt:lpstr>Office Theme</vt:lpstr>
      <vt:lpstr>95 പാടുവിൻ സഹജരെ!</vt:lpstr>
      <vt:lpstr>പാടുവിൻ സഹജരെ!  കൂടുവിൻ കുതുകരായ്  തേടുവിൻ പുതിയ സംഗീതങ്ങളെ  </vt:lpstr>
      <vt:lpstr>1 പാടുവിൻ പൊൻവീണകളെടുത്തു   സംഗീതങ്ങൾ തുടങ്ങിടുവിൻ   പാരിലില്ലതുപോലൊരു രക്ഷകൻ  പാപികൾക്കാശ്രയമായ്        – പാടു…</vt:lpstr>
      <vt:lpstr>പാടുവിൻ സഹജരെ!  കൂടുവിൻ കുതുകരായ്  തേടുവിൻ പുതിയ സംഗീതങ്ങളെ  </vt:lpstr>
      <vt:lpstr>2 ദേശം ദേശമായ് തേജസ്സിൻ സുവിശേഷ   കാഹളം മുഴക്കീടുവിൻ  യേശുരാജൻ ജയിക്കട്ടെ   യെരിഹോ മതിലുകൾ വീണിടട്ടെ    -പാടു…</vt:lpstr>
      <vt:lpstr>പാടുവിൻ സഹജരെ!  കൂടുവിൻ കുതുകരായ്  തേടുവിൻ പുതിയ സംഗീതങ്ങളെ  </vt:lpstr>
      <vt:lpstr>3 ഓമനപുതുപുലരിയിൽ നാമിനി   ചേരും തൻ സന്നിധിയിൽ   കോമളമാം തിരുമുഖകാന്തിയിൽ   തീരും സന്താപമെല്ലാം       - പാടു…</vt:lpstr>
      <vt:lpstr>പാടുവിൻ സഹജരെ!  കൂടുവിൻ കുതുകരായ്  തേടുവിൻ പുതിയ സംഗീതങ്ങളെ  </vt:lpstr>
      <vt:lpstr>4 ഈ ദൈവം ഇന്നുമെന്നേക്കും   നമ്മുടെ ദൈവമല്ലോ   ജീവകാലം മുഴുവനുമവൻ നമ്മെ   നൽവഴിയിൽ നടത്തും     - പാടു…</vt:lpstr>
      <vt:lpstr>പാടുവിൻ സഹജരെ!  കൂടുവിൻ കുതുകരായ്  തേടുവിൻ പുതിയ സംഗീതങ്ങളെ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Paaduvin sahajare</dc:title>
  <dc:creator>Digital Input:;GM JOHN</dc:creator>
  <cp:lastModifiedBy>Acsah Mathews</cp:lastModifiedBy>
  <cp:revision>292</cp:revision>
  <dcterms:created xsi:type="dcterms:W3CDTF">2013-04-19T09:19:07Z</dcterms:created>
  <dcterms:modified xsi:type="dcterms:W3CDTF">2018-11-01T18:09:22Z</dcterms:modified>
</cp:coreProperties>
</file>