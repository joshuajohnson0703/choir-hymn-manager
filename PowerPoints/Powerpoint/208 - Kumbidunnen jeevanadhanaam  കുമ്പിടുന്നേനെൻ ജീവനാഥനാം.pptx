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66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D44EDC-F980-46AF-BBC2-639360BFAFB4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711476-5838-43CF-A6B8-A4D7CF9BD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91986-D248-4B98-AFAA-C977A18A95DF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87EBDC-7C68-4037-99F0-96E34BB772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E1B780-5D1E-49A2-A984-B00BE239568E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99CA8-2F76-40BB-8511-E1FB55A78C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9F6D7D-C92B-4405-BCBC-8A8E404519CB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B2755-242B-49AD-BC39-8EB62F12A9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C10AE2-AFED-4C56-B06F-183BF89AD769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D6413-840B-4CFF-935A-5D475D655C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CE704-5E83-439B-AABF-1D25A3355563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399225-D9E1-4039-BCE7-83A376548B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0A230-B432-46A3-8016-B66783EC79FC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2DE8C9-0869-4139-AD1F-98C3194973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CA66C2-0BE8-4DE2-94DB-170BCDB5EFB8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EDEAE-85FB-4AFE-8290-DC200DB516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CBD399-09CD-4A6D-BEAB-19D8AF303712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7E6DD6-5B6B-4279-B0FD-3363CDF8C5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4D6640-376F-444D-9BF2-6D264AE04624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98D5B7-A4C1-4BF3-85B8-922586279C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DC38F9-3B38-4EA9-B862-58AA3496CDF4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87063-2804-476A-84AD-64C2ABA89E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433A341-7796-4CDE-85FA-578BED753B75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DB4D7D2-2F45-4CAC-B505-F26AB9A4D2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19FA-1392-4FED-BE0E-7820FD1E32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208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കുമ്പിടുന്നേനെൻ ജീവനാഥനാം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F832E-D16D-4625-8A47-DD1491BF2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Kumbidunnenen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jeevanaadhanaam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A82741-5849-48D0-9A24-AE59436CBC4E}"/>
              </a:ext>
            </a:extLst>
          </p:cNvPr>
          <p:cNvSpPr/>
          <p:nvPr/>
        </p:nvSpPr>
        <p:spPr>
          <a:xfrm>
            <a:off x="2803399" y="5162549"/>
            <a:ext cx="3315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(യുസ്തുസ് യൌസേഫ്)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2A10AC-12DD-46D2-829D-A8773C262F10}"/>
              </a:ext>
            </a:extLst>
          </p:cNvPr>
          <p:cNvSpPr/>
          <p:nvPr/>
        </p:nvSpPr>
        <p:spPr>
          <a:xfrm>
            <a:off x="7885626" y="5162549"/>
            <a:ext cx="25561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</a:t>
            </a:r>
            <a:r>
              <a:rPr lang="en-US" sz="2000" b="1" dirty="0" err="1">
                <a:solidFill>
                  <a:schemeClr val="accent2"/>
                </a:solidFill>
              </a:rPr>
              <a:t>Yusthus</a:t>
            </a:r>
            <a:r>
              <a:rPr lang="en-US" sz="2000" b="1" dirty="0">
                <a:solidFill>
                  <a:schemeClr val="accent2"/>
                </a:solidFill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</a:rPr>
              <a:t>Youseph</a:t>
            </a:r>
            <a:r>
              <a:rPr lang="en-US" sz="2000" b="1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98617324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5754"/>
            <a:ext cx="12192000" cy="3090446"/>
          </a:xfrm>
        </p:spPr>
        <p:txBody>
          <a:bodyPr anchor="t"/>
          <a:lstStyle/>
          <a:p>
            <a:pPr algn="l" defTabSz="45720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കുമ്പിടുന്നേനെൻ ജീവനാഥനാം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ദേവാധി ദേവാ!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നിൻ പാദ പീഠത്തിങ്കൽ പാപി ഞാൻ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- ദേവാ...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ദുഃഖംതിരു മുന്നിൽ ചൊല്ലുവാൻ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തീരെക്കഴിവില്ലാതെന്‍റെ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നെഞ്ചടയ്ക്കുന്നേ നാവു താഴുന്നേ - ദേവാ...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1C7E05-F259-430E-9382-792BB9056133}"/>
              </a:ext>
            </a:extLst>
          </p:cNvPr>
          <p:cNvSpPr/>
          <p:nvPr/>
        </p:nvSpPr>
        <p:spPr>
          <a:xfrm>
            <a:off x="0" y="4224754"/>
            <a:ext cx="121920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Kumbidunnenen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jeevanaadhanaam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devaadhi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devaa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Nin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paadapeedathinkal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	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devaa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 </a:t>
            </a:r>
          </a:p>
          <a:p>
            <a:endParaRPr lang="en-US" sz="1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dukham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thirumunnil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cholluvaan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theerekkazhivillathente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Nenjadaykkunne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naavu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thaazhunne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	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devaa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5754"/>
            <a:ext cx="12192000" cy="3090446"/>
          </a:xfrm>
        </p:spPr>
        <p:txBody>
          <a:bodyPr anchor="t"/>
          <a:lstStyle/>
          <a:p>
            <a:pPr algn="l" defTabSz="45720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വിടുവിച്ചീടുകെന്നരികളിൽ നിന്നു-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ചെറു പൈതലാമെന്നെ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കഠിനപ്പോരിൽ ഞാൻ തളർന്നിരിക്കുന്നേ - ദേവാ...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ന്യായവിധിയിൽ കേറ്റരുതയ്യോ!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ഈ ക്ഷീണനാ മെന്നെ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ന്യായമെനിക്കു നായകാ! നീയേ - ദേവാ...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1C7E05-F259-430E-9382-792BB9056133}"/>
              </a:ext>
            </a:extLst>
          </p:cNvPr>
          <p:cNvSpPr/>
          <p:nvPr/>
        </p:nvSpPr>
        <p:spPr>
          <a:xfrm>
            <a:off x="0" y="4224754"/>
            <a:ext cx="121920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Viduvicheedukennarikil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ninnu-cheru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paithalaamenne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Kadinapporil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thalharnnirikkunne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		-deva-</a:t>
            </a:r>
          </a:p>
          <a:p>
            <a:endParaRPr lang="en-US" sz="1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Nyaayavidhiyil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kettaruthayyo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ksheenhanamenne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     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Nyaayamenikku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naayaka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Neeye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	 -deva-</a:t>
            </a:r>
          </a:p>
        </p:txBody>
      </p:sp>
    </p:spTree>
    <p:extLst>
      <p:ext uri="{BB962C8B-B14F-4D97-AF65-F5344CB8AC3E}">
        <p14:creationId xmlns:p14="http://schemas.microsoft.com/office/powerpoint/2010/main" val="355912448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3623846"/>
          </a:xfrm>
        </p:spPr>
        <p:txBody>
          <a:bodyPr anchor="t"/>
          <a:lstStyle/>
          <a:p>
            <a:pPr algn="l" defTabSz="45720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എന്തപ്പാ ദൂരെ മാറിപ്പോകുന്നു?- വേഗമണഞ്ഞു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വരിക 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വെന്തു നീറുമെന്നുള്ളിൽ ധൈര്യം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ദേവാ..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ദൈവരാജ്യത്തിൽ പന്തിചേർത്തെന്നെ-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പോറ്റിപ്പോഷിപ്പിക്കയെൻ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ദേവാ നിൻ പാദേ വീണു കേഴുന്നേ!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ദേവാ...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1C7E05-F259-430E-9382-792BB9056133}"/>
              </a:ext>
            </a:extLst>
          </p:cNvPr>
          <p:cNvSpPr/>
          <p:nvPr/>
        </p:nvSpPr>
        <p:spPr>
          <a:xfrm>
            <a:off x="0" y="4224754"/>
            <a:ext cx="121920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Enthappa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Doore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maarhipokunnu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?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vegamanhanju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varika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Venthu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neerhumennullhil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dairyam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-deva-</a:t>
            </a:r>
          </a:p>
          <a:p>
            <a:endParaRPr lang="en-US" sz="1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Daivaraajyathil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panthi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cherthenne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pottiposhippikkayen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Devaa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paade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veenhu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kezhunne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	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devaa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426326039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600200"/>
            <a:ext cx="12192000" cy="1176754"/>
          </a:xfrm>
        </p:spPr>
        <p:txBody>
          <a:bodyPr anchor="t"/>
          <a:lstStyle/>
          <a:p>
            <a:pPr algn="l" defTabSz="45720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7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വന്ദനം നിനക്കെന്നും താതനേ!- നിൻ പൊൻ ചെവി തുറ-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ന്നെന്നപേക്ഷ നീ വേഗം കേൾക്കണെ! - ദേവാ...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1C7E05-F259-430E-9382-792BB9056133}"/>
              </a:ext>
            </a:extLst>
          </p:cNvPr>
          <p:cNvSpPr/>
          <p:nvPr/>
        </p:nvSpPr>
        <p:spPr>
          <a:xfrm>
            <a:off x="0" y="31242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7.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Vandanam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ninakkennum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thaathane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chevi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thurha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Nnennapeksha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kelhkkanhe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	-deva-</a:t>
            </a:r>
          </a:p>
        </p:txBody>
      </p:sp>
    </p:spTree>
    <p:extLst>
      <p:ext uri="{BB962C8B-B14F-4D97-AF65-F5344CB8AC3E}">
        <p14:creationId xmlns:p14="http://schemas.microsoft.com/office/powerpoint/2010/main" val="182675978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</TotalTime>
  <Words>87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208 കുമ്പിടുന്നേനെൻ ജീവനാഥനാം</vt:lpstr>
      <vt:lpstr>1 കുമ്പിടുന്നേനെൻ ജീവനാഥനാം - ദേവാധി ദേവാ!  നിൻ പാദ പീഠത്തിങ്കൽ പാപി ഞാൻ - ദേവാ...  2 എൻ ദുഃഖംതിരു മുന്നിൽ ചൊല്ലുവാൻ  തീരെക്കഴിവില്ലാതെന്‍റെ  നെഞ്ചടയ്ക്കുന്നേ നാവു താഴുന്നേ - ദേവാ...  </vt:lpstr>
      <vt:lpstr>3 വിടുവിച്ചീടുകെന്നരികളിൽ നിന്നു-  ചെറു പൈതലാമെന്നെ  കഠിനപ്പോരിൽ ഞാൻ തളർന്നിരിക്കുന്നേ - ദേവാ...   4 ന്യായവിധിയിൽ കേറ്റരുതയ്യോ! - ഈ ക്ഷീണനാ മെന്നെ  ന്യായമെനിക്കു നായകാ! നീയേ - ദേവാ... </vt:lpstr>
      <vt:lpstr>5 എന്തപ്പാ ദൂരെ മാറിപ്പോകുന്നു?- വേഗമണഞ്ഞു   വരിക നീ  വെന്തു നീറുമെന്നുള്ളിൽ ധൈര്യം താ  - ദേവാ..  6 ദൈവരാജ്യത്തിൽ പന്തിചേർത്തെന്നെ- പോറ്റിപ്പോഷിപ്പിക്കയെൻ  ദേവാ നിൻ പാദേ വീണു കേഴുന്നേ!  - ദേവാ...</vt:lpstr>
      <vt:lpstr>7 വന്ദനം നിനക്കെന്നും താതനേ!- നിൻ പൊൻ ചെവി തുറ-  ന്നെന്നപേക്ഷ നീ വേഗം കേൾക്കണെ! - ദേവാ...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Kumbidunnen jeeva naadhanam</dc:title>
  <dc:creator>Digital Input:; GM JOHN; Acsah Mathews</dc:creator>
  <cp:lastModifiedBy>Acsah Mathews</cp:lastModifiedBy>
  <cp:revision>324</cp:revision>
  <dcterms:created xsi:type="dcterms:W3CDTF">2013-04-19T09:19:07Z</dcterms:created>
  <dcterms:modified xsi:type="dcterms:W3CDTF">2018-11-08T16:34:24Z</dcterms:modified>
</cp:coreProperties>
</file>