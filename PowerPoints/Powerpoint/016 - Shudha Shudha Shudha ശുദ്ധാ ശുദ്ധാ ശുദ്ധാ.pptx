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74" r:id="rId2"/>
    <p:sldId id="272" r:id="rId3"/>
    <p:sldId id="270" r:id="rId4"/>
    <p:sldId id="271" r:id="rId5"/>
    <p:sldId id="273" r:id="rId6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152" autoAdjust="0"/>
    <p:restoredTop sz="94660"/>
  </p:normalViewPr>
  <p:slideViewPr>
    <p:cSldViewPr>
      <p:cViewPr varScale="1">
        <p:scale>
          <a:sx n="45" d="100"/>
          <a:sy n="45" d="100"/>
        </p:scale>
        <p:origin x="48" y="91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052365-034E-46E4-87D4-DC7DC46A424B}" type="datetimeFigureOut">
              <a:rPr lang="en-US" smtClean="0"/>
              <a:pPr/>
              <a:t>10/24/2018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25F6F9-D5C9-4B3C-A663-6BD979D388B0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25F6F9-D5C9-4B3C-A663-6BD979D388B0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211C6E7-4936-4E67-A150-D7D28A69779E}" type="datetimeFigureOut">
              <a:rPr lang="en-US"/>
              <a:pPr>
                <a:defRPr/>
              </a:pPr>
              <a:t>10/24/2018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FB3545C-CED7-4FAB-B966-39B35F1191D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BEAED1-9EDF-4B55-B2BB-9963949F6266}" type="datetimeFigureOut">
              <a:rPr lang="en-US"/>
              <a:pPr>
                <a:defRPr/>
              </a:pPr>
              <a:t>10/24/2018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9488DD-4544-49D8-9072-E833D61B997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50D3027-8FB7-4EB6-94F3-C94F88E4CD23}" type="datetimeFigureOut">
              <a:rPr lang="en-US"/>
              <a:pPr>
                <a:defRPr/>
              </a:pPr>
              <a:t>10/24/2018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409410-C953-4189-B0E6-FE0E812FFA7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CE0806-6587-4F32-BE41-A93D00BACFA4}" type="datetimeFigureOut">
              <a:rPr lang="en-US"/>
              <a:pPr>
                <a:defRPr/>
              </a:pPr>
              <a:t>10/24/2018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464B403-DD7B-4BF0-9317-DC79C02A671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09699D4-2E98-4515-9CDD-0471998DAEAA}" type="datetimeFigureOut">
              <a:rPr lang="en-US"/>
              <a:pPr>
                <a:defRPr/>
              </a:pPr>
              <a:t>10/24/2018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B6E3B3-1C74-4312-AED7-F5CFAEA9812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688CBC-0E8C-4A59-B5BB-EC304F0C9098}" type="datetimeFigureOut">
              <a:rPr lang="en-US"/>
              <a:pPr>
                <a:defRPr/>
              </a:pPr>
              <a:t>10/24/2018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396A05-57B8-4C0C-85E2-6A92F3303DA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DB3A3B-EA80-4425-A4CE-96F85B4B1A46}" type="datetimeFigureOut">
              <a:rPr lang="en-US"/>
              <a:pPr>
                <a:defRPr/>
              </a:pPr>
              <a:t>10/24/2018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2CEEA42-6190-44F9-AE35-60A6B40252C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A70A40-C115-484C-8A82-A72E6C974847}" type="datetimeFigureOut">
              <a:rPr lang="en-US"/>
              <a:pPr>
                <a:defRPr/>
              </a:pPr>
              <a:t>10/24/2018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C7CB846-1B2E-4894-8015-352DD4F929F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451981-56A6-4A35-89D9-FABC2D5D87E2}" type="datetimeFigureOut">
              <a:rPr lang="en-US"/>
              <a:pPr>
                <a:defRPr/>
              </a:pPr>
              <a:t>10/24/2018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72D2E39-D625-48A3-BB1B-0776E9A8859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A5C13B-3ED1-43C7-917E-C35C1A3E3D6F}" type="datetimeFigureOut">
              <a:rPr lang="en-US"/>
              <a:pPr>
                <a:defRPr/>
              </a:pPr>
              <a:t>10/24/2018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148873D-FED3-411B-A7E7-3AD8204A798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F99B51-FC79-4E86-B35F-B296AB770E7D}" type="datetimeFigureOut">
              <a:rPr lang="en-US"/>
              <a:pPr>
                <a:defRPr/>
              </a:pPr>
              <a:t>10/24/2018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C99684-100A-49DB-8DC1-4B6F6DAB611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3616987D-AB33-4E3B-8684-4FB850D1B2F2}" type="datetimeFigureOut">
              <a:rPr lang="en-US"/>
              <a:pPr>
                <a:defRPr/>
              </a:pPr>
              <a:t>10/24/2018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87147454-2691-4019-8B81-F5DC5C01191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015AB0-46D0-4DF9-8239-0C0542FFE5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 b="1" dirty="0"/>
              <a:t>16</a:t>
            </a:r>
            <a:br>
              <a:rPr lang="en-US" b="1" dirty="0"/>
            </a:br>
            <a:r>
              <a:rPr lang="ml-IN" b="1" dirty="0"/>
              <a:t>ശുദ്ധാ! ശുദ്ധാ! ശുദ്ധാ!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400C81-2E9D-45BF-AD23-6482C9DFA35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ea typeface="Times New Roman" panose="02020603050405020304" pitchFamily="18" charset="0"/>
                <a:cs typeface="Kartika" panose="02020503030404060203" pitchFamily="18" charset="0"/>
              </a:rPr>
              <a:t>Shudhdha! Shudhdha! Shudhdha!</a:t>
            </a:r>
          </a:p>
          <a:p>
            <a:r>
              <a:rPr lang="en-US" sz="36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Holy! </a:t>
            </a:r>
            <a:r>
              <a:rPr lang="en-US" sz="3600" i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Holy</a:t>
            </a:r>
            <a:r>
              <a:rPr lang="en-US" sz="36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! Holy! – R. Heber</a:t>
            </a:r>
          </a:p>
        </p:txBody>
      </p:sp>
    </p:spTree>
    <p:extLst>
      <p:ext uri="{BB962C8B-B14F-4D97-AF65-F5344CB8AC3E}">
        <p14:creationId xmlns:p14="http://schemas.microsoft.com/office/powerpoint/2010/main" val="2665234342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1054394" y="338554"/>
            <a:ext cx="11137605" cy="3319046"/>
          </a:xfrm>
        </p:spPr>
        <p:txBody>
          <a:bodyPr anchor="t"/>
          <a:lstStyle/>
          <a:p>
            <a:pPr algn="l" defTabSz="395288"/>
            <a:r>
              <a:rPr lang="en-US" sz="3600" b="1" dirty="0">
                <a:cs typeface="Kartika" pitchFamily="18" charset="0"/>
              </a:rPr>
              <a:t>1</a:t>
            </a:r>
            <a:br>
              <a:rPr lang="en-US" sz="3600" b="1" dirty="0">
                <a:cs typeface="Kartika" pitchFamily="18" charset="0"/>
              </a:rPr>
            </a:br>
            <a:br>
              <a:rPr lang="en-US" sz="3600" b="1" dirty="0">
                <a:cs typeface="Kartika" pitchFamily="18" charset="0"/>
              </a:rPr>
            </a:br>
            <a:r>
              <a:rPr lang="ml-IN" sz="3600" b="1" dirty="0"/>
              <a:t>ശുദ്ധാ! ശുദ്ധാ! ശുദ്ധാ! സർവ്വശക്താ! ദേവാ!</a:t>
            </a:r>
            <a:br>
              <a:rPr lang="ml-IN" sz="3600" b="1" dirty="0"/>
            </a:br>
            <a:r>
              <a:rPr lang="ml-IN" sz="3600" b="1" dirty="0"/>
              <a:t>ഭക്തഗീതം കാലേ ഞങ്ങൾ അങ്ങുയർത്തുമേ</a:t>
            </a:r>
            <a:br>
              <a:rPr lang="ml-IN" sz="3600" b="1" dirty="0"/>
            </a:br>
            <a:r>
              <a:rPr lang="ml-IN" sz="3600" b="1" dirty="0"/>
              <a:t>പാപം ശാപം പോക്കും കാരുണ്യ യഹോവ </a:t>
            </a:r>
            <a:br>
              <a:rPr lang="en-US" sz="3600" b="1" dirty="0"/>
            </a:br>
            <a:r>
              <a:rPr lang="ml-IN" sz="3600" b="1" dirty="0"/>
              <a:t>ദേവാ!</a:t>
            </a:r>
            <a:r>
              <a:rPr lang="en-US" sz="3600" b="1" dirty="0"/>
              <a:t> </a:t>
            </a:r>
            <a:r>
              <a:rPr lang="ml-IN" sz="3600" b="1" dirty="0"/>
              <a:t>ത്രിയേകാ!</a:t>
            </a:r>
            <a:r>
              <a:rPr lang="en-US" sz="3600" b="1" dirty="0"/>
              <a:t> </a:t>
            </a:r>
            <a:r>
              <a:rPr lang="ml-IN" sz="3600" b="1" dirty="0"/>
              <a:t>ഭാഗ്യത്രിത്വമേ!</a:t>
            </a:r>
            <a:endParaRPr lang="en-US" sz="3600" b="1" dirty="0">
              <a:cs typeface="Kartika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049000" y="0"/>
            <a:ext cx="1143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016</a:t>
            </a:r>
            <a:endParaRPr lang="en-US" sz="1200" b="1" dirty="0">
              <a:solidFill>
                <a:srgbClr val="FF0000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EB65841-75FD-4F25-9EC8-8822A66E9691}"/>
              </a:ext>
            </a:extLst>
          </p:cNvPr>
          <p:cNvSpPr/>
          <p:nvPr/>
        </p:nvSpPr>
        <p:spPr>
          <a:xfrm>
            <a:off x="1054394" y="3996154"/>
            <a:ext cx="11137606" cy="24372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600" dirty="0">
                <a:solidFill>
                  <a:schemeClr val="accent1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Shudhdha! Shudhdha! Shudhdha! </a:t>
            </a:r>
            <a:r>
              <a:rPr lang="en-US" sz="3600" dirty="0" err="1">
                <a:solidFill>
                  <a:schemeClr val="accent1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Sarva</a:t>
            </a:r>
            <a:r>
              <a:rPr lang="en-US" sz="3600" dirty="0">
                <a:solidFill>
                  <a:schemeClr val="accent1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 </a:t>
            </a:r>
            <a:r>
              <a:rPr lang="en-US" sz="3600" dirty="0" err="1">
                <a:solidFill>
                  <a:schemeClr val="accent1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shaktha</a:t>
            </a:r>
            <a:r>
              <a:rPr lang="en-US" sz="3600" dirty="0">
                <a:solidFill>
                  <a:schemeClr val="accent1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! </a:t>
            </a:r>
            <a:r>
              <a:rPr lang="en-US" sz="3600" dirty="0" err="1">
                <a:solidFill>
                  <a:schemeClr val="accent1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Devaa</a:t>
            </a:r>
            <a:r>
              <a:rPr lang="en-US" sz="3600" dirty="0">
                <a:solidFill>
                  <a:schemeClr val="accent1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!</a:t>
            </a:r>
            <a:endParaRPr lang="en-US" sz="3600" dirty="0">
              <a:solidFill>
                <a:schemeClr val="accent1">
                  <a:lumMod val="75000"/>
                </a:schemeClr>
              </a:solidFill>
              <a:latin typeface="+mj-lt"/>
              <a:ea typeface="Calibri" panose="020F0502020204030204" pitchFamily="34" charset="0"/>
              <a:cs typeface="Kartika" panose="02020503030404060203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600" dirty="0" err="1">
                <a:solidFill>
                  <a:schemeClr val="accent1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Bhakthageetham</a:t>
            </a:r>
            <a:r>
              <a:rPr lang="en-US" sz="3600" dirty="0">
                <a:solidFill>
                  <a:schemeClr val="accent1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 </a:t>
            </a:r>
            <a:r>
              <a:rPr lang="en-US" sz="3600" dirty="0" err="1">
                <a:solidFill>
                  <a:schemeClr val="accent1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kaaley</a:t>
            </a:r>
            <a:r>
              <a:rPr lang="en-US" sz="3600" dirty="0">
                <a:solidFill>
                  <a:schemeClr val="accent1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 </a:t>
            </a:r>
            <a:r>
              <a:rPr lang="en-US" sz="3600" dirty="0" err="1">
                <a:solidFill>
                  <a:schemeClr val="accent1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Njangalh</a:t>
            </a:r>
            <a:r>
              <a:rPr lang="en-US" sz="3600" dirty="0">
                <a:solidFill>
                  <a:schemeClr val="accent1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 </a:t>
            </a:r>
            <a:r>
              <a:rPr lang="en-US" sz="3600" dirty="0" err="1">
                <a:solidFill>
                  <a:schemeClr val="accent1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anguyarththumey</a:t>
            </a:r>
            <a:endParaRPr lang="en-US" sz="3600" dirty="0">
              <a:solidFill>
                <a:schemeClr val="accent1">
                  <a:lumMod val="75000"/>
                </a:schemeClr>
              </a:solidFill>
              <a:latin typeface="+mj-lt"/>
              <a:ea typeface="Calibri" panose="020F0502020204030204" pitchFamily="34" charset="0"/>
              <a:cs typeface="Kartika" panose="02020503030404060203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600" dirty="0" err="1">
                <a:solidFill>
                  <a:schemeClr val="accent1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Paapam</a:t>
            </a:r>
            <a:r>
              <a:rPr lang="en-US" sz="3600" dirty="0">
                <a:solidFill>
                  <a:schemeClr val="accent1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 </a:t>
            </a:r>
            <a:r>
              <a:rPr lang="en-US" sz="3600" dirty="0" err="1">
                <a:solidFill>
                  <a:schemeClr val="accent1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shaapam</a:t>
            </a:r>
            <a:r>
              <a:rPr lang="en-US" sz="3600" dirty="0">
                <a:solidFill>
                  <a:schemeClr val="accent1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 </a:t>
            </a:r>
            <a:r>
              <a:rPr lang="en-US" sz="3600" dirty="0" err="1">
                <a:solidFill>
                  <a:schemeClr val="accent1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pokkum</a:t>
            </a:r>
            <a:r>
              <a:rPr lang="en-US" sz="3600" dirty="0">
                <a:solidFill>
                  <a:schemeClr val="accent1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 </a:t>
            </a:r>
            <a:r>
              <a:rPr lang="en-US" sz="3600" dirty="0" err="1">
                <a:solidFill>
                  <a:schemeClr val="accent1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kaarunhya</a:t>
            </a:r>
            <a:r>
              <a:rPr lang="en-US" sz="3600" dirty="0">
                <a:solidFill>
                  <a:schemeClr val="accent1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 </a:t>
            </a:r>
            <a:r>
              <a:rPr lang="en-US" sz="3600" dirty="0" err="1">
                <a:solidFill>
                  <a:schemeClr val="accent1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Yahovaa</a:t>
            </a:r>
            <a:endParaRPr lang="en-US" sz="3600" dirty="0">
              <a:solidFill>
                <a:schemeClr val="accent1">
                  <a:lumMod val="75000"/>
                </a:schemeClr>
              </a:solidFill>
              <a:latin typeface="+mj-lt"/>
              <a:ea typeface="Calibri" panose="020F0502020204030204" pitchFamily="34" charset="0"/>
              <a:cs typeface="Kartika" panose="02020503030404060203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600" dirty="0">
                <a:solidFill>
                  <a:schemeClr val="accent1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Deva! </a:t>
            </a:r>
            <a:r>
              <a:rPr lang="en-US" sz="3600" dirty="0" err="1">
                <a:solidFill>
                  <a:schemeClr val="accent1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Thriyèka</a:t>
            </a:r>
            <a:r>
              <a:rPr lang="en-US" sz="3600" dirty="0">
                <a:solidFill>
                  <a:schemeClr val="accent1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! </a:t>
            </a:r>
            <a:r>
              <a:rPr lang="en-US" sz="3600" dirty="0" err="1">
                <a:solidFill>
                  <a:schemeClr val="accent1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bhaagya</a:t>
            </a:r>
            <a:r>
              <a:rPr lang="en-US" sz="3600" dirty="0">
                <a:solidFill>
                  <a:schemeClr val="accent1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 </a:t>
            </a:r>
            <a:r>
              <a:rPr lang="en-US" sz="3600" dirty="0" err="1">
                <a:solidFill>
                  <a:schemeClr val="accent1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Thrithwamey</a:t>
            </a:r>
            <a:r>
              <a:rPr lang="en-US" sz="3600" dirty="0">
                <a:solidFill>
                  <a:schemeClr val="accent1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!</a:t>
            </a:r>
            <a:endParaRPr lang="en-US" sz="3600" dirty="0">
              <a:solidFill>
                <a:schemeClr val="accent1">
                  <a:lumMod val="75000"/>
                </a:schemeClr>
              </a:solidFill>
              <a:effectLst/>
              <a:latin typeface="+mj-lt"/>
              <a:ea typeface="Calibri" panose="020F0502020204030204" pitchFamily="34" charset="0"/>
              <a:cs typeface="Kartika" panose="02020503030404060203" pitchFamily="18" charset="0"/>
            </a:endParaRP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152400" y="71437"/>
            <a:ext cx="12039600" cy="3890963"/>
          </a:xfrm>
        </p:spPr>
        <p:txBody>
          <a:bodyPr anchor="t"/>
          <a:lstStyle/>
          <a:p>
            <a:pPr algn="l" defTabSz="395288"/>
            <a:r>
              <a:rPr lang="en-US" sz="3600" b="1" dirty="0"/>
              <a:t>2</a:t>
            </a:r>
            <a:br>
              <a:rPr lang="en-US" sz="3600" b="1" dirty="0"/>
            </a:br>
            <a:br>
              <a:rPr lang="en-US" sz="3600" b="1" dirty="0"/>
            </a:br>
            <a:r>
              <a:rPr lang="ml-IN" sz="3200" b="1" dirty="0"/>
              <a:t>ശുദ്ധാ! ശുദ്ധാ! ശുദ്ധാ! സർവ്വദിവ്യർ വാഴ്ത്തി </a:t>
            </a:r>
            <a:br>
              <a:rPr lang="ml-IN" sz="3200" b="1" dirty="0"/>
            </a:br>
            <a:r>
              <a:rPr lang="ml-IN" sz="3200" b="1" dirty="0"/>
              <a:t>ആർത്തു പൊൻകിരീടങ്ങൾ നിൻ കാല്ക്കൽ</a:t>
            </a:r>
            <a:r>
              <a:rPr lang="en-US" sz="3200" b="1" dirty="0"/>
              <a:t> </a:t>
            </a:r>
            <a:r>
              <a:rPr lang="ml-IN" sz="3200" b="1" dirty="0"/>
              <a:t>വീഴ്ത്തുന്നു </a:t>
            </a:r>
            <a:br>
              <a:rPr lang="ml-IN" sz="3200" b="1" dirty="0"/>
            </a:br>
            <a:r>
              <a:rPr lang="ml-IN" sz="3200" b="1" dirty="0"/>
              <a:t>ആസ്ഥയോടു ദൂതവൃന്ദവും പുകഴ്ത്തി </a:t>
            </a:r>
            <a:br>
              <a:rPr lang="ml-IN" sz="3200" b="1" dirty="0"/>
            </a:br>
            <a:r>
              <a:rPr lang="ml-IN" sz="3200" b="1" dirty="0"/>
              <a:t>ആദ്യന്തഹീനാ!</a:t>
            </a:r>
            <a:r>
              <a:rPr lang="en-US" sz="3200" b="1" dirty="0"/>
              <a:t> </a:t>
            </a:r>
            <a:r>
              <a:rPr lang="ml-IN" sz="3200" b="1" dirty="0"/>
              <a:t>നിന്നെ</a:t>
            </a:r>
            <a:r>
              <a:rPr lang="en-US" sz="3200" b="1" dirty="0"/>
              <a:t> </a:t>
            </a:r>
            <a:r>
              <a:rPr lang="ml-IN" sz="3200" b="1" dirty="0"/>
              <a:t>വാഴ്ത്തുന്നു</a:t>
            </a:r>
            <a:endParaRPr lang="en-US" sz="3600" b="1" dirty="0">
              <a:cs typeface="Kartika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BD65E75-8A75-4429-B4FA-C112065CA739}"/>
              </a:ext>
            </a:extLst>
          </p:cNvPr>
          <p:cNvSpPr/>
          <p:nvPr/>
        </p:nvSpPr>
        <p:spPr>
          <a:xfrm>
            <a:off x="304800" y="3962400"/>
            <a:ext cx="11137606" cy="24372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600" dirty="0">
                <a:solidFill>
                  <a:schemeClr val="accent1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Shudhdha! Shudhdha! Shudhdha! </a:t>
            </a:r>
            <a:r>
              <a:rPr lang="en-US" sz="3600" dirty="0" err="1">
                <a:solidFill>
                  <a:schemeClr val="accent1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Sarva</a:t>
            </a:r>
            <a:r>
              <a:rPr lang="en-US" sz="3600" dirty="0">
                <a:solidFill>
                  <a:schemeClr val="accent1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 </a:t>
            </a:r>
            <a:r>
              <a:rPr lang="en-US" sz="3600" dirty="0" err="1">
                <a:solidFill>
                  <a:schemeClr val="accent1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divyar</a:t>
            </a:r>
            <a:r>
              <a:rPr lang="en-US" sz="3600" dirty="0">
                <a:solidFill>
                  <a:schemeClr val="accent1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 </a:t>
            </a:r>
            <a:r>
              <a:rPr lang="en-US" sz="3600" dirty="0" err="1">
                <a:solidFill>
                  <a:schemeClr val="accent1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vaazhthi</a:t>
            </a:r>
            <a:r>
              <a:rPr lang="en-US" sz="3600" dirty="0">
                <a:solidFill>
                  <a:schemeClr val="accent1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 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600" dirty="0" err="1">
                <a:solidFill>
                  <a:schemeClr val="accent1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Aarththu</a:t>
            </a:r>
            <a:r>
              <a:rPr lang="en-US" sz="3600" dirty="0">
                <a:solidFill>
                  <a:schemeClr val="accent1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 </a:t>
            </a:r>
            <a:r>
              <a:rPr lang="en-US" sz="3600" dirty="0" err="1">
                <a:solidFill>
                  <a:schemeClr val="accent1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ponkireedangalh</a:t>
            </a:r>
            <a:r>
              <a:rPr lang="en-US" sz="3600" dirty="0">
                <a:solidFill>
                  <a:schemeClr val="accent1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 Nin </a:t>
            </a:r>
            <a:r>
              <a:rPr lang="en-US" sz="3600" dirty="0" err="1">
                <a:solidFill>
                  <a:schemeClr val="accent1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kaalkal</a:t>
            </a:r>
            <a:r>
              <a:rPr lang="en-US" sz="3600" dirty="0">
                <a:solidFill>
                  <a:schemeClr val="accent1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 </a:t>
            </a:r>
            <a:r>
              <a:rPr lang="en-US" sz="3600" dirty="0" err="1">
                <a:solidFill>
                  <a:schemeClr val="accent1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veezhthunnu</a:t>
            </a:r>
            <a:endParaRPr lang="en-US" sz="3600" dirty="0">
              <a:solidFill>
                <a:schemeClr val="accent1">
                  <a:lumMod val="75000"/>
                </a:schemeClr>
              </a:solidFill>
              <a:latin typeface="+mj-lt"/>
              <a:ea typeface="Times New Roman" panose="02020603050405020304" pitchFamily="18" charset="0"/>
              <a:cs typeface="Kartika" panose="02020503030404060203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600" dirty="0" err="1">
                <a:solidFill>
                  <a:schemeClr val="accent1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Aasthayôdu</a:t>
            </a:r>
            <a:r>
              <a:rPr lang="en-US" sz="3600" dirty="0">
                <a:solidFill>
                  <a:schemeClr val="accent1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 </a:t>
            </a:r>
            <a:r>
              <a:rPr lang="en-US" sz="3600" dirty="0" err="1">
                <a:solidFill>
                  <a:schemeClr val="accent1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dootha</a:t>
            </a:r>
            <a:r>
              <a:rPr lang="en-US" sz="3600" dirty="0">
                <a:solidFill>
                  <a:schemeClr val="accent1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 </a:t>
            </a:r>
            <a:r>
              <a:rPr lang="en-US" sz="3600" dirty="0" err="1">
                <a:solidFill>
                  <a:schemeClr val="accent1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vrindavum</a:t>
            </a:r>
            <a:r>
              <a:rPr lang="en-US" sz="3600" dirty="0">
                <a:solidFill>
                  <a:schemeClr val="accent1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 </a:t>
            </a:r>
            <a:r>
              <a:rPr lang="en-US" sz="3600" dirty="0" err="1">
                <a:solidFill>
                  <a:schemeClr val="accent1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pukazhthi</a:t>
            </a:r>
            <a:endParaRPr lang="en-US" sz="3600" dirty="0">
              <a:solidFill>
                <a:schemeClr val="accent1">
                  <a:lumMod val="75000"/>
                </a:schemeClr>
              </a:solidFill>
              <a:latin typeface="+mj-lt"/>
              <a:ea typeface="Times New Roman" panose="02020603050405020304" pitchFamily="18" charset="0"/>
              <a:cs typeface="Kartika" panose="02020503030404060203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600" dirty="0" err="1">
                <a:solidFill>
                  <a:schemeClr val="accent1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Aadyanthaheena</a:t>
            </a:r>
            <a:r>
              <a:rPr lang="en-US" sz="3600" dirty="0">
                <a:solidFill>
                  <a:schemeClr val="accent1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! </a:t>
            </a:r>
            <a:r>
              <a:rPr lang="en-US" sz="3600" dirty="0" err="1">
                <a:solidFill>
                  <a:schemeClr val="accent1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Ninney</a:t>
            </a:r>
            <a:r>
              <a:rPr lang="en-US" sz="3600" dirty="0">
                <a:solidFill>
                  <a:schemeClr val="accent1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 </a:t>
            </a:r>
            <a:r>
              <a:rPr lang="en-US" sz="3600" dirty="0" err="1">
                <a:solidFill>
                  <a:schemeClr val="accent1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vaazhththunnu</a:t>
            </a:r>
            <a:endParaRPr lang="en-US" sz="3600" dirty="0">
              <a:solidFill>
                <a:schemeClr val="accent1">
                  <a:lumMod val="75000"/>
                </a:schemeClr>
              </a:solidFill>
              <a:latin typeface="+mj-lt"/>
              <a:ea typeface="Times New Roman" panose="02020603050405020304" pitchFamily="18" charset="0"/>
              <a:cs typeface="Kartika" panose="02020503030404060203" pitchFamily="18" charset="0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D299E930-31A4-40BB-9704-E88E8A74E9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49000" y="0"/>
            <a:ext cx="1143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016</a:t>
            </a:r>
            <a:endParaRPr lang="en-US" sz="12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3"/>
          <p:cNvSpPr>
            <a:spLocks noGrp="1"/>
          </p:cNvSpPr>
          <p:nvPr>
            <p:ph type="ctrTitle"/>
          </p:nvPr>
        </p:nvSpPr>
        <p:spPr>
          <a:xfrm>
            <a:off x="816935" y="413565"/>
            <a:ext cx="11353800" cy="3581400"/>
          </a:xfrm>
        </p:spPr>
        <p:txBody>
          <a:bodyPr anchor="t"/>
          <a:lstStyle/>
          <a:p>
            <a:pPr algn="l" defTabSz="568325"/>
            <a:r>
              <a:rPr lang="en-US" sz="3600" b="1" dirty="0"/>
              <a:t>3</a:t>
            </a:r>
            <a:br>
              <a:rPr lang="en-US" sz="3600" b="1" dirty="0"/>
            </a:br>
            <a:br>
              <a:rPr lang="en-US" sz="3600" b="1" dirty="0"/>
            </a:br>
            <a:r>
              <a:rPr lang="ml-IN" sz="3600" b="1" dirty="0"/>
              <a:t>ശുദ്ധാ! ശുദ്ധാ! ശുദ്ധാ! കൂരിരുൾ അണഞ്ഞു </a:t>
            </a:r>
            <a:br>
              <a:rPr lang="ml-IN" sz="3600" b="1" dirty="0"/>
            </a:br>
            <a:r>
              <a:rPr lang="ml-IN" sz="3600" b="1" dirty="0"/>
              <a:t>ഭക്തിഹീനൻ നിൻ പ്രഭാവം കാണാ എങ്കിലും </a:t>
            </a:r>
            <a:br>
              <a:rPr lang="ml-IN" sz="3600" b="1" dirty="0"/>
            </a:br>
            <a:r>
              <a:rPr lang="ml-IN" sz="3600" b="1" dirty="0"/>
              <a:t>ശുദ്ധൻ നീയേ തുല്യൻ അന്യനില്ല എങ്ങും </a:t>
            </a:r>
            <a:br>
              <a:rPr lang="ml-IN" sz="3600" b="1" dirty="0"/>
            </a:br>
            <a:r>
              <a:rPr lang="ml-IN" sz="3600" b="1" dirty="0"/>
              <a:t>ആർദ്രത സത്യം ശക്തി ഒന്നിലും </a:t>
            </a:r>
            <a:endParaRPr lang="en-US" sz="3600" b="1" dirty="0">
              <a:cs typeface="Kartika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51F7496-91C1-4F13-B3D2-0D2C7B4F221C}"/>
              </a:ext>
            </a:extLst>
          </p:cNvPr>
          <p:cNvSpPr/>
          <p:nvPr/>
        </p:nvSpPr>
        <p:spPr>
          <a:xfrm>
            <a:off x="762000" y="4115994"/>
            <a:ext cx="11137606" cy="24372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600" dirty="0">
                <a:solidFill>
                  <a:schemeClr val="accent1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Shudhdha! Shudhdha! Shudhdha! </a:t>
            </a:r>
            <a:r>
              <a:rPr lang="en-US" sz="3600" dirty="0" err="1">
                <a:solidFill>
                  <a:schemeClr val="accent1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Koorirulh</a:t>
            </a:r>
            <a:r>
              <a:rPr lang="en-US" sz="3600" dirty="0">
                <a:solidFill>
                  <a:schemeClr val="accent1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 </a:t>
            </a:r>
            <a:r>
              <a:rPr lang="en-US" sz="3600" dirty="0" err="1">
                <a:solidFill>
                  <a:schemeClr val="accent1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anhanju</a:t>
            </a:r>
            <a:endParaRPr lang="en-US" sz="3600" dirty="0">
              <a:solidFill>
                <a:schemeClr val="accent1">
                  <a:lumMod val="75000"/>
                </a:schemeClr>
              </a:solidFill>
              <a:latin typeface="+mj-lt"/>
              <a:ea typeface="Times New Roman" panose="02020603050405020304" pitchFamily="18" charset="0"/>
              <a:cs typeface="Kartika" panose="02020503030404060203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600" dirty="0" err="1">
                <a:solidFill>
                  <a:schemeClr val="accent1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Bhakthiheenan</a:t>
            </a:r>
            <a:r>
              <a:rPr lang="en-US" sz="3600" dirty="0">
                <a:solidFill>
                  <a:schemeClr val="accent1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 </a:t>
            </a:r>
            <a:r>
              <a:rPr lang="en-US" sz="3600" dirty="0" err="1">
                <a:solidFill>
                  <a:schemeClr val="accent1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ninprabhaavam</a:t>
            </a:r>
            <a:r>
              <a:rPr lang="en-US" sz="3600" dirty="0">
                <a:solidFill>
                  <a:schemeClr val="accent1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 </a:t>
            </a:r>
            <a:r>
              <a:rPr lang="en-US" sz="3600" dirty="0" err="1">
                <a:solidFill>
                  <a:schemeClr val="accent1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kaanha</a:t>
            </a:r>
            <a:r>
              <a:rPr lang="en-US" sz="3600" dirty="0">
                <a:solidFill>
                  <a:schemeClr val="accent1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 </a:t>
            </a:r>
            <a:r>
              <a:rPr lang="en-US" sz="3600" dirty="0" err="1">
                <a:solidFill>
                  <a:schemeClr val="accent1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enkilum</a:t>
            </a:r>
            <a:endParaRPr lang="en-US" sz="3600" dirty="0">
              <a:solidFill>
                <a:schemeClr val="accent1">
                  <a:lumMod val="75000"/>
                </a:schemeClr>
              </a:solidFill>
              <a:latin typeface="+mj-lt"/>
              <a:ea typeface="Times New Roman" panose="02020603050405020304" pitchFamily="18" charset="0"/>
              <a:cs typeface="Kartika" panose="02020503030404060203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600" dirty="0" err="1">
                <a:solidFill>
                  <a:schemeClr val="accent1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Shudhdhan</a:t>
            </a:r>
            <a:r>
              <a:rPr lang="en-US" sz="3600" dirty="0">
                <a:solidFill>
                  <a:schemeClr val="accent1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 </a:t>
            </a:r>
            <a:r>
              <a:rPr lang="en-US" sz="3600" dirty="0" err="1">
                <a:solidFill>
                  <a:schemeClr val="accent1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Neeyey</a:t>
            </a:r>
            <a:r>
              <a:rPr lang="en-US" sz="3600" dirty="0">
                <a:solidFill>
                  <a:schemeClr val="accent1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 </a:t>
            </a:r>
            <a:r>
              <a:rPr lang="en-US" sz="3600" dirty="0" err="1">
                <a:solidFill>
                  <a:schemeClr val="accent1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thulyan</a:t>
            </a:r>
            <a:r>
              <a:rPr lang="en-US" sz="3600" dirty="0">
                <a:solidFill>
                  <a:schemeClr val="accent1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 </a:t>
            </a:r>
            <a:r>
              <a:rPr lang="en-US" sz="3600" dirty="0" err="1">
                <a:solidFill>
                  <a:schemeClr val="accent1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anyanilla</a:t>
            </a:r>
            <a:r>
              <a:rPr lang="en-US" sz="3600" dirty="0">
                <a:solidFill>
                  <a:schemeClr val="accent1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 </a:t>
            </a:r>
            <a:r>
              <a:rPr lang="en-US" sz="3600" dirty="0" err="1">
                <a:solidFill>
                  <a:schemeClr val="accent1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engum</a:t>
            </a:r>
            <a:endParaRPr lang="en-US" sz="3600" dirty="0">
              <a:solidFill>
                <a:schemeClr val="accent1">
                  <a:lumMod val="75000"/>
                </a:schemeClr>
              </a:solidFill>
              <a:latin typeface="+mj-lt"/>
              <a:ea typeface="Times New Roman" panose="02020603050405020304" pitchFamily="18" charset="0"/>
              <a:cs typeface="Kartika" panose="02020503030404060203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600" dirty="0" err="1">
                <a:solidFill>
                  <a:schemeClr val="accent1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Aardratha</a:t>
            </a:r>
            <a:r>
              <a:rPr lang="en-US" sz="3600" dirty="0">
                <a:solidFill>
                  <a:schemeClr val="accent1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 </a:t>
            </a:r>
            <a:r>
              <a:rPr lang="en-US" sz="3600" dirty="0" err="1">
                <a:solidFill>
                  <a:schemeClr val="accent1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sathyam</a:t>
            </a:r>
            <a:r>
              <a:rPr lang="en-US" sz="3600" dirty="0">
                <a:solidFill>
                  <a:schemeClr val="accent1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 </a:t>
            </a:r>
            <a:r>
              <a:rPr lang="en-US" sz="3600" dirty="0" err="1">
                <a:solidFill>
                  <a:schemeClr val="accent1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shakthi</a:t>
            </a:r>
            <a:r>
              <a:rPr lang="en-US" sz="3600" dirty="0">
                <a:solidFill>
                  <a:schemeClr val="accent1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 </a:t>
            </a:r>
            <a:r>
              <a:rPr lang="en-US" sz="3600" dirty="0" err="1">
                <a:solidFill>
                  <a:schemeClr val="accent1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onnilum</a:t>
            </a:r>
            <a:endParaRPr lang="en-US" sz="3600" dirty="0">
              <a:solidFill>
                <a:schemeClr val="accent1">
                  <a:lumMod val="75000"/>
                </a:schemeClr>
              </a:solidFill>
              <a:latin typeface="+mj-lt"/>
              <a:ea typeface="Times New Roman" panose="02020603050405020304" pitchFamily="18" charset="0"/>
              <a:cs typeface="Kartika" panose="02020503030404060203" pitchFamily="18" charset="0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F60A6EED-2B8E-428A-8391-FAF55E314F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49000" y="0"/>
            <a:ext cx="1143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016</a:t>
            </a:r>
            <a:endParaRPr lang="en-US" sz="12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3"/>
          <p:cNvSpPr>
            <a:spLocks noGrp="1"/>
          </p:cNvSpPr>
          <p:nvPr>
            <p:ph type="ctrTitle"/>
          </p:nvPr>
        </p:nvSpPr>
        <p:spPr>
          <a:xfrm>
            <a:off x="457200" y="533400"/>
            <a:ext cx="11734800" cy="3429000"/>
          </a:xfrm>
        </p:spPr>
        <p:txBody>
          <a:bodyPr anchor="t"/>
          <a:lstStyle/>
          <a:p>
            <a:pPr algn="l" defTabSz="568325"/>
            <a:r>
              <a:rPr lang="en-US" sz="3600" b="1" dirty="0">
                <a:cs typeface="Kartika" pitchFamily="18" charset="0"/>
              </a:rPr>
              <a:t>4</a:t>
            </a:r>
            <a:br>
              <a:rPr lang="en-US" sz="3600" b="1" dirty="0">
                <a:cs typeface="Kartika" pitchFamily="18" charset="0"/>
              </a:rPr>
            </a:br>
            <a:br>
              <a:rPr lang="en-US" sz="3600" b="1" dirty="0">
                <a:cs typeface="Kartika" pitchFamily="18" charset="0"/>
              </a:rPr>
            </a:br>
            <a:r>
              <a:rPr lang="ml-IN" sz="3600" b="1" dirty="0"/>
              <a:t>ശുദ്ധാ! ശുദ്ധാ! ശുദ്ധാ! സർവ്വനാഥാ ദേവാ </a:t>
            </a:r>
            <a:br>
              <a:rPr lang="ml-IN" sz="3600" b="1" dirty="0"/>
            </a:br>
            <a:r>
              <a:rPr lang="ml-IN" sz="3600" b="1" dirty="0"/>
              <a:t>സ്വർഗ്ഗം ഭൂമി സൃഷ്ടി സർവ്വം നിന്നെ</a:t>
            </a:r>
            <a:r>
              <a:rPr lang="en-US" sz="3600" b="1" dirty="0"/>
              <a:t> </a:t>
            </a:r>
            <a:r>
              <a:rPr lang="ml-IN" sz="3600" b="1" dirty="0"/>
              <a:t>വാഴ്ത്തുന്നു </a:t>
            </a:r>
            <a:br>
              <a:rPr lang="ml-IN" sz="3600" b="1" dirty="0"/>
            </a:br>
            <a:r>
              <a:rPr lang="ml-IN" sz="3600" b="1" dirty="0"/>
              <a:t>ശാപദോഷം പോക്കും കാരുണ്യ യഹോവ !</a:t>
            </a:r>
            <a:br>
              <a:rPr lang="ml-IN" sz="3600" b="1" dirty="0"/>
            </a:br>
            <a:r>
              <a:rPr lang="ml-IN" sz="3600" b="1" dirty="0"/>
              <a:t>ദൈവ ത്രിയേകാ! ഭാഗ്യ ത്രിത്വമേ! </a:t>
            </a:r>
            <a:br>
              <a:rPr lang="en-US" sz="3600" b="1" dirty="0">
                <a:cs typeface="Kartika" pitchFamily="18" charset="0"/>
              </a:rPr>
            </a:br>
            <a:r>
              <a:rPr lang="en-US" sz="3600" b="1" dirty="0">
                <a:cs typeface="Kartika" pitchFamily="18" charset="0"/>
              </a:rPr>
              <a:t>                              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7CA65A9-7E67-48D7-9BEA-898D6BD37E12}"/>
              </a:ext>
            </a:extLst>
          </p:cNvPr>
          <p:cNvSpPr/>
          <p:nvPr/>
        </p:nvSpPr>
        <p:spPr>
          <a:xfrm>
            <a:off x="453656" y="4192194"/>
            <a:ext cx="11137606" cy="24372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600" dirty="0">
                <a:solidFill>
                  <a:schemeClr val="accent1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Shudhdha! Shudhdha! Shudhdha! </a:t>
            </a:r>
            <a:r>
              <a:rPr lang="en-US" sz="3600" dirty="0" err="1">
                <a:solidFill>
                  <a:schemeClr val="accent1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Sarvanaathaa</a:t>
            </a:r>
            <a:r>
              <a:rPr lang="en-US" sz="3600" dirty="0">
                <a:solidFill>
                  <a:schemeClr val="accent1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 </a:t>
            </a:r>
            <a:r>
              <a:rPr lang="en-US" sz="3600" dirty="0" err="1">
                <a:solidFill>
                  <a:schemeClr val="accent1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Devaa</a:t>
            </a:r>
            <a:endParaRPr lang="en-US" sz="3600" dirty="0">
              <a:solidFill>
                <a:schemeClr val="accent1">
                  <a:lumMod val="75000"/>
                </a:schemeClr>
              </a:solidFill>
              <a:latin typeface="+mj-lt"/>
              <a:ea typeface="Times New Roman" panose="02020603050405020304" pitchFamily="18" charset="0"/>
              <a:cs typeface="Kartika" panose="02020503030404060203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600" dirty="0" err="1">
                <a:solidFill>
                  <a:schemeClr val="accent1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Swargam</a:t>
            </a:r>
            <a:r>
              <a:rPr lang="en-US" sz="3600" dirty="0">
                <a:solidFill>
                  <a:schemeClr val="accent1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 </a:t>
            </a:r>
            <a:r>
              <a:rPr lang="en-US" sz="3600" dirty="0" err="1">
                <a:solidFill>
                  <a:schemeClr val="accent1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bhoomi</a:t>
            </a:r>
            <a:r>
              <a:rPr lang="en-US" sz="3600" dirty="0">
                <a:solidFill>
                  <a:schemeClr val="accent1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 </a:t>
            </a:r>
            <a:r>
              <a:rPr lang="en-US" sz="3600" dirty="0" err="1">
                <a:solidFill>
                  <a:schemeClr val="accent1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srishti</a:t>
            </a:r>
            <a:r>
              <a:rPr lang="en-US" sz="3600" dirty="0">
                <a:solidFill>
                  <a:schemeClr val="accent1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 </a:t>
            </a:r>
            <a:r>
              <a:rPr lang="en-US" sz="3600" dirty="0" err="1">
                <a:solidFill>
                  <a:schemeClr val="accent1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sarvam</a:t>
            </a:r>
            <a:r>
              <a:rPr lang="en-US" sz="3600" dirty="0">
                <a:solidFill>
                  <a:schemeClr val="accent1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 </a:t>
            </a:r>
            <a:r>
              <a:rPr lang="en-US" sz="3600" dirty="0" err="1">
                <a:solidFill>
                  <a:schemeClr val="accent1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ninne</a:t>
            </a:r>
            <a:r>
              <a:rPr lang="en-US" sz="3600" dirty="0">
                <a:solidFill>
                  <a:schemeClr val="accent1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 </a:t>
            </a:r>
            <a:r>
              <a:rPr lang="en-US" sz="3600" dirty="0" err="1">
                <a:solidFill>
                  <a:schemeClr val="accent1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vaazhthunnu</a:t>
            </a:r>
            <a:endParaRPr lang="en-US" sz="3600" dirty="0">
              <a:solidFill>
                <a:schemeClr val="accent1">
                  <a:lumMod val="75000"/>
                </a:schemeClr>
              </a:solidFill>
              <a:latin typeface="+mj-lt"/>
              <a:ea typeface="Times New Roman" panose="02020603050405020304" pitchFamily="18" charset="0"/>
              <a:cs typeface="Kartika" panose="02020503030404060203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600" dirty="0" err="1">
                <a:solidFill>
                  <a:schemeClr val="accent1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Shaapadosham</a:t>
            </a:r>
            <a:r>
              <a:rPr lang="en-US" sz="3600" dirty="0">
                <a:solidFill>
                  <a:schemeClr val="accent1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 </a:t>
            </a:r>
            <a:r>
              <a:rPr lang="en-US" sz="3600" dirty="0" err="1">
                <a:solidFill>
                  <a:schemeClr val="accent1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pokum</a:t>
            </a:r>
            <a:r>
              <a:rPr lang="en-US" sz="3600" dirty="0">
                <a:solidFill>
                  <a:schemeClr val="accent1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 </a:t>
            </a:r>
            <a:r>
              <a:rPr lang="en-US" sz="3600" dirty="0" err="1">
                <a:solidFill>
                  <a:schemeClr val="accent1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kaarunhya</a:t>
            </a:r>
            <a:r>
              <a:rPr lang="en-US" sz="3600" dirty="0">
                <a:solidFill>
                  <a:schemeClr val="accent1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 </a:t>
            </a:r>
            <a:r>
              <a:rPr lang="en-US" sz="3600" dirty="0" err="1">
                <a:solidFill>
                  <a:schemeClr val="accent1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Yehova</a:t>
            </a:r>
            <a:endParaRPr lang="en-US" sz="3600" dirty="0">
              <a:solidFill>
                <a:schemeClr val="accent1">
                  <a:lumMod val="75000"/>
                </a:schemeClr>
              </a:solidFill>
              <a:latin typeface="+mj-lt"/>
              <a:ea typeface="Times New Roman" panose="02020603050405020304" pitchFamily="18" charset="0"/>
              <a:cs typeface="Kartika" panose="02020503030404060203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600" dirty="0">
                <a:solidFill>
                  <a:schemeClr val="accent1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Deva </a:t>
            </a:r>
            <a:r>
              <a:rPr lang="en-US" sz="3600" dirty="0" err="1">
                <a:solidFill>
                  <a:schemeClr val="accent1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Thriyeka</a:t>
            </a:r>
            <a:r>
              <a:rPr lang="en-US" sz="3600" dirty="0">
                <a:solidFill>
                  <a:schemeClr val="accent1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, </a:t>
            </a:r>
            <a:r>
              <a:rPr lang="en-US" sz="3600" dirty="0" err="1">
                <a:solidFill>
                  <a:schemeClr val="accent1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bhaagya</a:t>
            </a:r>
            <a:r>
              <a:rPr lang="en-US" sz="3600" dirty="0">
                <a:solidFill>
                  <a:schemeClr val="accent1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 </a:t>
            </a:r>
            <a:r>
              <a:rPr lang="en-US" sz="3600" dirty="0" err="1">
                <a:solidFill>
                  <a:schemeClr val="accent1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Thrithwamey</a:t>
            </a:r>
            <a:endParaRPr lang="en-US" sz="3600" dirty="0">
              <a:solidFill>
                <a:schemeClr val="accent1">
                  <a:lumMod val="75000"/>
                </a:schemeClr>
              </a:solidFill>
              <a:latin typeface="+mj-lt"/>
              <a:ea typeface="Times New Roman" panose="02020603050405020304" pitchFamily="18" charset="0"/>
              <a:cs typeface="Kartika" panose="02020503030404060203" pitchFamily="18" charset="0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64588D6B-030A-47DA-AB13-E6DCFA5440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49000" y="0"/>
            <a:ext cx="1143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016</a:t>
            </a:r>
            <a:endParaRPr lang="en-US" sz="12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502</TotalTime>
  <Words>119</Words>
  <Application>Microsoft Office PowerPoint</Application>
  <PresentationFormat>Widescreen</PresentationFormat>
  <Paragraphs>28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Kartika</vt:lpstr>
      <vt:lpstr>Times New Roman</vt:lpstr>
      <vt:lpstr>Office Theme</vt:lpstr>
      <vt:lpstr>16 ശുദ്ധാ! ശുദ്ധാ! ശുദ്ധാ! </vt:lpstr>
      <vt:lpstr>1  ശുദ്ധാ! ശുദ്ധാ! ശുദ്ധാ! സർവ്വശക്താ! ദേവാ! ഭക്തഗീതം കാലേ ഞങ്ങൾ അങ്ങുയർത്തുമേ പാപം ശാപം പോക്കും കാരുണ്യ യഹോവ  ദേവാ! ത്രിയേകാ! ഭാഗ്യത്രിത്വമേ!</vt:lpstr>
      <vt:lpstr>2  ശുദ്ധാ! ശുദ്ധാ! ശുദ്ധാ! സർവ്വദിവ്യർ വാഴ്ത്തി  ആർത്തു പൊൻകിരീടങ്ങൾ നിൻ കാല്ക്കൽ വീഴ്ത്തുന്നു  ആസ്ഥയോടു ദൂതവൃന്ദവും പുകഴ്ത്തി  ആദ്യന്തഹീനാ! നിന്നെ വാഴ്ത്തുന്നു</vt:lpstr>
      <vt:lpstr>3  ശുദ്ധാ! ശുദ്ധാ! ശുദ്ധാ! കൂരിരുൾ അണഞ്ഞു  ഭക്തിഹീനൻ നിൻ പ്രഭാവം കാണാ എങ്കിലും  ശുദ്ധൻ നീയേ തുല്യൻ അന്യനില്ല എങ്ങും  ആർദ്രത സത്യം ശക്തി ഒന്നിലും </vt:lpstr>
      <vt:lpstr>4  ശുദ്ധാ! ശുദ്ധാ! ശുദ്ധാ! സർവ്വനാഥാ ദേവാ  സ്വർഗ്ഗം ഭൂമി സൃഷ്ടി സർവ്വം നിന്നെ വാഴ്ത്തുന്നു  ശാപദോഷം പോക്കും കാരുണ്യ യഹോവ ! ദൈവ ത്രിയേകാ! ഭാഗ്യ ത്രിത്വമേ!                                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Shudha Shudha Shudha</dc:title>
  <dc:creator>Digital Input:;GM JOHN</dc:creator>
  <cp:lastModifiedBy>Acsah Mathews</cp:lastModifiedBy>
  <cp:revision>181</cp:revision>
  <dcterms:created xsi:type="dcterms:W3CDTF">2013-04-19T09:19:07Z</dcterms:created>
  <dcterms:modified xsi:type="dcterms:W3CDTF">2018-10-24T14:36:07Z</dcterms:modified>
</cp:coreProperties>
</file>