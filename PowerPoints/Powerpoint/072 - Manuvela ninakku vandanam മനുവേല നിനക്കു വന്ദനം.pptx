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DA6D3-65D5-4D47-B2F9-AE01B02A85D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9DD38-5771-4F7B-A898-13BBA7F49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AB351-2434-47ED-9819-B4F257C4905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72198-D44A-464F-87B2-0BF87FB6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78FB2-9135-4813-B7FE-3C5BB2B4437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8F65-C03B-4D60-BAB7-315CEC0B73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B6483-4E9B-4D5C-AB46-A9A20C549F2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B88D6-0245-4642-A5B6-EC1612DF85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19790-C12A-473A-B409-83F39428F90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CA877-6CD6-46D9-9542-4AF2384A94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8364A-60B4-4256-A697-211E6DAFF07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2E96F-7491-41B5-BE60-D51392732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8FBD5-3D88-4B9E-9734-E7081779DD1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A7D10-31C1-46F8-AA34-CC7D6D93A1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33A93-00B0-4FA0-BF61-4A1C78DE139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AA222-9427-4D07-9E8A-0612C16441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6815C-44E9-460C-9BA6-76CCDA8EAD9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CBDA1-A267-47AA-B109-CAF1A4372E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355EE-5E7D-4B15-957F-01DAC0D94AF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B18BB-FED9-40EF-BC9A-80D12C6A1C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E11A8-ABCD-4D95-904E-62488E854D5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0EAC4-0942-4231-9E7D-23E4F0DFF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5A2C448-3D2A-4855-88A9-EF37B7678B0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046EB97-5C02-4A29-AC9A-FF14CF192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B41F-65E7-422D-A9D1-69E1EE56E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72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മനുവേല! നിനക്കു വന്ദനം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24F9C-D52F-43C2-BBDE-2534BB6066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Manuvelaa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ninakku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vandanam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7373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86" y="460840"/>
            <a:ext cx="12192000" cy="2743200"/>
          </a:xfrm>
        </p:spPr>
        <p:txBody>
          <a:bodyPr anchor="t"/>
          <a:lstStyle/>
          <a:p>
            <a:pPr defTabSz="4000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മനുവേല! നിനക്കു വന്ദനം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അനന്ത കീർത്തനം പരനേ!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കനിഞ്ഞു നിന്മനമുരുകി എന്നെ നിൻ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കമനിയാക്കിയതോർത്തു - മനു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CF234-BD31-4EDB-8BF3-A2EEC843B7C4}"/>
              </a:ext>
            </a:extLst>
          </p:cNvPr>
          <p:cNvSpPr/>
          <p:nvPr/>
        </p:nvSpPr>
        <p:spPr>
          <a:xfrm>
            <a:off x="-23445" y="3603430"/>
            <a:ext cx="1219199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Manuvelaa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anantha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Kaninju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manamurukienne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kamaniyakkiyathorthu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manuvela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23349"/>
            <a:ext cx="12192000" cy="2272251"/>
          </a:xfrm>
        </p:spPr>
        <p:txBody>
          <a:bodyPr anchor="t"/>
          <a:lstStyle/>
          <a:p>
            <a:pPr algn="l" defTabSz="4000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ഒരിക്കലും നിന്നെപിരിഞ്ഞിരിപ്പതി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നെനിക്കു സംഗതിയരുതേ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തിരുമുഖം കണ്ടെന്നകമലരലിഞ്ഞീടുന്നു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നീതിയിൻകതിരേ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CF234-BD31-4EDB-8BF3-A2EEC843B7C4}"/>
              </a:ext>
            </a:extLst>
          </p:cNvPr>
          <p:cNvSpPr/>
          <p:nvPr/>
        </p:nvSpPr>
        <p:spPr>
          <a:xfrm>
            <a:off x="-23446" y="3682186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Orikkalum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pirinjirippathi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nenikku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sangathiyaruthe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Thirumukham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kandenn-akamalaralinjeedunnu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kathire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F5DF7-3579-47C3-89DC-C1F6873805BB}"/>
              </a:ext>
            </a:extLst>
          </p:cNvPr>
          <p:cNvSpPr/>
          <p:nvPr/>
        </p:nvSpPr>
        <p:spPr>
          <a:xfrm>
            <a:off x="23447" y="5868861"/>
            <a:ext cx="1216855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Manuvelaa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vandanam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anantha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keerthanam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61D0E5-C4A6-4878-BF03-72A8910BA0F0}"/>
              </a:ext>
            </a:extLst>
          </p:cNvPr>
          <p:cNvSpPr/>
          <p:nvPr/>
        </p:nvSpPr>
        <p:spPr>
          <a:xfrm>
            <a:off x="52755" y="2773206"/>
            <a:ext cx="12168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മനുവേല! നിനക്കു വന്ദനം അനന്ത കീർത്തനം പരനേ!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46805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23349"/>
            <a:ext cx="12192000" cy="2272251"/>
          </a:xfrm>
        </p:spPr>
        <p:txBody>
          <a:bodyPr anchor="t"/>
          <a:lstStyle/>
          <a:p>
            <a:pPr algn="l" defTabSz="4000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മരണവിഷത്തെ രുചിച്ചു നീയെന്നെ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മരണത്തിൽനിന്നു വിടർത്തി 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പരമനീതിയിൻ അവകാശം തന്നിട്ടമര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ലോകത്തിൽ കടത്തി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CF234-BD31-4EDB-8BF3-A2EEC843B7C4}"/>
              </a:ext>
            </a:extLst>
          </p:cNvPr>
          <p:cNvSpPr/>
          <p:nvPr/>
        </p:nvSpPr>
        <p:spPr>
          <a:xfrm>
            <a:off x="-23446" y="3682186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Maranhavishathe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ruchicha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neeyenne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maranhathilninnu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vidarthi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Paramaneethiyin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avakaasham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thannittamara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kadathi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F5DF7-3579-47C3-89DC-C1F6873805BB}"/>
              </a:ext>
            </a:extLst>
          </p:cNvPr>
          <p:cNvSpPr/>
          <p:nvPr/>
        </p:nvSpPr>
        <p:spPr>
          <a:xfrm>
            <a:off x="23447" y="5868861"/>
            <a:ext cx="1216855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Manuvelaa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vandanam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anantha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keerthanam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61D0E5-C4A6-4878-BF03-72A8910BA0F0}"/>
              </a:ext>
            </a:extLst>
          </p:cNvPr>
          <p:cNvSpPr/>
          <p:nvPr/>
        </p:nvSpPr>
        <p:spPr>
          <a:xfrm>
            <a:off x="52755" y="2773206"/>
            <a:ext cx="12168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മനുവേല! നിനക്കു വന്ദനം അനന്ത കീർത്തനം പരനേ!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66057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23349"/>
            <a:ext cx="12192000" cy="2272251"/>
          </a:xfrm>
        </p:spPr>
        <p:txBody>
          <a:bodyPr anchor="t"/>
          <a:lstStyle/>
          <a:p>
            <a:pPr algn="l" defTabSz="400050"/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എതിരിയിൻ നുകത്തടിയൊടിച്ചെനിക്കതി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സ്വതന്ത്രത നല്കി - നിന്‍റെ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പുതുമനസ്സിനെ ധരിച്ചു സന്തതം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വസിപ്പാൻ വദിച്ചതോർത്തു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CF234-BD31-4EDB-8BF3-A2EEC843B7C4}"/>
              </a:ext>
            </a:extLst>
          </p:cNvPr>
          <p:cNvSpPr/>
          <p:nvPr/>
        </p:nvSpPr>
        <p:spPr>
          <a:xfrm>
            <a:off x="-23446" y="3682186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Ethiriyin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nukaththadiyodichenikathi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swathanthratha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manassine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dharichu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vasippan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vathichathorththu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F5DF7-3579-47C3-89DC-C1F6873805BB}"/>
              </a:ext>
            </a:extLst>
          </p:cNvPr>
          <p:cNvSpPr/>
          <p:nvPr/>
        </p:nvSpPr>
        <p:spPr>
          <a:xfrm>
            <a:off x="23447" y="5868861"/>
            <a:ext cx="1216855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Manuvelaa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vandanam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anantha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keerthanam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61D0E5-C4A6-4878-BF03-72A8910BA0F0}"/>
              </a:ext>
            </a:extLst>
          </p:cNvPr>
          <p:cNvSpPr/>
          <p:nvPr/>
        </p:nvSpPr>
        <p:spPr>
          <a:xfrm>
            <a:off x="52755" y="2773206"/>
            <a:ext cx="12168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മനുവേല! നിനക്കു വന്ദനം അനന്ത കീർത്തനം പരനേ!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43317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23349"/>
            <a:ext cx="12192000" cy="2272251"/>
          </a:xfrm>
        </p:spPr>
        <p:txBody>
          <a:bodyPr anchor="t"/>
          <a:lstStyle/>
          <a:p>
            <a:pPr algn="l" defTabSz="4000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കരുണനിറഞ്ഞ കരത്താലെന്നെ നിൻ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കരളിനോടേറ്റമണച്ചു - നിത്യം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അരിഗണങ്ങളിൻ ശരനിരകളെ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അകറ്റി ആശ്ലേഷിച്ചിടുന്നു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CF234-BD31-4EDB-8BF3-A2EEC843B7C4}"/>
              </a:ext>
            </a:extLst>
          </p:cNvPr>
          <p:cNvSpPr/>
          <p:nvPr/>
        </p:nvSpPr>
        <p:spPr>
          <a:xfrm>
            <a:off x="-23446" y="3682186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niranja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karathaalenne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karalhinodettamanhachu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Ariganhangalhin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sharanirakalhe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akatti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ashleshichidunnu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F5DF7-3579-47C3-89DC-C1F6873805BB}"/>
              </a:ext>
            </a:extLst>
          </p:cNvPr>
          <p:cNvSpPr/>
          <p:nvPr/>
        </p:nvSpPr>
        <p:spPr>
          <a:xfrm>
            <a:off x="23447" y="5868861"/>
            <a:ext cx="1216855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Manuvelaa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ninakku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vandanam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anantha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keerthanam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61D0E5-C4A6-4878-BF03-72A8910BA0F0}"/>
              </a:ext>
            </a:extLst>
          </p:cNvPr>
          <p:cNvSpPr/>
          <p:nvPr/>
        </p:nvSpPr>
        <p:spPr>
          <a:xfrm>
            <a:off x="52755" y="2773206"/>
            <a:ext cx="12168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മനുവേല! നിനക്കു വന്ദനം അനന്ത കീർത്തനം പരനേ!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E2D49-0DFE-466C-B35A-BBDBB0E0A74E}"/>
              </a:ext>
            </a:extLst>
          </p:cNvPr>
          <p:cNvSpPr/>
          <p:nvPr/>
        </p:nvSpPr>
        <p:spPr>
          <a:xfrm>
            <a:off x="9984488" y="3350090"/>
            <a:ext cx="2154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(റ്റി. ജെ. വർക്കി)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9312EE-9795-4C99-B599-069406B61239}"/>
              </a:ext>
            </a:extLst>
          </p:cNvPr>
          <p:cNvSpPr/>
          <p:nvPr/>
        </p:nvSpPr>
        <p:spPr>
          <a:xfrm>
            <a:off x="9949319" y="6484414"/>
            <a:ext cx="1526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(T.J. </a:t>
            </a:r>
            <a:r>
              <a:rPr lang="en-US" dirty="0" err="1">
                <a:solidFill>
                  <a:srgbClr val="000000"/>
                </a:solidFill>
              </a:rPr>
              <a:t>Varkey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132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171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72 മനുവേല! നിനക്കു വന്ദനം</vt:lpstr>
      <vt:lpstr>മനുവേല! നിനക്കു വന്ദനം  അനന്ത കീർത്തനം പരനേ!   കനിഞ്ഞു നിന്മനമുരുകി എന്നെ നിൻ   കമനിയാക്കിയതോർത്തു - മനു  </vt:lpstr>
      <vt:lpstr>1 ഒരിക്കലും നിന്നെപിരിഞ്ഞിരിപ്പതി-  നെനിക്കു സംഗതിയരുതേ - നിന്‍റെ  തിരുമുഖം കണ്ടെന്നകമലരലിഞ്ഞീടുന്നു   നീതിയിൻകതിരേ!</vt:lpstr>
      <vt:lpstr>2 മരണവിഷത്തെ രുചിച്ചു നീയെന്നെ   മരണത്തിൽനിന്നു വിടർത്തി നിന്‍റെ  പരമനീതിയിൻ അവകാശം തന്നിട്ടമര  ലോകത്തിൽ കടത്തി</vt:lpstr>
      <vt:lpstr>3 എതിരിയിൻ നുകത്തടിയൊടിച്ചെനിക്കതി   സ്വതന്ത്രത നല്കി - നിന്‍റെ  പുതുമനസ്സിനെ ധരിച്ചു സന്തതം   വസിപ്പാൻ വദിച്ചതോർത്തു</vt:lpstr>
      <vt:lpstr>4 കരുണനിറഞ്ഞ കരത്താലെന്നെ നിൻ   കരളിനോടേറ്റമണച്ചു - നിത്യം   അരിഗണങ്ങളിൻ ശരനിരകളെ   അകറ്റി ആശ്ലേഷിച്ചിടുന്നു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Manuvela ninakku vandanam</dc:title>
  <dc:creator>Digital Input:; GM JOHN; Acsah Mathews</dc:creator>
  <cp:lastModifiedBy>Acsah Mathews</cp:lastModifiedBy>
  <cp:revision>279</cp:revision>
  <dcterms:created xsi:type="dcterms:W3CDTF">2013-04-19T09:19:07Z</dcterms:created>
  <dcterms:modified xsi:type="dcterms:W3CDTF">2018-10-31T17:23:15Z</dcterms:modified>
</cp:coreProperties>
</file>