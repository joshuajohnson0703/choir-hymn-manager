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5276B-9CDA-4058-B394-5AEA4D62F9C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6122C-2A53-4ADD-A8B7-447AD4FF5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A1F-6D46-45A4-B44F-9B8A541CBF4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16F0A-864F-4769-B148-A24777CEDB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D2F0E-1873-4DA8-9453-F718E2D81BB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38D6B-0AE8-41D3-9720-5FE0105B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571F9-F469-45AA-AC08-4C5FA0E4DBF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E4703-1F01-46E4-B789-7CEB429EC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FFFB0-3781-46A7-9978-D0BD3F618B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991D3-99EB-4C84-A143-2AF8AB43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B46B6-3F14-452B-A40A-A18E796DC10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FF854-C896-4980-B6F7-C53384ED2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E32D8-459B-4B13-BA4D-9884B69D020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CC44E-0199-4430-9136-81EABB6CA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5F919-B7D7-4F62-82AD-8F77F0CA7EE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9917-A351-47BC-84C1-44A79D8FC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225AC-B601-430C-934F-DBF06959A23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483C3-704A-43FB-BB8E-A4527FF36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3E47B-758B-45CE-8183-2A714CDA05E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AA0A8-9642-4084-AD8C-9F74400B5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63411-E791-4B8A-AE5B-581DDE05787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03524-8F2F-48AC-B960-732CD4F76C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CE12F-149A-420E-8B4B-D574725DD2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0AE320-F351-4398-95F2-069D275794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61E8-E4D5-4B43-974A-82C171C7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ദൈവത്തിൽ ഞാൻ കണ്ടൊരു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E181D-A8BD-4702-89EB-825A4357D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Daivaththil </a:t>
            </a:r>
            <a:r>
              <a:rPr lang="en-US" sz="4000" b="1" dirty="0" err="1">
                <a:solidFill>
                  <a:srgbClr val="002060"/>
                </a:solidFill>
              </a:rPr>
              <a:t>njaan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kandoru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EA431-7BFC-4941-9706-536EB10D0A78}"/>
              </a:ext>
            </a:extLst>
          </p:cNvPr>
          <p:cNvSpPr/>
          <p:nvPr/>
        </p:nvSpPr>
        <p:spPr>
          <a:xfrm>
            <a:off x="1325828" y="4678659"/>
            <a:ext cx="2747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(കെ. വി. സൈമൺ)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6EA06C-5351-4C72-B0F9-99EDB32D8645}"/>
              </a:ext>
            </a:extLst>
          </p:cNvPr>
          <p:cNvSpPr/>
          <p:nvPr/>
        </p:nvSpPr>
        <p:spPr>
          <a:xfrm>
            <a:off x="9144000" y="4678659"/>
            <a:ext cx="18448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(K.V. Simon) </a:t>
            </a:r>
          </a:p>
        </p:txBody>
      </p:sp>
    </p:spTree>
    <p:extLst>
      <p:ext uri="{BB962C8B-B14F-4D97-AF65-F5344CB8AC3E}">
        <p14:creationId xmlns:p14="http://schemas.microsoft.com/office/powerpoint/2010/main" val="1782924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86" y="1228286"/>
            <a:ext cx="12173414" cy="1362513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ദൈവത്തിൽ ഞാൻ കണ്ടൊരു നിർഭയമാം പാർപ്പിടം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ഇത്ര സൗഖ്യമെങ്ങുമേ കാണുന്നില്ല സാധു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9932" y="42446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4BA02-6BCD-471A-BD26-335ACB488F0B}"/>
              </a:ext>
            </a:extLst>
          </p:cNvPr>
          <p:cNvSpPr/>
          <p:nvPr/>
        </p:nvSpPr>
        <p:spPr>
          <a:xfrm>
            <a:off x="-2" y="2598869"/>
            <a:ext cx="12173414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തന്‍റെ ചിറകിന്നു കീഴ്ദുർഘടങ്ങൾ നീങ്ങി ഞാൻ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വാഴുന്നെന്തുമോദമായ് പാടും ഞാൻ അത്യുച്ചമായ്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F25D-F73B-4818-9361-96FD449FCF6B}"/>
              </a:ext>
            </a:extLst>
          </p:cNvPr>
          <p:cNvSpPr txBox="1"/>
          <p:nvPr/>
        </p:nvSpPr>
        <p:spPr>
          <a:xfrm>
            <a:off x="-1" y="496867"/>
            <a:ext cx="12173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DEF44-A28B-45D2-B565-019A32E1F1CF}"/>
              </a:ext>
            </a:extLst>
          </p:cNvPr>
          <p:cNvSpPr/>
          <p:nvPr/>
        </p:nvSpPr>
        <p:spPr>
          <a:xfrm>
            <a:off x="18586" y="4082760"/>
            <a:ext cx="12154826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Daivaththil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nirbhayamaam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paarppidam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soukhyamengumey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sadhu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8663A-5C06-439B-B7BE-6BEB15FF65EE}"/>
              </a:ext>
            </a:extLst>
          </p:cNvPr>
          <p:cNvSpPr/>
          <p:nvPr/>
        </p:nvSpPr>
        <p:spPr>
          <a:xfrm>
            <a:off x="-2" y="5283210"/>
            <a:ext cx="12154827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durghatanangalh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Vaazhunnenthumôthamaai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njaanathyuchchamaai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86" y="1228286"/>
            <a:ext cx="12173414" cy="1362513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നിഴലിനു കീഴ്ഛന്നനായ് ഞാൻ പാർക്കയാൽ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രാപ്പകൽ ഞാൻ നിർഭയൻ ഭീതി ദൂരെ പാഞ്ഞുപോയ്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9932" y="42446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4BA02-6BCD-471A-BD26-335ACB488F0B}"/>
              </a:ext>
            </a:extLst>
          </p:cNvPr>
          <p:cNvSpPr/>
          <p:nvPr/>
        </p:nvSpPr>
        <p:spPr>
          <a:xfrm>
            <a:off x="-2" y="2598869"/>
            <a:ext cx="12173414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തന്‍റെ ചിറകിന്നു കീഴ്ദുർഘടങ്ങൾ നീങ്ങി ഞാൻ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വാഴുന്നെന്തുമോദമായ് പാടും ഞാൻ അത്യുച്ചമായ്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F25D-F73B-4818-9361-96FD449FCF6B}"/>
              </a:ext>
            </a:extLst>
          </p:cNvPr>
          <p:cNvSpPr txBox="1"/>
          <p:nvPr/>
        </p:nvSpPr>
        <p:spPr>
          <a:xfrm>
            <a:off x="-1" y="496867"/>
            <a:ext cx="12173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DEF44-A28B-45D2-B565-019A32E1F1CF}"/>
              </a:ext>
            </a:extLst>
          </p:cNvPr>
          <p:cNvSpPr/>
          <p:nvPr/>
        </p:nvSpPr>
        <p:spPr>
          <a:xfrm>
            <a:off x="18586" y="4082760"/>
            <a:ext cx="12154826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nizhalinu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channanaai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paarkkayaal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Raappakal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nirbhayan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bheethidoorey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8663A-5C06-439B-B7BE-6BEB15FF65EE}"/>
              </a:ext>
            </a:extLst>
          </p:cNvPr>
          <p:cNvSpPr/>
          <p:nvPr/>
        </p:nvSpPr>
        <p:spPr>
          <a:xfrm>
            <a:off x="-2" y="5283210"/>
            <a:ext cx="12154827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durghatanangalh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Vaazhunnenthumôthamaai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njaanathyuchchamaai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14975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86" y="1228286"/>
            <a:ext cx="12173414" cy="1362513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ഘോരമഹാമാരിയോ കൂരിരുട്ടിൻ വേളയോ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ഇല്ലതെല്ലും ചഞ്ചലം നാഥനുണ്ടു കൂടവേ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9932" y="42446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4BA02-6BCD-471A-BD26-335ACB488F0B}"/>
              </a:ext>
            </a:extLst>
          </p:cNvPr>
          <p:cNvSpPr/>
          <p:nvPr/>
        </p:nvSpPr>
        <p:spPr>
          <a:xfrm>
            <a:off x="-2" y="2598869"/>
            <a:ext cx="12173414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തന്‍റെ ചിറകിന്നു കീഴ്ദുർഘടങ്ങൾ നീങ്ങി ഞാൻ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വാഴുന്നെന്തുമോദമായ് പാടും ഞാൻ അത്യുച്ചമായ്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F25D-F73B-4818-9361-96FD449FCF6B}"/>
              </a:ext>
            </a:extLst>
          </p:cNvPr>
          <p:cNvSpPr txBox="1"/>
          <p:nvPr/>
        </p:nvSpPr>
        <p:spPr>
          <a:xfrm>
            <a:off x="-1" y="496867"/>
            <a:ext cx="12173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DEF44-A28B-45D2-B565-019A32E1F1CF}"/>
              </a:ext>
            </a:extLst>
          </p:cNvPr>
          <p:cNvSpPr/>
          <p:nvPr/>
        </p:nvSpPr>
        <p:spPr>
          <a:xfrm>
            <a:off x="18586" y="4082760"/>
            <a:ext cx="12154826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Ghôramahaamaariyo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kooriruttin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vèlhayo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Illa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thellum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chanchalam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naathanundu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koodavey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8663A-5C06-439B-B7BE-6BEB15FF65EE}"/>
              </a:ext>
            </a:extLst>
          </p:cNvPr>
          <p:cNvSpPr/>
          <p:nvPr/>
        </p:nvSpPr>
        <p:spPr>
          <a:xfrm>
            <a:off x="-2" y="5283210"/>
            <a:ext cx="12154827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durghatanangalh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Vaazhunnenthumôthamaai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njaanathyuchchamaai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104430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86" y="1228286"/>
            <a:ext cx="12173414" cy="1362513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ആയിരങ്ങളെന്നുടെ നേർക്കുവന്നെതിർക്കിലും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വീതിയുള്ള പക്ഷങ്ങൾ സാധുവേ മറച്ചിടും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9932" y="42446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4BA02-6BCD-471A-BD26-335ACB488F0B}"/>
              </a:ext>
            </a:extLst>
          </p:cNvPr>
          <p:cNvSpPr/>
          <p:nvPr/>
        </p:nvSpPr>
        <p:spPr>
          <a:xfrm>
            <a:off x="-2" y="2598869"/>
            <a:ext cx="12173414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തന്‍റെ ചിറകിന്നു കീഴ്ദുർഘടങ്ങൾ നീങ്ങി ഞാൻ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വാഴുന്നെന്തുമോദമായ് പാടും ഞാൻ അത്യുച്ചമായ്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F25D-F73B-4818-9361-96FD449FCF6B}"/>
              </a:ext>
            </a:extLst>
          </p:cNvPr>
          <p:cNvSpPr txBox="1"/>
          <p:nvPr/>
        </p:nvSpPr>
        <p:spPr>
          <a:xfrm>
            <a:off x="-1" y="496867"/>
            <a:ext cx="12173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DEF44-A28B-45D2-B565-019A32E1F1CF}"/>
              </a:ext>
            </a:extLst>
          </p:cNvPr>
          <p:cNvSpPr/>
          <p:nvPr/>
        </p:nvSpPr>
        <p:spPr>
          <a:xfrm>
            <a:off x="18586" y="4082760"/>
            <a:ext cx="12154826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Aayirangalhennudey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nèrkku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vanneythirkkilum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Veethiyullha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pakshangalh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marachchidum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8663A-5C06-439B-B7BE-6BEB15FF65EE}"/>
              </a:ext>
            </a:extLst>
          </p:cNvPr>
          <p:cNvSpPr/>
          <p:nvPr/>
        </p:nvSpPr>
        <p:spPr>
          <a:xfrm>
            <a:off x="-2" y="5283210"/>
            <a:ext cx="12154827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durghatanangalh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Vaazhunnenthumôthamaai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njaanathyuchchamaai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68512325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86" y="1228286"/>
            <a:ext cx="12173414" cy="1362513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സ്നേഹശാലി രക്ഷകൻ ഖേടകം തൻ സത്യമാം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ചങ്കിലുണ്ടിതാ രക്ഷിതാവിൻ പേർ സദാ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9932" y="42446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4BA02-6BCD-471A-BD26-335ACB488F0B}"/>
              </a:ext>
            </a:extLst>
          </p:cNvPr>
          <p:cNvSpPr/>
          <p:nvPr/>
        </p:nvSpPr>
        <p:spPr>
          <a:xfrm>
            <a:off x="-2" y="2598869"/>
            <a:ext cx="12173414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തന്‍റെ ചിറകിന്നു കീഴ്ദുർഘടങ്ങൾ നീങ്ങി ഞാൻ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വാഴുന്നെന്തുമോദമായ് പാടും ഞാൻ അത്യുച്ചമായ്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F25D-F73B-4818-9361-96FD449FCF6B}"/>
              </a:ext>
            </a:extLst>
          </p:cNvPr>
          <p:cNvSpPr txBox="1"/>
          <p:nvPr/>
        </p:nvSpPr>
        <p:spPr>
          <a:xfrm>
            <a:off x="-1" y="496867"/>
            <a:ext cx="121734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DEF44-A28B-45D2-B565-019A32E1F1CF}"/>
              </a:ext>
            </a:extLst>
          </p:cNvPr>
          <p:cNvSpPr/>
          <p:nvPr/>
        </p:nvSpPr>
        <p:spPr>
          <a:xfrm>
            <a:off x="18586" y="4082760"/>
            <a:ext cx="12154826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Snehashaali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khèdakam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sathyamaam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chankilundithaa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rakshithaavin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pèr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sadaa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8663A-5C06-439B-B7BE-6BEB15FF65EE}"/>
              </a:ext>
            </a:extLst>
          </p:cNvPr>
          <p:cNvSpPr/>
          <p:nvPr/>
        </p:nvSpPr>
        <p:spPr>
          <a:xfrm>
            <a:off x="-2" y="5283210"/>
            <a:ext cx="12154827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durghatanangalh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Vaazhunnenthumôthamaai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njaanathyuchchamaai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0508062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175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413 ദൈവത്തിൽ ഞാൻ കണ്ടൊരു</vt:lpstr>
      <vt:lpstr>ദൈവത്തിൽ ഞാൻ കണ്ടൊരു നിർഭയമാം പാർപ്പിടം ഇത്ര സൗഖ്യമെങ്ങുമേ കാണുന്നില്ല സാധു ഞാൻ</vt:lpstr>
      <vt:lpstr>തന്‍റെ നിഴലിനു കീഴ്ഛന്നനായ് ഞാൻ പാർക്കയാൽ  രാപ്പകൽ ഞാൻ നിർഭയൻ ഭീതി ദൂരെ പാഞ്ഞുപോയ് </vt:lpstr>
      <vt:lpstr>ഘോരമഹാമാരിയോ കൂരിരുട്ടിൻ വേളയോ  ഇല്ലതെല്ലും ചഞ്ചലം നാഥനുണ്ടു കൂടവേ</vt:lpstr>
      <vt:lpstr>ആയിരങ്ങളെന്നുടെ നേർക്കുവന്നെതിർക്കിലും  വീതിയുള്ള പക്ഷങ്ങൾ സാധുവേ മറച്ചിടും </vt:lpstr>
      <vt:lpstr>സ്നേഹശാലി രക്ഷകൻ ഖേടകം തൻ സത്യമാം  എന്‍റെ ചങ്കിലുണ്ടിതാ രക്ഷിതാവിൻ പേർ സദാ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Daivathil njan kandoru</dc:title>
  <dc:creator>Digital Input:; GM JOHN; Acsah Mathews</dc:creator>
  <cp:lastModifiedBy>Acsah Mathews</cp:lastModifiedBy>
  <cp:revision>266</cp:revision>
  <dcterms:created xsi:type="dcterms:W3CDTF">2013-04-19T09:19:07Z</dcterms:created>
  <dcterms:modified xsi:type="dcterms:W3CDTF">2018-11-26T19:48:36Z</dcterms:modified>
</cp:coreProperties>
</file>