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1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16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192CB2-1EF7-4FAC-A6CA-96824432E4D5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E20FD-7F08-4F4A-AA5D-63FF1FCA31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4CD76-6450-40F5-BB7B-EC46A1DE761E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7D278E-35A2-4834-ABE0-3043EACA42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6C931-CA11-49DF-8841-40E81FD806D7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AEF208-CC9B-478F-93AC-D8CB7E73A5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7714A-2501-45A0-AF84-87809F992C62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1BA99-24BF-4E1E-A72C-81874C75A5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972A6-44ED-47B3-A1CF-1EBF5183C9FE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08D32-1C30-47D5-84EC-13582A7A0E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5E22C9-25A9-4A66-A481-6E5447FFE626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BC9DC1-754F-4E3B-A968-7E92985277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75EFE5-1ADB-490A-8452-150899CF7893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D4AB0-27CB-4CCD-BCB2-9CC2F9D962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EF1CA3-2809-45B8-9FF6-50891B169023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CBC48-8093-4958-8133-C27913C051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F6EB6-72AF-4870-AAD2-D3596639B729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20EF7-7481-4D51-AB88-4477D78A33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3EB26-904C-4DD7-AEFB-6FFAA14DE0A2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C277E-4EE3-4896-A779-C1E902A645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6ED4EB-210A-41D6-9EB2-D98A734969F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9EF535-7534-45FC-AAE7-6C5E05E05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33446A0-AD0C-42BC-ACB4-9D5019BCA790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818D756-1A7D-418B-A71F-722620BDE1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E3A5-B647-48D4-9B49-E41CC113CD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60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സ്തോത്രമെന്നേശുപരാ!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39575-8051-46CD-ABE7-FE2C38B152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Sthothram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enneshu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paraa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4470859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485760"/>
            <a:ext cx="11963400" cy="1943240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ആർത്തികൾ തീർത്തെന്നെ</a:t>
            </a:r>
            <a:r>
              <a:rPr lang="en-US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ചേർത്തിടുവാനായി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പാർത്തലം തന്നിൽ വന്ന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കർത്താവിനെ –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മാത്രം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പുകഴ്ത്തുന്നു ഞാൻ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-സ്തോ...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84C238-6DAE-4D99-918A-AE2A5C422485}"/>
              </a:ext>
            </a:extLst>
          </p:cNvPr>
          <p:cNvSpPr/>
          <p:nvPr/>
        </p:nvSpPr>
        <p:spPr>
          <a:xfrm>
            <a:off x="0" y="309435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സ്തോത്രമെന്നേശുപരാ!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നാമത്തെ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മാത്രം പുകഴ്ത്തുന്നു ഞാൻ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CFA4A9-AEA6-40E0-B9C0-9EBD0F9D9DA0}"/>
              </a:ext>
            </a:extLst>
          </p:cNvPr>
          <p:cNvSpPr/>
          <p:nvPr/>
        </p:nvSpPr>
        <p:spPr>
          <a:xfrm>
            <a:off x="0" y="4465763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Aarthikalh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theerthenne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cherthiduvaanayi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Paarthalam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Karthavine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pukazhthunnu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6448FE-BADC-40FE-8956-5E2DA539BC6F}"/>
              </a:ext>
            </a:extLst>
          </p:cNvPr>
          <p:cNvSpPr/>
          <p:nvPr/>
        </p:nvSpPr>
        <p:spPr>
          <a:xfrm>
            <a:off x="-14869" y="3329893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naamathe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pukazhthunnu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2032" y="939287"/>
            <a:ext cx="12177131" cy="1486040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ജീവനെ നീ എനിക്കായ് വെടിഞ്ഞെന്നുടെ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ജീവനെ വീണ്ടതിനെ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നിനച്ചു നിൻ-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നാമം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പുകഴ്ത്തുന്നു ഞാൻ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84C238-6DAE-4D99-918A-AE2A5C422485}"/>
              </a:ext>
            </a:extLst>
          </p:cNvPr>
          <p:cNvSpPr/>
          <p:nvPr/>
        </p:nvSpPr>
        <p:spPr>
          <a:xfrm>
            <a:off x="-26901" y="2550867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സ്തോത്രമെന്നേശുപരാ!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നാമത്തെ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മാത്രം പുകഴ്ത്തുന്നു ഞാൻ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CFA4A9-AEA6-40E0-B9C0-9EBD0F9D9DA0}"/>
              </a:ext>
            </a:extLst>
          </p:cNvPr>
          <p:cNvSpPr/>
          <p:nvPr/>
        </p:nvSpPr>
        <p:spPr>
          <a:xfrm>
            <a:off x="0" y="395574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enikkai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vedinjennude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veendathine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Nin –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6448FE-BADC-40FE-8956-5E2DA539BC6F}"/>
              </a:ext>
            </a:extLst>
          </p:cNvPr>
          <p:cNvSpPr/>
          <p:nvPr/>
        </p:nvSpPr>
        <p:spPr>
          <a:xfrm>
            <a:off x="0" y="55254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naamathe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603300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2032" y="939287"/>
            <a:ext cx="12177131" cy="1486040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പാവന ലോകേ എൻ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ജീവനെയും കൊണ്ട്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രാപ്പകൽ വാണിടുന്ന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സർവ്വേശാ!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നിൻ</a:t>
            </a:r>
            <a:b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നാമം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പുകഴ്ത്തുന്നു ഞാൻ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84C238-6DAE-4D99-918A-AE2A5C422485}"/>
              </a:ext>
            </a:extLst>
          </p:cNvPr>
          <p:cNvSpPr/>
          <p:nvPr/>
        </p:nvSpPr>
        <p:spPr>
          <a:xfrm>
            <a:off x="-26901" y="2550867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സ്തോത്രമെന്നേശുപരാ!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നാമത്തെ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മാത്രം പുകഴ്ത്തുന്നു ഞാൻ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CFA4A9-AEA6-40E0-B9C0-9EBD0F9D9DA0}"/>
              </a:ext>
            </a:extLst>
          </p:cNvPr>
          <p:cNvSpPr/>
          <p:nvPr/>
        </p:nvSpPr>
        <p:spPr>
          <a:xfrm>
            <a:off x="0" y="395574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Paavanaloke en jeevaneyum kondu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Raappakal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vaanhidunna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Nin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6448FE-BADC-40FE-8956-5E2DA539BC6F}"/>
              </a:ext>
            </a:extLst>
          </p:cNvPr>
          <p:cNvSpPr/>
          <p:nvPr/>
        </p:nvSpPr>
        <p:spPr>
          <a:xfrm>
            <a:off x="0" y="55254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naamathe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281216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2032" y="939287"/>
            <a:ext cx="12177131" cy="1486040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ജീവനെ നീയെന്നിൽ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രാപ്പകൽ നൽകി നിൻ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ആവിയിൽ കാത്തിടുന്ന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കൃപാലോ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നാമം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പുകഴ്ത്തുന്നു ഞാൻ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84C238-6DAE-4D99-918A-AE2A5C422485}"/>
              </a:ext>
            </a:extLst>
          </p:cNvPr>
          <p:cNvSpPr/>
          <p:nvPr/>
        </p:nvSpPr>
        <p:spPr>
          <a:xfrm>
            <a:off x="-26901" y="2550867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സ്തോത്രമെന്നേശുപരാ!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നാമത്തെ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മാത്രം പുകഴ്ത്തുന്നു ഞാൻ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CFA4A9-AEA6-40E0-B9C0-9EBD0F9D9DA0}"/>
              </a:ext>
            </a:extLst>
          </p:cNvPr>
          <p:cNvSpPr/>
          <p:nvPr/>
        </p:nvSpPr>
        <p:spPr>
          <a:xfrm>
            <a:off x="0" y="395574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Jeevane neeyennil raappakal nalki nin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Aaviyaal kaathidunna Kripaalo Nin 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naamam pukazhthunnu njan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6448FE-BADC-40FE-8956-5E2DA539BC6F}"/>
              </a:ext>
            </a:extLst>
          </p:cNvPr>
          <p:cNvSpPr/>
          <p:nvPr/>
        </p:nvSpPr>
        <p:spPr>
          <a:xfrm>
            <a:off x="0" y="55254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naamathe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347295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2032" y="939287"/>
            <a:ext cx="12177131" cy="1486040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താതസുതാത്മന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നാരതവും സ്തുതി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നീതിയിൻ സൂര്യനെ! നീ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പ്രകാശമായ്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വാണിടുകെന്നിൽ സദാ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84C238-6DAE-4D99-918A-AE2A5C422485}"/>
              </a:ext>
            </a:extLst>
          </p:cNvPr>
          <p:cNvSpPr/>
          <p:nvPr/>
        </p:nvSpPr>
        <p:spPr>
          <a:xfrm>
            <a:off x="-26901" y="2550867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സ്തോത്രമെന്നേശുപരാ!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നാമത്തെ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മാത്രം പുകഴ്ത്തുന്നു ഞാൻ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CFA4A9-AEA6-40E0-B9C0-9EBD0F9D9DA0}"/>
              </a:ext>
            </a:extLst>
          </p:cNvPr>
          <p:cNvSpPr/>
          <p:nvPr/>
        </p:nvSpPr>
        <p:spPr>
          <a:xfrm>
            <a:off x="0" y="395574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Thaatha suthaathmana-naarathavum sthuthi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neethiyin suryane! Nee prakaashamai 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vaanhidukennil sadaa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6448FE-BADC-40FE-8956-5E2DA539BC6F}"/>
              </a:ext>
            </a:extLst>
          </p:cNvPr>
          <p:cNvSpPr/>
          <p:nvPr/>
        </p:nvSpPr>
        <p:spPr>
          <a:xfrm>
            <a:off x="0" y="55254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naamathe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E482B-6320-4481-A82B-6AA120FFDBC9}"/>
              </a:ext>
            </a:extLst>
          </p:cNvPr>
          <p:cNvSpPr/>
          <p:nvPr/>
        </p:nvSpPr>
        <p:spPr>
          <a:xfrm>
            <a:off x="9791757" y="3384293"/>
            <a:ext cx="2077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(</a:t>
            </a:r>
            <a:r>
              <a:rPr lang="ml-IN" b="1" dirty="0"/>
              <a:t>റ്റി. ജെ. വർക്കി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CF0A3-D795-4869-B552-2E0C7BD30C8C}"/>
              </a:ext>
            </a:extLst>
          </p:cNvPr>
          <p:cNvSpPr/>
          <p:nvPr/>
        </p:nvSpPr>
        <p:spPr>
          <a:xfrm>
            <a:off x="10088364" y="6233286"/>
            <a:ext cx="1526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(T.J. </a:t>
            </a:r>
            <a:r>
              <a:rPr lang="en-US" dirty="0" err="1">
                <a:solidFill>
                  <a:srgbClr val="000000"/>
                </a:solidFill>
              </a:rPr>
              <a:t>Varkey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69593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170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60 സ്തോത്രമെന്നേശുപരാ!</vt:lpstr>
      <vt:lpstr>1 ആർത്തികൾ തീർത്തെന്നെ ചേർത്തിടുവാനായി   പാർത്തലം തന്നിൽ വന്ന  കർത്താവിനെ –   മാത്രം  പുകഴ്ത്തുന്നു ഞാൻ          -സ്തോ...</vt:lpstr>
      <vt:lpstr>2 ജീവനെ നീ എനിക്കായ് വെടിഞ്ഞെന്നുടെ   ജീവനെ വീണ്ടതിനെ നിനച്ചു നിൻ-  നാമം പുകഴ്ത്തുന്നു ഞാൻ</vt:lpstr>
      <vt:lpstr>3 പാവന ലോകേ എൻ ജീവനെയും കൊണ്ട്  രാപ്പകൽ വാണിടുന്ന സർവ്വേശാ! നിൻ   നാമം  പുകഴ്ത്തുന്നു ഞാൻ</vt:lpstr>
      <vt:lpstr>4 ജീവനെ നീയെന്നിൽ രാപ്പകൽ നൽകി നിൻ  ആവിയിൽ കാത്തിടുന്ന കൃപാലോ നിൻ        നാമം പുകഴ്ത്തുന്നു ഞാൻ </vt:lpstr>
      <vt:lpstr>5 താതസുതാത്മന നാരതവും സ്തുതി  നീതിയിൻ സൂര്യനെ! നീ പ്രകാശമായ് - വാണിടുകെന്നിൽ സദാ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ക്രിസ്തീയ കീർത്തനങ്ങൾ</dc:title>
  <dc:creator>Digital Input:;GM JOHN</dc:creator>
  <cp:lastModifiedBy>Acsah Mathews</cp:lastModifiedBy>
  <cp:revision>313</cp:revision>
  <dcterms:created xsi:type="dcterms:W3CDTF">2013-04-19T09:19:07Z</dcterms:created>
  <dcterms:modified xsi:type="dcterms:W3CDTF">2018-10-29T18:51:31Z</dcterms:modified>
</cp:coreProperties>
</file>