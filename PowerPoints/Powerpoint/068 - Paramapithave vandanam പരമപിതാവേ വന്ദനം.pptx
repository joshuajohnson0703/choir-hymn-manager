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1" r:id="rId3"/>
    <p:sldId id="273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64AE90-5399-43F8-B78C-BBC7794858B0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36A2DD-28E1-43A2-BC8C-ABBE2A5F7A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84E8A1-5C4F-4E5B-BE60-84949CE50072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A804BF-2AFE-4BCD-B683-CF9EF2B811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A4DDF-F6D0-4814-BC97-44397455ED4C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C4EE5-A2ED-445A-84A5-0DEB2F8249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27A620-F7C2-4398-9446-BA6B53926B3A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BD928C-7E7A-4B9E-B02E-3FAE3EA9E0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8C1F3-47B3-43F8-BCA6-FCB3596D32DA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38BBE-4B1F-4C21-B18A-CB201AE1CE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69BF23-A8C8-4F58-B0F9-6950CB30DBA3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650941-062F-473F-918F-D545ACA734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48645-4568-4671-B3E0-9336C4D715FA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987B5A-924C-4D0E-8E32-D6A9D765C0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693CB5-851A-46AF-938F-A6BCD80B7530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89CFFE-02E1-46DC-B3FD-66FA46440D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E607DA-4485-4EE7-8B0C-8E60B2276DEF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AB196-FD00-4D49-86CC-D5787BAE78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72BDC-D021-4821-8880-7C15C35576A3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66A7F-7DEB-49B1-A147-3E750FDDC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0A3F6-AE43-42AD-A061-C59333B5C4DF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2A70E7-8CF2-4C83-AE01-2470008DE1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92E44D6-8BE4-4BC5-B647-BBA1F5A62519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5B5E6E2-0F85-4672-8877-69C672C172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84619-4597-43C8-9F7A-A04897C53B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68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പരമപിതാവേ വന്ദനം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E714D-340F-4DD3-B30C-C04BC89F42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Paramapithave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!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Vandanam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0065465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04800"/>
            <a:ext cx="12192000" cy="2743200"/>
          </a:xfrm>
        </p:spPr>
        <p:txBody>
          <a:bodyPr anchor="t"/>
          <a:lstStyle/>
          <a:p>
            <a:pPr algn="l" defTabSz="461963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പരമപിതാവേ വന്ദനം - പാഹിമാം ദേവാ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പരമപിതാവേ വന്ദനം...</a:t>
            </a: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സുരലോക സേനകളാൽ - ഒരു മാത്ര ഇളവെന്യേ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തിരുനാമം വാഴ്ത്തിടുന്ന - തൊരു പോലേറ്റിരുന്നീടും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-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പരമ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63183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361EAA-2C19-44B0-8961-4A8F5904666A}"/>
              </a:ext>
            </a:extLst>
          </p:cNvPr>
          <p:cNvSpPr/>
          <p:nvPr/>
        </p:nvSpPr>
        <p:spPr>
          <a:xfrm>
            <a:off x="0" y="3449052"/>
            <a:ext cx="12175958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Paramapithave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paahimaam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deva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Paramapithaave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… </a:t>
            </a:r>
            <a:endParaRPr lang="en-US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ctr"/>
            <a:endParaRPr lang="en-US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Suraloka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senakalhaal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oru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maathra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ilhavenye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Thirunaamam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vaazhtheedunnathorupollettiruneedum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								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parama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286000"/>
          </a:xfrm>
        </p:spPr>
        <p:txBody>
          <a:bodyPr anchor="t"/>
          <a:lstStyle/>
          <a:p>
            <a:pPr algn="l" defTabSz="461963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സകലേശനായ നിന്‍റെ - വിലയേറും വചനത്താൽ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അഖിലം സൃഷ്ടിച്ച നിന്നിൽ - അഭയം ചൊല്ലീടുന്നഹം </a:t>
            </a: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പരമപിതാവേ വന്ദനം - പാഹിമാം ദേവാ 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പരമപിതാവേ വന്ദനം...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63183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361EAA-2C19-44B0-8961-4A8F5904666A}"/>
              </a:ext>
            </a:extLst>
          </p:cNvPr>
          <p:cNvSpPr/>
          <p:nvPr/>
        </p:nvSpPr>
        <p:spPr>
          <a:xfrm>
            <a:off x="0" y="3792289"/>
            <a:ext cx="1217595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Sakaleshanaaya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ninte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vilayerum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vachanathaal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Akhilam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srishticha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ninnil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abhayam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choleedunnaham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Paramapithave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paahimaam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deva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Paramapithaave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… </a:t>
            </a:r>
          </a:p>
          <a:p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09990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286000"/>
          </a:xfrm>
        </p:spPr>
        <p:txBody>
          <a:bodyPr anchor="t"/>
          <a:lstStyle/>
          <a:p>
            <a:pPr algn="l" defTabSz="461963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 വേദ വെളിച്ചമീ - നരരിൽ പ്രകാശിപ്പിച്ചു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പരിപാലിച്ചിരുന്നിടും - പരമോന്നതനാകുന്ന-</a:t>
            </a: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പരമപിതാവേ വന്ദനം - പാഹിമാം ദേവാ 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പരമപിതാവേ വന്ദനം...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63183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361EAA-2C19-44B0-8961-4A8F5904666A}"/>
              </a:ext>
            </a:extLst>
          </p:cNvPr>
          <p:cNvSpPr/>
          <p:nvPr/>
        </p:nvSpPr>
        <p:spPr>
          <a:xfrm>
            <a:off x="0" y="3792289"/>
            <a:ext cx="1217595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Thiruveda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velichamee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nararil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prakaashipichu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Paripaalichirunidum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paramonnathanaakunna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Paramapithave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paahimaam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deva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Paramapithaave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… </a:t>
            </a:r>
          </a:p>
          <a:p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0403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286000"/>
          </a:xfrm>
        </p:spPr>
        <p:txBody>
          <a:bodyPr anchor="t"/>
          <a:lstStyle/>
          <a:p>
            <a:pPr algn="l" defTabSz="461963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ദുരിത വാരിധി നീന്തി - കരകാണാതുഴലുന്ന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നരരെ വീണ്ടു കൊൾവാനായ് - തിരു മകനെത്തന്നോരു</a:t>
            </a: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പരമപിതാവേ വന്ദനം - പാഹിമാം ദേവാ 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പരമപിതാവേ വന്ദനം...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63183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361EAA-2C19-44B0-8961-4A8F5904666A}"/>
              </a:ext>
            </a:extLst>
          </p:cNvPr>
          <p:cNvSpPr/>
          <p:nvPr/>
        </p:nvSpPr>
        <p:spPr>
          <a:xfrm>
            <a:off x="0" y="3792289"/>
            <a:ext cx="1217595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4.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Durithavaaridhi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neenthi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karakaanhaathuzhalunna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Narare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veendukolhvaanai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–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thiru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makane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ththannoru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Paramapithave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paahimaam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deva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Paramapithaave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… </a:t>
            </a:r>
          </a:p>
          <a:p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54764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286000"/>
          </a:xfrm>
        </p:spPr>
        <p:txBody>
          <a:bodyPr anchor="t"/>
          <a:lstStyle/>
          <a:p>
            <a:pPr algn="l" defTabSz="461963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ഒരുവനും നശിക്കാതെ - തിരവി നെന്നെല്ലായ്പ്പോഴും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അരുമയോടുരചെയ് വാൻ - പരമാത്മന്ദാനം ചെയ്ത -</a:t>
            </a: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പരമപിതാവേ വന്ദനം - പാഹിമാം ദേവാ 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പരമപിതാവേ വന്ദനം...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63183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361EAA-2C19-44B0-8961-4A8F5904666A}"/>
              </a:ext>
            </a:extLst>
          </p:cNvPr>
          <p:cNvSpPr/>
          <p:nvPr/>
        </p:nvSpPr>
        <p:spPr>
          <a:xfrm>
            <a:off x="0" y="3792289"/>
            <a:ext cx="1217595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5.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Oruvanum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nashikkathe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thirivinennallaippozhum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Arumayodarucheyvaan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paramaathmadaanam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cheytha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Paramapithave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paahimaam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deva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Paramapithaave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… </a:t>
            </a:r>
          </a:p>
          <a:p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A15625-C556-4E8C-B2C7-CF16FE34F28D}"/>
              </a:ext>
            </a:extLst>
          </p:cNvPr>
          <p:cNvSpPr/>
          <p:nvPr/>
        </p:nvSpPr>
        <p:spPr>
          <a:xfrm>
            <a:off x="10021213" y="3172978"/>
            <a:ext cx="21707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latin typeface="Kartika" panose="02020503030404060203" pitchFamily="18" charset="0"/>
                <a:cs typeface="Kartika" panose="02020503030404060203" pitchFamily="18" charset="0"/>
              </a:rPr>
              <a:t>(റ്റി. ജെ. വർക്കി)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5DF6E6-8B08-4490-B23F-E65589AC6FC0}"/>
              </a:ext>
            </a:extLst>
          </p:cNvPr>
          <p:cNvSpPr/>
          <p:nvPr/>
        </p:nvSpPr>
        <p:spPr>
          <a:xfrm>
            <a:off x="10624939" y="5911334"/>
            <a:ext cx="1526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(T.J. </a:t>
            </a:r>
            <a:r>
              <a:rPr lang="en-US" dirty="0" err="1">
                <a:solidFill>
                  <a:srgbClr val="000000"/>
                </a:solidFill>
              </a:rPr>
              <a:t>Varkey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74398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136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68 പരമപിതാവേ വന്ദനം</vt:lpstr>
      <vt:lpstr>    പരമപിതാവേ വന്ദനം - പാഹിമാം ദേവാ         പരമപിതാവേ വന്ദനം...  1 സുരലോക സേനകളാൽ - ഒരു മാത്ര ഇളവെന്യേ   തിരുനാമം വാഴ്ത്തിടുന്ന - തൊരു പോലേറ്റിരുന്നീടും                       - പരമ…</vt:lpstr>
      <vt:lpstr>2 സകലേശനായ നിന്‍റെ - വിലയേറും വചനത്താൽ   അഖിലം സൃഷ്ടിച്ച നിന്നിൽ - അഭയം ചൊല്ലീടുന്നഹം       പരമപിതാവേ വന്ദനം - പാഹിമാം ദേവാ         പരമപിതാവേ വന്ദനം...</vt:lpstr>
      <vt:lpstr>3 തിരു വേദ വെളിച്ചമീ - നരരിൽ പ്രകാശിപ്പിച്ചു   പരിപാലിച്ചിരുന്നിടും - പരമോന്നതനാകുന്ന-      പരമപിതാവേ വന്ദനം - പാഹിമാം ദേവാ         പരമപിതാവേ വന്ദനം...</vt:lpstr>
      <vt:lpstr>4 ദുരിത വാരിധി നീന്തി - കരകാണാതുഴലുന്ന   നരരെ വീണ്ടു കൊൾവാനായ് - തിരു മകനെത്തന്നോരു      പരമപിതാവേ വന്ദനം - പാഹിമാം ദേവാ         പരമപിതാവേ വന്ദനം...</vt:lpstr>
      <vt:lpstr>5 ഒരുവനും നശിക്കാതെ - തിരവി നെന്നെല്ലായ്പ്പോഴും   അരുമയോടുരചെയ് വാൻ - പരമാത്മന്ദാനം ചെയ്ത -      പരമപിതാവേ വന്ദനം - പാഹിമാം ദേവാ         പരമപിതാവേ വന്ദനം...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ക്രിസ്തീയ കീർത്തനങ്ങൾ</dc:title>
  <dc:creator>Digital Input:;GM JOHN</dc:creator>
  <cp:lastModifiedBy>Acsah Mathews</cp:lastModifiedBy>
  <cp:revision>225</cp:revision>
  <dcterms:created xsi:type="dcterms:W3CDTF">2013-04-19T09:19:07Z</dcterms:created>
  <dcterms:modified xsi:type="dcterms:W3CDTF">2018-10-31T16:07:19Z</dcterms:modified>
</cp:coreProperties>
</file>