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22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BE0CC-69B1-408B-835C-5A293ACB0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268262-44EA-45F2-91EB-4A74FCA29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09852-8B17-4401-99E9-E1A97FB4E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53866-C78B-4661-B1E4-CE5E0365D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A904A-FE20-4270-8D18-DD3726148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96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6952C-15D7-4534-98D1-E77E4DDE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A9793-3A7C-4596-90F8-5F6D2ECB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28377-E6CB-4127-A217-84367246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6DA2D2-DC54-4721-8B96-DF497AD1D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73618-2A7C-4155-9FAF-59331736D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58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39301-EC7E-4F92-9CE3-66A493E89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38356D-5214-4AE9-8DA8-B39E1094B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4D257-1323-4880-9DB0-1E967C3EC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5360-587E-458C-AB09-C94BAC94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160FD-A53C-40A4-9C4C-132776E8A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886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6BCD2-4B74-42E1-9A1E-38CCCDED7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E3AFE-2A4C-4133-B69B-57D7B9025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5CDCF-75B7-4682-87C4-B4779BA7F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FAB88-840C-4B85-AC3B-3D1BDC1F0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1E966-E5B1-4866-902B-449787D94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6F0EE-91D7-45C5-9A0D-69EA17FCE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42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B201-AB15-41BC-A252-4BA507A24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B1052-2932-4F4D-973E-92F86414F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71284-FE2C-4009-A1B5-D7C7E3557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179A00-EAEA-4D5E-A956-18AE0A1967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97B32C-5BBA-41AB-A694-5853F35F54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A3DC5F-592F-41B4-B79A-431539D3F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1F0CC-F3C4-41D0-B7C2-78F7C9FB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039D79-311D-423E-BAAA-6E5DD764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241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C8B4-D3F8-4E60-A1DB-D542BE910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8E8E7B-BBE8-4414-A1F3-40D557CAE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E36B3-516A-4DAA-A823-063E5F91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E4F41-F603-465C-AC22-DB11AADC7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45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0F6A4-F040-4D39-B36A-0383FB3B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66A2F-BF05-4080-BDD9-EEB835974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72E47-ABE0-4973-AC45-3D1F09070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516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12184-3402-4625-9B9A-B64ED0265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08159-55EB-4079-837C-3809970D8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CC7D63-6F90-469F-9BAC-24E8B9A611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83C9E-49A4-485F-A0DD-FAFA95733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4093C-FBD7-4014-9ABA-C8F5173A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3A731-6850-4ADC-9BD0-1DC1F8409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021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AFA9-0B32-4F3A-8E96-4DDA82842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5AF43A-2507-44BD-825B-FC1D7490E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4AABA-F5B5-4AA8-9C96-E1854BC2A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EED389-93D3-4157-B0BA-A36C5AE2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184A4-44CF-4B0C-BEEE-CDC41BE5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1695D-DEB4-465C-9C5A-961A1A6D3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2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4FB50-2AA0-46F7-9593-FE9341E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DF0CF-20FA-42AB-BDC6-3CFC68878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A1490-AE85-4DBF-8C27-B88DB62E1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587B-B31D-48D5-8C03-5AFD36E93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8C59F-F0C8-4DBE-A3E7-4BBB1758F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327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777117-F0A6-41D7-A453-D4F32FBB7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6347E-6C4F-44D2-BC8F-9A83623ED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107F-A45C-4062-9036-7B54C649C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23A4F8-8481-46A3-BE90-205E80026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2E133-0039-4B49-A161-422ECEDB0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72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550274-4F18-4591-9D68-6B6B3A595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0B71E-EC45-437E-9384-134A219BB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5C6A1-6B65-4CEC-ADA3-2434F7073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6C43C4-5C88-4C8C-B56B-0F7FA5B9777D}" type="datetimeFigureOut">
              <a:rPr lang="en-US" smtClean="0"/>
              <a:t>10/22/2022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158B6-F002-41D6-95AF-FD76EEE99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08ED-69F3-4594-A553-6A49B57BC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698830-9261-4CB9-B535-2D9BAD77C5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560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D29B-71A9-40A5-9F86-B68AA79959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378A0-575B-41A8-806F-FCDA92860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787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487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നല്ലവനേ നൽവഴി കാട്ടി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23070"/>
          </a:xfrm>
        </p:spPr>
        <p:txBody>
          <a:bodyPr/>
          <a:lstStyle/>
          <a:p>
            <a:r>
              <a:rPr lang="en-US" sz="4000" b="1" dirty="0" err="1">
                <a:solidFill>
                  <a:srgbClr val="002060"/>
                </a:solidFill>
              </a:rPr>
              <a:t>Nallavane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nalvazhi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kaatti</a:t>
            </a:r>
            <a:endParaRPr lang="en-US" sz="3400" i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9E7CB5-A8EC-49E8-A04D-93418FDC9165}"/>
              </a:ext>
            </a:extLst>
          </p:cNvPr>
          <p:cNvSpPr/>
          <p:nvPr/>
        </p:nvSpPr>
        <p:spPr>
          <a:xfrm>
            <a:off x="1524000" y="4661022"/>
            <a:ext cx="320472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200" b="1" dirty="0">
                <a:solidFill>
                  <a:srgbClr val="C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(കോശി തലയ്ക്കല്‍ )</a:t>
            </a:r>
            <a:endParaRPr lang="en-US" sz="2200" b="1" dirty="0">
              <a:solidFill>
                <a:srgbClr val="C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264610-4BD0-4401-8836-52EFA608A4E1}"/>
              </a:ext>
            </a:extLst>
          </p:cNvPr>
          <p:cNvSpPr/>
          <p:nvPr/>
        </p:nvSpPr>
        <p:spPr>
          <a:xfrm>
            <a:off x="8612092" y="4661022"/>
            <a:ext cx="268374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(Koshy </a:t>
            </a:r>
            <a:r>
              <a:rPr lang="en-US" sz="2200" b="1" dirty="0" err="1">
                <a:solidFill>
                  <a:srgbClr val="C00000"/>
                </a:solidFill>
                <a:latin typeface="Arial" panose="020B0604020202020204" pitchFamily="34" charset="0"/>
              </a:rPr>
              <a:t>Thalackal</a:t>
            </a: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</a:rPr>
              <a:t>) 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0" y="775754"/>
            <a:ext cx="12191999" cy="2827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നല്ലവനേ നൽവഴി കാട്ടി, എന്നെ വഴി നടത്തൂ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ഘോര വൈരിയെൻ പിന്നിൽ ചെങ്കടൽ മുന്നിൽ</a:t>
            </a:r>
          </a:p>
          <a:p>
            <a:pPr algn="ctr">
              <a:lnSpc>
                <a:spcPct val="125000"/>
              </a:lnSpc>
            </a:pP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എന്നെ വഴി നടത്തൂ </a:t>
            </a:r>
            <a:endParaRPr 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									</a:t>
            </a:r>
            <a:r>
              <a:rPr lang="ml-IN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-നല്ലവനേ</a:t>
            </a:r>
            <a:r>
              <a:rPr 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.. ..</a:t>
            </a:r>
            <a:endParaRPr lang="ml-IN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0" y="3725693"/>
            <a:ext cx="12191999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kaatti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nadaththoo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Ghora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vairiyen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pinnil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chankadal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munnil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vazhi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nadaththu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									-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</a:rPr>
              <a:t>nallavane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487</a:t>
            </a:r>
          </a:p>
        </p:txBody>
      </p:sp>
    </p:spTree>
    <p:extLst>
      <p:ext uri="{BB962C8B-B14F-4D97-AF65-F5344CB8AC3E}">
        <p14:creationId xmlns:p14="http://schemas.microsoft.com/office/powerpoint/2010/main" val="167168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802071"/>
            <a:ext cx="12045463" cy="2401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2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മരുഭൂമിയിൽ അജഗണം പോൽ തൻ ജനത്തെ നടത്തിയോനെ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ആഴിയതിൽ വീഥിയൊരുക്കി മറുകരയണച്ചവനേ -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കണ്ണീർ താഴ്വരയിൽ ഇരുൾ വീഥികളിൽ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 എന്നെ വഴി നടത്തൂ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73269" y="3752688"/>
            <a:ext cx="12045462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Marubhoomiyil </a:t>
            </a:r>
            <a:r>
              <a:rPr lang="en-US" sz="3600" b="1" dirty="0" err="1">
                <a:solidFill>
                  <a:srgbClr val="002060"/>
                </a:solidFill>
              </a:rPr>
              <a:t>ajaganham</a:t>
            </a:r>
            <a:r>
              <a:rPr lang="en-US" sz="3600" b="1" dirty="0">
                <a:solidFill>
                  <a:srgbClr val="002060"/>
                </a:solidFill>
              </a:rPr>
              <a:t> pol than </a:t>
            </a:r>
            <a:r>
              <a:rPr lang="en-US" sz="3600" b="1" dirty="0" err="1">
                <a:solidFill>
                  <a:srgbClr val="002060"/>
                </a:solidFill>
              </a:rPr>
              <a:t>janaththe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nadaththiyone</a:t>
            </a:r>
            <a:r>
              <a:rPr lang="en-US" sz="3600" b="1" dirty="0">
                <a:solidFill>
                  <a:srgbClr val="002060"/>
                </a:solidFill>
              </a:rPr>
              <a:t>-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Aazhiyathil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veedhiyorukki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marhukarayanhachavane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Kannheer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thaazhvarayil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irulh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veedhikalhil</a:t>
            </a:r>
            <a:r>
              <a:rPr lang="en-US" sz="3600" b="1" dirty="0">
                <a:solidFill>
                  <a:srgbClr val="002060"/>
                </a:solidFill>
              </a:rPr>
              <a:t> nee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nadaththu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10772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7453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802071"/>
            <a:ext cx="12045463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ആപത്തിലും രോഗത്തിലും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എനിക്കഭയം നീ മാത്രമെ</a:t>
            </a:r>
          </a:p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കാലുകളെ വീഴ്ചയിൽ നിന്നും രക്ഷിക്കുന്നതും നീയേ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എന്‍റെ പ്രാണനെ മരണത്തിൽ വിണ്ടെടുത്തോനെ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കണ്ണുനീർ തുടപ്പോനെ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73269" y="3752688"/>
            <a:ext cx="12045462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Aapaththilum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rogaththilum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enikabhayam</a:t>
            </a:r>
            <a:r>
              <a:rPr lang="en-US" sz="3600" b="1" dirty="0">
                <a:solidFill>
                  <a:srgbClr val="002060"/>
                </a:solidFill>
              </a:rPr>
              <a:t> nee </a:t>
            </a:r>
            <a:r>
              <a:rPr lang="en-US" sz="3600" b="1" dirty="0" err="1">
                <a:solidFill>
                  <a:srgbClr val="002060"/>
                </a:solidFill>
              </a:rPr>
              <a:t>maathrame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Kaalukalhe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veezhchayil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rakshikkunnathum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neeye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praanhane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maranhaththil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veendeduththone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Kannhuneer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thudappone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10772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450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802071"/>
            <a:ext cx="12045463" cy="24190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300" b="1" spc="-300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സ്നേഹമില്ലാത്തിടങ്ങളിൽ സ്നേഹം പകരാൻ മനസ്സുതരൂ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നിന്ദിതരേ പീഡിതരേ പരിപാലിക്കാൻ ക്രുപയരുളൂ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നിന്‍റെ കാലടിയിൽ പദമൂന്നി നടക്കാൻ എന്നെയനുവദിക്കൂ (2)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73269" y="3752688"/>
            <a:ext cx="12045462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Snehamilla-ththidangalhil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pakaraan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manassu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tharoo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Ninnithare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peedithare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paripaalikkaan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kripayarullhu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kaaladiyil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padamoonni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nadakkaan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anuvadiku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10772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4860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73268" y="802071"/>
            <a:ext cx="12045463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spc="-150" dirty="0">
                <a:solidFill>
                  <a:srgbClr val="000000"/>
                </a:solidFill>
                <a:latin typeface="Kartika" panose="02020503030404060203" pitchFamily="18" charset="0"/>
              </a:rPr>
              <a:t>ഞാനൊരുവൻ വഴിയെന്നരുളിയ രാജപുരോഹിതനെ</a:t>
            </a:r>
          </a:p>
          <a:p>
            <a:pPr>
              <a:lnSpc>
                <a:spcPct val="112000"/>
              </a:lnSpc>
            </a:pPr>
            <a:r>
              <a:rPr lang="ml-IN" sz="3400" b="1" spc="-300" dirty="0">
                <a:solidFill>
                  <a:srgbClr val="000000"/>
                </a:solidFill>
                <a:latin typeface="Kartika" panose="02020503030404060203" pitchFamily="18" charset="0"/>
              </a:rPr>
              <a:t>കാൽവറിയിൽ  സ്വർഗ്ഗകവാടം  എനിക്കായ്  തുറന്നവനേ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നിന്നെപ്പോലെയായ് തീരാൻ നിന്നിൽ വന്നണയാൻ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അനുവദിക്കൂ (2)</a:t>
            </a:r>
            <a:endParaRPr lang="ml-IN" sz="34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73269" y="3752688"/>
            <a:ext cx="12045462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Njanoruvan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vazhi-yennarulhiya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raajapurohithane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Kaalvarhiyil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swarga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kavaadam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enikkaai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thurhannavane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Ninneppoleyaai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ninnil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vannanhayaan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anuvadiku</a:t>
            </a:r>
            <a:r>
              <a:rPr lang="en-US" sz="3600" b="1" dirty="0">
                <a:solidFill>
                  <a:srgbClr val="002060"/>
                </a:solidFill>
              </a:rPr>
              <a:t> (2)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0" y="107722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9560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225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PowerPoint Presentation</vt:lpstr>
      <vt:lpstr>487 നല്ലവനേ നൽവഴി കാട്ടി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Nallavane nalvazhi kaatti</dc:title>
  <dc:creator>Acsah Mathews</dc:creator>
  <cp:lastModifiedBy>Manu Abraham</cp:lastModifiedBy>
  <cp:revision>3</cp:revision>
  <dcterms:created xsi:type="dcterms:W3CDTF">2018-12-03T14:48:58Z</dcterms:created>
  <dcterms:modified xsi:type="dcterms:W3CDTF">2022-10-22T22:23:49Z</dcterms:modified>
</cp:coreProperties>
</file>