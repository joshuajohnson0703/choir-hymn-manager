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9" autoAdjust="0"/>
    <p:restoredTop sz="94660"/>
  </p:normalViewPr>
  <p:slideViewPr>
    <p:cSldViewPr>
      <p:cViewPr varScale="1">
        <p:scale>
          <a:sx n="42" d="100"/>
          <a:sy n="42" d="100"/>
        </p:scale>
        <p:origin x="66" y="9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EB70E8-DAE2-4B6E-913C-A306D430E1E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C2C6C-9736-43D0-A211-95CDDE75D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6D9B9-F51F-4360-B634-CCC2AFBBC18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2F5F1-64CC-4006-9BEE-CEF80B203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1E87C-FB60-4A6B-9501-02AC6B637BF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E8025-45B0-49D2-85BA-0FC1000D2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588E7-2BE0-477E-86D7-AF7C8F56D87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28B5C-B5C6-47DE-BE5E-E4D706B4B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DDD7B-26AB-4FF2-ADFE-F90D2CE5FF0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6BDE3-3F56-4C13-91B3-49E9A3BC33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3309F-4DF3-4543-9FCE-33F4004299F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80F75-3BE2-4115-8612-004FA1A1D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870AC-5A7E-48DC-84EF-C88655DAC21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D268-8A63-457F-BD22-296009108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EE7EC-87B1-4FF1-8620-CDCF7E3A49C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DA581-FD61-4ACC-B291-B97EF2E4AF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298BA-7835-4154-AE3E-714392DD7AA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F72E3-073D-4D12-B975-A15091B79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B02A5-C143-42CD-9899-31C26B44EA2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D156-A413-4475-A5BE-4302F6C28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5DD55-0370-440C-B123-73FA3144283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17F53-2EBE-4457-9123-A5A1CEBD2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A2A982-A398-43B7-A5A9-27C2EEF3F83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97BF56B-69D3-474F-9534-DEEE8D69CA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AB93-B23B-4C4E-9B74-F8846E0E5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നീ ക്ഷീണിച്ചോ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b="1" dirty="0">
                <a:latin typeface="Kartika" panose="02020503030404060203" pitchFamily="18" charset="0"/>
              </a:rPr>
              <a:t>നീ വലഞ്ഞോ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C7F39-9D33-453D-BCCA-CDFA4EB59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Nee </a:t>
            </a:r>
            <a:r>
              <a:rPr lang="en-US" sz="4000" b="1" dirty="0" err="1">
                <a:solidFill>
                  <a:schemeClr val="tx2"/>
                </a:solidFill>
              </a:rPr>
              <a:t>ksheenichcho</a:t>
            </a:r>
            <a:r>
              <a:rPr lang="en-US" sz="4000" b="1" dirty="0">
                <a:solidFill>
                  <a:schemeClr val="tx2"/>
                </a:solidFill>
              </a:rPr>
              <a:t>, Nee </a:t>
            </a:r>
            <a:r>
              <a:rPr lang="en-US" sz="4000" b="1" dirty="0" err="1">
                <a:solidFill>
                  <a:schemeClr val="tx2"/>
                </a:solidFill>
              </a:rPr>
              <a:t>valanjo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3800" i="1" dirty="0">
                <a:solidFill>
                  <a:schemeClr val="tx2"/>
                </a:solidFill>
              </a:rPr>
              <a:t>Art thou weary – </a:t>
            </a:r>
            <a:r>
              <a:rPr lang="en-US" i="1" dirty="0">
                <a:solidFill>
                  <a:schemeClr val="tx2"/>
                </a:solidFill>
              </a:rPr>
              <a:t>Translated by: </a:t>
            </a:r>
            <a:r>
              <a:rPr lang="en-US" sz="3800" i="1" dirty="0">
                <a:solidFill>
                  <a:schemeClr val="tx2"/>
                </a:solidFill>
              </a:rPr>
              <a:t>J.M. Neale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38022249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ക്ഷീണിച്ചോ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വലഞ്ഞോ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വ്യാകുലപ്പെട്ടോ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എങ്കല്‍ വിശ്രമിക്കെന്നേശു ചൊല്ലുന്നു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ksheenichcho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valanjo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Vyaakulappetto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vishramikkennèshu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താന്‍ നായകനാകില്‍ തന്‍റെ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ലക്ഷ്യം എന്താകും?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പാദം കൈ വിലാവുകളില്‍ പാടുകൾ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Thaan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naayakanaakil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lakshyam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enthaakum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kai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vilaavukalhil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paadukalh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4348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</a:rPr>
              <a:t>രാജാവിനെന്ന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പോലുണ്ടോ 	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രാജമുടിയും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മുടിയുണ്ട് സൂക്ഷ്മം തന്നെ 	മുള്‍മുടി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Raajaavinenna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pôlundo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raajamudiyum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Mudiyundu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sookshmam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mulhmudi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95195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പിന്‍ ചെന്നാല്‍ താന്‍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ഇഹത്തില്‍ തരുന്നതെന്ത്‌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മഹാദുഃഖം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മഹായത്നം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Than pin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ihaththil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tharunnathenth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Mahaadukham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mahaayathnam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klèsham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10193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തന്നില്‍ പറ്റിചേര്‍ന്നാല്‍ എന്തുണ്ടവനില്‍?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ദുഃഖം തീര്‍ന്നു യത്നം നീങ്ങി 	സ്വര്‍പ്രാപ്തി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Ennum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pattichèrnnaal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enthundavanil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yathnam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swarpraapthi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50233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ചേര്‍പ്പാന്‍ ഞാന്‍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യാചിച്ചാല്‍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തള്ളുമോ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ഇല്ലില്ലാകാശം ഭൂമിയും പോയാലും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Enney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yaachichchaal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Enney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Illillaakaasham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bhoomiyum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pôyaalum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82107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323439"/>
            <a:ext cx="11506200" cy="2057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ഭദ്രം ചേര്‍ന്നു നിത്യം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പാര്‍ത്താല്‍ ഭാഗ്യം ലഭ്യമോ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വിശുദ്ധവാക്യം ചൊല്ലുന്നു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‘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ലഭ്യമാം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7B2D-CE76-4BCF-8480-8DFA76D5B299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18673-4F88-4299-A097-AABD4107A9F3}"/>
              </a:ext>
            </a:extLst>
          </p:cNvPr>
          <p:cNvSpPr/>
          <p:nvPr/>
        </p:nvSpPr>
        <p:spPr>
          <a:xfrm>
            <a:off x="-7620" y="3477162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Bhadram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labhyamo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‘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labhyamaam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6240860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131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172 നീ ക്ഷീണിച്ചോ, നീ വലഞ്ഞോ</vt:lpstr>
      <vt:lpstr>നീ ക്ഷീണിച്ചോ, നീ വലഞ്ഞോ,   വ്യാകുലപ്പെട്ടോ? എങ്കല്‍ വിശ്രമിക്കെന്നേശു ചൊല്ലുന്നു</vt:lpstr>
      <vt:lpstr>താന്‍ നായകനാകില്‍ തന്‍റെ   ലക്ഷ്യം എന്താകും? പാദം കൈ വിലാവുകളില്‍ പാടുകൾ</vt:lpstr>
      <vt:lpstr>രാജാവിനെന്ന പോലുണ്ടോ   രാജമുടിയും മുടിയുണ്ട് സൂക്ഷ്മം തന്നെ  മുള്‍മുടി</vt:lpstr>
      <vt:lpstr>തന്‍ പിന്‍ ചെന്നാല്‍ താന്‍  ഇഹത്തില്‍ തരുന്നതെന്ത്‌ മഹാദുഃഖം, മഹായത്നം, മാ ക്ലേശം</vt:lpstr>
      <vt:lpstr>എന്നും തന്നില്‍ പറ്റിചേര്‍ന്നാല്‍ എന്തുണ്ടവനില്‍? ദുഃഖം തീര്‍ന്നു യത്നം നീങ്ങി  സ്വര്‍പ്രാപ്തി </vt:lpstr>
      <vt:lpstr>എന്നെ ചേര്‍പ്പാന്‍ ഞാന്‍   യാചിച്ചാല്‍  എന്നെ തള്ളുമോ? ഇല്ലില്ലാകാശം ഭൂമിയും പോയാലും</vt:lpstr>
      <vt:lpstr>ഭദ്രം ചേര്‍ന്നു നിത്യം   പാര്‍ത്താല്‍ ഭാഗ്യം ലഭ്യമോ? വിശുദ്ധവാക്യം ചൊല്ലുന്നു ‘ലഭ്യമാം’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 ksheenicho nee valanjo</dc:title>
  <dc:creator>Digital Input:; GM JOHN; Acsah Mathews</dc:creator>
  <cp:lastModifiedBy>Acsah Mathews</cp:lastModifiedBy>
  <cp:revision>317</cp:revision>
  <dcterms:created xsi:type="dcterms:W3CDTF">2013-04-19T09:19:07Z</dcterms:created>
  <dcterms:modified xsi:type="dcterms:W3CDTF">2018-11-06T19:19:41Z</dcterms:modified>
</cp:coreProperties>
</file>