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4B0F9-D86E-4F6C-9BA3-C2A26CAF04F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840F5-9902-486E-9FBD-3152B7300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75ADF-95AC-4CE8-96B1-5C98D25AFD1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C4683-C32B-450A-9ECD-F7A7573CC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8C27E-6B1F-425E-8FE5-7BA75FEDEE7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AC123-A200-4DD7-A292-43CB5B093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AA8B-0840-4FFD-BB5D-07142DFBA48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B6D17-CB91-4951-B078-E1A73C1DF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AA35E-81AB-401A-95BE-7A4ABFF3A18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A1611-00CB-4500-B94D-D747534540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C188E-8C45-443A-AE3E-816C868F95F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9E812-E1CB-4953-A212-6F25B36A4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82576-2C0C-431B-BC35-87D0C09F6A8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F687C-33D6-463E-91DF-37FFDECB5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4262B-3D2E-42A2-9594-EDA9E26AF59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6D50F-4B03-471B-AD09-95EDB01236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AD77E-4834-4187-90C0-CE392A9B00B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06B87-91B9-405C-B542-A51377C689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CE4AA-AAF5-4025-8EC9-B04B4FCC8B8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C4504-AD79-4EEC-B96D-4966962F9B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FEFD3-E19F-4A89-9C2C-55F9052AA78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47928-A206-47B9-8A89-DDD3003905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3E7D2D-F44A-4425-8C88-D8E12F6E8A1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C1614B-E52E-496F-8FDC-72933073EA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2B85-9CA2-42B7-9F11-E16FE83BB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അത്യത്ഭുതമേ അത്യത്ഭുതമേ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A1BD2-5F28-41EA-986C-09C507AFA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Athyalbhuthamey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Athyalbhuthamey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488043-7177-47AF-8802-EA237147753F}"/>
              </a:ext>
            </a:extLst>
          </p:cNvPr>
          <p:cNvSpPr/>
          <p:nvPr/>
        </p:nvSpPr>
        <p:spPr>
          <a:xfrm>
            <a:off x="1371600" y="5010149"/>
            <a:ext cx="3239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കെ. പി. ഫിലിപ്പ്)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F8D04-BE45-4541-A88C-AD025546D412}"/>
              </a:ext>
            </a:extLst>
          </p:cNvPr>
          <p:cNvSpPr/>
          <p:nvPr/>
        </p:nvSpPr>
        <p:spPr>
          <a:xfrm>
            <a:off x="8817274" y="5010149"/>
            <a:ext cx="2155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(Rev. K.P. Philip) </a:t>
            </a:r>
          </a:p>
        </p:txBody>
      </p:sp>
    </p:spTree>
    <p:extLst>
      <p:ext uri="{BB962C8B-B14F-4D97-AF65-F5344CB8AC3E}">
        <p14:creationId xmlns:p14="http://schemas.microsoft.com/office/powerpoint/2010/main" val="31746147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3276600"/>
          </a:xfrm>
        </p:spPr>
        <p:txBody>
          <a:bodyPr anchor="t"/>
          <a:lstStyle/>
          <a:p>
            <a:pPr>
              <a:lnSpc>
                <a:spcPts val="4200"/>
              </a:lnSpc>
            </a:pPr>
            <a: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അത്യത്ഭുതമേ അത്യത്ഭുതമേ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 ദേവേശൻ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സുരപുരമീ-നരരു-ടെ പേർ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ക്കായ് വെടിഞ്ഞു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– അത്യ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BAB0D-0BBD-403E-9F61-2EA6D466845C}"/>
              </a:ext>
            </a:extLst>
          </p:cNvPr>
          <p:cNvSpPr/>
          <p:nvPr/>
        </p:nvSpPr>
        <p:spPr>
          <a:xfrm>
            <a:off x="0" y="3733800"/>
            <a:ext cx="12191999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Athyalbhuthamey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Athyalbhuthamey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Paavana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Dèvèshan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Surapuramee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nararudey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pèr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kkaai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vedinju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  -Athyalbhuthamey...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1752600"/>
          </a:xfrm>
        </p:spPr>
        <p:txBody>
          <a:bodyPr anchor="t"/>
          <a:lstStyle/>
          <a:p>
            <a:pPr algn="l">
              <a:lnSpc>
                <a:spcPts val="42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മാട്ടിൻശാലയിൽ ശിശു അവതരിച്ചു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ആട്ടിടയർ സുരർ വാചകം കേട്ടു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കീറ്റുശീലകളിൽ രാജനെകണ്ടു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BAB0D-0BBD-403E-9F61-2EA6D466845C}"/>
              </a:ext>
            </a:extLst>
          </p:cNvPr>
          <p:cNvSpPr/>
          <p:nvPr/>
        </p:nvSpPr>
        <p:spPr>
          <a:xfrm>
            <a:off x="0" y="3733800"/>
            <a:ext cx="12191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Maattin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shaalayil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avatharichchu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Aattidayar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surar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vaachakam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kèttu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Keettusheelakalhil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Rajaney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DD9AD-442A-48CF-A6F5-B9341D4ADC29}"/>
              </a:ext>
            </a:extLst>
          </p:cNvPr>
          <p:cNvSpPr/>
          <p:nvPr/>
        </p:nvSpPr>
        <p:spPr>
          <a:xfrm>
            <a:off x="4548554" y="2164140"/>
            <a:ext cx="76199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ദേവേശൻ സുരപുരമീ-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നരരുടെ പേർക്കായ് വെടിഞ്ഞു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അത്യത്ഭുതമേ അത്യത്ഭുതമേ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2307A-5ADC-41AA-BCD7-884C3BBB3351}"/>
              </a:ext>
            </a:extLst>
          </p:cNvPr>
          <p:cNvSpPr/>
          <p:nvPr/>
        </p:nvSpPr>
        <p:spPr>
          <a:xfrm>
            <a:off x="29310" y="5196007"/>
            <a:ext cx="11248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Dèvèshan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Surapuramee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nararudey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pèrkkaai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E94C3-18A8-404A-9DC4-C10A55250556}"/>
              </a:ext>
            </a:extLst>
          </p:cNvPr>
          <p:cNvSpPr/>
          <p:nvPr/>
        </p:nvSpPr>
        <p:spPr>
          <a:xfrm>
            <a:off x="1" y="7620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7830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1752600"/>
          </a:xfrm>
        </p:spPr>
        <p:txBody>
          <a:bodyPr anchor="t"/>
          <a:lstStyle/>
          <a:p>
            <a:pPr algn="l">
              <a:lnSpc>
                <a:spcPts val="42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ലോകോദ്ധാരകൻ യേശു ജനിച്ചു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ലോകൊല്പത്തിക്കാധാരമവൻ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ലോകത്തിൻ വെളിച്ചം ഇരുളിലുദിച്ചു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BAB0D-0BBD-403E-9F61-2EA6D466845C}"/>
              </a:ext>
            </a:extLst>
          </p:cNvPr>
          <p:cNvSpPr/>
          <p:nvPr/>
        </p:nvSpPr>
        <p:spPr>
          <a:xfrm>
            <a:off x="0" y="3733800"/>
            <a:ext cx="12191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Lôkôddhaarakan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Lôkôlpaththikk-aadhaaramavan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Lôkaththin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velhicham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irulhil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udichchu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DD9AD-442A-48CF-A6F5-B9341D4ADC29}"/>
              </a:ext>
            </a:extLst>
          </p:cNvPr>
          <p:cNvSpPr/>
          <p:nvPr/>
        </p:nvSpPr>
        <p:spPr>
          <a:xfrm>
            <a:off x="29310" y="2164140"/>
            <a:ext cx="12139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ദേവേശൻ സുരപുരമീ-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നരരുടെ പേർക്കായ് വെടിഞ്ഞു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അത്യത്ഭുതമേ അത്യത്ഭുതമേ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2307A-5ADC-41AA-BCD7-884C3BBB3351}"/>
              </a:ext>
            </a:extLst>
          </p:cNvPr>
          <p:cNvSpPr/>
          <p:nvPr/>
        </p:nvSpPr>
        <p:spPr>
          <a:xfrm>
            <a:off x="29310" y="5196007"/>
            <a:ext cx="11248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Dèvèshan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Surapuramee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nararudey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pèrkkaai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E94C3-18A8-404A-9DC4-C10A55250556}"/>
              </a:ext>
            </a:extLst>
          </p:cNvPr>
          <p:cNvSpPr/>
          <p:nvPr/>
        </p:nvSpPr>
        <p:spPr>
          <a:xfrm>
            <a:off x="1" y="7620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493198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1752600"/>
          </a:xfrm>
        </p:spPr>
        <p:txBody>
          <a:bodyPr anchor="t"/>
          <a:lstStyle/>
          <a:p>
            <a:pPr algn="l">
              <a:lnSpc>
                <a:spcPts val="42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പൂർവ്വദിഗ്വാസികൾ ശാസ്ത്രികൾ മൂവർ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ദൂരവെ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 താരക ശോഭ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കാരണം ഗ്രഹിച്ചു കാഴ്ചകൾ വച്ചു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BAB0D-0BBD-403E-9F61-2EA6D466845C}"/>
              </a:ext>
            </a:extLst>
          </p:cNvPr>
          <p:cNvSpPr/>
          <p:nvPr/>
        </p:nvSpPr>
        <p:spPr>
          <a:xfrm>
            <a:off x="0" y="3733800"/>
            <a:ext cx="12191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Poorva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digvaasikalh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shaastrikalh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moovar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Dooravey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thaaraka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Kaaranham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grahichchu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kaazhchakalh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vechchu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DD9AD-442A-48CF-A6F5-B9341D4ADC29}"/>
              </a:ext>
            </a:extLst>
          </p:cNvPr>
          <p:cNvSpPr/>
          <p:nvPr/>
        </p:nvSpPr>
        <p:spPr>
          <a:xfrm>
            <a:off x="29310" y="2164140"/>
            <a:ext cx="12139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ദേവേശൻ സുരപുരമീ-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നരരുടെ പേർക്കായ് വെടിഞ്ഞു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അത്യത്ഭുതമേ അത്യത്ഭുതമേ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2307A-5ADC-41AA-BCD7-884C3BBB3351}"/>
              </a:ext>
            </a:extLst>
          </p:cNvPr>
          <p:cNvSpPr/>
          <p:nvPr/>
        </p:nvSpPr>
        <p:spPr>
          <a:xfrm>
            <a:off x="29310" y="5196007"/>
            <a:ext cx="11248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Dèvèshan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Surapuramee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nararudey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pèrkkaai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E94C3-18A8-404A-9DC4-C10A55250556}"/>
              </a:ext>
            </a:extLst>
          </p:cNvPr>
          <p:cNvSpPr/>
          <p:nvPr/>
        </p:nvSpPr>
        <p:spPr>
          <a:xfrm>
            <a:off x="1" y="7620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3003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1752600"/>
          </a:xfrm>
        </p:spPr>
        <p:txBody>
          <a:bodyPr anchor="t"/>
          <a:lstStyle/>
          <a:p>
            <a:pPr algn="l">
              <a:lnSpc>
                <a:spcPts val="42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മാനവനാഥൻ നീതിയിൻ സൂര്യൻ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കന്യക സുതനായ്‌ വിശുദ്ധാത്മജനായ്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മനുഷ്യനായ് തീർന്നുവചനമാം ദൈവം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BAB0D-0BBD-403E-9F61-2EA6D466845C}"/>
              </a:ext>
            </a:extLst>
          </p:cNvPr>
          <p:cNvSpPr/>
          <p:nvPr/>
        </p:nvSpPr>
        <p:spPr>
          <a:xfrm>
            <a:off x="0" y="3733800"/>
            <a:ext cx="12191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Maanava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neethiyin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sooryan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suthanaai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vishudhdhaamthajanaai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Manushyanaai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theernnu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vachanamaam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DD9AD-442A-48CF-A6F5-B9341D4ADC29}"/>
              </a:ext>
            </a:extLst>
          </p:cNvPr>
          <p:cNvSpPr/>
          <p:nvPr/>
        </p:nvSpPr>
        <p:spPr>
          <a:xfrm>
            <a:off x="29310" y="2164140"/>
            <a:ext cx="12139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ദേവേശൻ സുരപുരമീ-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നരരുടെ പേർക്കായ് വെടിഞ്ഞു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അത്യത്ഭുതമേ അത്യത്ഭുതമേ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2307A-5ADC-41AA-BCD7-884C3BBB3351}"/>
              </a:ext>
            </a:extLst>
          </p:cNvPr>
          <p:cNvSpPr/>
          <p:nvPr/>
        </p:nvSpPr>
        <p:spPr>
          <a:xfrm>
            <a:off x="29310" y="5196007"/>
            <a:ext cx="11248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Dèvèshan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Surapuramee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nararudey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pèrkkaai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E94C3-18A8-404A-9DC4-C10A55250556}"/>
              </a:ext>
            </a:extLst>
          </p:cNvPr>
          <p:cNvSpPr/>
          <p:nvPr/>
        </p:nvSpPr>
        <p:spPr>
          <a:xfrm>
            <a:off x="1" y="7620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049578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1752600"/>
          </a:xfrm>
        </p:spPr>
        <p:txBody>
          <a:bodyPr anchor="t"/>
          <a:lstStyle/>
          <a:p>
            <a:pPr algn="l">
              <a:lnSpc>
                <a:spcPts val="42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നാഥാ! താവകസന്നിധൗ ഞങ്ങൾ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ആദരവോടെ വണങ്ങിടുന്നു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ദൃശസ്നേഹം നിത്യം ശ്ലാഘ്യം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BAB0D-0BBD-403E-9F61-2EA6D466845C}"/>
              </a:ext>
            </a:extLst>
          </p:cNvPr>
          <p:cNvSpPr/>
          <p:nvPr/>
        </p:nvSpPr>
        <p:spPr>
          <a:xfrm>
            <a:off x="0" y="3733800"/>
            <a:ext cx="12191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Thaavaka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sannidhou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Aadaravodey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vanhangeedunnu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drisha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shlaaghyam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DD9AD-442A-48CF-A6F5-B9341D4ADC29}"/>
              </a:ext>
            </a:extLst>
          </p:cNvPr>
          <p:cNvSpPr/>
          <p:nvPr/>
        </p:nvSpPr>
        <p:spPr>
          <a:xfrm>
            <a:off x="29310" y="2164140"/>
            <a:ext cx="12139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ദേവേശൻ സുരപുരമീ-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നരരുടെ പേർക്കായ് വെടിഞ്ഞു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അത്യത്ഭുതമേ അത്യത്ഭുതമേ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2307A-5ADC-41AA-BCD7-884C3BBB3351}"/>
              </a:ext>
            </a:extLst>
          </p:cNvPr>
          <p:cNvSpPr/>
          <p:nvPr/>
        </p:nvSpPr>
        <p:spPr>
          <a:xfrm>
            <a:off x="29310" y="5196007"/>
            <a:ext cx="11248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Dèvèshan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Surapuramee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nararudey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pèrkkaai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Athyalbhuthamey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E94C3-18A8-404A-9DC4-C10A55250556}"/>
              </a:ext>
            </a:extLst>
          </p:cNvPr>
          <p:cNvSpPr/>
          <p:nvPr/>
        </p:nvSpPr>
        <p:spPr>
          <a:xfrm>
            <a:off x="1" y="7620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995889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188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117 അത്യത്ഭുതമേ അത്യത്ഭുതമേ</vt:lpstr>
      <vt:lpstr>പല്ലവി  അത്യത്ഭുതമേ അത്യത്ഭുതമേ പാവന ദേവേശൻ  സുരപുരമീ-നരരു-ടെ പേർ- ക്കായ് വെടിഞ്ഞു           – അത്യ…    </vt:lpstr>
      <vt:lpstr>മാട്ടിൻശാലയിൽ ശിശു അവതരിച്ചു  ആട്ടിടയർ സുരർ വാചകം കേട്ടു  കീറ്റുശീലകളിൽ രാജനെകണ്ടു</vt:lpstr>
      <vt:lpstr>ലോകോദ്ധാരകൻ യേശു ജനിച്ചു  ലോകൊല്പത്തിക്കാധാരമവൻ  ലോകത്തിൻ വെളിച്ചം ഇരുളിലുദിച്ചു</vt:lpstr>
      <vt:lpstr>പൂർവ്വദിഗ്വാസികൾ ശാസ്ത്രികൾ മൂവർ  ദൂരവെ കണ്ടു താരക ശോഭ  കാരണം ഗ്രഹിച്ചു കാഴ്ചകൾ വച്ചു</vt:lpstr>
      <vt:lpstr>മാനവനാഥൻ നീതിയിൻ സൂര്യൻ  കന്യക സുതനായ്‌ വിശുദ്ധാത്മജനായ്  മനുഷ്യനായ് തീർന്നുവചനമാം ദൈവം</vt:lpstr>
      <vt:lpstr>നാഥാ! താവകസന്നിധൗ ഞങ്ങൾ  ആദരവോടെ വണങ്ങിടുന്നു  ഈ ദൃശസ്നേഹം നിത്യം ശ്ലാഘ്യം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Athyalbhuthame athyalbhuthame</dc:title>
  <dc:creator>Digital Input:; GM JOHN; Acsah Mathews</dc:creator>
  <cp:lastModifiedBy>Acsah Mathews</cp:lastModifiedBy>
  <cp:revision>351</cp:revision>
  <dcterms:created xsi:type="dcterms:W3CDTF">2013-04-19T09:19:07Z</dcterms:created>
  <dcterms:modified xsi:type="dcterms:W3CDTF">2018-11-02T16:59:15Z</dcterms:modified>
</cp:coreProperties>
</file>