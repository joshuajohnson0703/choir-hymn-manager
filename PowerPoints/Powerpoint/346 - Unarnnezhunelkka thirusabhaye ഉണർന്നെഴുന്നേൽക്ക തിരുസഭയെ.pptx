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279FF-1E1F-4AB8-A294-66242BFCC76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9F39B-28D6-4AEE-8058-2AB207754A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A602B-6065-4E7F-B99C-381F8EF7164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5B317-3C1F-4B5D-BAD5-04B2ACEA6E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13546-397C-41A9-BA77-9B24D3B0827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F9F61-3A76-4A2B-B98B-2AECEC9B0A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1F107-3735-438A-90DD-56102BC90E2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082AF-4C85-409B-B241-43EDDAD70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9CD9E-36B3-4EE6-A357-1622D8D4A82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4A021-C56A-428B-8803-D74A04D309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970DEC-C42F-442E-AB23-ECE743DE7B4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EB898-FA61-45FB-93CF-F12C696096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96772-9FC9-4184-84EB-9151DFB26CF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2E72C-8C2C-4373-833E-AD9129FDE4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D7AC7-0B6E-4686-808C-72F3DA79675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BB6926-BE2F-4186-A55F-146554F257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84DE4-92E8-401F-A19E-17AB2031FEF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79E1D-2DA3-40AA-B8C3-7E31527DCA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98778-045D-43F0-B507-BEAE16C622A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96F75-0875-499A-98F9-38836FE529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D96FD-F6A8-4E98-99A9-008F2B65FB4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BA484-8877-4589-AFDB-A3C430CEE5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4B482A8-C061-4FC7-B2D2-523D55C5A00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730083E-7486-4868-85EC-6126B7DB4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C863-1B07-439F-B206-6D49F35A4B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346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ഉണർന്നെഴുന്നേൽക്ക തിരുസഭയെ!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B26E8-29E3-4429-9294-9D5CEB125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Unharnnezhunnelkka </a:t>
            </a:r>
            <a:r>
              <a:rPr lang="en-US" sz="4000" b="1" dirty="0" err="1">
                <a:solidFill>
                  <a:srgbClr val="002060"/>
                </a:solidFill>
              </a:rPr>
              <a:t>thirusabhaye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A1A3EE-048F-44BE-903C-734CC93AA8CC}"/>
              </a:ext>
            </a:extLst>
          </p:cNvPr>
          <p:cNvSpPr/>
          <p:nvPr/>
        </p:nvSpPr>
        <p:spPr>
          <a:xfrm>
            <a:off x="1072168" y="4781549"/>
            <a:ext cx="2828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(ഏലിയാമ്മ ഉമ്മൻ)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513CD-04CA-4E49-9435-10C0FB1F77D2}"/>
              </a:ext>
            </a:extLst>
          </p:cNvPr>
          <p:cNvSpPr/>
          <p:nvPr/>
        </p:nvSpPr>
        <p:spPr>
          <a:xfrm>
            <a:off x="7625368" y="4781549"/>
            <a:ext cx="27606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Aleyamma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Oommen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040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11582400" cy="2557046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ഉണർന്നെഴുന്നേൽക്ക തിരുസഭയെ!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മണവാളൻ വരുവാൻ നേരമായിതാ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ദുർഘട സമയം വരുമെന്നുള്ള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സത്യപ്രവചനം നിവർത്തിക്കുന്നേ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9751E-ECB1-4C17-9D97-46B49D62002C}"/>
              </a:ext>
            </a:extLst>
          </p:cNvPr>
          <p:cNvSpPr/>
          <p:nvPr/>
        </p:nvSpPr>
        <p:spPr>
          <a:xfrm>
            <a:off x="594732" y="3980600"/>
            <a:ext cx="10363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Unharnnezhunnelkka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thirusabhaye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Manhavaalhan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varuvaan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neramaayithaa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Durkhada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varummennullha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Sathya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pravachanam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nivarthikkunne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9D385-A279-4357-9244-1515F8490C66}"/>
              </a:ext>
            </a:extLst>
          </p:cNvPr>
          <p:cNvSpPr/>
          <p:nvPr/>
        </p:nvSpPr>
        <p:spPr>
          <a:xfrm>
            <a:off x="-1860" y="520448"/>
            <a:ext cx="12193859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11582400" cy="2557046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വർഗ്ഗീയ മത്സരം പെരുകീടുന്നു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നിർജ്ജീവന്മാരായി മർത്യരിന്നു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പരസ്പര വൈരം പെരുകീടുന്നു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ലോകസ്നേഹിതരായ് തൻ ജനങ്ങളും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9751E-ECB1-4C17-9D97-46B49D62002C}"/>
              </a:ext>
            </a:extLst>
          </p:cNvPr>
          <p:cNvSpPr/>
          <p:nvPr/>
        </p:nvSpPr>
        <p:spPr>
          <a:xfrm>
            <a:off x="594732" y="3980600"/>
            <a:ext cx="10363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Varggeeya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malsaram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perukeedunnu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Nirjjeevanmaarayi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marthyar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theerunnu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Paraspara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vairam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perukeedunnu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snehitharaaithan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janangalhum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9D385-A279-4357-9244-1515F8490C66}"/>
              </a:ext>
            </a:extLst>
          </p:cNvPr>
          <p:cNvSpPr/>
          <p:nvPr/>
        </p:nvSpPr>
        <p:spPr>
          <a:xfrm>
            <a:off x="-1860" y="520448"/>
            <a:ext cx="12193859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85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11582400" cy="2557046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ലോകമെങ്ങും ക്ഷാമം കാളുമഗ്നിപോൽ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വേഗമേ പടർന്നു ജനത്തെയെല്ലാം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വ്യാകുല സമുദ്രത്തിൽ മുക്കുന്നു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ആർ പിടിച്ചു കയറ്റും ഈ സമയത്തിൽ!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9751E-ECB1-4C17-9D97-46B49D62002C}"/>
              </a:ext>
            </a:extLst>
          </p:cNvPr>
          <p:cNvSpPr/>
          <p:nvPr/>
        </p:nvSpPr>
        <p:spPr>
          <a:xfrm>
            <a:off x="594732" y="3980600"/>
            <a:ext cx="10363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Lokamengum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kshaamam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kaalhumagnipol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Vegamaai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padarnnu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janaththeyellaam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Vyaakula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samudramathil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mukkunnu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pidichu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kayattum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samayaththil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9D385-A279-4357-9244-1515F8490C66}"/>
              </a:ext>
            </a:extLst>
          </p:cNvPr>
          <p:cNvSpPr/>
          <p:nvPr/>
        </p:nvSpPr>
        <p:spPr>
          <a:xfrm>
            <a:off x="-1860" y="520448"/>
            <a:ext cx="12193859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5397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11582400" cy="2557046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അക്രമം പെരുകി വരുന്നു ഭൂവിൽ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മ്ലേച്ഛ ബിംബസേവ നിവർന്നീടുന്നു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പാരിടമടക്കി വാഴും ഭൂപന്മാർ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ആകവേ വിറച്ചു വിശ്രമിക്കുന്നു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9751E-ECB1-4C17-9D97-46B49D62002C}"/>
              </a:ext>
            </a:extLst>
          </p:cNvPr>
          <p:cNvSpPr/>
          <p:nvPr/>
        </p:nvSpPr>
        <p:spPr>
          <a:xfrm>
            <a:off x="594732" y="3980600"/>
            <a:ext cx="10363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Akramam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peruki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bhoovil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Mlechcha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bimba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nivarnneedunnu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Paaridamadakki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bhoopanmaar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Aakave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virhachu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vibhramukkunnu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9D385-A279-4357-9244-1515F8490C66}"/>
              </a:ext>
            </a:extLst>
          </p:cNvPr>
          <p:cNvSpPr/>
          <p:nvPr/>
        </p:nvSpPr>
        <p:spPr>
          <a:xfrm>
            <a:off x="-1860" y="520448"/>
            <a:ext cx="12193859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61007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11582400" cy="2557046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കർത്തൃ സേവ ചെയ്തു പോർ നടത്തുവിൻ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വൃത്തികേടുകളെ ദൂരെയാക്കുവീൻ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കർത്തൃവാസ സൗഖ്യം ആസ്വദിക്കുവാൻ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പുത്തനായ രാജ്യെ വന്നുവാഴുവിൻ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9751E-ECB1-4C17-9D97-46B49D62002C}"/>
              </a:ext>
            </a:extLst>
          </p:cNvPr>
          <p:cNvSpPr/>
          <p:nvPr/>
        </p:nvSpPr>
        <p:spPr>
          <a:xfrm>
            <a:off x="594732" y="3980600"/>
            <a:ext cx="10363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Karthruseva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cheythu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nadaththuvin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Vriththikedukalje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dooreyaakkuveen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Karthruvaasa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soukhyam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aaswadikkuvaan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Puththanaaya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naajye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vaazhuvin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9D385-A279-4357-9244-1515F8490C66}"/>
              </a:ext>
            </a:extLst>
          </p:cNvPr>
          <p:cNvSpPr/>
          <p:nvPr/>
        </p:nvSpPr>
        <p:spPr>
          <a:xfrm>
            <a:off x="-1860" y="520448"/>
            <a:ext cx="12193859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16430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11582400" cy="2557046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കള്ളനെപ്പോലെ താൻ വരും വേഗത്തിൽ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വെള്ളയുടുപ്പിന്മേൽ ചള്ള പറ്റല്ലേ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വെള്ള സിംഹാസനം തന്നിലിരിക്കും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വല്ലഭൻ കുഞ്ഞുങ്ങൾ തന്നെ സ്തുതിക്കും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9751E-ECB1-4C17-9D97-46B49D62002C}"/>
              </a:ext>
            </a:extLst>
          </p:cNvPr>
          <p:cNvSpPr/>
          <p:nvPr/>
        </p:nvSpPr>
        <p:spPr>
          <a:xfrm>
            <a:off x="594732" y="3980600"/>
            <a:ext cx="10363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Kallhane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pole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vegaththil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Vellhayuduppinmel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challha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pattalle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Vellha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simhaasanam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thanilirikkum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Vallabhan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kunjungalh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sthuthikkum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9D385-A279-4357-9244-1515F8490C66}"/>
              </a:ext>
            </a:extLst>
          </p:cNvPr>
          <p:cNvSpPr/>
          <p:nvPr/>
        </p:nvSpPr>
        <p:spPr>
          <a:xfrm>
            <a:off x="-1860" y="520448"/>
            <a:ext cx="12193859" cy="68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0650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127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346 ഉണർന്നെഴുന്നേൽക്ക തിരുസഭയെ!</vt:lpstr>
      <vt:lpstr>ഉണർന്നെഴുന്നേൽക്ക തിരുസഭയെ! മണവാളൻ വരുവാൻ നേരമായിതാ  ദുർഘട സമയം വരുമെന്നുള്ള  സത്യപ്രവചനം നിവർത്തിക്കുന്നേ</vt:lpstr>
      <vt:lpstr>വർഗ്ഗീയ മത്സരം പെരുകീടുന്നു  നിർജ്ജീവന്മാരായി മർത്യരിന്നു  പരസ്പര വൈരം പെരുകീടുന്നു  ലോകസ്നേഹിതരായ് തൻ ജനങ്ങളും </vt:lpstr>
      <vt:lpstr>ലോകമെങ്ങും ക്ഷാമം കാളുമഗ്നിപോൽ  വേഗമേ പടർന്നു ജനത്തെയെല്ലാം  വ്യാകുല സമുദ്രത്തിൽ മുക്കുന്നു  ആർ പിടിച്ചു കയറ്റും ഈ സമയത്തിൽ!</vt:lpstr>
      <vt:lpstr>അക്രമം പെരുകി വരുന്നു ഭൂവിൽ  മ്ലേച്ഛ ബിംബസേവ നിവർന്നീടുന്നു  പാരിടമടക്കി വാഴും ഭൂപന്മാർ  ആകവേ വിറച്ചു വിശ്രമിക്കുന്നു </vt:lpstr>
      <vt:lpstr>കർത്തൃ സേവ ചെയ്തു പോർ നടത്തുവിൻ  വൃത്തികേടുകളെ ദൂരെയാക്കുവീൻ  കർത്തൃവാസ സൗഖ്യം ആസ്വദിക്കുവാൻ  പുത്തനായ രാജ്യെ വന്നുവാഴുവിൻ </vt:lpstr>
      <vt:lpstr>കള്ളനെപ്പോലെ താൻ വരും വേഗത്തിൽ  വെള്ളയുടുപ്പിന്മേൽ ചള്ള പറ്റല്ലേ  വെള്ള സിംഹാസനം തന്നിലിരിക്കും  വല്ലഭൻ കുഞ്ഞുങ്ങൾ തന്നെ സ്തുതിക്കും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Unarnnezhunelkka thirusabhaye</dc:title>
  <dc:creator>Digital Input:; GM JOHN; Acsah Mathews</dc:creator>
  <cp:lastModifiedBy>Acsah Mathews</cp:lastModifiedBy>
  <cp:revision>100</cp:revision>
  <dcterms:created xsi:type="dcterms:W3CDTF">2013-04-19T09:19:07Z</dcterms:created>
  <dcterms:modified xsi:type="dcterms:W3CDTF">2018-11-20T18:43:07Z</dcterms:modified>
</cp:coreProperties>
</file>