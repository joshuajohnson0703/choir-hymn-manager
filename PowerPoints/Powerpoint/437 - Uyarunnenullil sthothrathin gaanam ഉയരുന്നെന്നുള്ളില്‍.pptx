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41" d="100"/>
          <a:sy n="41" d="100"/>
        </p:scale>
        <p:origin x="72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52CDA-CAAC-451E-8CFB-0E96F7B4E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189A93-6DA3-458C-9510-7378330D3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5FC84-9201-4BEC-9042-C217E655A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C2C8-F06A-4B85-BD04-3188DE01268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B5B0F-7B53-4914-B743-D3DF17F69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A190C-8AA5-4043-AED8-934EE12F0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EA1F-9977-426E-A2F6-602E0E0A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55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E8B96-F998-44AE-94A3-629DC8C02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7C45A-9E34-4D51-9DA9-B595063F9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599EF-0ECD-4463-87C0-EFAB4778A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C2C8-F06A-4B85-BD04-3188DE01268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C894A-BE10-4CA6-AF01-8B6AD3336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72D1B-1E87-48E4-8205-610229983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EA1F-9977-426E-A2F6-602E0E0A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575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0474D-052F-4DB0-8506-9D012B8B8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9E47E-3B25-4664-9906-11D3FA789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94098-626E-4C77-A4C3-1BDF2DA09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C2C8-F06A-4B85-BD04-3188DE01268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8CE25-FB70-4640-A412-9B2DAD48F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87AC8-0E18-46D6-9245-ED4EFB9FD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EA1F-9977-426E-A2F6-602E0E0A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54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3899A-D4BE-4F6B-A464-ECEF625D8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75525-097B-4EB1-BEE9-C57BE73C2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98E642-3DDA-49D9-9069-90B8BEA3A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4F84D-D1D8-4B29-9EC1-17DDAD07C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C2C8-F06A-4B85-BD04-3188DE01268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7779B-FDE3-4C68-A39C-0AF56F174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B7A75-690E-4BA8-8CE0-DAD915773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EA1F-9977-426E-A2F6-602E0E0A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44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0E3DA-6F4D-4EFE-BDB8-206EC6BDF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8D8BC-1FE7-4EA0-92A8-16AF0E5E4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79F172-40AA-4A3A-925A-8862CDA97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EC8E76-6BA2-4844-9DC0-4507D0F9BE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92F6D5-DAC0-4BE8-9257-6EBB62BB0B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AC0ED-6E46-4F5F-927E-BE9168556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C2C8-F06A-4B85-BD04-3188DE01268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0384D8-5A34-4422-A68A-FE131FC89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7B66EB-3226-48EC-A761-C0AB45091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EA1F-9977-426E-A2F6-602E0E0A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429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ECD30-1412-4851-B1C0-74309F54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EF1D80-3382-40A9-AC75-6B510BEF8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C2C8-F06A-4B85-BD04-3188DE01268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37FB39-9BD8-4EE3-B60D-A9DE25A4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6767AF-E039-4E10-85B4-56E02B392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EA1F-9977-426E-A2F6-602E0E0A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51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5E6B3-6E60-4CE6-BF0B-F80D3F11A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C2C8-F06A-4B85-BD04-3188DE01268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3BB9B2-B667-43CB-A693-A509B13E3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C4582-DADF-4291-9972-919C7D923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EA1F-9977-426E-A2F6-602E0E0A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69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748C7-73F6-4E64-8C87-F35607592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E395-01AD-40C0-BC75-EED0A91B2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28185-740C-451E-B8F6-51B9EA316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B2998-141F-475E-8C45-792D06E8E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C2C8-F06A-4B85-BD04-3188DE01268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51D7E-DDCF-4AE2-AC82-14431C54A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F65E07-6886-44CB-9609-21FA20764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EA1F-9977-426E-A2F6-602E0E0A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37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E90F9-83A1-427C-BDE0-AAB074DB5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B83C31-6555-4140-BAF4-A46C6AF4D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99813A-31D5-42E3-8598-E77DD8927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58700-994C-4302-B8A7-34A966126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C2C8-F06A-4B85-BD04-3188DE01268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C1381-59EA-4920-816D-54F451697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71AF8-7702-48EC-B939-4CED964CD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EA1F-9977-426E-A2F6-602E0E0A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58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1B81-B8C0-4FCB-B79E-4299AB4FA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AF7BDB-7A7D-4BCA-ACA4-71C1D5CDFF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8F550-1B86-4A1A-A93B-9B21D84B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C2C8-F06A-4B85-BD04-3188DE01268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414DE-088B-45C3-9A79-1F4D29742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DF959-917A-4B43-8FCF-6ED52AE37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EA1F-9977-426E-A2F6-602E0E0A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0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B6423F-CF76-43DD-9874-3B779185A1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9A002-9647-40F1-BCC4-95B1C2F56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C475D-50C4-46E4-86A6-02160FFBC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C2C8-F06A-4B85-BD04-3188DE01268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28C1E-ADEC-4317-8210-965065C32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30DDB-E5F6-4E02-89D5-B070E7262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DEA1F-9977-426E-A2F6-602E0E0A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871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41BACC-99BB-414F-BBA9-AC99FAEF8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2100D-4DEE-4815-8F18-C93756734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E06E2-714D-4F43-94B7-AFF71009DC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8C2C8-F06A-4B85-BD04-3188DE012684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4CD60-18CA-43E0-9FAA-AF6571A63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A4ACB-18A7-4975-881E-029446D9BB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DEA1F-9977-426E-A2F6-602E0E0AD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807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24DE0-120A-4370-AADB-E1796D6CD2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437</a:t>
            </a:r>
            <a:br>
              <a:rPr lang="en-US" dirty="0"/>
            </a:br>
            <a:r>
              <a:rPr lang="ml-IN" sz="5600" b="1" dirty="0">
                <a:solidFill>
                  <a:srgbClr val="000000"/>
                </a:solidFill>
                <a:latin typeface="Kartika" panose="02020503030404060203" pitchFamily="18" charset="0"/>
              </a:rPr>
              <a:t>ഉയരുന്നെന്നുള്ളില്‍ സ്തോത്രത്തിന്‍</a:t>
            </a:r>
            <a:endParaRPr lang="en-US" sz="5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8AC53-AC44-44B3-9558-A22EB6410F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66162"/>
            <a:ext cx="9144000" cy="75894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Uyarunnennullhil </a:t>
            </a:r>
            <a:r>
              <a:rPr lang="en-US" sz="4000" b="1" dirty="0" err="1">
                <a:solidFill>
                  <a:srgbClr val="002060"/>
                </a:solidFill>
              </a:rPr>
              <a:t>sthothraththin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A477FA-3685-458D-9705-EC24842C34BE}"/>
              </a:ext>
            </a:extLst>
          </p:cNvPr>
          <p:cNvSpPr/>
          <p:nvPr/>
        </p:nvSpPr>
        <p:spPr>
          <a:xfrm>
            <a:off x="0" y="475655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i="1" dirty="0">
                <a:solidFill>
                  <a:srgbClr val="C00000"/>
                </a:solidFill>
                <a:latin typeface="Calibri" panose="020F0502020204030204" pitchFamily="34" charset="0"/>
              </a:rPr>
              <a:t>(Rt. Rev. </a:t>
            </a:r>
            <a:r>
              <a:rPr lang="en-US" sz="3600" i="1" dirty="0" err="1">
                <a:solidFill>
                  <a:srgbClr val="C00000"/>
                </a:solidFill>
                <a:latin typeface="Calibri" panose="020F0502020204030204" pitchFamily="34" charset="0"/>
              </a:rPr>
              <a:t>Dr.Zacharias</a:t>
            </a:r>
            <a:r>
              <a:rPr lang="en-US" sz="3600" i="1" dirty="0">
                <a:solidFill>
                  <a:srgbClr val="C00000"/>
                </a:solidFill>
                <a:latin typeface="Calibri" panose="020F0502020204030204" pitchFamily="34" charset="0"/>
              </a:rPr>
              <a:t> Mar </a:t>
            </a:r>
            <a:r>
              <a:rPr lang="en-US" sz="3600" i="1" dirty="0" err="1">
                <a:solidFill>
                  <a:srgbClr val="C00000"/>
                </a:solidFill>
                <a:latin typeface="Calibri" panose="020F0502020204030204" pitchFamily="34" charset="0"/>
              </a:rPr>
              <a:t>Theophilus</a:t>
            </a:r>
            <a:r>
              <a:rPr lang="en-US" sz="3600" i="1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en-US" sz="3600" i="1" dirty="0" err="1">
                <a:solidFill>
                  <a:srgbClr val="C00000"/>
                </a:solidFill>
                <a:latin typeface="Calibri" panose="020F0502020204030204" pitchFamily="34" charset="0"/>
              </a:rPr>
              <a:t>Suffragan</a:t>
            </a:r>
            <a:r>
              <a:rPr lang="en-US" sz="3600" i="1" dirty="0">
                <a:solidFill>
                  <a:srgbClr val="C00000"/>
                </a:solidFill>
                <a:latin typeface="Calibri" panose="020F0502020204030204" pitchFamily="34" charset="0"/>
              </a:rPr>
              <a:t> Metropolitan)</a:t>
            </a:r>
            <a:endParaRPr lang="en-US" sz="3600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448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B9413D-63B6-4766-AD12-253C3B5CC750}"/>
              </a:ext>
            </a:extLst>
          </p:cNvPr>
          <p:cNvSpPr/>
          <p:nvPr/>
        </p:nvSpPr>
        <p:spPr>
          <a:xfrm>
            <a:off x="0" y="771436"/>
            <a:ext cx="12192000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ഉയരുന്നെന്നുള്ളില്‍ സ്തോത്രത്തിന്‍ ഗാനം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പകരുന്നെന്‍ നാഥന്‍ കൃപയിന്‍ വന്‍ ദാനം 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പാപങ്ങളെല്ലാം പോക്കുന്നു താതന്‍ </a:t>
            </a:r>
          </a:p>
          <a:p>
            <a:pPr algn="ctr"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വേദനയെല്ലാം നീക്കുമെന്‍ നാഥന്‍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CA4657-2327-43A4-BD94-739F60517801}"/>
              </a:ext>
            </a:extLst>
          </p:cNvPr>
          <p:cNvSpPr/>
          <p:nvPr/>
        </p:nvSpPr>
        <p:spPr>
          <a:xfrm>
            <a:off x="0" y="3901351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</a:rPr>
              <a:t>Uyarunnennullhil </a:t>
            </a:r>
            <a:r>
              <a:rPr lang="en-US" sz="3400" b="1" dirty="0" err="1">
                <a:solidFill>
                  <a:srgbClr val="002060"/>
                </a:solidFill>
              </a:rPr>
              <a:t>sthothraththin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gaanam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nl-NL" sz="3400" b="1" dirty="0">
                <a:solidFill>
                  <a:srgbClr val="002060"/>
                </a:solidFill>
              </a:rPr>
              <a:t>Pakarunnen naadhan kripayin van daanam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Paapangalhelaam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pokunnu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thaathan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Vedanayellaam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neekkumen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naadhan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529A3E-E75B-4A3C-95A3-84D244D12F72}"/>
              </a:ext>
            </a:extLst>
          </p:cNvPr>
          <p:cNvSpPr txBox="1"/>
          <p:nvPr/>
        </p:nvSpPr>
        <p:spPr>
          <a:xfrm>
            <a:off x="11136923" y="0"/>
            <a:ext cx="1055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437</a:t>
            </a:r>
          </a:p>
        </p:txBody>
      </p:sp>
    </p:spTree>
    <p:extLst>
      <p:ext uri="{BB962C8B-B14F-4D97-AF65-F5344CB8AC3E}">
        <p14:creationId xmlns:p14="http://schemas.microsoft.com/office/powerpoint/2010/main" val="310193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B9413D-63B6-4766-AD12-253C3B5CC750}"/>
              </a:ext>
            </a:extLst>
          </p:cNvPr>
          <p:cNvSpPr/>
          <p:nvPr/>
        </p:nvSpPr>
        <p:spPr>
          <a:xfrm>
            <a:off x="375138" y="998527"/>
            <a:ext cx="11816862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പാടിടും ഞാന്‍ എന്നും തവ ഗാനം </a:t>
            </a: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ഘോഷിക്കും ഞാന്‍ എന്നും തന്‍ നാമം </a:t>
            </a: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പകരുകെന്നുള്ളില്‍ പാവനമാം ശക്തി </a:t>
            </a: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ചൊരിയുവാന്‍ പാരില്‍ സ്നേഹത്തിന്‍ കാന്തി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CA4657-2327-43A4-BD94-739F60517801}"/>
              </a:ext>
            </a:extLst>
          </p:cNvPr>
          <p:cNvSpPr/>
          <p:nvPr/>
        </p:nvSpPr>
        <p:spPr>
          <a:xfrm>
            <a:off x="0" y="3674259"/>
            <a:ext cx="11136923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</a:rPr>
              <a:t>Paadidum </a:t>
            </a:r>
            <a:r>
              <a:rPr lang="en-US" sz="3400" b="1" dirty="0" err="1">
                <a:solidFill>
                  <a:srgbClr val="002060"/>
                </a:solidFill>
              </a:rPr>
              <a:t>njan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ennum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thavagaanam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Ghoshikkum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ennum</a:t>
            </a:r>
            <a:r>
              <a:rPr lang="en-US" sz="3400" b="1" dirty="0">
                <a:solidFill>
                  <a:srgbClr val="002060"/>
                </a:solidFill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</a:rPr>
              <a:t>naamam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Pakarukennullhil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paavanamaam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shakhthi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Choriyuvaan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paaril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snehaththin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kaanthi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529A3E-E75B-4A3C-95A3-84D244D12F72}"/>
              </a:ext>
            </a:extLst>
          </p:cNvPr>
          <p:cNvSpPr txBox="1"/>
          <p:nvPr/>
        </p:nvSpPr>
        <p:spPr>
          <a:xfrm>
            <a:off x="11136923" y="0"/>
            <a:ext cx="1055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34E177-1EBE-4B88-8F31-D6FF56DE6488}"/>
              </a:ext>
            </a:extLst>
          </p:cNvPr>
          <p:cNvSpPr txBox="1"/>
          <p:nvPr/>
        </p:nvSpPr>
        <p:spPr>
          <a:xfrm>
            <a:off x="0" y="155883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63566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B9413D-63B6-4766-AD12-253C3B5CC750}"/>
              </a:ext>
            </a:extLst>
          </p:cNvPr>
          <p:cNvSpPr/>
          <p:nvPr/>
        </p:nvSpPr>
        <p:spPr>
          <a:xfrm>
            <a:off x="375138" y="998527"/>
            <a:ext cx="11816862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സ്തുതികള്‍ക്കു യോഗ്യന്‍ നാഥാ നീ മാത്രം</a:t>
            </a: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സ്തുതിയെന്‍ നാവില്‍ നിന്നുയരട്ടെ എന്നും</a:t>
            </a: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താതാ നിന്‍ സാക്ഷ്യം പാരെങ്ങും പകരാന്‍ </a:t>
            </a: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തരിക നിന്‍ ശക്തി നിന്നെപ്പോലാവാന്‍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CA4657-2327-43A4-BD94-739F60517801}"/>
              </a:ext>
            </a:extLst>
          </p:cNvPr>
          <p:cNvSpPr/>
          <p:nvPr/>
        </p:nvSpPr>
        <p:spPr>
          <a:xfrm>
            <a:off x="0" y="3674259"/>
            <a:ext cx="11136923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</a:rPr>
              <a:t>Sthuthikalhkku </a:t>
            </a:r>
            <a:r>
              <a:rPr lang="en-US" sz="3400" b="1" dirty="0" err="1">
                <a:solidFill>
                  <a:srgbClr val="002060"/>
                </a:solidFill>
              </a:rPr>
              <a:t>yogyan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naadha</a:t>
            </a:r>
            <a:r>
              <a:rPr lang="en-US" sz="3400" b="1" dirty="0">
                <a:solidFill>
                  <a:srgbClr val="002060"/>
                </a:solidFill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</a:rPr>
              <a:t>maathram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Sthuthiyen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naavil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ninnuyaratte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ennum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Thaatha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saakshyam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paarengum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pakaraan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Tharika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shakthi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ninneppolaavaan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529A3E-E75B-4A3C-95A3-84D244D12F72}"/>
              </a:ext>
            </a:extLst>
          </p:cNvPr>
          <p:cNvSpPr txBox="1"/>
          <p:nvPr/>
        </p:nvSpPr>
        <p:spPr>
          <a:xfrm>
            <a:off x="11136923" y="0"/>
            <a:ext cx="1055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34E177-1EBE-4B88-8F31-D6FF56DE6488}"/>
              </a:ext>
            </a:extLst>
          </p:cNvPr>
          <p:cNvSpPr txBox="1"/>
          <p:nvPr/>
        </p:nvSpPr>
        <p:spPr>
          <a:xfrm>
            <a:off x="0" y="155883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17228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B9413D-63B6-4766-AD12-253C3B5CC750}"/>
              </a:ext>
            </a:extLst>
          </p:cNvPr>
          <p:cNvSpPr/>
          <p:nvPr/>
        </p:nvSpPr>
        <p:spPr>
          <a:xfrm>
            <a:off x="375138" y="998527"/>
            <a:ext cx="11816862" cy="2675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കൂപ്പുന്നെന്‍ കൈകള്‍ നാഥാ നിന്‍ മുന്നില്‍ </a:t>
            </a: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ഉയര്‍ത്തുന്നെന്‍ കണ്‍കള്‍ തുണയരുളും ഗിരിയില്‍</a:t>
            </a: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പരനെ നിന്‍ വകയായ് തരുന്നെന്നെ മുഴുവന്‍ </a:t>
            </a:r>
          </a:p>
          <a:p>
            <a:pPr>
              <a:lnSpc>
                <a:spcPct val="125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നടത്തെന്നെ ദിനവും തിരുവിഷ്ടം പോലെ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CA4657-2327-43A4-BD94-739F60517801}"/>
              </a:ext>
            </a:extLst>
          </p:cNvPr>
          <p:cNvSpPr/>
          <p:nvPr/>
        </p:nvSpPr>
        <p:spPr>
          <a:xfrm>
            <a:off x="0" y="3674259"/>
            <a:ext cx="11136923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Kooppunnen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kaikalh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naadha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munnil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Uyarththunnen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kanhkalh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thunhayarullhum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giriyil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Parane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vakayaai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tharunnenne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muzhuvan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Nadaththenne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dinavum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thiruvishtam</a:t>
            </a:r>
            <a:r>
              <a:rPr lang="en-US" sz="3400" b="1" dirty="0">
                <a:solidFill>
                  <a:srgbClr val="002060"/>
                </a:solidFill>
              </a:rPr>
              <a:t> pole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529A3E-E75B-4A3C-95A3-84D244D12F72}"/>
              </a:ext>
            </a:extLst>
          </p:cNvPr>
          <p:cNvSpPr txBox="1"/>
          <p:nvPr/>
        </p:nvSpPr>
        <p:spPr>
          <a:xfrm>
            <a:off x="11136923" y="0"/>
            <a:ext cx="1055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437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34E177-1EBE-4B88-8F31-D6FF56DE6488}"/>
              </a:ext>
            </a:extLst>
          </p:cNvPr>
          <p:cNvSpPr txBox="1"/>
          <p:nvPr/>
        </p:nvSpPr>
        <p:spPr>
          <a:xfrm>
            <a:off x="0" y="155883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68774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156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Kartika</vt:lpstr>
      <vt:lpstr>Office Theme</vt:lpstr>
      <vt:lpstr>437 ഉയരുന്നെന്നുള്ളില്‍ സ്തോത്രത്തിന്‍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Uyarunnenullil</dc:title>
  <dc:creator>Acsah Mathews</dc:creator>
  <cp:lastModifiedBy>Acsah Mathews</cp:lastModifiedBy>
  <cp:revision>2</cp:revision>
  <dcterms:created xsi:type="dcterms:W3CDTF">2018-11-29T15:18:23Z</dcterms:created>
  <dcterms:modified xsi:type="dcterms:W3CDTF">2018-11-29T15:49:17Z</dcterms:modified>
</cp:coreProperties>
</file>