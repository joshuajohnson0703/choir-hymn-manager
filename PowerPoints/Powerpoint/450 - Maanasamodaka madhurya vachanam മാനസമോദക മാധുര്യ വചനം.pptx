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3" r:id="rId7"/>
    <p:sldId id="260" r:id="rId8"/>
    <p:sldId id="264" r:id="rId9"/>
    <p:sldId id="261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8A256-96A1-4395-993F-6106DD677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4721E6-37B2-42F3-8C27-D3B22D934F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1BBAF-54D2-46B0-A86F-9D6FC1882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E09B-A85F-42EA-8BC1-401CBBFCB264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24EB6-3AA5-4794-BF14-BF085B74D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985D3-E256-4E70-9750-8831E1387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BAA07-0C16-4ED7-A7BF-8F8499276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436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A42FC-E9CE-44FE-A54F-4AA53872A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0E92E-6E67-4985-B752-5C1787CC1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576D-DA2B-41F0-9B81-386B510F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E09B-A85F-42EA-8BC1-401CBBFCB264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29909-D16B-493D-9F9C-38C0A9D47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E3026-9432-47CF-8A1D-3F9DDF6D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BAA07-0C16-4ED7-A7BF-8F8499276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381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1C6D4-E6D9-4430-B3D3-4BAB9FAFD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08F07-8F56-4094-A94F-29C14CB5C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35ABF-E110-4987-93E8-4B4572FF9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E09B-A85F-42EA-8BC1-401CBBFCB264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09AAC-6274-441A-8FE5-498D206EF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93921-BA76-4CF5-8546-82958C768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BAA07-0C16-4ED7-A7BF-8F8499276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34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73674-BD9E-4C7A-966A-E86E0326F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2A975-144B-44A5-96AE-905277CD91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70376-7C02-4128-9B88-44FC012B8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D508C-A7D4-4963-8DF9-94A1B9679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E09B-A85F-42EA-8BC1-401CBBFCB264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C84D25-F0B0-4DCE-B307-13B4CDB8E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44BE3-19EC-46DD-8631-E49F744FA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BAA07-0C16-4ED7-A7BF-8F8499276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730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F57E1-8B66-47FB-B3FB-A86D2AFF9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4E3A6-14C6-4EB4-9016-C22EAA3E4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98A4E-095E-4749-9D49-D5A1FF31A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36DE90-EFE3-4C29-AF7F-9D79A4EEC9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EE5E68-7B1B-460D-B6F2-1E78758826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A36947-26D1-46CA-936F-E99F87E14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E09B-A85F-42EA-8BC1-401CBBFCB264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800427-C8E2-405D-82B1-06BF559EC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11AB2D-6106-49CF-9786-0BF43EEF5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BAA07-0C16-4ED7-A7BF-8F8499276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880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64EEE-48D4-46B9-BAD6-DCE36AEBC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5CF5E2-828E-49AC-9169-25A7B0AF2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E09B-A85F-42EA-8BC1-401CBBFCB264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655C46-21BD-4418-8FA4-10CB32473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5F2799-35D5-4BFB-9023-D51902902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BAA07-0C16-4ED7-A7BF-8F8499276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207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F65847-AACE-4573-A94C-A6FA6FC0C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E09B-A85F-42EA-8BC1-401CBBFCB264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B8951C-500F-4E81-9278-E7FAE61C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A6ACB-1AB8-40D5-80A6-0FF490F28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BAA07-0C16-4ED7-A7BF-8F8499276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30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0F6D1-43B4-482C-B619-70CC5B5EA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C68D1-A84D-4AA1-BDEA-F703BED2F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18A44C-7102-4650-9DC8-EE0900EF5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77948-1FFD-4658-BCC2-73E594252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E09B-A85F-42EA-8BC1-401CBBFCB264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5151C-47F5-4489-8230-9C3C0AC20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80984-EA4F-49D3-91C9-F1DA96DE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BAA07-0C16-4ED7-A7BF-8F8499276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668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E35C9-68F4-4FD7-91A1-238526C76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DEC3F6-A1D5-44C0-951A-A84A237E2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0265AD-2560-44F5-A74B-563CC9098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760D7-6EE6-4A4E-9739-B63B05164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E09B-A85F-42EA-8BC1-401CBBFCB264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3B7B6-0F50-430C-8B0F-B406E486F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F81C74-3B16-40CB-8ABF-9784A6ACD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BAA07-0C16-4ED7-A7BF-8F8499276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805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A2CB9-A4D6-4003-BC96-B97350340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5DCC87-2358-4629-B9E0-1E8566B1F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A9382-04CD-4C74-A03A-4DE782826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E09B-A85F-42EA-8BC1-401CBBFCB264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BF8DA-0934-43B2-8F3E-F1C505607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207E6-B935-4819-95F6-BD3D68D52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BAA07-0C16-4ED7-A7BF-8F8499276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451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405883-75B8-445B-AA2A-0B9ED5923C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C0B5F1-BB77-45EE-A34E-171DD0E2EB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18C01-A0FB-4796-AFAE-1A40F1D41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0E09B-A85F-42EA-8BC1-401CBBFCB264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34323-8CA4-4CEC-8682-DE5886D9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6D274-A4CE-4790-A5D7-ED005534E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BAA07-0C16-4ED7-A7BF-8F8499276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635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8B583F-305C-4998-8674-96BB891DC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36A81-E3C0-4503-81E1-F58978A00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7C25E-D66F-49C7-B1F8-F582B5906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0E09B-A85F-42EA-8BC1-401CBBFCB264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9DD69-1D20-44BA-BEEE-FEB6417EDB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FB6DB-E237-41D7-B495-4D95DD19CD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BAA07-0C16-4ED7-A7BF-8F8499276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67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57E85-8817-49C7-944A-BA18E666ED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450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Calibri" panose="020F0502020204030204" pitchFamily="34" charset="0"/>
              </a:rPr>
              <a:t>മാനസമോദക മാധുര്യ വചനം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A0E031-531D-42CF-86C7-482C215E43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Maanasamodaka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maadhurya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vachanam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4047F7-0FA3-4BFC-8D28-E32819725A92}"/>
              </a:ext>
            </a:extLst>
          </p:cNvPr>
          <p:cNvSpPr/>
          <p:nvPr/>
        </p:nvSpPr>
        <p:spPr>
          <a:xfrm>
            <a:off x="1927293" y="4559963"/>
            <a:ext cx="37748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2000" dirty="0">
                <a:solidFill>
                  <a:srgbClr val="C00000"/>
                </a:solidFill>
                <a:latin typeface="Arial" panose="020B0604020202020204" pitchFamily="34" charset="0"/>
              </a:rPr>
              <a:t>(പി. ഡി. ജോൺ)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A1774F-0312-4AB8-B569-931AE0069993}"/>
              </a:ext>
            </a:extLst>
          </p:cNvPr>
          <p:cNvSpPr/>
          <p:nvPr/>
        </p:nvSpPr>
        <p:spPr>
          <a:xfrm>
            <a:off x="9080129" y="4557169"/>
            <a:ext cx="15878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solidFill>
                  <a:srgbClr val="C00000"/>
                </a:solidFill>
                <a:latin typeface="Arial" panose="020B0604020202020204" pitchFamily="34" charset="0"/>
              </a:rPr>
              <a:t>(P. D. John) 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814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A13C23-EA3A-4C8E-B587-9538A9688413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85FEBE-A237-4403-AF8B-0A6092FA81B1}"/>
              </a:ext>
            </a:extLst>
          </p:cNvPr>
          <p:cNvSpPr/>
          <p:nvPr/>
        </p:nvSpPr>
        <p:spPr>
          <a:xfrm>
            <a:off x="0" y="554643"/>
            <a:ext cx="1216855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മാനസമോദക മാധുര്യ വചനം </a:t>
            </a:r>
            <a:b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ധ്യാനിക്കുമ്പോൾ കൃപയേകു പരാ </a:t>
            </a:r>
            <a:b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ഓരോ ഹൃദന്തത്തിനാവശ്യമതുപോൽ </a:t>
            </a:r>
            <a:b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നീരൊഴുക്കേകിടുക (2)</a:t>
            </a:r>
            <a:endParaRPr lang="en-US" sz="3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091911-0157-42D8-B156-B183EC2E9A6C}"/>
              </a:ext>
            </a:extLst>
          </p:cNvPr>
          <p:cNvSpPr/>
          <p:nvPr/>
        </p:nvSpPr>
        <p:spPr>
          <a:xfrm>
            <a:off x="-23449" y="3429000"/>
            <a:ext cx="12191999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Maanasamodaka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maadhurya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vachanam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Dhyaanikkumbolh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kripayekoo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paraa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Oro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hridanthaththinaavashyamathupol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Neerozhukkekiduka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1186360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A13C23-EA3A-4C8E-B587-9538A9688413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139F5A-C6BA-4AA5-8A22-D9B4A8B58771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85FEBE-A237-4403-AF8B-0A6092FA81B1}"/>
              </a:ext>
            </a:extLst>
          </p:cNvPr>
          <p:cNvSpPr/>
          <p:nvPr/>
        </p:nvSpPr>
        <p:spPr>
          <a:xfrm>
            <a:off x="539262" y="1046284"/>
            <a:ext cx="11629288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പാപാന്ധകാരം ദൂരിതമാക്കും 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വേദപ്രമാണങ്ങളെ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മോദമോടുൾക്കോണ്ടേവരുമുണരാൻ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നിൻ സ്വരം കേൾപ്പിക്കുക (2)</a:t>
            </a:r>
            <a:endParaRPr lang="en-US" sz="3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091911-0157-42D8-B156-B183EC2E9A6C}"/>
              </a:ext>
            </a:extLst>
          </p:cNvPr>
          <p:cNvSpPr/>
          <p:nvPr/>
        </p:nvSpPr>
        <p:spPr>
          <a:xfrm>
            <a:off x="-23448" y="3859226"/>
            <a:ext cx="10996248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i="0" u="none" strike="noStrike" baseline="0" dirty="0">
                <a:solidFill>
                  <a:srgbClr val="002060"/>
                </a:solidFill>
              </a:rPr>
              <a:t>Paapaandhakaaram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durithmaakkum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vedapramaanhangalhe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Modamodulhkkond-evarumunharaan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i="0" u="none" strike="noStrike" baseline="0" dirty="0">
                <a:solidFill>
                  <a:srgbClr val="002060"/>
                </a:solidFill>
              </a:rPr>
              <a:t>Nin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swaram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kelhpikka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(2)</a:t>
            </a:r>
            <a:endParaRPr lang="en-US" sz="3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322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A13C23-EA3A-4C8E-B587-9538A9688413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85FEBE-A237-4403-AF8B-0A6092FA81B1}"/>
              </a:ext>
            </a:extLst>
          </p:cNvPr>
          <p:cNvSpPr/>
          <p:nvPr/>
        </p:nvSpPr>
        <p:spPr>
          <a:xfrm>
            <a:off x="0" y="554643"/>
            <a:ext cx="1216855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മാനസമോദക മാധുര്യ വചനം </a:t>
            </a:r>
            <a:b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ധ്യാനിക്കുമ്പോൾ കൃപയേകു പരാ </a:t>
            </a:r>
            <a:b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ഓരോ ഹൃദന്തത്തിനാവശ്യമതുപോൽ </a:t>
            </a:r>
            <a:b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നീരൊഴുക്കേകിടുക (2)</a:t>
            </a:r>
            <a:endParaRPr lang="en-US" sz="3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091911-0157-42D8-B156-B183EC2E9A6C}"/>
              </a:ext>
            </a:extLst>
          </p:cNvPr>
          <p:cNvSpPr/>
          <p:nvPr/>
        </p:nvSpPr>
        <p:spPr>
          <a:xfrm>
            <a:off x="-23449" y="3429000"/>
            <a:ext cx="12191999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Maanasamodaka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maadhurya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vachanam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Dhyaanikkumbolh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kripayekoo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paraa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Oro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hridanthaththinaavashyamathupol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Neerozhukkekiduka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1579044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A13C23-EA3A-4C8E-B587-9538A9688413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139F5A-C6BA-4AA5-8A22-D9B4A8B58771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85FEBE-A237-4403-AF8B-0A6092FA81B1}"/>
              </a:ext>
            </a:extLst>
          </p:cNvPr>
          <p:cNvSpPr/>
          <p:nvPr/>
        </p:nvSpPr>
        <p:spPr>
          <a:xfrm>
            <a:off x="539262" y="1046284"/>
            <a:ext cx="11629288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ലാസറിൽ ജീവനേകിയ വചനം 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ദാസരിൻ കാതുകളിൽ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ഓതുക നീ നിൻ ജീവന്‍റെ വചനം 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ഈ മൃതരാർത്തിടുവാൻ (2)</a:t>
            </a:r>
            <a:endParaRPr lang="en-US" sz="3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091911-0157-42D8-B156-B183EC2E9A6C}"/>
              </a:ext>
            </a:extLst>
          </p:cNvPr>
          <p:cNvSpPr/>
          <p:nvPr/>
        </p:nvSpPr>
        <p:spPr>
          <a:xfrm>
            <a:off x="-23448" y="3859226"/>
            <a:ext cx="10996248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Laasaril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jeevan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aekiya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vachanam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Daasarin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kaathukalhil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Othuka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nee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nin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jeevante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vachanam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mritharaarththiduvaan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(2)</a:t>
            </a:r>
            <a:endParaRPr lang="en-US" sz="3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771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A13C23-EA3A-4C8E-B587-9538A9688413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85FEBE-A237-4403-AF8B-0A6092FA81B1}"/>
              </a:ext>
            </a:extLst>
          </p:cNvPr>
          <p:cNvSpPr/>
          <p:nvPr/>
        </p:nvSpPr>
        <p:spPr>
          <a:xfrm>
            <a:off x="0" y="554643"/>
            <a:ext cx="1216855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മാനസമോദക മാധുര്യ വചനം </a:t>
            </a:r>
            <a:b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ധ്യാനിക്കുമ്പോൾ കൃപയേകു പരാ </a:t>
            </a:r>
            <a:b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ഓരോ ഹൃദന്തത്തിനാവശ്യമതുപോൽ </a:t>
            </a:r>
            <a:b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നീരൊഴുക്കേകിടുക (2)</a:t>
            </a:r>
            <a:endParaRPr lang="en-US" sz="3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091911-0157-42D8-B156-B183EC2E9A6C}"/>
              </a:ext>
            </a:extLst>
          </p:cNvPr>
          <p:cNvSpPr/>
          <p:nvPr/>
        </p:nvSpPr>
        <p:spPr>
          <a:xfrm>
            <a:off x="-23449" y="3429000"/>
            <a:ext cx="12191999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Maanasamodaka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maadhurya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vachanam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Dhyaanikkumbolh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kripayekoo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paraa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Oro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hridanthaththinaavashyamathupol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Neerozhukkekiduka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317031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A13C23-EA3A-4C8E-B587-9538A9688413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139F5A-C6BA-4AA5-8A22-D9B4A8B58771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85FEBE-A237-4403-AF8B-0A6092FA81B1}"/>
              </a:ext>
            </a:extLst>
          </p:cNvPr>
          <p:cNvSpPr/>
          <p:nvPr/>
        </p:nvSpPr>
        <p:spPr>
          <a:xfrm>
            <a:off x="539262" y="1046284"/>
            <a:ext cx="11629288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പിന്തിരഞ്ഞോടി താളടിയായി 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നിൻകൃപ കൈവെടിഞ്ഞോർ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താപമാനസ്സാലാവലായ് വരുവാൻ 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നിൻ സ്വരം കേൾപ്പിക്കുക (2)</a:t>
            </a:r>
            <a:endParaRPr lang="en-US" sz="3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091911-0157-42D8-B156-B183EC2E9A6C}"/>
              </a:ext>
            </a:extLst>
          </p:cNvPr>
          <p:cNvSpPr/>
          <p:nvPr/>
        </p:nvSpPr>
        <p:spPr>
          <a:xfrm>
            <a:off x="-23448" y="3859226"/>
            <a:ext cx="10996248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Pinthirinjodi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thaalhadiyaayi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i="0" u="none" strike="noStrike" baseline="0" dirty="0">
                <a:solidFill>
                  <a:srgbClr val="002060"/>
                </a:solidFill>
              </a:rPr>
              <a:t>Nin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kripa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kaivedinjor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Thaapamanassal-aavalaai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varuvaan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i="0" u="none" strike="noStrike" baseline="0" dirty="0">
                <a:solidFill>
                  <a:srgbClr val="002060"/>
                </a:solidFill>
              </a:rPr>
              <a:t>Nin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swaram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kelhppikkuka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(2)</a:t>
            </a:r>
            <a:endParaRPr lang="en-US" sz="3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135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A13C23-EA3A-4C8E-B587-9538A9688413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85FEBE-A237-4403-AF8B-0A6092FA81B1}"/>
              </a:ext>
            </a:extLst>
          </p:cNvPr>
          <p:cNvSpPr/>
          <p:nvPr/>
        </p:nvSpPr>
        <p:spPr>
          <a:xfrm>
            <a:off x="0" y="554643"/>
            <a:ext cx="1216855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മാനസമോദക മാധുര്യ വചനം </a:t>
            </a:r>
            <a:b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ധ്യാനിക്കുമ്പോൾ കൃപയേകു പരാ </a:t>
            </a:r>
            <a:b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ഓരോ ഹൃദന്തത്തിനാവശ്യമതുപോൽ </a:t>
            </a:r>
            <a:b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നീരൊഴുക്കേകിടുക (2)</a:t>
            </a:r>
            <a:endParaRPr lang="en-US" sz="3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091911-0157-42D8-B156-B183EC2E9A6C}"/>
              </a:ext>
            </a:extLst>
          </p:cNvPr>
          <p:cNvSpPr/>
          <p:nvPr/>
        </p:nvSpPr>
        <p:spPr>
          <a:xfrm>
            <a:off x="-23449" y="3429000"/>
            <a:ext cx="12191999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Maanasamodaka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maadhurya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vachanam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Dhyaanikkumbolh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kripayekoo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paraa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Oro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hridanthaththinaavashyamathupol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Neerozhukkekiduka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17718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A13C23-EA3A-4C8E-B587-9538A9688413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139F5A-C6BA-4AA5-8A22-D9B4A8B58771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85FEBE-A237-4403-AF8B-0A6092FA81B1}"/>
              </a:ext>
            </a:extLst>
          </p:cNvPr>
          <p:cNvSpPr/>
          <p:nvPr/>
        </p:nvSpPr>
        <p:spPr>
          <a:xfrm>
            <a:off x="539262" y="1046284"/>
            <a:ext cx="11629288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നിൻജനം നിന്നിൽ സുസ്ഥിരമാവാൻ 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വിണ്മഴയേകണമേ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കന്മഷഹീനാ നിൻ മൊഴിയേവം </a:t>
            </a:r>
          </a:p>
          <a:p>
            <a:pPr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നിൻ മധുരാമൃതമേ... (2) </a:t>
            </a:r>
            <a:endParaRPr lang="en-US" sz="3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091911-0157-42D8-B156-B183EC2E9A6C}"/>
              </a:ext>
            </a:extLst>
          </p:cNvPr>
          <p:cNvSpPr/>
          <p:nvPr/>
        </p:nvSpPr>
        <p:spPr>
          <a:xfrm>
            <a:off x="-23448" y="3859226"/>
            <a:ext cx="10996248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i="0" u="none" strike="noStrike" baseline="0" dirty="0">
                <a:solidFill>
                  <a:srgbClr val="002060"/>
                </a:solidFill>
              </a:rPr>
              <a:t>Nin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janam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ninnil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susthiramaavaan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Vinmazhayekanhame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Kanmashaheenaa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nin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mozhiyevam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14000"/>
              </a:lnSpc>
            </a:pPr>
            <a:r>
              <a:rPr lang="en-US" sz="3400" b="1" i="0" u="none" strike="noStrike" baseline="0" dirty="0">
                <a:solidFill>
                  <a:srgbClr val="002060"/>
                </a:solidFill>
              </a:rPr>
              <a:t>Nin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maadhuramrithame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(2)</a:t>
            </a:r>
            <a:endParaRPr lang="en-US" sz="3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933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A13C23-EA3A-4C8E-B587-9538A9688413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85FEBE-A237-4403-AF8B-0A6092FA81B1}"/>
              </a:ext>
            </a:extLst>
          </p:cNvPr>
          <p:cNvSpPr/>
          <p:nvPr/>
        </p:nvSpPr>
        <p:spPr>
          <a:xfrm>
            <a:off x="0" y="554643"/>
            <a:ext cx="12168550" cy="2478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മാനസമോദക മാധുര്യ വചനം </a:t>
            </a:r>
            <a:b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ധ്യാനിക്കുമ്പോൾ കൃപയേകു പരാ </a:t>
            </a:r>
            <a:b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ഓരോ ഹൃദന്തത്തിനാവശ്യമതുപോൽ </a:t>
            </a:r>
            <a:b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നീരൊഴുക്കേകിടുക (2)</a:t>
            </a:r>
            <a:endParaRPr lang="en-US" sz="3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091911-0157-42D8-B156-B183EC2E9A6C}"/>
              </a:ext>
            </a:extLst>
          </p:cNvPr>
          <p:cNvSpPr/>
          <p:nvPr/>
        </p:nvSpPr>
        <p:spPr>
          <a:xfrm>
            <a:off x="-23449" y="3429000"/>
            <a:ext cx="12191999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Maanasamodaka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maadhurya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vachanam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Dhyaanikkumbolh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kripayekoo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paraa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Oro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hridanthaththinaavashyamathupol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Neerozhukkekiduka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2822248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Kartika</vt:lpstr>
      <vt:lpstr>Office Theme</vt:lpstr>
      <vt:lpstr>450 മാനസമോദക മാധുര്യ വചനം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Maanasamodaka madhurya vachanam </dc:title>
  <dc:creator>Acsah Mathews</dc:creator>
  <cp:lastModifiedBy>Acsah Mathews</cp:lastModifiedBy>
  <cp:revision>1</cp:revision>
  <dcterms:created xsi:type="dcterms:W3CDTF">2018-11-29T19:59:15Z</dcterms:created>
  <dcterms:modified xsi:type="dcterms:W3CDTF">2018-11-29T19:59:47Z</dcterms:modified>
</cp:coreProperties>
</file>