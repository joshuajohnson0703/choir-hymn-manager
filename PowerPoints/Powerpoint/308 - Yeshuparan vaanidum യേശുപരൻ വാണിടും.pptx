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74" r:id="rId3"/>
    <p:sldId id="275" r:id="rId4"/>
    <p:sldId id="277" r:id="rId5"/>
    <p:sldId id="278" r:id="rId6"/>
    <p:sldId id="279" r:id="rId7"/>
    <p:sldId id="280" r:id="rId8"/>
    <p:sldId id="281" r:id="rId9"/>
    <p:sldId id="282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CC78E6-602F-4CCE-AA18-93CC33153B57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A7C1D-6C39-4BC6-8ADD-728D6C043C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94992-E278-41F4-913A-E993A1994192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E638E7-9BB7-471B-9C65-E39C49F932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6766B8-2D50-4F94-AC4B-B3BF232B2642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6EBE6-DFF6-4702-9385-04C1EE6470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F411DC-3ADF-43BE-8E6E-B551201F545E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FDC859-B0CD-40F9-8580-E0B7FABF57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BCEE84-8F95-46A3-8701-1D56F952DD5A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66477C-A79E-4E21-A7A4-8D36F34409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8601B6-D1F2-45B5-A0E3-9BAF4B9860DC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B864D-E5B6-4D98-97F6-DF30B6E4ED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0824D4-C09F-4C3D-BFBC-B52018D61D4E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8CC9E3-E9FC-44DE-9402-5D24D58768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84AB95-D589-4F65-BE98-9B1C1370A8B5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AA7144-55D5-4F22-9F60-04B4C07EA7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E82448-1EDD-413C-A925-5FE6A6CEEEFD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AF8A08-594C-47FB-BD64-97DA6BECB4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B7A84E-AAEE-48A7-AE3B-6257BD2F8737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A32DD6-DEE0-45D9-870F-DFD78176F9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6BE311-57EC-4316-9C3E-396959BB634A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7195A1-9711-499F-96A2-967002194D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C11F8A8-D4A8-4EA0-9C60-8A1D48F537C1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D4C4AEB-195C-4095-8D3C-2638E2901E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80CBE-E1BC-4EC8-BDE3-3F2E3B7BA0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308</a:t>
            </a:r>
            <a:br>
              <a:rPr lang="en-US" dirty="0"/>
            </a:br>
            <a:r>
              <a:rPr lang="ml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യേശുപരൻ വാണിടും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E73B2E-197F-40B6-A5BF-54B17BABE1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fi-FI" sz="4000" b="1" dirty="0">
                <a:solidFill>
                  <a:srgbClr val="002060"/>
                </a:solidFill>
              </a:rPr>
              <a:t>Yeshu paran vaanhidum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AEF1C4-5D14-4843-AA8C-A2E7F03ED5C8}"/>
              </a:ext>
            </a:extLst>
          </p:cNvPr>
          <p:cNvSpPr/>
          <p:nvPr/>
        </p:nvSpPr>
        <p:spPr>
          <a:xfrm>
            <a:off x="2286000" y="4692134"/>
            <a:ext cx="2262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(മോശവത്സലം)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C55D86-7CDB-428B-847D-3F0FF52A6C57}"/>
              </a:ext>
            </a:extLst>
          </p:cNvPr>
          <p:cNvSpPr/>
          <p:nvPr/>
        </p:nvSpPr>
        <p:spPr>
          <a:xfrm>
            <a:off x="7772400" y="4692134"/>
            <a:ext cx="23342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(</a:t>
            </a:r>
            <a:r>
              <a:rPr lang="en-US" sz="2000" b="1" dirty="0" err="1">
                <a:solidFill>
                  <a:schemeClr val="accent2"/>
                </a:solidFill>
              </a:rPr>
              <a:t>Moshavatsalam</a:t>
            </a:r>
            <a:r>
              <a:rPr lang="en-US" sz="2000" b="1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81754596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47346"/>
            <a:ext cx="12192000" cy="1905000"/>
          </a:xfrm>
        </p:spPr>
        <p:txBody>
          <a:bodyPr anchor="t"/>
          <a:lstStyle/>
          <a:p>
            <a:pPr defTabSz="457200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യേശുപരൻ വാണി-ടും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പാരിൽ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എന്നും മഹാ രാജനായ്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 യേശു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A6DCB3-928C-40E0-88C4-9E9A4DAFB414}"/>
              </a:ext>
            </a:extLst>
          </p:cNvPr>
          <p:cNvSpPr/>
          <p:nvPr/>
        </p:nvSpPr>
        <p:spPr>
          <a:xfrm>
            <a:off x="0" y="3381078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i-FI" sz="3600" b="1" dirty="0">
                <a:solidFill>
                  <a:srgbClr val="002060"/>
                </a:solidFill>
                <a:latin typeface="+mn-lt"/>
              </a:rPr>
              <a:t>Yeshu paran vaanhee-dum paaril </a:t>
            </a:r>
          </a:p>
          <a:p>
            <a:pPr algn="ctr">
              <a:lnSpc>
                <a:spcPct val="150000"/>
              </a:lnSpc>
            </a:pPr>
            <a:r>
              <a:rPr lang="fi-FI" sz="3600" b="1" dirty="0">
                <a:solidFill>
                  <a:srgbClr val="002060"/>
                </a:solidFill>
                <a:latin typeface="+mn-lt"/>
              </a:rPr>
              <a:t>Ennum mahaa raajanaayi 	-yeshu… 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8488783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90146"/>
            <a:ext cx="12192000" cy="2586454"/>
          </a:xfrm>
        </p:spPr>
        <p:txBody>
          <a:bodyPr anchor="t"/>
          <a:lstStyle/>
          <a:p>
            <a:pPr algn="l" defTabSz="457200">
              <a:lnSpc>
                <a:spcPct val="110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യേശുപരൻ വാണീടും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എന്നും വാണീടും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ഈ സൂര്യ ചന്ദ്രന്മാരും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തീരെ ഇല്ലാതെ പോയെന്നാലും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A6DCB3-928C-40E0-88C4-9E9A4DAFB414}"/>
              </a:ext>
            </a:extLst>
          </p:cNvPr>
          <p:cNvSpPr/>
          <p:nvPr/>
        </p:nvSpPr>
        <p:spPr>
          <a:xfrm>
            <a:off x="0" y="3759608"/>
            <a:ext cx="10820400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Yeshu paran vaanheedum </a:t>
            </a:r>
          </a:p>
          <a:p>
            <a:pPr algn="r">
              <a:lnSpc>
                <a:spcPct val="110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Yeshu ennum vaanheedum </a:t>
            </a:r>
          </a:p>
          <a:p>
            <a:pPr algn="r">
              <a:lnSpc>
                <a:spcPct val="110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Ee surya chandranmaarum </a:t>
            </a:r>
          </a:p>
          <a:p>
            <a:pPr algn="r">
              <a:lnSpc>
                <a:spcPct val="110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Theere illaathe poyennaalum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F5D722-57C1-4030-96B4-656F27215D76}"/>
              </a:ext>
            </a:extLst>
          </p:cNvPr>
          <p:cNvSpPr/>
          <p:nvPr/>
        </p:nvSpPr>
        <p:spPr>
          <a:xfrm>
            <a:off x="0" y="3140334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യേശുപരൻ വാണി-ടുംപാരിൽ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എന്നും മഹാരാജനായ്</a:t>
            </a: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112FF-81EC-4790-9037-A083E80F3E93}"/>
              </a:ext>
            </a:extLst>
          </p:cNvPr>
          <p:cNvSpPr/>
          <p:nvPr/>
        </p:nvSpPr>
        <p:spPr>
          <a:xfrm>
            <a:off x="0" y="6096000"/>
            <a:ext cx="11885612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i-FI" sz="3400" b="1" dirty="0">
                <a:solidFill>
                  <a:srgbClr val="0070C0"/>
                </a:solidFill>
                <a:latin typeface="Calibri"/>
              </a:rPr>
              <a:t>Yeshu paran vaanhee-dum paaril Ennum mahaa raajanaayi </a:t>
            </a:r>
            <a:endParaRPr lang="en-US" sz="3400" b="1" dirty="0">
              <a:solidFill>
                <a:srgbClr val="0070C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966413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90146"/>
            <a:ext cx="12192000" cy="2586454"/>
          </a:xfrm>
        </p:spPr>
        <p:txBody>
          <a:bodyPr anchor="t"/>
          <a:lstStyle/>
          <a:p>
            <a:pPr algn="l" defTabSz="457200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വൻ കരകളിന്മേലും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വലിയ രാജ്യങ്ങൾ മേലും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മാലോകർ എവർമേലും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ദൂരെ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ദ്വീപാന്തരങ്ങൾ മേലും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A6DCB3-928C-40E0-88C4-9E9A4DAFB414}"/>
              </a:ext>
            </a:extLst>
          </p:cNvPr>
          <p:cNvSpPr/>
          <p:nvPr/>
        </p:nvSpPr>
        <p:spPr>
          <a:xfrm>
            <a:off x="0" y="3759608"/>
            <a:ext cx="10820400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Vaan karakalhin melum </a:t>
            </a:r>
          </a:p>
          <a:p>
            <a:pPr algn="r">
              <a:lnSpc>
                <a:spcPct val="110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Vailiya raajyangalhmelum </a:t>
            </a:r>
          </a:p>
          <a:p>
            <a:pPr algn="r">
              <a:lnSpc>
                <a:spcPct val="110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Maalokar evarmelum - doore </a:t>
            </a:r>
          </a:p>
          <a:p>
            <a:pPr algn="r">
              <a:lnSpc>
                <a:spcPct val="110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Dweepaa-ntharangalhmelum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F5D722-57C1-4030-96B4-656F27215D76}"/>
              </a:ext>
            </a:extLst>
          </p:cNvPr>
          <p:cNvSpPr/>
          <p:nvPr/>
        </p:nvSpPr>
        <p:spPr>
          <a:xfrm>
            <a:off x="0" y="3140334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യേശുപരൻ വാണി-ടുംപാരിൽ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എന്നും മഹാരാജനായ്</a:t>
            </a: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112FF-81EC-4790-9037-A083E80F3E93}"/>
              </a:ext>
            </a:extLst>
          </p:cNvPr>
          <p:cNvSpPr/>
          <p:nvPr/>
        </p:nvSpPr>
        <p:spPr>
          <a:xfrm>
            <a:off x="0" y="6096000"/>
            <a:ext cx="11885612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i-FI" sz="3400" b="1" dirty="0">
                <a:solidFill>
                  <a:srgbClr val="0070C0"/>
                </a:solidFill>
                <a:latin typeface="Calibri"/>
              </a:rPr>
              <a:t>Yeshu paran vaanhee-dum paaril Ennum mahaa raajanaayi </a:t>
            </a:r>
            <a:endParaRPr lang="en-US" sz="3400" b="1" dirty="0">
              <a:solidFill>
                <a:srgbClr val="0070C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0912182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90146"/>
            <a:ext cx="12192000" cy="2586454"/>
          </a:xfrm>
        </p:spPr>
        <p:txBody>
          <a:bodyPr anchor="t"/>
          <a:lstStyle/>
          <a:p>
            <a:pPr algn="l" defTabSz="457200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ഏതു ജാതികൾ മേലും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നീതി പാലനം ചെയ്യും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സർവ്വ കുലങ്ങൾ മേലും പാരിൽ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സകല ഭാഷക്കാർ മേലും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A6DCB3-928C-40E0-88C4-9E9A4DAFB414}"/>
              </a:ext>
            </a:extLst>
          </p:cNvPr>
          <p:cNvSpPr/>
          <p:nvPr/>
        </p:nvSpPr>
        <p:spPr>
          <a:xfrm>
            <a:off x="0" y="3759608"/>
            <a:ext cx="10820400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Ethu jaathikalh melum </a:t>
            </a:r>
          </a:p>
          <a:p>
            <a:pPr algn="r">
              <a:lnSpc>
                <a:spcPct val="110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Neethi paalanam cheyyum </a:t>
            </a:r>
          </a:p>
          <a:p>
            <a:pPr algn="r">
              <a:lnSpc>
                <a:spcPct val="110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Sarvva kulangalh melum Paaril </a:t>
            </a:r>
          </a:p>
          <a:p>
            <a:pPr algn="r">
              <a:lnSpc>
                <a:spcPct val="110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sakala bhaashakkaar melum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F5D722-57C1-4030-96B4-656F27215D76}"/>
              </a:ext>
            </a:extLst>
          </p:cNvPr>
          <p:cNvSpPr/>
          <p:nvPr/>
        </p:nvSpPr>
        <p:spPr>
          <a:xfrm>
            <a:off x="0" y="3140334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യേശുപരൻ വാണി-ടുംപാരിൽ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എന്നും മഹാരാജനായ്</a:t>
            </a: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112FF-81EC-4790-9037-A083E80F3E93}"/>
              </a:ext>
            </a:extLst>
          </p:cNvPr>
          <p:cNvSpPr/>
          <p:nvPr/>
        </p:nvSpPr>
        <p:spPr>
          <a:xfrm>
            <a:off x="0" y="6096000"/>
            <a:ext cx="11885612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i-FI" sz="3400" b="1" dirty="0">
                <a:solidFill>
                  <a:srgbClr val="0070C0"/>
                </a:solidFill>
                <a:latin typeface="Calibri"/>
              </a:rPr>
              <a:t>Yeshu paran vaanhee-dum paaril Ennum mahaa raajanaayi </a:t>
            </a:r>
            <a:endParaRPr lang="en-US" sz="3400" b="1" dirty="0">
              <a:solidFill>
                <a:srgbClr val="0070C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717433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90146"/>
            <a:ext cx="12192000" cy="2586454"/>
          </a:xfrm>
        </p:spPr>
        <p:txBody>
          <a:bodyPr anchor="t"/>
          <a:lstStyle/>
          <a:p>
            <a:pPr algn="l" defTabSz="457200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രാജർ പ്രഭുക്കൾ ചക്ര-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വർത്തികൾ സകലരും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രാജാധിരാജൻ മുമ്പിൽ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വീണു വണങ്ങി കുമ്പിട്ടുനിൽക്കും 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A6DCB3-928C-40E0-88C4-9E9A4DAFB414}"/>
              </a:ext>
            </a:extLst>
          </p:cNvPr>
          <p:cNvSpPr/>
          <p:nvPr/>
        </p:nvSpPr>
        <p:spPr>
          <a:xfrm>
            <a:off x="0" y="3759608"/>
            <a:ext cx="10820400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Raajar prabhukkalh chakrra-</a:t>
            </a:r>
          </a:p>
          <a:p>
            <a:pPr algn="r">
              <a:lnSpc>
                <a:spcPct val="110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Varthikalh sakalarum </a:t>
            </a:r>
          </a:p>
          <a:p>
            <a:pPr algn="r">
              <a:lnSpc>
                <a:spcPct val="110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Raajaathi raajan mumpil </a:t>
            </a:r>
          </a:p>
          <a:p>
            <a:pPr algn="r">
              <a:lnSpc>
                <a:spcPct val="110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Veenhu vanhangi kumpittu niikkum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F5D722-57C1-4030-96B4-656F27215D76}"/>
              </a:ext>
            </a:extLst>
          </p:cNvPr>
          <p:cNvSpPr/>
          <p:nvPr/>
        </p:nvSpPr>
        <p:spPr>
          <a:xfrm>
            <a:off x="0" y="3140334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യേശുപരൻ വാണി-ടുംപാരിൽ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എന്നും മഹാരാജനായ്</a:t>
            </a: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112FF-81EC-4790-9037-A083E80F3E93}"/>
              </a:ext>
            </a:extLst>
          </p:cNvPr>
          <p:cNvSpPr/>
          <p:nvPr/>
        </p:nvSpPr>
        <p:spPr>
          <a:xfrm>
            <a:off x="0" y="6096000"/>
            <a:ext cx="11885612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i-FI" sz="3400" b="1" dirty="0">
                <a:solidFill>
                  <a:srgbClr val="0070C0"/>
                </a:solidFill>
                <a:latin typeface="Calibri"/>
              </a:rPr>
              <a:t>Yeshu paran vaanhee-dum paaril Ennum mahaa raajanaayi </a:t>
            </a:r>
            <a:endParaRPr lang="en-US" sz="3400" b="1" dirty="0">
              <a:solidFill>
                <a:srgbClr val="0070C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8392553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90146"/>
            <a:ext cx="12192000" cy="2586454"/>
          </a:xfrm>
        </p:spPr>
        <p:txBody>
          <a:bodyPr anchor="t"/>
          <a:lstStyle/>
          <a:p>
            <a:pPr algn="l" defTabSz="457200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സത്യ സുവിശേഷത്തിൻ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സാധു കൽപന പോലെ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സകല രാജാക്കന്മാരും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ചെയ്യും നീതി വസിച്ചിടും എങ്ങും 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A6DCB3-928C-40E0-88C4-9E9A4DAFB414}"/>
              </a:ext>
            </a:extLst>
          </p:cNvPr>
          <p:cNvSpPr/>
          <p:nvPr/>
        </p:nvSpPr>
        <p:spPr>
          <a:xfrm>
            <a:off x="0" y="3759608"/>
            <a:ext cx="10820400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Sathya suvisheshaththin </a:t>
            </a:r>
          </a:p>
          <a:p>
            <a:pPr algn="r">
              <a:lnSpc>
                <a:spcPct val="110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Saadhu kalpana pole </a:t>
            </a:r>
          </a:p>
          <a:p>
            <a:pPr algn="r">
              <a:lnSpc>
                <a:spcPct val="110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Sakala raajaakkanmaarum </a:t>
            </a:r>
          </a:p>
          <a:p>
            <a:pPr algn="r">
              <a:lnSpc>
                <a:spcPct val="110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Cheiyyum neethi vasichidum engum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F5D722-57C1-4030-96B4-656F27215D76}"/>
              </a:ext>
            </a:extLst>
          </p:cNvPr>
          <p:cNvSpPr/>
          <p:nvPr/>
        </p:nvSpPr>
        <p:spPr>
          <a:xfrm>
            <a:off x="0" y="3140334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യേശുപരൻ വാണി-ടുംപാരിൽ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എന്നും മഹാരാജനായ്</a:t>
            </a: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112FF-81EC-4790-9037-A083E80F3E93}"/>
              </a:ext>
            </a:extLst>
          </p:cNvPr>
          <p:cNvSpPr/>
          <p:nvPr/>
        </p:nvSpPr>
        <p:spPr>
          <a:xfrm>
            <a:off x="0" y="6096000"/>
            <a:ext cx="11885612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i-FI" sz="3400" b="1" dirty="0">
                <a:solidFill>
                  <a:srgbClr val="0070C0"/>
                </a:solidFill>
                <a:latin typeface="Calibri"/>
              </a:rPr>
              <a:t>Yeshu paran vaanhee-dum paaril Ennum mahaa raajanaayi </a:t>
            </a:r>
            <a:endParaRPr lang="en-US" sz="3400" b="1" dirty="0">
              <a:solidFill>
                <a:srgbClr val="0070C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383914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90146"/>
            <a:ext cx="12192000" cy="2586454"/>
          </a:xfrm>
        </p:spPr>
        <p:txBody>
          <a:bodyPr anchor="t"/>
          <a:lstStyle/>
          <a:p>
            <a:pPr algn="l" defTabSz="457200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6	കുറ്റം ശിക്ഷകളില്ല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ഗുണമല്ലാതൊന്നും ഇല്ല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കൊണ്ടാടും ലോകരെല്ലാം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യേശു ഏക ചക്രവർത്തിയാം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A6DCB3-928C-40E0-88C4-9E9A4DAFB414}"/>
              </a:ext>
            </a:extLst>
          </p:cNvPr>
          <p:cNvSpPr/>
          <p:nvPr/>
        </p:nvSpPr>
        <p:spPr>
          <a:xfrm>
            <a:off x="0" y="3759608"/>
            <a:ext cx="10820400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Kuttham shikshakalhilla </a:t>
            </a:r>
          </a:p>
          <a:p>
            <a:pPr algn="r">
              <a:lnSpc>
                <a:spcPct val="110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Gunham allaathonnum illa </a:t>
            </a:r>
          </a:p>
          <a:p>
            <a:pPr algn="r">
              <a:lnSpc>
                <a:spcPct val="110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Kondaadum lokarellaam </a:t>
            </a:r>
          </a:p>
          <a:p>
            <a:pPr algn="r">
              <a:lnSpc>
                <a:spcPct val="110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Yeshu eka chakrravarththiyaam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F5D722-57C1-4030-96B4-656F27215D76}"/>
              </a:ext>
            </a:extLst>
          </p:cNvPr>
          <p:cNvSpPr/>
          <p:nvPr/>
        </p:nvSpPr>
        <p:spPr>
          <a:xfrm>
            <a:off x="0" y="3140334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യേശുപരൻ വാണി-ടുംപാരിൽ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എന്നും മഹാരാജനായ്</a:t>
            </a: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112FF-81EC-4790-9037-A083E80F3E93}"/>
              </a:ext>
            </a:extLst>
          </p:cNvPr>
          <p:cNvSpPr/>
          <p:nvPr/>
        </p:nvSpPr>
        <p:spPr>
          <a:xfrm>
            <a:off x="0" y="6096000"/>
            <a:ext cx="11885612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i-FI" sz="3400" b="1" dirty="0">
                <a:solidFill>
                  <a:srgbClr val="0070C0"/>
                </a:solidFill>
                <a:latin typeface="Calibri"/>
              </a:rPr>
              <a:t>Yeshu paran vaanhee-dum paaril Ennum mahaa raajanaayi </a:t>
            </a:r>
            <a:endParaRPr lang="en-US" sz="3400" b="1" dirty="0">
              <a:solidFill>
                <a:srgbClr val="0070C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542866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90146"/>
            <a:ext cx="12192000" cy="2586454"/>
          </a:xfrm>
        </p:spPr>
        <p:txBody>
          <a:bodyPr anchor="t"/>
          <a:lstStyle/>
          <a:p>
            <a:pPr algn="l" defTabSz="457200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7	സന്ധ്യയുഷസ്സുകളിൻ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സകല ദേശത്തുള്ളോരും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സംഗീതം യേശു </a:t>
            </a:r>
            <a:r>
              <a:rPr lang="ml-IN" sz="3400" b="1" dirty="0">
                <a:latin typeface="Kartika" panose="02020503030404060203" pitchFamily="18" charset="0"/>
              </a:rPr>
              <a:t>പാരിൽ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പാടിവന്ദനം ചെയ്യും എന്നും 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A6DCB3-928C-40E0-88C4-9E9A4DAFB414}"/>
              </a:ext>
            </a:extLst>
          </p:cNvPr>
          <p:cNvSpPr/>
          <p:nvPr/>
        </p:nvSpPr>
        <p:spPr>
          <a:xfrm>
            <a:off x="0" y="3759608"/>
            <a:ext cx="10820400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Sandhya-yushassukalhil</a:t>
            </a:r>
          </a:p>
          <a:p>
            <a:pPr algn="r">
              <a:lnSpc>
                <a:spcPct val="110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Sakala deshaththullhorum </a:t>
            </a:r>
          </a:p>
          <a:p>
            <a:pPr algn="r">
              <a:lnSpc>
                <a:spcPct val="110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Sangeetham yeshu paaril </a:t>
            </a:r>
          </a:p>
          <a:p>
            <a:pPr algn="r">
              <a:lnSpc>
                <a:spcPct val="110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Paadi vandanam cheiyum ennum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F5D722-57C1-4030-96B4-656F27215D76}"/>
              </a:ext>
            </a:extLst>
          </p:cNvPr>
          <p:cNvSpPr/>
          <p:nvPr/>
        </p:nvSpPr>
        <p:spPr>
          <a:xfrm>
            <a:off x="0" y="3140334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യേശുപരൻ വാണി-ടുംപാരിൽ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എന്നും മഹാരാജനായ്</a:t>
            </a: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112FF-81EC-4790-9037-A083E80F3E93}"/>
              </a:ext>
            </a:extLst>
          </p:cNvPr>
          <p:cNvSpPr/>
          <p:nvPr/>
        </p:nvSpPr>
        <p:spPr>
          <a:xfrm>
            <a:off x="0" y="6096000"/>
            <a:ext cx="11885612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i-FI" sz="3400" b="1" dirty="0">
                <a:solidFill>
                  <a:srgbClr val="0070C0"/>
                </a:solidFill>
                <a:latin typeface="Calibri"/>
              </a:rPr>
              <a:t>Yeshu paran vaanhee-dum paaril Ennum mahaa raajanaayi </a:t>
            </a:r>
            <a:endParaRPr lang="en-US" sz="3400" b="1" dirty="0">
              <a:solidFill>
                <a:srgbClr val="0070C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197781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</TotalTime>
  <Words>190</Words>
  <Application>Microsoft Office PowerPoint</Application>
  <PresentationFormat>Widescreen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308 യേശുപരൻ വാണിടും</vt:lpstr>
      <vt:lpstr>യേശുപരൻ വാണി-ടും പാരിൽ എന്നും മഹാ രാജനായ് - യേശു</vt:lpstr>
      <vt:lpstr>1 യേശുപരൻ വാണീടും  യേശു എന്നും വാണീടും  ഈ സൂര്യ ചന്ദ്രന്മാരും  തീരെ ഇല്ലാതെ പോയെന്നാലും</vt:lpstr>
      <vt:lpstr>2 വൻ കരകളിന്മേലും  വലിയ രാജ്യങ്ങൾ മേലും  മാലോകർ എവർമേലും - ദൂരെ  ദ്വീപാന്തരങ്ങൾ മേലും  </vt:lpstr>
      <vt:lpstr>3 ഏതു ജാതികൾ മേലും  നീതി പാലനം ചെയ്യും   സർവ്വ കുലങ്ങൾ മേലും പാരിൽ   സകല ഭാഷക്കാർ മേലും</vt:lpstr>
      <vt:lpstr>4 രാജർ പ്രഭുക്കൾ ചക്ര-  വർത്തികൾ സകലരും  രാജാധിരാജൻ മുമ്പിൽ  വീണു വണങ്ങി കുമ്പിട്ടുനിൽക്കും </vt:lpstr>
      <vt:lpstr>5 സത്യ സുവിശേഷത്തിൻ  സാധു കൽപന പോലെ  സകല രാജാക്കന്മാരും  ചെയ്യും നീതി വസിച്ചിടും എങ്ങും </vt:lpstr>
      <vt:lpstr>6 കുറ്റം ശിക്ഷകളില്ല  ഗുണമല്ലാതൊന്നും ഇല്ല  കൊണ്ടാടും ലോകരെല്ലാം  യേശു ഏക ചക്രവർത്തിയാം</vt:lpstr>
      <vt:lpstr>7 സന്ധ്യയുഷസ്സുകളിൻ  സകല ദേശത്തുള്ളോരും  സംഗീതം യേശു പാരിൽ  പാടിവന്ദനം ചെയ്യും എന്നും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Yeshuparan vaanidum</dc:title>
  <dc:creator>Digital Input:; GM JOHN; Acsah Mathews</dc:creator>
  <cp:lastModifiedBy>Acsah Mathews</cp:lastModifiedBy>
  <cp:revision>193</cp:revision>
  <dcterms:created xsi:type="dcterms:W3CDTF">2013-04-19T09:19:07Z</dcterms:created>
  <dcterms:modified xsi:type="dcterms:W3CDTF">2018-11-16T18:43:23Z</dcterms:modified>
</cp:coreProperties>
</file>