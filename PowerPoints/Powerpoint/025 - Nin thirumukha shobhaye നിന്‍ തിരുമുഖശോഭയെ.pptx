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2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3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7CCD9-8EA3-4CF6-A4E4-8C76D1CDA25D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C259C-6A41-478E-9B5F-1ABD6C9C99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7634C-87AB-40A6-8C96-1ED0A4FF2686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D227A-8AC3-4680-B0FB-A6DE33E266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14B86-E2D3-4AA4-84F4-94B1B720766B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558CA-130A-453B-BDBA-EE5EAF5B9A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5E9B6-5704-4324-9B8B-060EE6667416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95A37-A995-4578-89F9-958747EF06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0B21F-10D8-41A9-8715-7C17393B4B8A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AE863-867F-4B9F-9144-F9AFC7BBA7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82947-04A0-4FCC-BAF5-850B95D31E76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0F374-1A60-4042-B675-A497C8141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B751D-4BB3-45B9-B67F-2A0300103BD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4F248-CBDC-42BF-91AC-8EFA53D97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30861-6A8A-4C0B-8FD6-A81509C9296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D62D3-226C-4A2D-A0E2-A75B8032E3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F89C7-E6BA-4CAE-955D-D87636F7755F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627C0-1E3B-4B22-9885-267281BD54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F4B2-BB2E-456D-B730-4B755BCF0A0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3AA19D-B185-42E4-85C7-F75094B5BF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1FFF2-67BB-4C82-9E76-B065322D870F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B0495F-4C62-407A-872A-EA86B23EAE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98A12C2-9DCF-4752-8794-72D16C6E8701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5239D4B-3F3E-44EC-8632-4E9DD95D44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AB0E-C1C3-4D4E-B0F1-29B5871208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നിന്‍ തിരുമുഖശോഭയെ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F0D27-C699-44C5-9601-9A5CDE76D3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Nin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</a:rPr>
              <a:t>Thiru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</a:rPr>
              <a:t>mukha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</a:rPr>
              <a:t>shobhayé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6856300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2422" y="461964"/>
            <a:ext cx="11963400" cy="3271836"/>
          </a:xfrm>
        </p:spPr>
        <p:txBody>
          <a:bodyPr anchor="t"/>
          <a:lstStyle/>
          <a:p>
            <a:pPr algn="l" defTabSz="461963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തിരുമുഖശോഭയെ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ദിനംതോറുമേ കാണേണമേ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... നിൻ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നിന്‍ തങ്കമുഖം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ആശ ദാസന്നേകുമേ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ദിനംതോറുമേ കാണേണമേ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കണ്ടിടുമ്പോളുണ്ടെനിക്കു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വേണ്ടുവോളമാശ്രയം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ദിനംതോറുമേ കാണേണമേ     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 flipH="1">
            <a:off x="11201401" y="0"/>
            <a:ext cx="990599" cy="33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8AD0F-ACCE-4025-92C4-63BDEFA9B68C}"/>
              </a:ext>
            </a:extLst>
          </p:cNvPr>
          <p:cNvSpPr/>
          <p:nvPr/>
        </p:nvSpPr>
        <p:spPr>
          <a:xfrm>
            <a:off x="228600" y="4003801"/>
            <a:ext cx="1196340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mukha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Nin… 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514350" indent="-514350">
              <a:buAutoNum type="arabicPeriod"/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thanka-mukham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Aashaadaasaneykumey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 -Nin... 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Kandidumbôlh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undenikku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vènduvôlhamaashrayam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 -Nin...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671514"/>
            <a:ext cx="11963400" cy="2852736"/>
          </a:xfrm>
        </p:spPr>
        <p:txBody>
          <a:bodyPr anchor="t"/>
          <a:lstStyle/>
          <a:p>
            <a:pPr algn="l" defTabSz="461963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തിരുമുഖശോഭയെ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ദിനംതോറുമേ കാണേണമേ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... നിൻ </a:t>
            </a: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</a:rPr>
              <a:t>എന്നിലുണര്‍വ്വുണ്ടഹോ!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</a:rPr>
              <a:t>നിന്‍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</a:rPr>
              <a:t>കണ്ണില്‍ നോക്കുന്നുടനെ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ദിനംതോറുമേ കാണേണമേ</a:t>
            </a:r>
            <a:br>
              <a:rPr lang="en-US" sz="11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1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</a:rPr>
              <a:t>യേശു ജീവിക്കുന്നതാലീ</a:t>
            </a:r>
            <a:r>
              <a:rPr lang="en-US" sz="3000" b="1" dirty="0">
                <a:latin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</a:rPr>
              <a:t>ദാസന്‍ ജീവിച്ചിടുമേ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ദിനംതോറുമേ കാണേണമേ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  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8AD0F-ACCE-4025-92C4-63BDEFA9B68C}"/>
              </a:ext>
            </a:extLst>
          </p:cNvPr>
          <p:cNvSpPr/>
          <p:nvPr/>
        </p:nvSpPr>
        <p:spPr>
          <a:xfrm>
            <a:off x="228600" y="3733800"/>
            <a:ext cx="1196340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mukha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Nin… 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Ennilunharvundaho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kannhilnokkunnudaney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-Nin...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jeevi-kkunnathaalee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jeevichcheedumey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-Nin...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7D373D5-F923-4413-AD86-A59C34B5D40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201401" y="0"/>
            <a:ext cx="990599" cy="33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2818178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85822" cy="3271836"/>
          </a:xfrm>
        </p:spPr>
        <p:txBody>
          <a:bodyPr anchor="t"/>
          <a:lstStyle/>
          <a:p>
            <a:pPr algn="l" defTabSz="461963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തിരുമുഖശോഭയെ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ദിനംതോറുമേ കാണേണമേ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... നിൻ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5	ശക്തി എന്നില്‍ പെരുകുന്നു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നിന്‍ ശക്തിയേറുമാവിയാല്‍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ദിനംതോറുമേ കാണേണമേ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  <a:t>       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29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ഉള്ളമെന്നില്‍ ജ്വലിച്ചീടും</a:t>
            </a:r>
            <a:r>
              <a:rPr lang="en-US" sz="29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9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ഉള്ളിന്‍</a:t>
            </a:r>
            <a:r>
              <a:rPr lang="en-US" sz="29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9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സ്നേഹമോര്‍ത്തങ്ങു</a:t>
            </a:r>
            <a:br>
              <a:rPr lang="ml-IN" sz="29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9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9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 തോറുമേ കാണേണമേ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   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8AD0F-ACCE-4025-92C4-63BDEFA9B68C}"/>
              </a:ext>
            </a:extLst>
          </p:cNvPr>
          <p:cNvSpPr/>
          <p:nvPr/>
        </p:nvSpPr>
        <p:spPr>
          <a:xfrm>
            <a:off x="228600" y="3950256"/>
            <a:ext cx="1196340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mukha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Nin… 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Shakthi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perukunnu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shakthiyerumaaviyaal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-Nin...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Ullhamennil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jwalichcheedum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snehamorthangu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 -Nin...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5BC5569-BAFB-4FC4-B0EB-9C5A6866E2D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201401" y="0"/>
            <a:ext cx="990599" cy="33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6148991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85822" cy="3035856"/>
          </a:xfrm>
        </p:spPr>
        <p:txBody>
          <a:bodyPr anchor="t"/>
          <a:lstStyle/>
          <a:p>
            <a:pPr algn="l" defTabSz="461963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തിരുമുഖശോഭയെ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ദിനംതോറുമേ കാണേണമേ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... നിൻ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7	പാപസ്നേഹം പരിത്യജിപ്പാന്‍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പാപഹാരി നാഥനെ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ദിനംതോറുമേ കാണേണമേ 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  <a:t>       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8	ദൈവ സ്നേഹം പെരുകിടുവാന്‍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ദൈവദാനമേകുക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ദിനംതോറുമേ കാണേണമേ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   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8AD0F-ACCE-4025-92C4-63BDEFA9B68C}"/>
              </a:ext>
            </a:extLst>
          </p:cNvPr>
          <p:cNvSpPr/>
          <p:nvPr/>
        </p:nvSpPr>
        <p:spPr>
          <a:xfrm>
            <a:off x="228600" y="3950256"/>
            <a:ext cx="1196340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mukha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Nin… 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Paapasneham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parithyajippaan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paapahaari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 -Nin...</a:t>
            </a:r>
          </a:p>
          <a:p>
            <a:endParaRPr lang="en-US" sz="1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Daivasneham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perukeeduvaan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daanamèkuka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-Nin...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DE710BB-62DE-46E6-8B45-BA7A3ED5463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201401" y="0"/>
            <a:ext cx="990599" cy="33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70591044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178" y="688182"/>
            <a:ext cx="12185822" cy="3035856"/>
          </a:xfrm>
        </p:spPr>
        <p:txBody>
          <a:bodyPr anchor="t"/>
          <a:lstStyle/>
          <a:p>
            <a:pPr algn="l" defTabSz="461963"/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തിരുമുഖശോഭയെ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ദിനംതോറുമേ കാണേണമേ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... നിൻ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       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9	തേജോമയനാം നിന്‍ ശോഭ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തേജസ്സോടരുൾ ദേവാ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ദിനംതോറുമേ കാണേണമേ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8AD0F-ACCE-4025-92C4-63BDEFA9B68C}"/>
              </a:ext>
            </a:extLst>
          </p:cNvPr>
          <p:cNvSpPr/>
          <p:nvPr/>
        </p:nvSpPr>
        <p:spPr>
          <a:xfrm>
            <a:off x="228600" y="3950256"/>
            <a:ext cx="11963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mukha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Nin… </a:t>
            </a: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9.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Thèjomayanaam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thèjassodarulh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kaanhenhamey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-Nin...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4C26CD9-77CC-48E3-A088-FC49B0FEA9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201401" y="0"/>
            <a:ext cx="990599" cy="33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141203802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139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25 നിന്‍ തിരുമുഖശോഭയെ</vt:lpstr>
      <vt:lpstr>നിന്‍ തിരുമുഖശോഭയെ ദിനംതോറുമേ കാണേണമേ ... നിൻ   1 യേശുവേ നിന്‍ തങ്കമുഖം  ആശ ദാസന്നേകുമേ  ദിനംതോറുമേ കാണേണമേ  2 കണ്ടിടുമ്പോളുണ്ടെനിക്കു -  വേണ്ടുവോളമാശ്രയം  ദിനംതോറുമേ കാണേണമേ     </vt:lpstr>
      <vt:lpstr>നിന്‍ തിരുമുഖശോഭയെ ദിനംതോറുമേ കാണേണമേ ... നിൻ   3 എന്നിലുണര്‍വ്വുണ്ടഹോ!  നിന്‍ - കണ്ണില്‍ നോക്കുന്നുടനെ  ദിനംതോറുമേ കാണേണമേ  4 യേശു ജീവിക്കുന്നതാലീ - ദാസന്‍ ജീവിച്ചിടുമേ  ദിനംതോറുമേ കാണേണമേ   </vt:lpstr>
      <vt:lpstr>നിന്‍ തിരുമുഖശോഭയെ ദിനംതോറുമേ കാണേണമേ ... നിൻ   5 ശക്തി എന്നില്‍ പെരുകുന്നു  നിന്‍ ശക്തിയേറുമാവിയാല്‍  ദിനംതോറുമേ കാണേണമേ          6 ഉള്ളമെന്നില്‍ ജ്വലിച്ചീടും നിന്‍ ഉള്ളിന്‍ സ്നേഹമോര്‍ത്തങ്ങു  ദിനം തോറുമേ കാണേണമേ   </vt:lpstr>
      <vt:lpstr>നിന്‍ തിരുമുഖശോഭയെ ദിനംതോറുമേ കാണേണമേ ... നിൻ   7 പാപസ്നേഹം പരിത്യജിപ്പാന്‍ പാപഹാരി നാഥനെ  ദിനംതോറുമേ കാണേണമേ           8 ദൈവ സ്നേഹം പെരുകിടുവാന്‍ ദൈവദാനമേകുക  ദിനംതോറുമേ കാണേണമേ   </vt:lpstr>
      <vt:lpstr> നിന്‍ തിരുമുഖശോഭയെ ദിനംതോറുമേ കാണേണമേ ... നിൻ           9 തേജോമയനാം നിന്‍ ശോഭ തേജസ്സോടരുൾ ദേവാ  ദിനംതോറുമേ കാണേണമേ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thirumukha shobhaye</dc:title>
  <dc:creator>Digital Input:;GM JOHN</dc:creator>
  <cp:lastModifiedBy>Acsah Mathews</cp:lastModifiedBy>
  <cp:revision>152</cp:revision>
  <dcterms:created xsi:type="dcterms:W3CDTF">2013-04-19T09:19:07Z</dcterms:created>
  <dcterms:modified xsi:type="dcterms:W3CDTF">2018-10-25T15:39:37Z</dcterms:modified>
</cp:coreProperties>
</file>