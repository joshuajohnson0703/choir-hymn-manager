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A535-4B44-4882-8175-CEE826ED1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DAD25-9358-47AF-BF12-DDBE9E20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95C1B-FC37-44A3-80D4-5DBDE0623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E410-2E91-49CA-B3C1-173F9AE5D2D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B8189-4634-4967-9043-921C7E0F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C73A1-C638-4346-96CE-F92839DB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BD199-317D-4BAB-AB63-F7463F8D9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87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5B9B-9839-4792-8A94-42AA7DC4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16803-1B83-42EA-8CB4-24C47FCCB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7CD15-6702-4432-AB71-74012912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E410-2E91-49CA-B3C1-173F9AE5D2D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5DAF2-EE95-42B2-A627-E51F3B662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45381-0767-4289-A349-7C39884E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BD199-317D-4BAB-AB63-F7463F8D9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43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09CC-469A-450F-8BAD-34682BDCC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C67BF-810F-44C8-8D78-7A94A43CD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73D2C-2A60-4A9D-A6C9-8B6BB5418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E410-2E91-49CA-B3C1-173F9AE5D2D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E95F1-E97F-4B18-B5BE-8DFB21EF6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0F163-2C79-4287-87DB-8325BA9F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BD199-317D-4BAB-AB63-F7463F8D9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9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5D69-CA30-4F2C-8804-D64B4719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1E9FA-F176-40D6-BB18-CD6CC000F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E4EB4-74B6-4D6A-97DD-8CD9A13A6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456D2-6B1A-4B57-A83F-A4503EC5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E410-2E91-49CA-B3C1-173F9AE5D2D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EFE50-2727-40EE-A786-899EF4AB6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6E1BC-4FC7-482A-9422-85C4794F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BD199-317D-4BAB-AB63-F7463F8D9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43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56D7D-2DD8-421F-BAA2-0EBD77CB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17072-909C-4E49-90DC-D90878FF2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48B2F-C9E9-4781-84AD-A3D65343C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137AD-0700-4D1F-9A87-24CC3AEFB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5C13C0-3CCB-4549-8792-2883F92F09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9B868E-127C-44B1-AD7D-BDD8BE17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E410-2E91-49CA-B3C1-173F9AE5D2D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17E20-6D95-44A7-8086-613042D1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C91648-A34D-4B5D-866A-7918454B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BD199-317D-4BAB-AB63-F7463F8D9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9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540A-CF50-4D0E-8B33-DC01CE72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DC5E4-CECE-41A2-8791-C2731DEAE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E410-2E91-49CA-B3C1-173F9AE5D2D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BC0E3-A4C0-40AE-AE50-4B015740B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2539D0-362E-4AF3-80B7-6EB2F491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BD199-317D-4BAB-AB63-F7463F8D9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63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EE4CA-92A3-4EA0-9299-491F43558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E410-2E91-49CA-B3C1-173F9AE5D2D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D18254-18EB-447D-B7CF-D5EE34DD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68394-BB63-4ECA-BEBB-19DBA4A2D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BD199-317D-4BAB-AB63-F7463F8D9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76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34A8F-9569-45B8-AAC2-C27119138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B3364-8DA7-4FB0-915D-61FDEEA05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4285A-50AD-4472-948E-7B0497517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A1B72-D168-43D8-B66B-3D8D2913B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E410-2E91-49CA-B3C1-173F9AE5D2D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61F0F-D28B-4B9E-9845-71070DB68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37439-5446-431C-AC5D-4A1136E9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BD199-317D-4BAB-AB63-F7463F8D9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6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CA45-1C64-4E50-9BFE-1593A7E71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7B3DAA-A062-484B-94ED-28D2E0DAB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5FC4B-AAED-4237-BBA2-7151A4B85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EB85B-D22E-4B1A-AC92-2FEEFE9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E410-2E91-49CA-B3C1-173F9AE5D2D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FCBD1-7FC3-4F64-9B21-81B672649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781AC-E793-4D40-9992-C5D83AF1F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BD199-317D-4BAB-AB63-F7463F8D9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44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959A8-2DB6-48FF-BC6A-BAAEBF2E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7CA37-F766-4E04-AD8B-BC83BAA3F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945A6-C5BC-417A-877D-DD180700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E410-2E91-49CA-B3C1-173F9AE5D2D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264F4-73FF-4CEE-B0A7-E3D32B20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ABE1A-8A57-4059-AA41-A17FFC1F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BD199-317D-4BAB-AB63-F7463F8D9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8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91BACF-F740-490A-B088-B32954719E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95E022-1875-44C6-AE1E-62AB339DE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FBCE9-C2DB-474D-9158-1CF5EF4C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E410-2E91-49CA-B3C1-173F9AE5D2D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432C7-E60B-486B-A590-FE7CD59D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E44B9-6875-4172-B8DA-2D3E472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BD199-317D-4BAB-AB63-F7463F8D9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86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AEFAA-E0BE-4173-BAD1-14204184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921B4-8FD0-4E14-8FC1-115B533BD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AB7-A541-49F3-972E-1ADBE19BB7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8E410-2E91-49CA-B3C1-173F9AE5D2D1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CCF36-6ED3-4C2A-A4B7-C04711877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11AC2-D754-4D7B-9BA4-539FC629D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BD199-317D-4BAB-AB63-F7463F8D9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9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5E3EB-F3E7-44F7-A3ED-46E418D10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22363"/>
            <a:ext cx="11605846" cy="2387600"/>
          </a:xfrm>
        </p:spPr>
        <p:txBody>
          <a:bodyPr>
            <a:normAutofit/>
          </a:bodyPr>
          <a:lstStyle/>
          <a:p>
            <a:r>
              <a:rPr lang="en-US" dirty="0"/>
              <a:t>443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ഹല്ലേലൂയ്യാ ഉയിര്‍ത്തേശു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36E68-B2EE-4FDE-AF1E-68664C773E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Hallelujah </a:t>
            </a:r>
            <a:r>
              <a:rPr lang="en-US" sz="4000" b="1" dirty="0" err="1">
                <a:solidFill>
                  <a:srgbClr val="002060"/>
                </a:solidFill>
              </a:rPr>
              <a:t>uyirththeshu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Hallelujah, He is risen </a:t>
            </a:r>
            <a:r>
              <a:rPr lang="en-US" sz="3600" i="1" dirty="0">
                <a:solidFill>
                  <a:srgbClr val="002060"/>
                </a:solidFill>
              </a:rPr>
              <a:t>– P. P. Bliss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3756593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2DB459-BAFC-44C7-ACEC-04842B684896}"/>
              </a:ext>
            </a:extLst>
          </p:cNvPr>
          <p:cNvSpPr txBox="1"/>
          <p:nvPr/>
        </p:nvSpPr>
        <p:spPr>
          <a:xfrm>
            <a:off x="11558954" y="-1"/>
            <a:ext cx="633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443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07EB68-C79C-47D0-AA15-AD785D9EB0DD}"/>
              </a:ext>
            </a:extLst>
          </p:cNvPr>
          <p:cNvSpPr/>
          <p:nvPr/>
        </p:nvSpPr>
        <p:spPr>
          <a:xfrm>
            <a:off x="1" y="87980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/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811415-F080-446E-81E9-9D4ADFAA070F}"/>
              </a:ext>
            </a:extLst>
          </p:cNvPr>
          <p:cNvSpPr/>
          <p:nvPr/>
        </p:nvSpPr>
        <p:spPr>
          <a:xfrm>
            <a:off x="316524" y="703532"/>
            <a:ext cx="11875476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ഹല്ലേലൂയ്യാ ഉയിര്‍ത്തേശു 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മേല്‍ ലോകത്തേക്കേറിനാന്‍ 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മൃത്യു പാശം ഛേദിച്ചേശു 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ആര്‍ത്തു മര്‍ത്യര്‍ ദൂതന്മാർ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A84C9B-265E-4A51-8335-28C64B797C52}"/>
              </a:ext>
            </a:extLst>
          </p:cNvPr>
          <p:cNvSpPr/>
          <p:nvPr/>
        </p:nvSpPr>
        <p:spPr>
          <a:xfrm>
            <a:off x="644767" y="2858486"/>
            <a:ext cx="11230709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ഉയർത്തേശു ഉയർത്തേശു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endParaRPr lang="ml-IN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ജീവിച്ചെന്നും വാഴുന്നു 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01109-63E6-482E-9549-F3AA0729B241}"/>
              </a:ext>
            </a:extLst>
          </p:cNvPr>
          <p:cNvSpPr/>
          <p:nvPr/>
        </p:nvSpPr>
        <p:spPr>
          <a:xfrm>
            <a:off x="316524" y="3914521"/>
            <a:ext cx="1187547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Hallelujah </a:t>
            </a:r>
            <a:r>
              <a:rPr lang="en-US" sz="3400" b="1" dirty="0" err="1">
                <a:solidFill>
                  <a:srgbClr val="002060"/>
                </a:solidFill>
              </a:rPr>
              <a:t>uyirththeshu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</a:rPr>
              <a:t>Mel </a:t>
            </a:r>
            <a:r>
              <a:rPr lang="en-US" sz="3400" b="1" dirty="0" err="1">
                <a:solidFill>
                  <a:srgbClr val="002060"/>
                </a:solidFill>
              </a:rPr>
              <a:t>lokaththekkerhinaan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Mrithyu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paasham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chchedich-eshu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Aarththu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marthyan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doothanmaar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BB3B3-59B9-4B90-959D-4BFB48A91AA8}"/>
              </a:ext>
            </a:extLst>
          </p:cNvPr>
          <p:cNvSpPr/>
          <p:nvPr/>
        </p:nvSpPr>
        <p:spPr>
          <a:xfrm>
            <a:off x="-1" y="5680730"/>
            <a:ext cx="1155895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Uyirththeshu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uyrththeshu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	</a:t>
            </a: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Jeevichennum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vaazhunnu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3246583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2DB459-BAFC-44C7-ACEC-04842B684896}"/>
              </a:ext>
            </a:extLst>
          </p:cNvPr>
          <p:cNvSpPr txBox="1"/>
          <p:nvPr/>
        </p:nvSpPr>
        <p:spPr>
          <a:xfrm>
            <a:off x="11558954" y="-1"/>
            <a:ext cx="633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443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07EB68-C79C-47D0-AA15-AD785D9EB0DD}"/>
              </a:ext>
            </a:extLst>
          </p:cNvPr>
          <p:cNvSpPr/>
          <p:nvPr/>
        </p:nvSpPr>
        <p:spPr>
          <a:xfrm>
            <a:off x="1" y="87980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/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811415-F080-446E-81E9-9D4ADFAA070F}"/>
              </a:ext>
            </a:extLst>
          </p:cNvPr>
          <p:cNvSpPr/>
          <p:nvPr/>
        </p:nvSpPr>
        <p:spPr>
          <a:xfrm>
            <a:off x="316524" y="703532"/>
            <a:ext cx="11875476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ഹല്ലേലൂയ്യാ ഉയിര്‍ത്തേശു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സഭയ്ക്ക് നാഥനായ്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നമ്മുടെ കാര്യസ്ഥനേശു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നേടി ആത്മ ദാനത്തെ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A84C9B-265E-4A51-8335-28C64B797C52}"/>
              </a:ext>
            </a:extLst>
          </p:cNvPr>
          <p:cNvSpPr/>
          <p:nvPr/>
        </p:nvSpPr>
        <p:spPr>
          <a:xfrm>
            <a:off x="644767" y="2667192"/>
            <a:ext cx="11230709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ഉയർത്തേശു ഉയർത്തേശു</a:t>
            </a:r>
          </a:p>
          <a:p>
            <a:pPr algn="r"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നീതി താന്‍ മര്‍ത്യര്‍ക്കുമായ് 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01109-63E6-482E-9549-F3AA0729B241}"/>
              </a:ext>
            </a:extLst>
          </p:cNvPr>
          <p:cNvSpPr/>
          <p:nvPr/>
        </p:nvSpPr>
        <p:spPr>
          <a:xfrm>
            <a:off x="316524" y="3914521"/>
            <a:ext cx="1187547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Hallelujah </a:t>
            </a:r>
            <a:r>
              <a:rPr lang="en-US" sz="3400" b="1" dirty="0" err="1">
                <a:solidFill>
                  <a:srgbClr val="002060"/>
                </a:solidFill>
              </a:rPr>
              <a:t>uyirththeshu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</a:rPr>
              <a:t>sabhakku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naadhanaai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Nammude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kaaryasthaneshu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Nedi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aathma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daanathe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BB3B3-59B9-4B90-959D-4BFB48A91AA8}"/>
              </a:ext>
            </a:extLst>
          </p:cNvPr>
          <p:cNvSpPr/>
          <p:nvPr/>
        </p:nvSpPr>
        <p:spPr>
          <a:xfrm>
            <a:off x="-1" y="5680730"/>
            <a:ext cx="1155895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Uyirththeshu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uyrththeshu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	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Neethi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marthyarkkumaai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62732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2DB459-BAFC-44C7-ACEC-04842B684896}"/>
              </a:ext>
            </a:extLst>
          </p:cNvPr>
          <p:cNvSpPr txBox="1"/>
          <p:nvPr/>
        </p:nvSpPr>
        <p:spPr>
          <a:xfrm>
            <a:off x="11558954" y="-1"/>
            <a:ext cx="633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443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07EB68-C79C-47D0-AA15-AD785D9EB0DD}"/>
              </a:ext>
            </a:extLst>
          </p:cNvPr>
          <p:cNvSpPr/>
          <p:nvPr/>
        </p:nvSpPr>
        <p:spPr>
          <a:xfrm>
            <a:off x="1" y="87980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/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811415-F080-446E-81E9-9D4ADFAA070F}"/>
              </a:ext>
            </a:extLst>
          </p:cNvPr>
          <p:cNvSpPr/>
          <p:nvPr/>
        </p:nvSpPr>
        <p:spPr>
          <a:xfrm>
            <a:off x="316524" y="703532"/>
            <a:ext cx="11875476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ഹല്ലേലൂയ്യാ ഉയിര്‍ത്തേശു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മുള്‍ ഇല്ലാതായ് മൃത്യുവും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ജീവനും ഉയിര്‍പ്പും യേശു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ജീവന്‍ നല്‍കും ഏവര്‍ക്കും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A84C9B-265E-4A51-8335-28C64B797C52}"/>
              </a:ext>
            </a:extLst>
          </p:cNvPr>
          <p:cNvSpPr/>
          <p:nvPr/>
        </p:nvSpPr>
        <p:spPr>
          <a:xfrm>
            <a:off x="644767" y="2858486"/>
            <a:ext cx="11230709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ഉയർത്തേശു ഉയർത്തേശു</a:t>
            </a:r>
          </a:p>
          <a:p>
            <a:pPr algn="r"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ജീവകര്‍ത്തന്‍ വരും താന്‍ 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01109-63E6-482E-9549-F3AA0729B241}"/>
              </a:ext>
            </a:extLst>
          </p:cNvPr>
          <p:cNvSpPr/>
          <p:nvPr/>
        </p:nvSpPr>
        <p:spPr>
          <a:xfrm>
            <a:off x="316524" y="3914521"/>
            <a:ext cx="1187547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Hallelujah </a:t>
            </a:r>
            <a:r>
              <a:rPr lang="en-US" sz="3400" b="1" dirty="0" err="1">
                <a:solidFill>
                  <a:srgbClr val="002060"/>
                </a:solidFill>
              </a:rPr>
              <a:t>uyirththeshu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Mulh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illathaay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mrithyuvum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Jeevanum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uyirppum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Jeevan </a:t>
            </a:r>
            <a:r>
              <a:rPr lang="en-US" sz="3400" b="1" dirty="0" err="1">
                <a:solidFill>
                  <a:srgbClr val="002060"/>
                </a:solidFill>
              </a:rPr>
              <a:t>nalkum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aevarkkum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BB3B3-59B9-4B90-959D-4BFB48A91AA8}"/>
              </a:ext>
            </a:extLst>
          </p:cNvPr>
          <p:cNvSpPr/>
          <p:nvPr/>
        </p:nvSpPr>
        <p:spPr>
          <a:xfrm>
            <a:off x="-1" y="5680730"/>
            <a:ext cx="1155895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Uyirththeshu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uyrththeshu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	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Jeevakarthan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varum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21337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94</Words>
  <Application>Microsoft Office PowerPoint</Application>
  <PresentationFormat>Widescreen</PresentationFormat>
  <Paragraphs>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Kartika</vt:lpstr>
      <vt:lpstr>Office Theme</vt:lpstr>
      <vt:lpstr>443 ഹല്ലേലൂയ്യാ ഉയിര്‍ത്തേശു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Halleluyya Uyirtheshu</dc:title>
  <dc:creator>Acsah Mathews</dc:creator>
  <cp:lastModifiedBy>Acsah Mathews</cp:lastModifiedBy>
  <cp:revision>1</cp:revision>
  <dcterms:created xsi:type="dcterms:W3CDTF">2018-11-29T16:48:51Z</dcterms:created>
  <dcterms:modified xsi:type="dcterms:W3CDTF">2018-11-29T16:57:23Z</dcterms:modified>
</cp:coreProperties>
</file>