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81363-9171-4789-A306-AF17C050D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C586A-3D96-458E-AA8A-95FF028E6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1B1EA-3DA2-47D9-9BC3-303C87D7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4CC1B-A731-4EB3-8163-D91B5AA9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6091B-28F6-4BAB-8BEF-D829EF51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5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4957D-B0FD-4576-B0ED-19ECBB0F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42376-1A0A-482A-8C0F-A5DACF5A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63C4B-0FFA-4D9C-A407-D45BE272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ADF6-48E4-4492-A8FB-155A36F4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80BDE-07AB-41FA-95FD-EB9F310A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5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449B-0A66-4B90-AD1B-1D4501FE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488BE-93FE-4F39-8C71-938FC9038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C606-EEBD-4FE5-8983-F54B9A17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37047-C43A-45EF-B1EB-8D9FEDAAD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02261-BB9B-44C1-88CD-4DADB5B1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1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EFF7-F656-4F51-8315-AB9826294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6F099-90A7-4D19-9CBB-2CF91D6D7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B7308-FF07-464E-83C2-7AFAD4F5B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6FF64-860F-4214-98B4-5D907149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01AD4-6081-4BA7-826D-23512774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33D11-011B-45DC-B530-233A3955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1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C483-88D9-4A04-98CC-A3135396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D4F52-DF39-48BF-B209-5AD197F2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55AAF-E65C-433F-A8B1-1DEF37F1B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7928C-9DA3-4DAA-8B55-27CC0B014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66D83-0312-4019-B389-8C7236105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0F743D-14BF-4C38-A4B2-F7DE7D19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6596C-FEE2-443D-B381-7BD99271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C6CDD-8A9B-48C2-9A36-9097A99A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5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B19F-628A-4229-AF84-E2DE9509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46750-55EA-48E3-B945-1CE8A797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CD13A7-C793-43F7-B4F4-8097912D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5BFC-E12C-4773-A518-A046F5AC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3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84FEC-113A-4D1B-B6A2-1132B407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C63ED-5235-4635-8E53-E5D7B2A3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41D24-BE54-43C9-BFE5-CDC5E866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65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B454-763D-4B8B-A4A5-6EB3C736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EED7-F136-480A-AAAF-55FC70D6F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1D0DE-5D40-41A6-9475-8B875131A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3DF89-C819-4013-BDD5-E185C5AE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7D80B-AAC1-492C-A7D3-5BF7C49E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53348-41F6-4EC0-9054-9D90A247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6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4C6C-BCF2-4CE3-96A4-0B4326F7C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CD13D-02DB-464F-B325-08C672556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ECFA0-A6C4-4624-9957-8E50AE0C3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69F3A-4920-437B-9EFC-6F571F983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57C9E-F6F6-4341-8096-565DB349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BB2C3-B936-4012-85A4-83B2C67F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55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FE97-D79C-4213-819F-2C53F77D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2177A-7CC4-43E7-BEA0-7436FE5A9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29629-CF49-42EB-BED8-5E30AC3D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13D04-8185-49C3-940E-B9660F5E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B12EC-A50E-488B-82C3-960CE0A8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E76C1-4502-42A7-8934-86DB22E46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C2C06C-D001-4EE1-ADF2-E6AF6C88F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BB2A5-EA8B-4BEA-84D7-D0AD2595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A48AE-F11C-419E-9278-4EBC83485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BC72D-5166-4311-8712-BF349599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B77A6-BFCE-4E73-96F9-D2E642F80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D351B-1F37-4BEC-A3A8-7A8A1EE0E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C9BD4-246A-4421-8D80-6E4366A4D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0C34D-500E-40FB-8BB9-B7A71996413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ABA3-2D53-4600-977B-241BF6FB3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24D68-6A0B-4AE4-8281-44DB3DB1E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8993-0147-49FB-9720-8B5B213B0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2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4462"/>
            <a:ext cx="12192000" cy="3275501"/>
          </a:xfrm>
        </p:spPr>
        <p:txBody>
          <a:bodyPr>
            <a:normAutofit/>
          </a:bodyPr>
          <a:lstStyle/>
          <a:p>
            <a:r>
              <a:rPr lang="en-US" dirty="0"/>
              <a:t>466</a:t>
            </a:r>
            <a:br>
              <a:rPr lang="en-US" dirty="0"/>
            </a:br>
            <a:br>
              <a:rPr lang="en-US" sz="2200" dirty="0"/>
            </a:br>
            <a:r>
              <a:rPr lang="ml-IN" sz="5400" b="1" dirty="0">
                <a:solidFill>
                  <a:srgbClr val="000000"/>
                </a:solidFill>
                <a:latin typeface="Kartika" panose="02020503030404060203" pitchFamily="18" charset="0"/>
              </a:rPr>
              <a:t>ആശ്വാസദായകനായ്‌ എനിക്കേശു അരികിലുണ്ട്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54400"/>
            <a:ext cx="12192000" cy="12044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err="1">
                <a:solidFill>
                  <a:srgbClr val="002060"/>
                </a:solidFill>
              </a:rPr>
              <a:t>Aashwasadayakanaai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enikkeshu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arikilundu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7B284-AB72-4DD4-AAEF-552C24A25667}"/>
              </a:ext>
            </a:extLst>
          </p:cNvPr>
          <p:cNvSpPr/>
          <p:nvPr/>
        </p:nvSpPr>
        <p:spPr>
          <a:xfrm>
            <a:off x="4359787" y="4658825"/>
            <a:ext cx="3472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(Rev. 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</a:rPr>
              <a:t>Sajan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</a:rPr>
              <a:t> P. Mathew)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ആശ്വാസദായകനായ്‌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എനിക്കേശു അരികിലുണ്ട്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എന്തെന്തു ഭാരങ്ങളേറിവന്നാലും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കൈവിടാത്തവന്‍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Aashwasadayakanaai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enikkeshu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arikilundu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Enthenthu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bhaarangalheri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vannalum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kaividaaththavan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35170" y="1898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24653"/>
            <a:ext cx="12109938" cy="12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ആവശ്യഭാരങ്ങളാല്‍ ഞാന്‍ ആകുലനായിടുമ്പോള്‍</a:t>
            </a:r>
          </a:p>
          <a:p>
            <a:pPr>
              <a:lnSpc>
                <a:spcPct val="112000"/>
              </a:lnSpc>
            </a:pP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തന്‍റെ സാന്ത്വനം നല്‍കി വഴി നടത്തും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അരികിലുണ്ട്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73107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Aavashyabhaarangalhaal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aakulanayidumbolh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saathwanam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arikilundu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206ED1-43BD-4B5D-A06F-BECCE1222449}"/>
              </a:ext>
            </a:extLst>
          </p:cNvPr>
          <p:cNvSpPr/>
          <p:nvPr/>
        </p:nvSpPr>
        <p:spPr>
          <a:xfrm>
            <a:off x="0" y="2387165"/>
            <a:ext cx="12192000" cy="119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ആശ്വാസദായകനായ്‌ എനിക്കേശു അരികിലുണ്ട്</a:t>
            </a:r>
          </a:p>
          <a:p>
            <a:pPr algn="r">
              <a:lnSpc>
                <a:spcPct val="112000"/>
              </a:lnSpc>
            </a:pPr>
            <a:r>
              <a:rPr lang="ml-IN" sz="3200" b="1" spc="-1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എന്തെന്തു ഭാരങ്ങളേറിവന്നാലുംഎന്നെ കൈവിടാത്തവന്‍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7708D-A755-4258-BBBE-06FFD6EC8548}"/>
              </a:ext>
            </a:extLst>
          </p:cNvPr>
          <p:cNvSpPr/>
          <p:nvPr/>
        </p:nvSpPr>
        <p:spPr>
          <a:xfrm>
            <a:off x="35170" y="5164366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Aashwasadayakanaai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arikilundu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Enthenthu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bhaarangalheri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vannalum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kaividaaththavan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761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35170" y="1898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24653"/>
            <a:ext cx="12109938" cy="1247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രോഗം പ്രയാസങ്ങളാല്‍ ഞാന്‍</a:t>
            </a:r>
            <a:r>
              <a:rPr lang="en-US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ക്ഷീണിതനായിടുമ്പോള്‍</a:t>
            </a:r>
          </a:p>
          <a:p>
            <a:pPr>
              <a:lnSpc>
                <a:spcPct val="112000"/>
              </a:lnSpc>
            </a:pP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എന്നെ താങ്ങികരങ്ങളില്‍ കാത്തിടും യേശു അരികിലുണ്ട്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73107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Rogam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prayaasangalhaal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ksheenhithanaayidumbolh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thaangi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karangalhil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kaaththidum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arikilundu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206ED1-43BD-4B5D-A06F-BECCE1222449}"/>
              </a:ext>
            </a:extLst>
          </p:cNvPr>
          <p:cNvSpPr/>
          <p:nvPr/>
        </p:nvSpPr>
        <p:spPr>
          <a:xfrm>
            <a:off x="0" y="2387165"/>
            <a:ext cx="12192000" cy="119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ആശ്വാസദായകനായ്‌ എനിക്കേശു അരികിലുണ്ട്</a:t>
            </a:r>
          </a:p>
          <a:p>
            <a:pPr algn="r">
              <a:lnSpc>
                <a:spcPct val="112000"/>
              </a:lnSpc>
            </a:pPr>
            <a:r>
              <a:rPr lang="ml-IN" sz="3200" b="1" spc="-1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എന്തെന്തു ഭാരങ്ങളേറിവന്നാലുംഎന്നെ കൈവിടാത്തവന്‍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7708D-A755-4258-BBBE-06FFD6EC8548}"/>
              </a:ext>
            </a:extLst>
          </p:cNvPr>
          <p:cNvSpPr/>
          <p:nvPr/>
        </p:nvSpPr>
        <p:spPr>
          <a:xfrm>
            <a:off x="35170" y="5164366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Aashwasadayakanaai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arikilundu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Enthenthu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bhaarangalheri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vannalum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kaividaaththavan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32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35170" y="18986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0" y="1024653"/>
            <a:ext cx="12192000" cy="11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ലോകത്തിന്‍ കെടുതികളില്‍ ഞാന്‍  താളടിയാകാതെ</a:t>
            </a:r>
          </a:p>
          <a:p>
            <a:pPr>
              <a:lnSpc>
                <a:spcPct val="112000"/>
              </a:lnSpc>
            </a:pPr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എന്നെ കാവല്‍ ചെയ്തിടും സ്നേഹിതനായ് യേശു അരികിലുണ്ട്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0" y="3873107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Lokaththin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keduthikalhil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thaalhadiyaakathe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kaaval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cheythidum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snehaithanaai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arikilundu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206ED1-43BD-4B5D-A06F-BECCE1222449}"/>
              </a:ext>
            </a:extLst>
          </p:cNvPr>
          <p:cNvSpPr/>
          <p:nvPr/>
        </p:nvSpPr>
        <p:spPr>
          <a:xfrm>
            <a:off x="0" y="2387165"/>
            <a:ext cx="12192000" cy="119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ആശ്വാസദായകനായ്‌ എനിക്കേശു അരികിലുണ്ട്</a:t>
            </a:r>
          </a:p>
          <a:p>
            <a:pPr algn="r">
              <a:lnSpc>
                <a:spcPct val="112000"/>
              </a:lnSpc>
            </a:pPr>
            <a:r>
              <a:rPr lang="ml-IN" sz="3200" b="1" spc="-1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എന്തെന്തു ഭാരങ്ങളേറിവന്നാലുംഎന്നെ കൈവിടാത്തവന്‍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7708D-A755-4258-BBBE-06FFD6EC8548}"/>
              </a:ext>
            </a:extLst>
          </p:cNvPr>
          <p:cNvSpPr/>
          <p:nvPr/>
        </p:nvSpPr>
        <p:spPr>
          <a:xfrm>
            <a:off x="35170" y="5164366"/>
            <a:ext cx="11687908" cy="1232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Aashwasadayakanaai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enikkeshu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arikilundu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Enthenthu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bhaarangalheri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vannalum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kaividaaththavan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99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466  ആശ്വാസദായകനായ്‌ എനിക്കേശു അരികിലുണ്ട്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Aashwasadaayakanaai ennechu arikil und</dc:title>
  <dc:creator>Acsah Mathews</dc:creator>
  <cp:lastModifiedBy>Acsah Mathews</cp:lastModifiedBy>
  <cp:revision>2</cp:revision>
  <dcterms:created xsi:type="dcterms:W3CDTF">2018-11-30T15:57:46Z</dcterms:created>
  <dcterms:modified xsi:type="dcterms:W3CDTF">2018-11-30T16:21:08Z</dcterms:modified>
</cp:coreProperties>
</file>