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0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2" d="100"/>
          <a:sy n="42" d="100"/>
        </p:scale>
        <p:origin x="72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1B4959-084A-4313-AF2C-30F16BD365F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BC367-223B-4086-B506-01D0086B6E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6EEFC-D5EB-4E3D-9DF8-61966BA3574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61179C-87A6-40C8-831B-7F4362E602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1A5C4-0681-4528-A547-FAF4D05B86B3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72CC1-C779-4FBA-9A6E-B16846575A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DC0299-2F4A-4B99-9B5C-A904C08D25ED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86723-1567-488B-8897-C4B1C6E3B4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CBC030-756F-4176-9700-E0AB674FAF7E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9E475-4AE1-424B-B261-034795212B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2D825C-26BC-4CD3-8CBF-D1581D6144B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E2A836-C9B5-4326-9D93-37DD9C4096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79AC8-2046-496D-A413-54B2B036F9F1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C412B1-6C0E-4CFF-A42F-FE232FB7C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597046-B940-4A3C-BFDA-A7BAE9C99E80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79355-3D8C-47C1-9BFF-33195B3702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4D192-1DAB-481A-855B-7FB0AA83EAA4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64B9C-68B4-4D27-8605-361F9A86CA0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EEC54-91C5-4A07-B24F-D49ECC3EC779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1EF3B-579A-4FD7-9D46-012FF9DF06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D3F657-844A-46BD-8795-C003BD65805C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2330A-1323-44BA-81C9-396336FEAB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69114B-A82D-420B-81EC-21FFF9743285}" type="datetimeFigureOut">
              <a:rPr lang="en-US"/>
              <a:pPr>
                <a:defRPr/>
              </a:pPr>
              <a:t>10/26/2018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893944C-4046-49A3-A175-68408D92B9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8831-CDD9-4D5B-9160-7C3FCE23B0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ശ്രീയേശു നാമം അതിശയനാമം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B8A141-A730-4800-A7C1-315D2560A2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Shree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Yeshu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naamam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8296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28600"/>
            <a:ext cx="12192000" cy="3429000"/>
          </a:xfrm>
        </p:spPr>
        <p:txBody>
          <a:bodyPr rtlCol="0" anchor="t">
            <a:noAutofit/>
          </a:bodyPr>
          <a:lstStyle/>
          <a:p>
            <a:pPr algn="l" defTabSz="344488" eaLnBrk="1" fontAlgn="auto" hangingPunct="1">
              <a:spcAft>
                <a:spcPts val="0"/>
              </a:spcAft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നാമം അതിശയനാമം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ഏഴയെനിക്കിമ്പനാമം</a:t>
            </a: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  <a:t>                          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 നാമത്തിലും മേലായ നാമം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ഭക്തജനം വാഴ്ത്തും നാമം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 മുഴങ്കാലും മടങ്ങും തൻ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തിരുമുമ്പിൽ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വല്ലഭത്വം ഉള്ള നാമം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														-</a:t>
            </a:r>
            <a:r>
              <a:rPr lang="ml-IN" sz="3400" b="1" dirty="0">
                <a:latin typeface="Kartika" panose="02020503030404060203" pitchFamily="18" charset="0"/>
              </a:rPr>
              <a:t>ശ്രീ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94748" y="0"/>
            <a:ext cx="4972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043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494B7-2A19-48A8-AAC0-F7654023BF94}"/>
              </a:ext>
            </a:extLst>
          </p:cNvPr>
          <p:cNvSpPr/>
          <p:nvPr/>
        </p:nvSpPr>
        <p:spPr>
          <a:xfrm>
            <a:off x="152400" y="3733800"/>
            <a:ext cx="115423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rgbClr val="000000"/>
                </a:solidFill>
                <a:latin typeface="+mj-lt"/>
              </a:rPr>
              <a:t>		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athishaya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Ezhayenikkimba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12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fi-FI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Ellaa naamatthilum melaaya naamam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Bhakthajanam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Ellaa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muzhankaalum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madangum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thirumunpil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Vallabhathwam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ulhlha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shree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3429000"/>
          </a:xfrm>
        </p:spPr>
        <p:txBody>
          <a:bodyPr rtlCol="0" anchor="t">
            <a:noAutofit/>
          </a:bodyPr>
          <a:lstStyle/>
          <a:p>
            <a:pPr algn="l" defTabSz="344488" eaLnBrk="1" fontAlgn="auto" hangingPunct="1">
              <a:spcAft>
                <a:spcPts val="0"/>
              </a:spcAft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2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എണ്ണമില്ലാ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എന്നില്‍ നിന്നും നീക്കാന്‍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എന്‍മേല്‍ കനിഞ്ഞ 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അന്യനെന്ന മേലെഴുത്ത് എന്നേക്കുമായ്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മായ്ച്ചു തന്ന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ഉന്നതന്‍റെ വന്ദ്യ നാമം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നാമം അതിശയനാമം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ഏഴയെനിക്കിമ്പനാമം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94748" y="0"/>
            <a:ext cx="4972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043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494B7-2A19-48A8-AAC0-F7654023BF94}"/>
              </a:ext>
            </a:extLst>
          </p:cNvPr>
          <p:cNvSpPr/>
          <p:nvPr/>
        </p:nvSpPr>
        <p:spPr>
          <a:xfrm>
            <a:off x="0" y="3733800"/>
            <a:ext cx="116947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Ennhamilla paapam ennilninnum neekkaan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Enmel kaninja naamam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Anyanenna melezhuththu ennekkumaai maaichuthanna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Unnathantey vandyanaamam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</a:t>
            </a:r>
          </a:p>
          <a:p>
            <a:r>
              <a:rPr lang="en-US" sz="3200" dirty="0">
                <a:solidFill>
                  <a:srgbClr val="000000"/>
                </a:solidFill>
                <a:latin typeface="+mn-lt"/>
              </a:rPr>
              <a:t>		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athishaya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Ezhayenikkimba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448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3429000"/>
          </a:xfrm>
        </p:spPr>
        <p:txBody>
          <a:bodyPr rtlCol="0" anchor="t">
            <a:noAutofit/>
          </a:bodyPr>
          <a:lstStyle/>
          <a:p>
            <a:pPr algn="l" defTabSz="344488" eaLnBrk="1" fontAlgn="auto" hangingPunct="1">
              <a:spcAft>
                <a:spcPts val="0"/>
              </a:spcAft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ഭൂതബാധിതര്‍ക്കും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നാനാ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വ്യാധിക്കാര്‍ക്കും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മോചനം കൊടുക്കും 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കുരുടര്‍ക്കും മുടന്തര്‍ക്കും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കുഷ്ഠരോഗികൾക്കും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  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വിടുതൽ നല്‍കും നാമം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നാമം അതിശയനാമം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ഏഴയെനിക്കിമ്പനാമം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94748" y="0"/>
            <a:ext cx="4972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043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494B7-2A19-48A8-AAC0-F7654023BF94}"/>
              </a:ext>
            </a:extLst>
          </p:cNvPr>
          <p:cNvSpPr/>
          <p:nvPr/>
        </p:nvSpPr>
        <p:spPr>
          <a:xfrm>
            <a:off x="0" y="3733800"/>
            <a:ext cx="116947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Bhoothabaaditharkum naanaa vyaadikaarkkum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Mochanam kodukkum naamam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Kurudarkum mudantharkum kushtarogikalhkum ellam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Viduthal nalkunna 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</a:t>
            </a:r>
          </a:p>
          <a:p>
            <a:r>
              <a:rPr lang="en-US" sz="3200" dirty="0">
                <a:solidFill>
                  <a:srgbClr val="000000"/>
                </a:solidFill>
                <a:latin typeface="+mn-lt"/>
              </a:rPr>
              <a:t>		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athishaya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Ezhayenikkimba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285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3400"/>
            <a:ext cx="12192000" cy="3429000"/>
          </a:xfrm>
        </p:spPr>
        <p:txBody>
          <a:bodyPr rtlCol="0" anchor="t">
            <a:noAutofit/>
          </a:bodyPr>
          <a:lstStyle/>
          <a:p>
            <a:pPr algn="l" defTabSz="344488" eaLnBrk="1" fontAlgn="auto" hangingPunct="1">
              <a:spcAft>
                <a:spcPts val="0"/>
              </a:spcAft>
              <a:defRPr/>
            </a:pP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4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പാപപരിഹാരം പാതകര്‍ക്കു നല്‍കാന്‍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പാരിടത്തില്‍ വന്ന 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പാപമറ്റ ജീവിതത്തിന്‍ മാതൃകയെ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കാട്ടിത്തന്ന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പാവനമാം പുണ്യനാമം</a:t>
            </a: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നാമം അതിശയനാമം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ഏഴയെനിക്കിമ്പനാമം</a:t>
            </a:r>
            <a:endParaRPr lang="en-US" sz="32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3"/>
          <p:cNvSpPr txBox="1">
            <a:spLocks noChangeArrowheads="1"/>
          </p:cNvSpPr>
          <p:nvPr/>
        </p:nvSpPr>
        <p:spPr bwMode="auto">
          <a:xfrm>
            <a:off x="11694748" y="0"/>
            <a:ext cx="49725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Calibri" pitchFamily="34" charset="0"/>
              </a:rPr>
              <a:t>043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4494B7-2A19-48A8-AAC0-F7654023BF94}"/>
              </a:ext>
            </a:extLst>
          </p:cNvPr>
          <p:cNvSpPr/>
          <p:nvPr/>
        </p:nvSpPr>
        <p:spPr>
          <a:xfrm>
            <a:off x="0" y="3733800"/>
            <a:ext cx="1169474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Paapaparihaaram paathakarku nalkaan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Paaridaththil vanna naamam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Paapamatta jeevithaththil maathrukaye kaattithanna</a:t>
            </a:r>
          </a:p>
          <a:p>
            <a:r>
              <a:rPr lang="fi-FI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Paavanamaam punhyanaamam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</a:t>
            </a:r>
          </a:p>
          <a:p>
            <a:r>
              <a:rPr lang="en-US" sz="3200" dirty="0">
                <a:solidFill>
                  <a:srgbClr val="000000"/>
                </a:solidFill>
                <a:latin typeface="+mn-lt"/>
              </a:rPr>
              <a:t>		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Shree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athishaya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Ezhayenikkimba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7829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43 ശ്രീയേശു നാമം അതിശയനാമം</vt:lpstr>
      <vt:lpstr>    ശ്രീയേശു നാമം അതിശയനാമം      ഏഴയെനിക്കിമ്പനാമം                             1 എല്ലാ നാമത്തിലും മേലായ നാമം   ഭക്തജനം വാഴ്ത്തും നാമം   എല്ലാ മുഴങ്കാലും മടങ്ങും തൻ തിരുമുമ്പിൽ  വല്ലഭത്വം ഉള്ള നാമം               -ശ്രീ</vt:lpstr>
      <vt:lpstr>2  എണ്ണമില്ലാ  പാപം എന്നില്‍ നിന്നും നീക്കാന്‍-   എന്‍മേല്‍ കനിഞ്ഞ നാമം    അന്യനെന്ന മേലെഴുത്ത് എന്നേക്കുമായ്  മായ്ച്ചു തന്ന    ഉന്നതന്‍റെ വന്ദ്യ നാമം                       ശ്രീയേശു നാമം അതിശയനാമം        ഏഴയെനിക്കിമ്പനാമം</vt:lpstr>
      <vt:lpstr>3  ഭൂതബാധിതര്‍ക്കും  നാനാ  വ്യാധിക്കാര്‍ക്കും  മോചനം കൊടുക്കും നാമം   കുരുടര്‍ക്കും മുടന്തര്‍ക്കും   കുഷ്ഠരോഗികൾക്കും         എല്ലാം വിടുതൽ നല്‍കും നാമം         ശ്രീയേശു നാമം അതിശയനാമം        ഏഴയെനിക്കിമ്പനാമം</vt:lpstr>
      <vt:lpstr>4  പാപപരിഹാരം പാതകര്‍ക്കു നല്‍കാന്‍   പാരിടത്തില്‍ വന്ന നാമം   പാപമറ്റ ജീവിതത്തിന്‍ മാതൃകയെ കാട്ടിത്തന്ന  പാവനമാം പുണ്യനാമം        ശ്രീയേശു നാമം അതിശയനാമം        ഏഴയെനിക്കിമ്പനാമം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Shreeyeshu naamam</dc:title>
  <dc:creator>Digital Input; GM JOHN</dc:creator>
  <cp:lastModifiedBy>Acsah Mathews</cp:lastModifiedBy>
  <cp:revision>26</cp:revision>
  <dcterms:created xsi:type="dcterms:W3CDTF">2013-05-06T05:45:32Z</dcterms:created>
  <dcterms:modified xsi:type="dcterms:W3CDTF">2018-10-26T18:20:31Z</dcterms:modified>
</cp:coreProperties>
</file>