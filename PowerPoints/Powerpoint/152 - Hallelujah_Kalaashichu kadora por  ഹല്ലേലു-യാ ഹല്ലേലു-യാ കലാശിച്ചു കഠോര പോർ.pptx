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02256-AB77-4D08-BF38-F0D3EB10396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0AAA2-AB08-4781-B785-2934464A38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C928A-B391-4769-BACF-74116E21145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5B21A-6889-4255-85C9-9834887EF3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17F76-198C-4EC8-A7C6-856DD575B04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58A71-9B1F-4DE1-89CE-8D1E0F550B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D934C9-D9CA-4549-9EE0-0E8AA6C9D9A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141A0-A7E0-4322-8687-17CCE8E0D9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D454A-A059-42C5-A923-C31EBA1B081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39C01-47DF-46CB-BF60-B34753F9FF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01173-41E2-4619-93E3-EC72DEDC155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D24BA-DF13-46E6-BAC8-7EA80156D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6D50E-42BF-408B-A005-8C314C26213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C5EDB-FF9F-452B-AD80-81A5B1DADF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6BA87-3BD0-4F06-8FC6-8E64654DA9C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F0330-81FE-4DDE-9E0E-787FAD8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C8ED4-D74E-4F13-A145-23B95BBF233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8AED4-2B16-4C32-A08C-F1C6787A3D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62E80-6240-49BA-8684-1B93508DBF3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85FE1-F26D-4F08-861D-1F8AA7322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C084C-06C1-4719-9426-75572854A47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12C88-2FEE-4F84-B30E-4BCFF9137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E06C85-E314-4BA9-AF17-FB7F05F0717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85A8EC8-2D07-4B0C-B6E5-CD91DB2959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8E7-68E7-43BF-94F0-D007DED35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152</a:t>
            </a:r>
            <a:br>
              <a:rPr lang="en-US" dirty="0"/>
            </a:br>
            <a:r>
              <a:rPr lang="ml-IN" b="1" spc="-300" dirty="0">
                <a:latin typeface="Kartika" panose="02020503030404060203" pitchFamily="18" charset="0"/>
              </a:rPr>
              <a:t>കലാശിച്ചു കഠോര പോർ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58681-9A9B-49A5-912F-5A83E9C5F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470025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Kalaashichchu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kadora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3600" i="1" dirty="0">
                <a:solidFill>
                  <a:schemeClr val="tx2"/>
                </a:solidFill>
              </a:rPr>
              <a:t>The Strife is o’er - </a:t>
            </a:r>
            <a:r>
              <a:rPr lang="en-US" sz="3400" i="1" dirty="0">
                <a:solidFill>
                  <a:schemeClr val="tx2"/>
                </a:solidFill>
              </a:rPr>
              <a:t>Translated by </a:t>
            </a:r>
            <a:r>
              <a:rPr lang="en-US" sz="3600" i="1" dirty="0">
                <a:solidFill>
                  <a:schemeClr val="tx2"/>
                </a:solidFill>
              </a:rPr>
              <a:t>Francis Pott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26403807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1490583"/>
            <a:ext cx="12192000" cy="1905000"/>
          </a:xfrm>
        </p:spPr>
        <p:txBody>
          <a:bodyPr anchor="t"/>
          <a:lstStyle/>
          <a:p>
            <a:pPr algn="l" defTabSz="45720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കലാശിച്ചു കഠോര പോർ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കർത്താവു താൻ ജയാളിയായ്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കർത്തൃ സ്തുതി ഗീതം പാടിൻ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34BA2-BAE9-4E5D-AF07-728FC5E1CAA1}"/>
              </a:ext>
            </a:extLst>
          </p:cNvPr>
          <p:cNvSpPr/>
          <p:nvPr/>
        </p:nvSpPr>
        <p:spPr>
          <a:xfrm>
            <a:off x="-25400" y="71840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ഹല്ലേലു-യാ ഹല്ലേലു-യാ ഹല്ലേലു-യാ!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067EF-56F9-46EA-9755-927E710BDCB0}"/>
              </a:ext>
            </a:extLst>
          </p:cNvPr>
          <p:cNvSpPr/>
          <p:nvPr/>
        </p:nvSpPr>
        <p:spPr>
          <a:xfrm>
            <a:off x="0" y="3546832"/>
            <a:ext cx="12141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-yah! 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BE3BE-3661-42C3-84B3-92D38F2E2239}"/>
              </a:ext>
            </a:extLst>
          </p:cNvPr>
          <p:cNvSpPr/>
          <p:nvPr/>
        </p:nvSpPr>
        <p:spPr>
          <a:xfrm>
            <a:off x="0" y="445518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Kalaashichchu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kadora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Karththaavu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jayaalhiyaai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Hallelu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-yah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910560"/>
            <a:ext cx="12192001" cy="1905000"/>
          </a:xfrm>
        </p:spPr>
        <p:txBody>
          <a:bodyPr anchor="t"/>
          <a:lstStyle/>
          <a:p>
            <a:pPr algn="l" defTabSz="45720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മരണ സേനകളെല്ലാം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മന്നന്‍റെ മുമ്പിൽ നിന്നോടി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മശിഹായിക്കു സ്തുതി പാടിൻ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34BA2-BAE9-4E5D-AF07-728FC5E1CAA1}"/>
              </a:ext>
            </a:extLst>
          </p:cNvPr>
          <p:cNvSpPr/>
          <p:nvPr/>
        </p:nvSpPr>
        <p:spPr>
          <a:xfrm>
            <a:off x="-25401" y="262340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ഹല്ലേലു-യാ ഹല്ലേലു-യാ ഹല്ലേലു-യാ!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067EF-56F9-46EA-9755-927E710BDCB0}"/>
              </a:ext>
            </a:extLst>
          </p:cNvPr>
          <p:cNvSpPr/>
          <p:nvPr/>
        </p:nvSpPr>
        <p:spPr>
          <a:xfrm>
            <a:off x="-50801" y="5777467"/>
            <a:ext cx="12141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-yah! 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BE3BE-3661-42C3-84B3-92D38F2E2239}"/>
              </a:ext>
            </a:extLst>
          </p:cNvPr>
          <p:cNvSpPr/>
          <p:nvPr/>
        </p:nvSpPr>
        <p:spPr>
          <a:xfrm>
            <a:off x="0" y="3997741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sènakalhellaam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munbil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ninnôdi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Mashihaaikku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Hallelu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-yah</a:t>
            </a:r>
          </a:p>
        </p:txBody>
      </p:sp>
    </p:spTree>
    <p:extLst>
      <p:ext uri="{BB962C8B-B14F-4D97-AF65-F5344CB8AC3E}">
        <p14:creationId xmlns:p14="http://schemas.microsoft.com/office/powerpoint/2010/main" val="21017628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905000"/>
          </a:xfrm>
        </p:spPr>
        <p:txBody>
          <a:bodyPr anchor="t"/>
          <a:lstStyle/>
          <a:p>
            <a:pPr algn="l" defTabSz="45720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ഉയിർത്തു താൻ മൂന്നാംദിനം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ഉന്നതനായ് വാണിടുവാൻ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ഉണർന്നു പാടീൻ അവന്നു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34BA2-BAE9-4E5D-AF07-728FC5E1CAA1}"/>
              </a:ext>
            </a:extLst>
          </p:cNvPr>
          <p:cNvSpPr/>
          <p:nvPr/>
        </p:nvSpPr>
        <p:spPr>
          <a:xfrm>
            <a:off x="-25400" y="2743200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ഹല്ലേലു-യാ ഹല്ലേലു-യാ ഹല്ലേലു-യാ!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067EF-56F9-46EA-9755-927E710BDCB0}"/>
              </a:ext>
            </a:extLst>
          </p:cNvPr>
          <p:cNvSpPr/>
          <p:nvPr/>
        </p:nvSpPr>
        <p:spPr>
          <a:xfrm>
            <a:off x="0" y="5696634"/>
            <a:ext cx="12141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-yah! 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BE3BE-3661-42C3-84B3-92D38F2E2239}"/>
              </a:ext>
            </a:extLst>
          </p:cNvPr>
          <p:cNvSpPr/>
          <p:nvPr/>
        </p:nvSpPr>
        <p:spPr>
          <a:xfrm>
            <a:off x="0" y="374422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	Uyirththu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moonaam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Unnathanaai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vaanhiduvaan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Unharnnu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Hallelu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-yah</a:t>
            </a:r>
          </a:p>
        </p:txBody>
      </p:sp>
    </p:spTree>
    <p:extLst>
      <p:ext uri="{BB962C8B-B14F-4D97-AF65-F5344CB8AC3E}">
        <p14:creationId xmlns:p14="http://schemas.microsoft.com/office/powerpoint/2010/main" val="18723795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994926"/>
            <a:ext cx="12192000" cy="1905000"/>
          </a:xfrm>
        </p:spPr>
        <p:txBody>
          <a:bodyPr anchor="t"/>
          <a:lstStyle/>
          <a:p>
            <a:pPr algn="l" defTabSz="457200"/>
            <a:r>
              <a:rPr lang="en-US" sz="3600" b="1" dirty="0"/>
              <a:t>4	</a:t>
            </a:r>
            <a:r>
              <a:rPr lang="ml-IN" sz="3600" b="1" dirty="0"/>
              <a:t>നീ ഏറ്റതാം അടികളാൽ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നിന്നടിയാർ സ്വതന്ത്രരായ്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നിൻ മുമ്പിലെന്നും പാടിടും</a:t>
            </a:r>
            <a:r>
              <a:rPr lang="en-US" sz="3600" b="1" dirty="0"/>
              <a:t> - </a:t>
            </a:r>
            <a:r>
              <a:rPr lang="ml-IN" sz="3600" b="1" dirty="0"/>
              <a:t>ഹല്ലേ</a:t>
            </a:r>
            <a:r>
              <a:rPr lang="en-US" sz="3600" b="1" dirty="0"/>
              <a:t>….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34BA2-BAE9-4E5D-AF07-728FC5E1CAA1}"/>
              </a:ext>
            </a:extLst>
          </p:cNvPr>
          <p:cNvSpPr/>
          <p:nvPr/>
        </p:nvSpPr>
        <p:spPr>
          <a:xfrm>
            <a:off x="-25400" y="2749252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ഹല്ലേലു-യാ ഹല്ലേലു-യാ ഹല്ലേലു-യാ!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067EF-56F9-46EA-9755-927E710BDCB0}"/>
              </a:ext>
            </a:extLst>
          </p:cNvPr>
          <p:cNvSpPr/>
          <p:nvPr/>
        </p:nvSpPr>
        <p:spPr>
          <a:xfrm>
            <a:off x="-25400" y="5638277"/>
            <a:ext cx="12141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 </a:t>
            </a:r>
            <a:r>
              <a:rPr lang="en-US" sz="3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Hallelu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</a:rPr>
              <a:t>-yah! 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BE3BE-3661-42C3-84B3-92D38F2E2239}"/>
              </a:ext>
            </a:extLst>
          </p:cNvPr>
          <p:cNvSpPr/>
          <p:nvPr/>
        </p:nvSpPr>
        <p:spPr>
          <a:xfrm>
            <a:off x="0" y="380135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	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ettathaam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adikalhaal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Ninnadiyaar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swathanthraraai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munbilennum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Hallelu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-yah</a:t>
            </a:r>
          </a:p>
        </p:txBody>
      </p:sp>
    </p:spTree>
    <p:extLst>
      <p:ext uri="{BB962C8B-B14F-4D97-AF65-F5344CB8AC3E}">
        <p14:creationId xmlns:p14="http://schemas.microsoft.com/office/powerpoint/2010/main" val="7719211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56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152 കലാശിച്ചു കഠോര പോർ</vt:lpstr>
      <vt:lpstr>1 കലാശിച്ചു കഠോര പോർ   കർത്താവു താൻ ജയാളിയായ്   കർത്തൃ സ്തുതി ഗീതം പാടിൻ - ഹല്ലേ….</vt:lpstr>
      <vt:lpstr>2 മരണ സേനകളെല്ലാം   മന്നന്‍റെ മുമ്പിൽ നിന്നോടി   മശിഹായിക്കു സ്തുതി പാടിൻ -  ഹല്ലേ…</vt:lpstr>
      <vt:lpstr>3 ഉയിർത്തു താൻ മൂന്നാംദിനം   ഉന്നതനായ് വാണിടുവാൻ   ഉണർന്നു പാടീൻ അവന്നു</vt:lpstr>
      <vt:lpstr>4 നീ ഏറ്റതാം അടികളാൽ   നിന്നടിയാർ സ്വതന്ത്രരായ്   നിൻ മുമ്പിലെന്നും പാടിടും - ഹല്ലേ….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Hallelujah_Kalaashichu kadora por</dc:title>
  <dc:creator>Digital Input:; GM JOHN; Acsah Mathews</dc:creator>
  <cp:lastModifiedBy>Acsah Mathews</cp:lastModifiedBy>
  <cp:revision>339</cp:revision>
  <dcterms:created xsi:type="dcterms:W3CDTF">2013-04-19T09:19:07Z</dcterms:created>
  <dcterms:modified xsi:type="dcterms:W3CDTF">2018-11-06T14:57:32Z</dcterms:modified>
</cp:coreProperties>
</file>