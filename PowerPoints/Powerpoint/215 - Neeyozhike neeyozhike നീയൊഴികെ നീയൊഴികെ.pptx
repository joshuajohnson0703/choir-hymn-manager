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F4FE5-E9BE-4FCF-B3AC-34E24481EE6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FC127-A1D8-4B6C-BD22-CDE8307C1B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5B8BC-0645-4A3D-8D98-C1FE354B42B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D2CB5-48BA-46AD-A48A-0271ADA810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EDBFC-9087-4006-B9CD-65721BE654A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6A3D7-376C-4654-B159-E3448EEC22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577F7-9BB7-4BF5-BA18-CCAADFB5E7B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97881-8FA0-40B8-B423-100E5BF533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03005-D042-41DE-AD30-1A1C6B793F8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398CB-14F6-4BD9-B522-ADD4494E60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3CF30-0643-4D7A-9088-751E511C43B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EAAAD-A3BF-4438-B9E0-5FCA59184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B6BF9-0361-4684-83E7-FEA7889514B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AF0E2-2DB1-4C13-9445-51709DED1F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E25E4-1555-4DC3-B97C-B014173AC0B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A554F-CA45-4CCD-A8C0-5BFF5658E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78AFA-0CCA-4D39-AD1F-80C6F778BE1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9C96E-8949-4A08-9F3C-BF74AD36E4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4E239-0E9A-488D-96F5-762129F8D04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4EC1C-2500-4C60-A01E-F8A1D5E9A2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7F304-AAFA-439A-A622-3BD407AE2E8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A024A-0BC2-48C9-A5BF-100CF4C42A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689131-CBCC-4721-92BD-B599970E5ED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03C56A6-A647-40C4-A882-11B3963B3E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22E6-F642-4DF7-B068-C3798DDE0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57451"/>
          </a:xfrm>
        </p:spPr>
        <p:txBody>
          <a:bodyPr/>
          <a:lstStyle/>
          <a:p>
            <a:r>
              <a:rPr lang="en-US" dirty="0"/>
              <a:t>215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നീയൊഴികെ നീയൊഴികെ ആരുമില്ലീശോ!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D11F8-D88A-4744-9103-63A4829BC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Neeyozhikey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neeyozhikey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CBBC08-5EE1-42A1-8884-43426B84DA8E}"/>
              </a:ext>
            </a:extLst>
          </p:cNvPr>
          <p:cNvSpPr/>
          <p:nvPr/>
        </p:nvSpPr>
        <p:spPr>
          <a:xfrm>
            <a:off x="2667000" y="4977883"/>
            <a:ext cx="2045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(</a:t>
            </a:r>
            <a:r>
              <a:rPr lang="ml-IN" b="1" dirty="0">
                <a:solidFill>
                  <a:schemeClr val="accent2"/>
                </a:solidFill>
              </a:rPr>
              <a:t>മോശവത്സലം)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FA4B2-6E85-41C7-88CA-E93D5F015518}"/>
              </a:ext>
            </a:extLst>
          </p:cNvPr>
          <p:cNvSpPr/>
          <p:nvPr/>
        </p:nvSpPr>
        <p:spPr>
          <a:xfrm>
            <a:off x="7162800" y="4977883"/>
            <a:ext cx="212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Moshavatsalam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93224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35000"/>
            <a:ext cx="12192000" cy="3175000"/>
          </a:xfrm>
        </p:spPr>
        <p:txBody>
          <a:bodyPr anchor="t"/>
          <a:lstStyle/>
          <a:p>
            <a:pPr defTabSz="461963">
              <a:lnSpc>
                <a:spcPct val="125000"/>
              </a:lnSpc>
            </a:pPr>
            <a:r>
              <a:rPr lang="ml-IN" sz="20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ml-IN" sz="2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നീയൊഴികെ നീയൊഴികെ ആരുമില്ലീശോ!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b="1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br>
              <a:rPr lang="ml-IN" sz="2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സ്നേഹമയമേ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വിശുദ്ധി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നീതിനിറവേ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നീ..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4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C699F-C695-41DB-8ECE-A968E353A96D}"/>
              </a:ext>
            </a:extLst>
          </p:cNvPr>
          <p:cNvSpPr/>
          <p:nvPr/>
        </p:nvSpPr>
        <p:spPr>
          <a:xfrm>
            <a:off x="0" y="3835400"/>
            <a:ext cx="12192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Neeyozhikey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neeyozhikey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Aarumillesho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4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Snehamayamey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neethiniravey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-Nee...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6700" y="1083846"/>
            <a:ext cx="11658600" cy="15748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നീയെന്‍ രക്ഷ നീയെന്‍ ബന്ധു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എനിക്കാശ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എൻ സ്വന്തമായി വന്നതെന്‍ മഹാഭാഗ്യം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C699F-C695-41DB-8ECE-A968E353A96D}"/>
              </a:ext>
            </a:extLst>
          </p:cNvPr>
          <p:cNvSpPr/>
          <p:nvPr/>
        </p:nvSpPr>
        <p:spPr>
          <a:xfrm>
            <a:off x="266700" y="3835400"/>
            <a:ext cx="119253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Neeyen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bandhu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enikkaasha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swanthamaayi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vannathen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mahabhaagyam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831AC-3DB2-4778-BAB3-F85AC208D504}"/>
              </a:ext>
            </a:extLst>
          </p:cNvPr>
          <p:cNvSpPr/>
          <p:nvPr/>
        </p:nvSpPr>
        <p:spPr>
          <a:xfrm>
            <a:off x="0" y="2706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നീയൊഴികെ നീയൊഴികെ ആരുമില്ലീശോ!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5A5A2-E65E-4E56-95EC-764BFF21D1E7}"/>
              </a:ext>
            </a:extLst>
          </p:cNvPr>
          <p:cNvSpPr/>
          <p:nvPr/>
        </p:nvSpPr>
        <p:spPr>
          <a:xfrm>
            <a:off x="0" y="545098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Aarumillesho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6D179-ED5C-4672-968E-B06516B892D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33465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6700" y="1083846"/>
            <a:ext cx="11658600" cy="15748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എങ്ങും യേശു നീ എന്നോടു കൂടവേ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അന്നിരുന്ന ശക്തി കൃപയോടു വാഴുന്നേ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C699F-C695-41DB-8ECE-A968E353A96D}"/>
              </a:ext>
            </a:extLst>
          </p:cNvPr>
          <p:cNvSpPr/>
          <p:nvPr/>
        </p:nvSpPr>
        <p:spPr>
          <a:xfrm>
            <a:off x="266700" y="3835400"/>
            <a:ext cx="119253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Ennum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koodavey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Annirunna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831AC-3DB2-4778-BAB3-F85AC208D504}"/>
              </a:ext>
            </a:extLst>
          </p:cNvPr>
          <p:cNvSpPr/>
          <p:nvPr/>
        </p:nvSpPr>
        <p:spPr>
          <a:xfrm>
            <a:off x="0" y="2706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നീയൊഴികെ നീയൊഴികെ ആരുമില്ലീശോ!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5A5A2-E65E-4E56-95EC-764BFF21D1E7}"/>
              </a:ext>
            </a:extLst>
          </p:cNvPr>
          <p:cNvSpPr/>
          <p:nvPr/>
        </p:nvSpPr>
        <p:spPr>
          <a:xfrm>
            <a:off x="0" y="545098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Aarumillesho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6D179-ED5C-4672-968E-B06516B892D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67501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6700" y="1083846"/>
            <a:ext cx="11658600" cy="15748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ജീവനെക്കാള്‍ നീ വലിയോന്‍ ആകുന്നെനിക്കു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ഭൂവിലറിവാന്‍ നിനക്കു തുല്യം മറ്റില്ലേ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C699F-C695-41DB-8ECE-A968E353A96D}"/>
              </a:ext>
            </a:extLst>
          </p:cNvPr>
          <p:cNvSpPr/>
          <p:nvPr/>
        </p:nvSpPr>
        <p:spPr>
          <a:xfrm>
            <a:off x="266700" y="3835400"/>
            <a:ext cx="119253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Jeevanèkaalh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valiyon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aakunnenikku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Bhoovilarivaan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thulyam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mattilley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831AC-3DB2-4778-BAB3-F85AC208D504}"/>
              </a:ext>
            </a:extLst>
          </p:cNvPr>
          <p:cNvSpPr/>
          <p:nvPr/>
        </p:nvSpPr>
        <p:spPr>
          <a:xfrm>
            <a:off x="0" y="2706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നീയൊഴികെ നീയൊഴികെ ആരുമില്ലീശോ!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5A5A2-E65E-4E56-95EC-764BFF21D1E7}"/>
              </a:ext>
            </a:extLst>
          </p:cNvPr>
          <p:cNvSpPr/>
          <p:nvPr/>
        </p:nvSpPr>
        <p:spPr>
          <a:xfrm>
            <a:off x="0" y="545098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Aarumillesho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6D179-ED5C-4672-968E-B06516B892D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55525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6700" y="1083846"/>
            <a:ext cx="11658600" cy="15748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 സര്‍വ്വവും എനിക്കു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വേണ്ടി നീയല്ലോ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നിന്നരുമ നാമം അടിയാനു സമസ്തം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C699F-C695-41DB-8ECE-A968E353A96D}"/>
              </a:ext>
            </a:extLst>
          </p:cNvPr>
          <p:cNvSpPr/>
          <p:nvPr/>
        </p:nvSpPr>
        <p:spPr>
          <a:xfrm>
            <a:off x="266700" y="3835400"/>
            <a:ext cx="119253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Thannu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vèndi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Ninnaruma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adiyaanu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samastham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831AC-3DB2-4778-BAB3-F85AC208D504}"/>
              </a:ext>
            </a:extLst>
          </p:cNvPr>
          <p:cNvSpPr/>
          <p:nvPr/>
        </p:nvSpPr>
        <p:spPr>
          <a:xfrm>
            <a:off x="0" y="2706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നീയൊഴികെ നീയൊഴികെ ആരുമില്ലീശോ!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5A5A2-E65E-4E56-95EC-764BFF21D1E7}"/>
              </a:ext>
            </a:extLst>
          </p:cNvPr>
          <p:cNvSpPr/>
          <p:nvPr/>
        </p:nvSpPr>
        <p:spPr>
          <a:xfrm>
            <a:off x="0" y="545098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Aarumillesho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6D179-ED5C-4672-968E-B06516B892D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8796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6700" y="1083846"/>
            <a:ext cx="11658600" cy="15748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മംഗലമേ! എന്‍ ധനമേ!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ക്ഷേമ ദാതാവേ!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ഭംഗമില്ലാ ബന്ധുവേ! മഹാ ശുഭവാനേ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C699F-C695-41DB-8ECE-A968E353A96D}"/>
              </a:ext>
            </a:extLst>
          </p:cNvPr>
          <p:cNvSpPr/>
          <p:nvPr/>
        </p:nvSpPr>
        <p:spPr>
          <a:xfrm>
            <a:off x="266700" y="3835400"/>
            <a:ext cx="119253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Mangalamey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dhanamey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kshema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daathaavey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Bhangamillaa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bandhuvey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shubhavaaney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831AC-3DB2-4778-BAB3-F85AC208D504}"/>
              </a:ext>
            </a:extLst>
          </p:cNvPr>
          <p:cNvSpPr/>
          <p:nvPr/>
        </p:nvSpPr>
        <p:spPr>
          <a:xfrm>
            <a:off x="0" y="2706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നീയൊഴികെ നീയൊഴികെ ആരുമില്ലീശോ!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5A5A2-E65E-4E56-95EC-764BFF21D1E7}"/>
              </a:ext>
            </a:extLst>
          </p:cNvPr>
          <p:cNvSpPr/>
          <p:nvPr/>
        </p:nvSpPr>
        <p:spPr>
          <a:xfrm>
            <a:off x="0" y="545098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neeyozhikey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Aarumillesho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6D179-ED5C-4672-968E-B06516B892D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32686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151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215 നീയൊഴികെ നീയൊഴികെ ആരുമില്ലീശോ!</vt:lpstr>
      <vt:lpstr>പല്ലവി  നീയൊഴികെ നീയൊഴികെ ആരുമില്ലീശോ! അനുപല്ലവി  സ്നേഹമയമേ! വിശുദ്ധി  നീതിനിറവേ  - നീ..        </vt:lpstr>
      <vt:lpstr>നീയെന്‍ രക്ഷ നീയെന്‍ ബന്ധു, നീ എനിക്കാശ  നീ എൻ സ്വന്തമായി വന്നതെന്‍ മഹാഭാഗ്യം</vt:lpstr>
      <vt:lpstr>എന്നും എങ്ങും യേശു നീ എന്നോടു കൂടവേ അന്നിരുന്ന ശക്തി കൃപയോടു വാഴുന്നേ </vt:lpstr>
      <vt:lpstr>ജീവനെക്കാള്‍ നീ വലിയോന്‍ ആകുന്നെനിക്കു  ഭൂവിലറിവാന്‍ നിനക്കു തുല്യം മറ്റില്ലേ</vt:lpstr>
      <vt:lpstr>തന്നു സര്‍വ്വവും എനിക്കു വേണ്ടി നീയല്ലോ നിന്നരുമ നാമം അടിയാനു സമസ്തം </vt:lpstr>
      <vt:lpstr>മംഗലമേ! എന്‍ ധനമേ! ക്ഷേമ ദാതാവേ! ഭംഗമില്ലാ ബന്ധുവേ! മഹാ ശുഭവാനേ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Neeyozhike Neeyozhike aarumilleesho</dc:title>
  <dc:creator>Digital Input:; GM JOHN; Acsah Mathews</dc:creator>
  <cp:lastModifiedBy>Acsah Mathews</cp:lastModifiedBy>
  <cp:revision>153</cp:revision>
  <dcterms:created xsi:type="dcterms:W3CDTF">2013-04-19T09:19:07Z</dcterms:created>
  <dcterms:modified xsi:type="dcterms:W3CDTF">2018-11-08T19:38:30Z</dcterms:modified>
</cp:coreProperties>
</file>