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0DF9-AD77-41B2-B9C2-0C56CE2DF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F121A-4871-47D8-8110-647A161FF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22B0-7B53-4591-9BB8-F323C21C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BE190-53C2-4CAB-A1BC-FC6ECC7A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3858F-5DB0-43D9-9457-FD4B6E6F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1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10CE-419F-4F47-BFDB-E91ECCC2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C3189-3B78-45F7-AE46-DB2957606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347B7-1BB2-4D8D-B73C-EC74FF5E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84229-4926-4E8E-AD1F-E67DBB12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DC76C-972E-4780-9B21-B0D57AD2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3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FA36-9460-4778-BEDA-DBA698A6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EFE4D-8050-458A-8A32-F01B04178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1D3F2-862C-4DC6-AC65-853E242C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9CF4-12A7-4719-8EFA-E12FA6C3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00680-B13B-425B-B70D-A41E79FA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0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51B8-48AA-4BBD-9E74-B531EA87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8818-0DFB-4AC6-B1F6-82F15E1E8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F80B0-6848-4C08-BF26-5AFBB4E82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7C911-8EA3-4572-BB9B-0606903E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A983D-7014-4F02-88F0-F776F227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85367-0D8E-49B9-8017-1ACDEFBF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BC62-A783-4AF6-9359-0EEE1DA0E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3EA53-AB6A-4477-8FE9-7FF020FF8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C3940-019F-4D8C-B1F0-80EAD5ED4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2FE24-49B5-47BB-8714-AD26BA1AF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D419D-482E-4ECB-B6A5-5A07AAB9A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53572-C40E-46CE-9A70-E6B3991C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DBD4A-EDA8-4370-A428-C7815FAA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F1141-40F1-4BB0-9057-B556CAE1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2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1025-D427-4D40-B687-11598192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7EF83-9AD2-46F2-AEF3-56FDC25C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66AB4-3E52-4F61-9510-D8357547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851F6-421F-4F73-8208-D3F47667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0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5BF56-6835-4AF0-83FF-F027EEE9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F68257-05F3-4D57-AD3B-A69F7191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C5E16-B9A7-4950-AC1B-CE36EE41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85D6-4B8B-4B22-A942-BC62DB86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4E3BB-6895-4DFB-8DC2-B3C40E966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A6A3C-5931-41CB-9834-8A650AC5B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AF58E-2074-4528-8964-9A86FECC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AE1EE-9A71-4D8D-B02B-2200D55E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2F0D6-832F-456E-9A55-3210B6B3B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C588-04CC-4D25-BDE1-32D950DF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12DAC-421B-4D78-BF18-83FA0B0A6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64DB5-AE4B-4BF1-A4C0-C547F34E1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0DAF2-6C65-43F7-8196-6845EE04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78353-FD4E-4D7A-AD9F-6E421A7B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2273F-22DA-454A-9A2A-860DDAD0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9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D8EF-F1C4-4C6E-BE11-98EA00D5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D28EF-E98F-4539-AD05-1E13AEF89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8C71D-BDC2-4157-939B-6EBCFFA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D5960-A97F-491A-96AF-5CFCA2A4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C2AC1-ED99-4379-A060-2A9D4960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8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468A6-3825-4DC3-9756-7C99CF46A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26A59-D8A6-4756-8BAC-1ACBE5C67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60EA6-B5BC-4D01-BA80-F9F0D83A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4456F-72A0-46BA-8BC6-82F7D999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8D7D2-ABE4-4020-8998-2C00E71B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1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40CC7-5FEA-46D9-A4D5-2BCC2473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5F19A-29A9-4360-8612-E17DC7B87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DE598-0F58-45C6-9C6E-111C74DA4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1C1E7-B4C0-4681-8912-E0D464137EA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67F36-F104-4ADF-9603-5F84F02AA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7D1C6-F72C-44A7-A7FB-8DC243AC4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547F7-6B20-4B66-BC65-0F96FF32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6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7378-1F62-437C-93C3-F9860351C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dirty="0"/>
              <a:t>449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ദൈവത്തിൻ പുത്രനാം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19536-FC0C-48F5-8761-3B5407834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12192000" cy="2133599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Daivaththin </a:t>
            </a:r>
            <a:r>
              <a:rPr lang="en-US" sz="4000" b="1" dirty="0" err="1">
                <a:solidFill>
                  <a:srgbClr val="002060"/>
                </a:solidFill>
              </a:rPr>
              <a:t>puthranaam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Break thou the bread of life </a:t>
            </a:r>
            <a:r>
              <a:rPr lang="en-US" sz="3600" i="1" dirty="0">
                <a:solidFill>
                  <a:srgbClr val="002060"/>
                </a:solidFill>
              </a:rPr>
              <a:t>– </a:t>
            </a:r>
          </a:p>
          <a:p>
            <a:r>
              <a:rPr lang="en-US" sz="3400" i="1" dirty="0">
                <a:solidFill>
                  <a:srgbClr val="002060"/>
                </a:solidFill>
              </a:rPr>
              <a:t>Mary A. Lathbury, William F Sherwin</a:t>
            </a:r>
            <a:endParaRPr lang="en-US" sz="3400" i="1" dirty="0"/>
          </a:p>
        </p:txBody>
      </p:sp>
    </p:spTree>
    <p:extLst>
      <p:ext uri="{BB962C8B-B14F-4D97-AF65-F5344CB8AC3E}">
        <p14:creationId xmlns:p14="http://schemas.microsoft.com/office/powerpoint/2010/main" val="90108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BCE363-7964-4C1E-8782-67C75880852C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449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361C9-CBCA-4C7A-8881-318F6B297308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78CA2-3D39-4E7D-AC59-08D0C2E0AFFC}"/>
              </a:ext>
            </a:extLst>
          </p:cNvPr>
          <p:cNvSpPr/>
          <p:nvPr/>
        </p:nvSpPr>
        <p:spPr>
          <a:xfrm>
            <a:off x="445476" y="810867"/>
            <a:ext cx="11723075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ദൈവത്തിൻ പുത്രനാം ക്രിസ്തുയേശുവേ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ജീവന്‍റെ വചനം നൽകേണമെ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ആശ്രിതർ മദ്ധ്യത്തിൽ പാർക്കുന്നോനെ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ദാസരെ സത്യത്തിൽ നടത്തുകെ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C43561-AA56-4AF6-B872-C22CD0A2A4F8}"/>
              </a:ext>
            </a:extLst>
          </p:cNvPr>
          <p:cNvSpPr/>
          <p:nvPr/>
        </p:nvSpPr>
        <p:spPr>
          <a:xfrm>
            <a:off x="445476" y="3660776"/>
            <a:ext cx="1174652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Daivaththin </a:t>
            </a:r>
            <a:r>
              <a:rPr lang="en-US" sz="3400" b="1" dirty="0" err="1">
                <a:solidFill>
                  <a:srgbClr val="002060"/>
                </a:solidFill>
              </a:rPr>
              <a:t>puthranaam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kristheshuve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Jeevante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vachanam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nalkenhame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Aashrithan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madhyaththil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paarkkunnone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Daasare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sathyaththil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nadaththuke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495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BCE363-7964-4C1E-8782-67C75880852C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449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361C9-CBCA-4C7A-8881-318F6B297308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prstClr val="black"/>
                </a:solidFill>
                <a:latin typeface="Calibri" panose="020F0502020204030204"/>
              </a:rPr>
              <a:t>2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78CA2-3D39-4E7D-AC59-08D0C2E0AFFC}"/>
              </a:ext>
            </a:extLst>
          </p:cNvPr>
          <p:cNvSpPr/>
          <p:nvPr/>
        </p:nvSpPr>
        <p:spPr>
          <a:xfrm>
            <a:off x="445476" y="810867"/>
            <a:ext cx="11723075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പണ്ടൊരഞ്ചപ്പവും മീന്‍ രണ്ടുമെ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കണ്ടപ്പോൾ വാഴ്ത്തി വർദ്ധിപ്പിച്ചോനെ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ഇങ്ങുള്ള പ്രാപ്തിയും അത്യല്പമെ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അങ്ങെ തൃക്കയ്യാല്‍ എല്ലാം വാഴ്ത്തുകെ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C43561-AA56-4AF6-B872-C22CD0A2A4F8}"/>
              </a:ext>
            </a:extLst>
          </p:cNvPr>
          <p:cNvSpPr/>
          <p:nvPr/>
        </p:nvSpPr>
        <p:spPr>
          <a:xfrm>
            <a:off x="445476" y="3660776"/>
            <a:ext cx="1174652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Pando-</a:t>
            </a:r>
            <a:r>
              <a:rPr lang="en-US" sz="3400" b="1" dirty="0" err="1">
                <a:solidFill>
                  <a:srgbClr val="002060"/>
                </a:solidFill>
              </a:rPr>
              <a:t>ranj</a:t>
            </a:r>
            <a:r>
              <a:rPr lang="en-US" sz="3400" b="1" dirty="0">
                <a:solidFill>
                  <a:srgbClr val="002060"/>
                </a:solidFill>
              </a:rPr>
              <a:t>-</a:t>
            </a:r>
            <a:r>
              <a:rPr lang="en-US" sz="3400" b="1" dirty="0" err="1">
                <a:solidFill>
                  <a:srgbClr val="002060"/>
                </a:solidFill>
              </a:rPr>
              <a:t>appavum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randume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Kandappolh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vardhippichone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Ingullha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praapthiyum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athyalpame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Ange </a:t>
            </a:r>
            <a:r>
              <a:rPr lang="en-US" sz="3400" b="1" dirty="0" err="1">
                <a:solidFill>
                  <a:srgbClr val="002060"/>
                </a:solidFill>
              </a:rPr>
              <a:t>thrikkaiyaal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vaazhthuke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91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BCE363-7964-4C1E-8782-67C75880852C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449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361C9-CBCA-4C7A-8881-318F6B297308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78CA2-3D39-4E7D-AC59-08D0C2E0AFFC}"/>
              </a:ext>
            </a:extLst>
          </p:cNvPr>
          <p:cNvSpPr/>
          <p:nvPr/>
        </p:nvSpPr>
        <p:spPr>
          <a:xfrm>
            <a:off x="445476" y="810867"/>
            <a:ext cx="11723075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ജീവനില്ലാത്തവർ ജീവിക്കുവാൻ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ദൈവത്തിന്‍ ഭക്തർ ശക്തര്‍ ആയിടാന്‍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ഏകുക യേശുവേ നിൻ വാക്കിനാൽ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ഏകുക കൃപയെ നിന്‍ ആത്മാവിനാൽ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C43561-AA56-4AF6-B872-C22CD0A2A4F8}"/>
              </a:ext>
            </a:extLst>
          </p:cNvPr>
          <p:cNvSpPr/>
          <p:nvPr/>
        </p:nvSpPr>
        <p:spPr>
          <a:xfrm>
            <a:off x="445476" y="3660776"/>
            <a:ext cx="1174652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Jeevathillaththavar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jeevikkuvaan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Daivaththin </a:t>
            </a:r>
            <a:r>
              <a:rPr lang="en-US" sz="3400" b="1" dirty="0" err="1">
                <a:solidFill>
                  <a:srgbClr val="002060"/>
                </a:solidFill>
              </a:rPr>
              <a:t>bhakthar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aayidaan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Aekuka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vaakkinaal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Aekuka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kripaye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aathmaavaal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81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Kartika</vt:lpstr>
      <vt:lpstr>Office Theme</vt:lpstr>
      <vt:lpstr>449 ദൈവത്തിൻ പുത്രനാം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Daivathin puthranaam</dc:title>
  <dc:creator>Acsah Mathews</dc:creator>
  <cp:lastModifiedBy>Acsah Mathews</cp:lastModifiedBy>
  <cp:revision>1</cp:revision>
  <dcterms:created xsi:type="dcterms:W3CDTF">2018-11-29T19:52:56Z</dcterms:created>
  <dcterms:modified xsi:type="dcterms:W3CDTF">2018-11-29T19:53:20Z</dcterms:modified>
</cp:coreProperties>
</file>