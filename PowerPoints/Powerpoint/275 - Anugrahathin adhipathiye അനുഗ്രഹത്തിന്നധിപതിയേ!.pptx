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1" r:id="rId2"/>
    <p:sldId id="269" r:id="rId3"/>
    <p:sldId id="277" r:id="rId4"/>
    <p:sldId id="278" r:id="rId5"/>
    <p:sldId id="279" r:id="rId6"/>
    <p:sldId id="280" r:id="rId7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533" autoAdjust="0"/>
    <p:restoredTop sz="94660"/>
  </p:normalViewPr>
  <p:slideViewPr>
    <p:cSldViewPr>
      <p:cViewPr varScale="1">
        <p:scale>
          <a:sx n="45" d="100"/>
          <a:sy n="45" d="100"/>
        </p:scale>
        <p:origin x="54" y="870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3CD0D7-4299-4823-B87C-97926A66FF54}" type="datetimeFigureOut">
              <a:rPr lang="en-US"/>
              <a:pPr>
                <a:defRPr/>
              </a:pPr>
              <a:t>11/15/2018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F1A7D2-07CF-43B9-B029-7119BE683E7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341" y="181534"/>
            <a:ext cx="770972" cy="5782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3999" y="6111691"/>
            <a:ext cx="615660" cy="56477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505AD9-F29B-4107-8623-B78A66249EED}" type="datetimeFigureOut">
              <a:rPr lang="en-US"/>
              <a:pPr>
                <a:defRPr/>
              </a:pPr>
              <a:t>11/15/2018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F0F9114-B458-4492-B44A-55D0F36DE7C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E1B2F59-F499-4B86-A969-5641936BB71F}" type="datetimeFigureOut">
              <a:rPr lang="en-US"/>
              <a:pPr>
                <a:defRPr/>
              </a:pPr>
              <a:t>11/15/2018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A6D63F0-C83E-496A-87F7-B3F3D90866E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44F3DBD-27F7-4519-998E-C201514CF0DC}" type="datetimeFigureOut">
              <a:rPr lang="en-US"/>
              <a:pPr>
                <a:defRPr/>
              </a:pPr>
              <a:t>11/15/2018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ABF8F57-B20E-4185-AB6F-3355865C776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BD51FA5-D1AF-4D66-AA08-876440870677}" type="datetimeFigureOut">
              <a:rPr lang="en-US"/>
              <a:pPr>
                <a:defRPr/>
              </a:pPr>
              <a:t>11/15/2018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6716198-8E66-4AD2-B23A-FB1B24E512A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56E8DFA-7639-4D1F-B5E8-A5D8450A89F5}" type="datetimeFigureOut">
              <a:rPr lang="en-US"/>
              <a:pPr>
                <a:defRPr/>
              </a:pPr>
              <a:t>11/15/2018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F373F72-3BE1-4CF3-94EB-F02F1EAF4FF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9D7558F-DB1C-45D2-AE85-67274F5F478D}" type="datetimeFigureOut">
              <a:rPr lang="en-US"/>
              <a:pPr>
                <a:defRPr/>
              </a:pPr>
              <a:t>11/15/2018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5C1E66C-1FB7-4E3C-8778-558B1083AB3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1DB7EE7-D263-49EC-9CB2-7CFADF50D26D}" type="datetimeFigureOut">
              <a:rPr lang="en-US"/>
              <a:pPr>
                <a:defRPr/>
              </a:pPr>
              <a:t>11/15/2018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306D66E-0A73-4B31-9A28-D0408304C46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94C118-CBFE-438E-89AA-8790E4A0B3D7}" type="datetimeFigureOut">
              <a:rPr lang="en-US"/>
              <a:pPr>
                <a:defRPr/>
              </a:pPr>
              <a:t>11/15/2018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19CFD7-B505-4DB1-9BEE-95CDE584FC3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7F3133-3CF3-4F3B-96CC-225E0B54B938}" type="datetimeFigureOut">
              <a:rPr lang="en-US"/>
              <a:pPr>
                <a:defRPr/>
              </a:pPr>
              <a:t>11/15/2018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8EB37AD-0B7B-4D7F-8E44-42381375AE3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C971801-1CD2-43E1-8D1B-1D4E70D7B102}" type="datetimeFigureOut">
              <a:rPr lang="en-US"/>
              <a:pPr>
                <a:defRPr/>
              </a:pPr>
              <a:t>11/15/2018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624909F-2DD7-4C62-B19F-A8B77CABED1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2C10AFC2-5584-475F-9B54-628CA66DF129}" type="datetimeFigureOut">
              <a:rPr lang="en-US"/>
              <a:pPr>
                <a:defRPr/>
              </a:pPr>
              <a:t>11/15/2018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EFFC0EA7-3D67-4F3C-B724-352EEBFFA3D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7B7E4D-4B41-4442-964B-BC73AC4713D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275</a:t>
            </a:r>
            <a:br>
              <a:rPr lang="en-US" dirty="0"/>
            </a:br>
            <a:r>
              <a:rPr lang="ml-IN" b="1" dirty="0">
                <a:latin typeface="Kartika" panose="02020503030404060203" pitchFamily="18" charset="0"/>
              </a:rPr>
              <a:t>അനുഗ്രഹത്തിന്നധിപതിയേ</a:t>
            </a:r>
            <a:r>
              <a:rPr lang="en-US" b="1">
                <a:latin typeface="Kartika" panose="02020503030404060203" pitchFamily="18" charset="0"/>
                <a:cs typeface="Kartika" panose="02020503030404060203" pitchFamily="18" charset="0"/>
              </a:rPr>
              <a:t>!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CBC836A-E461-4390-BBF8-172F97010C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914400"/>
          </a:xfrm>
        </p:spPr>
        <p:txBody>
          <a:bodyPr/>
          <a:lstStyle/>
          <a:p>
            <a:r>
              <a:rPr lang="en-US" sz="4000" b="1" dirty="0" err="1">
                <a:solidFill>
                  <a:schemeClr val="accent1">
                    <a:lumMod val="75000"/>
                  </a:schemeClr>
                </a:solidFill>
              </a:rPr>
              <a:t>Anugrahaththin</a:t>
            </a:r>
            <a:r>
              <a:rPr lang="en-US" sz="40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4000" b="1" dirty="0" err="1">
                <a:solidFill>
                  <a:schemeClr val="accent1">
                    <a:lumMod val="75000"/>
                  </a:schemeClr>
                </a:solidFill>
              </a:rPr>
              <a:t>adhipathiye</a:t>
            </a:r>
            <a:r>
              <a:rPr lang="en-US" sz="4000" b="1" dirty="0">
                <a:solidFill>
                  <a:schemeClr val="accent1">
                    <a:lumMod val="75000"/>
                  </a:schemeClr>
                </a:solidFill>
              </a:rPr>
              <a:t>! </a:t>
            </a:r>
          </a:p>
          <a:p>
            <a:endParaRPr lang="en-US" sz="40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E346979-94C6-4624-9383-682DBB1502FD}"/>
              </a:ext>
            </a:extLst>
          </p:cNvPr>
          <p:cNvSpPr/>
          <p:nvPr/>
        </p:nvSpPr>
        <p:spPr>
          <a:xfrm>
            <a:off x="1763233" y="4748915"/>
            <a:ext cx="323838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ml-IN" sz="2000" b="1" dirty="0">
                <a:solidFill>
                  <a:schemeClr val="accent2"/>
                </a:solidFill>
              </a:rPr>
              <a:t>(എം. ഈ. ചെറിയാൻ) </a:t>
            </a:r>
            <a:endParaRPr lang="en-US" sz="2000" dirty="0">
              <a:solidFill>
                <a:schemeClr val="accent2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46F9A1B-F548-4853-8410-0ADFA2A3D03C}"/>
              </a:ext>
            </a:extLst>
          </p:cNvPr>
          <p:cNvSpPr/>
          <p:nvPr/>
        </p:nvSpPr>
        <p:spPr>
          <a:xfrm>
            <a:off x="8576789" y="4748915"/>
            <a:ext cx="192071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chemeClr val="accent2"/>
                </a:solidFill>
              </a:rPr>
              <a:t>(M.E. Cherian) </a:t>
            </a:r>
          </a:p>
        </p:txBody>
      </p:sp>
    </p:spTree>
    <p:extLst>
      <p:ext uri="{BB962C8B-B14F-4D97-AF65-F5344CB8AC3E}">
        <p14:creationId xmlns:p14="http://schemas.microsoft.com/office/powerpoint/2010/main" val="14837717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>
          <a:xfrm>
            <a:off x="510363" y="1325526"/>
            <a:ext cx="11658600" cy="2438400"/>
          </a:xfrm>
        </p:spPr>
        <p:txBody>
          <a:bodyPr anchor="t"/>
          <a:lstStyle/>
          <a:p>
            <a:pPr algn="l" defTabSz="465138" eaLnBrk="1" hangingPunct="1">
              <a:lnSpc>
                <a:spcPct val="114000"/>
              </a:lnSpc>
            </a:pP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അനുഗ്രഹത്തിന്നധിപതിയേ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!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അനന്ത കൃപാ പെരും നദിയേ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!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അനുദിനം നിന്‍ പദം ഗതിയേ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!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അടിയന്നു നിന്‍ കൃപ മതിയേ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!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125200" y="0"/>
            <a:ext cx="1066800" cy="33316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fontAlgn="auto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1" dirty="0">
                <a:solidFill>
                  <a:srgbClr val="FF0000"/>
                </a:solidFill>
                <a:latin typeface="+mn-lt"/>
                <a:cs typeface="+mn-cs"/>
              </a:rPr>
              <a:t>275</a:t>
            </a:r>
            <a:endParaRPr lang="en-US" sz="2000" b="1" dirty="0">
              <a:latin typeface="+mj-lt"/>
              <a:ea typeface="+mj-ea"/>
              <a:cs typeface="+mj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2F732E4-D585-4709-8D65-E66BBBAA334C}"/>
              </a:ext>
            </a:extLst>
          </p:cNvPr>
          <p:cNvSpPr txBox="1"/>
          <p:nvPr/>
        </p:nvSpPr>
        <p:spPr>
          <a:xfrm>
            <a:off x="0" y="457200"/>
            <a:ext cx="1219200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400" b="1" dirty="0">
                <a:latin typeface="+mn-lt"/>
              </a:rPr>
              <a:t>1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E5451E3-AD24-495C-AEDB-4ED2EACFAB67}"/>
              </a:ext>
            </a:extLst>
          </p:cNvPr>
          <p:cNvSpPr/>
          <p:nvPr/>
        </p:nvSpPr>
        <p:spPr>
          <a:xfrm>
            <a:off x="533400" y="3886200"/>
            <a:ext cx="10591800" cy="25826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14000"/>
              </a:lnSpc>
            </a:pP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Anugrahaththinadhipathiye! </a:t>
            </a:r>
          </a:p>
          <a:p>
            <a:pPr algn="r">
              <a:lnSpc>
                <a:spcPct val="114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Anantha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kripaa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perum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nadiye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! </a:t>
            </a:r>
          </a:p>
          <a:p>
            <a:pPr algn="r">
              <a:lnSpc>
                <a:spcPct val="114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Anudinam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nin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padam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gathiye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r">
              <a:lnSpc>
                <a:spcPct val="114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Adiyanu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nin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kripa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mathiye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!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>
          <a:xfrm>
            <a:off x="510363" y="1325526"/>
            <a:ext cx="11658600" cy="2438400"/>
          </a:xfrm>
        </p:spPr>
        <p:txBody>
          <a:bodyPr anchor="t"/>
          <a:lstStyle/>
          <a:p>
            <a:pPr algn="l" defTabSz="465138" eaLnBrk="1" hangingPunct="1">
              <a:lnSpc>
                <a:spcPct val="114000"/>
              </a:lnSpc>
            </a:pPr>
            <a:r>
              <a:rPr lang="ml-IN" sz="3600" b="1" dirty="0">
                <a:latin typeface="Kartika" panose="02020503030404060203" pitchFamily="18" charset="0"/>
              </a:rPr>
              <a:t>വന്‍ വിനകള്‍ വന്നീടുകില്‍ </a:t>
            </a:r>
            <a:br>
              <a:rPr lang="ml-IN" sz="3600" b="1" dirty="0">
                <a:latin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</a:rPr>
              <a:t>വലയുകയില്ലെന്‍ ഹൃദയം </a:t>
            </a:r>
            <a:br>
              <a:rPr lang="ml-IN" sz="3600" b="1" dirty="0">
                <a:latin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</a:rPr>
              <a:t>വല്ലഭന്‍ നീയെന്നഭയം </a:t>
            </a:r>
            <a:br>
              <a:rPr lang="ml-IN" sz="3600" b="1" dirty="0">
                <a:latin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</a:rPr>
              <a:t>വന്നീടുമോ പിന്നെ ഭയം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125200" y="0"/>
            <a:ext cx="1066800" cy="33316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fontAlgn="auto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1" dirty="0">
                <a:solidFill>
                  <a:srgbClr val="FF0000"/>
                </a:solidFill>
                <a:latin typeface="+mn-lt"/>
                <a:cs typeface="+mn-cs"/>
              </a:rPr>
              <a:t>275</a:t>
            </a:r>
            <a:endParaRPr lang="en-US" sz="2000" b="1" dirty="0">
              <a:latin typeface="+mj-lt"/>
              <a:ea typeface="+mj-ea"/>
              <a:cs typeface="+mj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2F732E4-D585-4709-8D65-E66BBBAA334C}"/>
              </a:ext>
            </a:extLst>
          </p:cNvPr>
          <p:cNvSpPr txBox="1"/>
          <p:nvPr/>
        </p:nvSpPr>
        <p:spPr>
          <a:xfrm>
            <a:off x="0" y="457200"/>
            <a:ext cx="1219200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400" b="1" dirty="0">
                <a:latin typeface="+mn-lt"/>
              </a:rPr>
              <a:t>2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E5451E3-AD24-495C-AEDB-4ED2EACFAB67}"/>
              </a:ext>
            </a:extLst>
          </p:cNvPr>
          <p:cNvSpPr/>
          <p:nvPr/>
        </p:nvSpPr>
        <p:spPr>
          <a:xfrm>
            <a:off x="533400" y="3886200"/>
            <a:ext cx="10591800" cy="25826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14000"/>
              </a:lnSpc>
            </a:pP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Van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vinakalh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vanneedukil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r">
              <a:lnSpc>
                <a:spcPct val="114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Valayukayillen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hridayam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r">
              <a:lnSpc>
                <a:spcPct val="114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Vallabhan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neeyennabhayam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r">
              <a:lnSpc>
                <a:spcPct val="114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Vanneedumo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pinne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bhayam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5062020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>
          <a:xfrm>
            <a:off x="510363" y="1325526"/>
            <a:ext cx="11658600" cy="2438400"/>
          </a:xfrm>
        </p:spPr>
        <p:txBody>
          <a:bodyPr anchor="t"/>
          <a:lstStyle/>
          <a:p>
            <a:pPr algn="l" defTabSz="465138" eaLnBrk="1" hangingPunct="1">
              <a:lnSpc>
                <a:spcPct val="114000"/>
              </a:lnSpc>
            </a:pPr>
            <a:r>
              <a:rPr lang="ml-IN" sz="3600" b="1" dirty="0">
                <a:latin typeface="Kartika" panose="02020503030404060203" pitchFamily="18" charset="0"/>
              </a:rPr>
              <a:t>തന്നുയിരെ പാപികള്‍ക്കായ്</a:t>
            </a:r>
            <a:br>
              <a:rPr lang="ml-IN" sz="3600" b="1" dirty="0">
                <a:latin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</a:rPr>
              <a:t>തന്നവനാം നീയിനിയും </a:t>
            </a:r>
            <a:br>
              <a:rPr lang="ml-IN" sz="3600" b="1" dirty="0">
                <a:latin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</a:rPr>
              <a:t>തള്ളീടുമോ  ഏഴയെന്നെ?</a:t>
            </a:r>
            <a:br>
              <a:rPr lang="ml-IN" sz="3600" b="1" dirty="0">
                <a:latin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</a:rPr>
              <a:t>തീരുമോ നിന്‍ സ്നേഹമെന്നില്‍</a:t>
            </a:r>
            <a:r>
              <a:rPr lang="en-US" sz="3600" b="1" dirty="0">
                <a:latin typeface="Kartika" panose="02020503030404060203" pitchFamily="18" charset="0"/>
              </a:rPr>
              <a:t>?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125200" y="0"/>
            <a:ext cx="1066800" cy="33316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fontAlgn="auto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1" dirty="0">
                <a:solidFill>
                  <a:srgbClr val="FF0000"/>
                </a:solidFill>
                <a:latin typeface="+mn-lt"/>
                <a:cs typeface="+mn-cs"/>
              </a:rPr>
              <a:t>275</a:t>
            </a:r>
            <a:endParaRPr lang="en-US" sz="2000" b="1" dirty="0">
              <a:latin typeface="+mj-lt"/>
              <a:ea typeface="+mj-ea"/>
              <a:cs typeface="+mj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2F732E4-D585-4709-8D65-E66BBBAA334C}"/>
              </a:ext>
            </a:extLst>
          </p:cNvPr>
          <p:cNvSpPr txBox="1"/>
          <p:nvPr/>
        </p:nvSpPr>
        <p:spPr>
          <a:xfrm>
            <a:off x="0" y="457200"/>
            <a:ext cx="1219200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400" b="1" dirty="0">
                <a:latin typeface="+mn-lt"/>
              </a:rPr>
              <a:t>3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E5451E3-AD24-495C-AEDB-4ED2EACFAB67}"/>
              </a:ext>
            </a:extLst>
          </p:cNvPr>
          <p:cNvSpPr/>
          <p:nvPr/>
        </p:nvSpPr>
        <p:spPr>
          <a:xfrm>
            <a:off x="533400" y="3886200"/>
            <a:ext cx="10591800" cy="25826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14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Thannuyire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paapikalkaai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r">
              <a:lnSpc>
                <a:spcPct val="114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Thannavanaam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neeyiniyum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r">
              <a:lnSpc>
                <a:spcPct val="114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Thallheedume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ezhayenne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? </a:t>
            </a:r>
          </a:p>
          <a:p>
            <a:pPr algn="r">
              <a:lnSpc>
                <a:spcPct val="114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Theerumo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nin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snehamennil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5061045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>
          <a:xfrm>
            <a:off x="510363" y="1325526"/>
            <a:ext cx="11658600" cy="2438400"/>
          </a:xfrm>
        </p:spPr>
        <p:txBody>
          <a:bodyPr anchor="t"/>
          <a:lstStyle/>
          <a:p>
            <a:pPr algn="l" defTabSz="465138" eaLnBrk="1" hangingPunct="1">
              <a:lnSpc>
                <a:spcPct val="114000"/>
              </a:lnSpc>
            </a:pPr>
            <a:r>
              <a:rPr lang="ml-IN" sz="3600" b="1" dirty="0">
                <a:latin typeface="Kartika" panose="02020503030404060203" pitchFamily="18" charset="0"/>
              </a:rPr>
              <a:t>തിരുക്കരങ്ങള്‍ തരുന്ന നല്ല </a:t>
            </a:r>
            <a:br>
              <a:rPr lang="ml-IN" sz="3600" b="1" dirty="0">
                <a:latin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</a:rPr>
              <a:t>ശിക്ഷയില്‍ ഞാന്‍ പതറുകില്ല </a:t>
            </a:r>
            <a:br>
              <a:rPr lang="ml-IN" sz="3600" b="1" dirty="0">
                <a:latin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</a:rPr>
              <a:t>മക്കളെങ്കില്‍ ശാസനകള്‍ </a:t>
            </a:r>
            <a:br>
              <a:rPr lang="ml-IN" sz="3600" b="1" dirty="0">
                <a:latin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</a:rPr>
              <a:t>സ്നേഹത്തിന്‍ പ്രകാശനങ്ങള്‍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125200" y="0"/>
            <a:ext cx="1066800" cy="33316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fontAlgn="auto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1" dirty="0">
                <a:solidFill>
                  <a:srgbClr val="FF0000"/>
                </a:solidFill>
                <a:latin typeface="+mn-lt"/>
                <a:cs typeface="+mn-cs"/>
              </a:rPr>
              <a:t>275</a:t>
            </a:r>
            <a:endParaRPr lang="en-US" sz="2000" b="1" dirty="0">
              <a:latin typeface="+mj-lt"/>
              <a:ea typeface="+mj-ea"/>
              <a:cs typeface="+mj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2F732E4-D585-4709-8D65-E66BBBAA334C}"/>
              </a:ext>
            </a:extLst>
          </p:cNvPr>
          <p:cNvSpPr txBox="1"/>
          <p:nvPr/>
        </p:nvSpPr>
        <p:spPr>
          <a:xfrm>
            <a:off x="0" y="457200"/>
            <a:ext cx="1219200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400" b="1" dirty="0">
                <a:latin typeface="+mn-lt"/>
              </a:rPr>
              <a:t>4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E5451E3-AD24-495C-AEDB-4ED2EACFAB67}"/>
              </a:ext>
            </a:extLst>
          </p:cNvPr>
          <p:cNvSpPr/>
          <p:nvPr/>
        </p:nvSpPr>
        <p:spPr>
          <a:xfrm>
            <a:off x="533400" y="3886200"/>
            <a:ext cx="10591800" cy="25826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14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Thirukarangalh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tharunna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nalla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r">
              <a:lnSpc>
                <a:spcPct val="114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shikshayil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njan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patharhukilla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r">
              <a:lnSpc>
                <a:spcPct val="114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Makkalenkil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shaasanakalh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r">
              <a:lnSpc>
                <a:spcPct val="114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snehathin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prakaashanangalh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8523052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>
          <a:xfrm>
            <a:off x="510363" y="1325526"/>
            <a:ext cx="11658600" cy="2438400"/>
          </a:xfrm>
        </p:spPr>
        <p:txBody>
          <a:bodyPr anchor="t"/>
          <a:lstStyle/>
          <a:p>
            <a:pPr algn="l" defTabSz="465138" eaLnBrk="1" hangingPunct="1">
              <a:lnSpc>
                <a:spcPct val="114000"/>
              </a:lnSpc>
            </a:pP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പാരിടമാം പാഴ്മണലില്‍ 	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പാര്‍ത്തിടും ഞാന്‍ നിന്‍ തണലില്‍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മരണദിനം വരുമളവി</a:t>
            </a:r>
            <a:r>
              <a:rPr lang="ml-IN" sz="3600" b="1" dirty="0">
                <a:latin typeface="Kartika" panose="02020503030404060203" pitchFamily="18" charset="0"/>
              </a:rPr>
              <a:t>ല്‍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മറഞ്ഞിടും നിന്‍ മാറിടത്തില്‍ 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125200" y="0"/>
            <a:ext cx="1066800" cy="33316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fontAlgn="auto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1" dirty="0">
                <a:solidFill>
                  <a:srgbClr val="FF0000"/>
                </a:solidFill>
                <a:latin typeface="+mn-lt"/>
                <a:cs typeface="+mn-cs"/>
              </a:rPr>
              <a:t>275</a:t>
            </a:r>
            <a:endParaRPr lang="en-US" sz="2000" b="1" dirty="0">
              <a:latin typeface="+mj-lt"/>
              <a:ea typeface="+mj-ea"/>
              <a:cs typeface="+mj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2F732E4-D585-4709-8D65-E66BBBAA334C}"/>
              </a:ext>
            </a:extLst>
          </p:cNvPr>
          <p:cNvSpPr txBox="1"/>
          <p:nvPr/>
        </p:nvSpPr>
        <p:spPr>
          <a:xfrm>
            <a:off x="0" y="457200"/>
            <a:ext cx="1219200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400" b="1" dirty="0">
                <a:latin typeface="+mn-lt"/>
              </a:rPr>
              <a:t>5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E5451E3-AD24-495C-AEDB-4ED2EACFAB67}"/>
              </a:ext>
            </a:extLst>
          </p:cNvPr>
          <p:cNvSpPr/>
          <p:nvPr/>
        </p:nvSpPr>
        <p:spPr>
          <a:xfrm>
            <a:off x="533400" y="3886200"/>
            <a:ext cx="10591800" cy="25826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14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Paaridamaam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paazhmanhalil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r">
              <a:lnSpc>
                <a:spcPct val="114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paarthidum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njan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nin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thanhalil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r">
              <a:lnSpc>
                <a:spcPct val="114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Maranhadinam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varumalhavil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r">
              <a:lnSpc>
                <a:spcPct val="114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marhanjidum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nin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maaridaththil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4097265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302</TotalTime>
  <Words>98</Words>
  <Application>Microsoft Office PowerPoint</Application>
  <PresentationFormat>Widescreen</PresentationFormat>
  <Paragraphs>39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Kartika</vt:lpstr>
      <vt:lpstr>Office Theme</vt:lpstr>
      <vt:lpstr>275 അനുഗ്രഹത്തിന്നധിപതിയേ!</vt:lpstr>
      <vt:lpstr>അനുഗ്രഹത്തിന്നധിപതിയേ!  അനന്ത കൃപാ പെരും നദിയേ! അനുദിനം നിന്‍ പദം ഗതിയേ!  അടിയന്നു നിന്‍ കൃപ മതിയേ! </vt:lpstr>
      <vt:lpstr>വന്‍ വിനകള്‍ വന്നീടുകില്‍  വലയുകയില്ലെന്‍ ഹൃദയം  വല്ലഭന്‍ നീയെന്നഭയം  വന്നീടുമോ പിന്നെ ഭയം</vt:lpstr>
      <vt:lpstr>തന്നുയിരെ പാപികള്‍ക്കായ് തന്നവനാം നീയിനിയും  തള്ളീടുമോ  ഏഴയെന്നെ? തീരുമോ നിന്‍ സ്നേഹമെന്നില്‍?</vt:lpstr>
      <vt:lpstr>തിരുക്കരങ്ങള്‍ തരുന്ന നല്ല  ശിക്ഷയില്‍ ഞാന്‍ പതറുകില്ല  മക്കളെങ്കില്‍ ശാസനകള്‍  സ്നേഹത്തിന്‍ പ്രകാശനങ്ങള്‍</vt:lpstr>
      <vt:lpstr>പാരിടമാം പാഴ്മണലില്‍   പാര്‍ത്തിടും ഞാന്‍ നിന്‍ തണലില്‍  മരണദിനം വരുമളവില്‍ മറഞ്ഞിടും നിന്‍ മാറിടത്തില്‍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Anugrahathin adhipathiye</dc:title>
  <dc:creator>Digital Input:; GM JOHN; Acsah Mathews</dc:creator>
  <cp:lastModifiedBy>Acsah Mathews</cp:lastModifiedBy>
  <cp:revision>75</cp:revision>
  <dcterms:created xsi:type="dcterms:W3CDTF">2013-04-25T00:28:25Z</dcterms:created>
  <dcterms:modified xsi:type="dcterms:W3CDTF">2018-11-15T15:28:16Z</dcterms:modified>
</cp:coreProperties>
</file>