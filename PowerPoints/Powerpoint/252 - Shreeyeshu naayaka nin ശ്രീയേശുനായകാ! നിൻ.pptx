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84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E7E2-2C16-4715-9260-A1A46482C17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36988-424D-4AF5-AE82-9B64BBEE61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93BCF-933C-4144-84D8-AB0A823F586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55880-E94A-46A5-A73C-DAFFDA678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ECD7A-A119-4648-88DC-7C4CCF814B2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A2DB3-429E-420F-BF88-3C4F80FBF8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C26B4-8E98-43CF-8668-C10993697D2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14BDD-FCC2-4FB7-ACD9-463C7E7E3F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C6C718-7638-422E-8551-EE6C45A0CFB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0E8C9-241D-4901-B688-E78D867F2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264B86-E847-480C-9FD2-8D306F12542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FD321-D3E7-4D82-9944-9DE2B1F32E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0DC6A-996C-4B30-B42C-9D626D0AEC3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60DF6-2BBE-4BE3-8025-DEECA7F006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7A07C-1FDD-41A3-9078-B2926254C42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6FDBB-8E60-458B-938E-BC9CE20E3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0B28B-921C-49E0-BDED-7E003AAC229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D9A8B-B69E-40BB-AA22-D811031298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C0685A-C418-4976-859F-F81E242BF71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C76F1-6ACB-4B2B-A48E-D031832B9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88C6F-11B5-4973-97FD-97F5DD6BBC0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ECE86-0A30-46AA-BD80-D476AA436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84B4325-24E1-48F2-BB54-3DBF557C4E9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5864EF9-D4BC-4A7D-BA14-2DA1845215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7212-1EA9-4541-91F9-7C35DF09A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ശ്രീയേശുനായകാ! നിൻ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B5728-C870-4612-8A88-4ADA4DB95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Shreeyeshu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naayakaa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 Nin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24F9D-2B28-4EEF-BAAA-2C7BB70B888B}"/>
              </a:ext>
            </a:extLst>
          </p:cNvPr>
          <p:cNvSpPr/>
          <p:nvPr/>
        </p:nvSpPr>
        <p:spPr>
          <a:xfrm>
            <a:off x="3352800" y="5086349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/>
              <a:t>(പി. സി. </a:t>
            </a:r>
            <a:r>
              <a:rPr lang="ml-IN" sz="2000" dirty="0"/>
              <a:t>ജോൺ) 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F58D78-562C-4070-B6A2-98FBDF291155}"/>
              </a:ext>
            </a:extLst>
          </p:cNvPr>
          <p:cNvSpPr/>
          <p:nvPr/>
        </p:nvSpPr>
        <p:spPr>
          <a:xfrm>
            <a:off x="7620000" y="5086349"/>
            <a:ext cx="15173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(P.C. John)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80290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 defTabSz="4651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ശ്രീയേശുനായകാ! നിൻ പാദാരവിന്ദ മോർത്തു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പാരിൽ വസിച്ചീടുവാൻ കൃപചെയ്ക!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തീരാത്ത പാപത്തീയിൽ ഓരാതെ ഞാൻ പതിച്ചു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പാരാതെ നീറിടുന്നു ഗതിയെന്യേ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23446-413A-4DFB-B1A0-5DD31BEA518E}"/>
              </a:ext>
            </a:extLst>
          </p:cNvPr>
          <p:cNvSpPr/>
          <p:nvPr/>
        </p:nvSpPr>
        <p:spPr>
          <a:xfrm>
            <a:off x="0" y="39624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naayakaa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paadaaravinda-morthu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vasicheeduvaan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kripacheyka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endParaRPr lang="en-US" sz="1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paapatheeyil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oraathe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pathichu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Paarathe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neerhidunnu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gathiyenye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 defTabSz="4651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ഗംഭീര സാഗരത്തിൻ മീതെ നടന്നപ്പോഴും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പാദം നനഞ്ഞീടാത്ത പരമേശാ !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4	രാഗാദി ദോഷങ്ങൾക്കായ്‌ പാണി തറച്ച താലെൻ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ആത്മാവേ രക്ഷ ചെയ്ത കരുണേശാ!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23446-413A-4DFB-B1A0-5DD31BEA518E}"/>
              </a:ext>
            </a:extLst>
          </p:cNvPr>
          <p:cNvSpPr/>
          <p:nvPr/>
        </p:nvSpPr>
        <p:spPr>
          <a:xfrm>
            <a:off x="0" y="39624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Gambheera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saagarathin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meethe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nadannappozhum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nananjeedaatha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parameshaa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endParaRPr lang="en-US" sz="1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Raagaadhi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doshangalkkai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paanhi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tharhachathaalen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2781070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362200"/>
          </a:xfrm>
        </p:spPr>
        <p:txBody>
          <a:bodyPr anchor="t"/>
          <a:lstStyle/>
          <a:p>
            <a:pPr algn="l" defTabSz="465138"/>
            <a:r>
              <a:rPr lang="ml-IN" sz="3400" b="1" dirty="0">
                <a:latin typeface="Kartika" panose="02020503030404060203" pitchFamily="18" charset="0"/>
              </a:rPr>
              <a:t>5	വൻ മല പോലെയുള്ള തിന്മ വഹിച്ച മൃത്യു-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വക്ത്രത്തി ലാണ്ടൊ രെന്നെ കരകേറ്റി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6	ലോകംവെടിഞ്ഞു ദേഹം നാറ്റം പിടിച്ചിരുന്ന-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</a:rPr>
              <a:t>	ലാസറെ ജീവിപ്പിച്ച ജഗദീശാ!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23446-413A-4DFB-B1A0-5DD31BEA518E}"/>
              </a:ext>
            </a:extLst>
          </p:cNvPr>
          <p:cNvSpPr/>
          <p:nvPr/>
        </p:nvSpPr>
        <p:spPr>
          <a:xfrm>
            <a:off x="0" y="3962400"/>
            <a:ext cx="12192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Van mala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poleyullha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thinma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vahicha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mrithyu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Vakthrathillandorenne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karaketti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1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pidichirunna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Laasare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jeevipicha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jagadeeshaa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1949406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1828800"/>
          </a:xfrm>
        </p:spPr>
        <p:txBody>
          <a:bodyPr anchor="t"/>
          <a:lstStyle/>
          <a:p>
            <a:pPr algn="l" defTabSz="465138">
              <a:lnSpc>
                <a:spcPct val="150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 സഹിച്ച ദേവാ! ക്രൂസിൽ മരിച്ച നാഥാ!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ചേർക്കണമെന്നെയും തൻ തിരു മാർവ്വിൽ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D23446-413A-4DFB-B1A0-5DD31BEA518E}"/>
              </a:ext>
            </a:extLst>
          </p:cNvPr>
          <p:cNvSpPr/>
          <p:nvPr/>
        </p:nvSpPr>
        <p:spPr>
          <a:xfrm>
            <a:off x="0" y="3962400"/>
            <a:ext cx="12192000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Klesham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sahicha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maricha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Cherkkanhamenneyum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maarhvil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280612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111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252 ശ്രീയേശുനായകാ! നിൻ</vt:lpstr>
      <vt:lpstr>1 ശ്രീയേശുനായകാ! നിൻ പാദാരവിന്ദ മോർത്തു   പാരിൽ വസിച്ചീടുവാൻ കൃപചെയ്ക!  2 തീരാത്ത പാപത്തീയിൽ ഓരാതെ ഞാൻ പതിച്ചു   പാരാതെ നീറിടുന്നു ഗതിയെന്യേ</vt:lpstr>
      <vt:lpstr>3 ഗംഭീര സാഗരത്തിൻ മീതെ നടന്നപ്പോഴും   പാദം നനഞ്ഞീടാത്ത പരമേശാ !  4 രാഗാദി ദോഷങ്ങൾക്കായ്‌ പാണി തറച്ച താലെൻ   ആത്മാവേ രക്ഷ ചെയ്ത കരുണേശാ!</vt:lpstr>
      <vt:lpstr>5 വൻ മല പോലെയുള്ള തിന്മ വഹിച്ച മൃത്യു-  വക്ത്രത്തി ലാണ്ടൊ രെന്നെ കരകേറ്റി  6 ലോകംവെടിഞ്ഞു ദേഹം നാറ്റം പിടിച്ചിരുന്ന-  ലാസറെ ജീവിപ്പിച്ച ജഗദീശാ!</vt:lpstr>
      <vt:lpstr>7 ക്ലേശം സഹിച്ച ദേവാ! ക്രൂസിൽ മരിച്ച നാഥാ!  ചേർക്കണമെന്നെയും തൻ തിരു മാർവ്വിൽ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Shreeyeshu naayaka nin</dc:title>
  <dc:creator>Digital Input:; GM JOHN; Acsah Mathews</dc:creator>
  <cp:lastModifiedBy>Acsah Mathews</cp:lastModifiedBy>
  <cp:revision>217</cp:revision>
  <dcterms:created xsi:type="dcterms:W3CDTF">2013-04-19T09:19:07Z</dcterms:created>
  <dcterms:modified xsi:type="dcterms:W3CDTF">2018-11-14T15:04:03Z</dcterms:modified>
</cp:coreProperties>
</file>