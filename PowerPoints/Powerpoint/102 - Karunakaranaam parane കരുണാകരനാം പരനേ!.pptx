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12" roundtripDataSignature="AMtx7mgs1anPB5y77GyGRfBkAdXjhHjS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" name="Google Shape;17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2341" y="181534"/>
            <a:ext cx="770972" cy="578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3999" y="6111691"/>
            <a:ext cx="615660" cy="564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0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1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" name="Google Shape;34;p11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5" name="Google Shape;35;p1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2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2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2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3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5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15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0" name="Google Shape;60;p15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6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6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7" name="Google Shape;67;p1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 rot="5400000">
            <a:off x="3833019" y="-1623217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/>
          <p:nvPr>
            <p:ph type="title"/>
          </p:nvPr>
        </p:nvSpPr>
        <p:spPr>
          <a:xfrm rot="5400000">
            <a:off x="7285037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" type="body"/>
          </p:nvPr>
        </p:nvSpPr>
        <p:spPr>
          <a:xfrm rot="5400000">
            <a:off x="1697037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102</a:t>
            </a:r>
            <a:br>
              <a:rPr lang="en-US"/>
            </a:br>
            <a:r>
              <a:rPr b="1" lang="en-US">
                <a:latin typeface="Arial"/>
                <a:ea typeface="Arial"/>
                <a:cs typeface="Arial"/>
                <a:sym typeface="Arial"/>
              </a:rPr>
              <a:t>കരുണാകരനാം പരനേ!</a:t>
            </a:r>
            <a:endParaRPr/>
          </a:p>
        </p:txBody>
      </p:sp>
      <p:sp>
        <p:nvSpPr>
          <p:cNvPr id="87" name="Google Shape;87;p1"/>
          <p:cNvSpPr txBox="1"/>
          <p:nvPr>
            <p:ph idx="1" type="subTitle"/>
          </p:nvPr>
        </p:nvSpPr>
        <p:spPr>
          <a:xfrm>
            <a:off x="1828800" y="3886200"/>
            <a:ext cx="8534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4000"/>
              <a:buNone/>
            </a:pPr>
            <a:r>
              <a:rPr b="1" lang="en-US" sz="4000">
                <a:solidFill>
                  <a:srgbClr val="17365D"/>
                </a:solidFill>
              </a:rPr>
              <a:t>Karunhaakaranaam parane!</a:t>
            </a:r>
            <a:endParaRPr sz="4000"/>
          </a:p>
        </p:txBody>
      </p:sp>
      <p:sp>
        <p:nvSpPr>
          <p:cNvPr id="88" name="Google Shape;88;p1"/>
          <p:cNvSpPr/>
          <p:nvPr/>
        </p:nvSpPr>
        <p:spPr>
          <a:xfrm>
            <a:off x="2419032" y="4724400"/>
            <a:ext cx="291938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(ദാവീദ് ഇസഹാക്ക്)</a:t>
            </a:r>
            <a:endParaRPr sz="20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8305800" y="4724400"/>
            <a:ext cx="226376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(Daveed Issahak)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>
            <p:ph type="ctrTitle"/>
          </p:nvPr>
        </p:nvSpPr>
        <p:spPr>
          <a:xfrm>
            <a:off x="228600" y="990600"/>
            <a:ext cx="11963400" cy="24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latin typeface="Arial"/>
                <a:ea typeface="Arial"/>
                <a:cs typeface="Arial"/>
                <a:sym typeface="Arial"/>
              </a:rPr>
              <a:t>കരുണാകരനാം പരനേ! - ശരണം   </a:t>
            </a:r>
            <a:br>
              <a:rPr b="1" lang="en-US" sz="3400">
                <a:latin typeface="Arial"/>
                <a:ea typeface="Arial"/>
                <a:cs typeface="Arial"/>
                <a:sym typeface="Arial"/>
              </a:rPr>
            </a:br>
            <a:r>
              <a:rPr b="1" lang="en-US" sz="3400">
                <a:latin typeface="Arial"/>
                <a:ea typeface="Arial"/>
                <a:cs typeface="Arial"/>
                <a:sym typeface="Arial"/>
              </a:rPr>
              <a:t>കനിവിഷഹരനേ! തിരുകൃപശരണം </a:t>
            </a:r>
            <a:br>
              <a:rPr b="1" lang="en-US" sz="3400">
                <a:latin typeface="Arial"/>
                <a:ea typeface="Arial"/>
                <a:cs typeface="Arial"/>
                <a:sym typeface="Arial"/>
              </a:rPr>
            </a:br>
            <a:r>
              <a:rPr b="1" lang="en-US" sz="3400">
                <a:latin typeface="Arial"/>
                <a:ea typeface="Arial"/>
                <a:cs typeface="Arial"/>
                <a:sym typeface="Arial"/>
              </a:rPr>
              <a:t>കാത്തരുള്‍ക ശരണം - ത്രിയേകാ</a:t>
            </a:r>
            <a:br>
              <a:rPr b="1" lang="en-US" sz="3400">
                <a:latin typeface="Arial"/>
                <a:ea typeface="Arial"/>
                <a:cs typeface="Arial"/>
                <a:sym typeface="Arial"/>
              </a:rPr>
            </a:br>
            <a:r>
              <a:rPr b="1" lang="en-US" sz="3400">
                <a:latin typeface="Arial"/>
                <a:ea typeface="Arial"/>
                <a:cs typeface="Arial"/>
                <a:sym typeface="Arial"/>
              </a:rPr>
              <a:t>കരളലിഞ്ഞീടണമേ - കൃപാലോ</a:t>
            </a:r>
            <a:endParaRPr b="1" sz="3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11353800" y="0"/>
            <a:ext cx="8382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102</a:t>
            </a:r>
            <a:endParaRPr/>
          </a:p>
        </p:txBody>
      </p:sp>
      <p:sp>
        <p:nvSpPr>
          <p:cNvPr id="96" name="Google Shape;96;p2"/>
          <p:cNvSpPr/>
          <p:nvPr/>
        </p:nvSpPr>
        <p:spPr>
          <a:xfrm>
            <a:off x="3733800" y="3480881"/>
            <a:ext cx="8458200" cy="2185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Karunhaakaranaam parane! - sharanham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Kanivishaharane! Thirukripa sharanham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Kaatharulhka sharanham - thriyekaa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Karalhalinjeedanhame - kripaalo 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0" y="192372"/>
            <a:ext cx="121920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>
            <p:ph type="ctrTitle"/>
          </p:nvPr>
        </p:nvSpPr>
        <p:spPr>
          <a:xfrm>
            <a:off x="228600" y="990600"/>
            <a:ext cx="11963400" cy="24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latin typeface="Arial"/>
                <a:ea typeface="Arial"/>
                <a:cs typeface="Arial"/>
                <a:sym typeface="Arial"/>
              </a:rPr>
              <a:t>	അരുണോദയമരുള്‍വടിവേ - ശരണം </a:t>
            </a:r>
            <a:br>
              <a:rPr b="1" lang="en-US" sz="3400">
                <a:latin typeface="Arial"/>
                <a:ea typeface="Arial"/>
                <a:cs typeface="Arial"/>
                <a:sym typeface="Arial"/>
              </a:rPr>
            </a:br>
            <a:r>
              <a:rPr b="1" lang="en-US" sz="3400">
                <a:latin typeface="Arial"/>
                <a:ea typeface="Arial"/>
                <a:cs typeface="Arial"/>
                <a:sym typeface="Arial"/>
              </a:rPr>
              <a:t>	അല്ഫാ ഒമേഗാവേ! - ശരണം </a:t>
            </a:r>
            <a:br>
              <a:rPr b="1" lang="en-US" sz="3400">
                <a:latin typeface="Arial"/>
                <a:ea typeface="Arial"/>
                <a:cs typeface="Arial"/>
                <a:sym typeface="Arial"/>
              </a:rPr>
            </a:br>
            <a:r>
              <a:rPr b="1" lang="en-US" sz="3400">
                <a:latin typeface="Arial"/>
                <a:ea typeface="Arial"/>
                <a:cs typeface="Arial"/>
                <a:sym typeface="Arial"/>
              </a:rPr>
              <a:t>	അരുള്‍ വരദാ! ശരണം – ത്രിയേക! </a:t>
            </a:r>
            <a:br>
              <a:rPr b="1" lang="en-US" sz="3400">
                <a:latin typeface="Arial"/>
                <a:ea typeface="Arial"/>
                <a:cs typeface="Arial"/>
                <a:sym typeface="Arial"/>
              </a:rPr>
            </a:br>
            <a:r>
              <a:rPr b="1" lang="en-US" sz="3400">
                <a:latin typeface="Arial"/>
                <a:ea typeface="Arial"/>
                <a:cs typeface="Arial"/>
                <a:sym typeface="Arial"/>
              </a:rPr>
              <a:t>	ആശിഷമരുളേണമേ – കൃപാലോ!</a:t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11353800" y="0"/>
            <a:ext cx="8382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102</a:t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3733800" y="3480881"/>
            <a:ext cx="8458200" cy="2185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Arunhodayamarulh vadive - sharanham</a:t>
            </a:r>
            <a:endParaRPr b="1" sz="3400">
              <a:solidFill>
                <a:srgbClr val="1736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Alpha omegaave! - Sharanham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Arulh varadaa! Sharanham - thriyekaa!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Aashishamarulhanhame - kripaalo!</a:t>
            </a:r>
            <a:endParaRPr/>
          </a:p>
        </p:txBody>
      </p:sp>
      <p:sp>
        <p:nvSpPr>
          <p:cNvPr id="105" name="Google Shape;105;p3"/>
          <p:cNvSpPr txBox="1"/>
          <p:nvPr/>
        </p:nvSpPr>
        <p:spPr>
          <a:xfrm>
            <a:off x="0" y="192372"/>
            <a:ext cx="121920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type="ctrTitle"/>
          </p:nvPr>
        </p:nvSpPr>
        <p:spPr>
          <a:xfrm>
            <a:off x="228600" y="990600"/>
            <a:ext cx="11963400" cy="24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latin typeface="Arial"/>
                <a:ea typeface="Arial"/>
                <a:cs typeface="Arial"/>
                <a:sym typeface="Arial"/>
              </a:rPr>
              <a:t>	അധിപതിവേദനാഥാ - ശരണം </a:t>
            </a:r>
            <a:br>
              <a:rPr b="1" lang="en-US" sz="3400">
                <a:latin typeface="Arial"/>
                <a:ea typeface="Arial"/>
                <a:cs typeface="Arial"/>
                <a:sym typeface="Arial"/>
              </a:rPr>
            </a:br>
            <a:r>
              <a:rPr b="1" lang="en-US" sz="3400">
                <a:latin typeface="Arial"/>
                <a:ea typeface="Arial"/>
                <a:cs typeface="Arial"/>
                <a:sym typeface="Arial"/>
              </a:rPr>
              <a:t>	ആധികള്‍ തീര്‍ക്കുക താതാ - ശരണം </a:t>
            </a:r>
            <a:br>
              <a:rPr b="1" lang="en-US" sz="3400">
                <a:latin typeface="Arial"/>
                <a:ea typeface="Arial"/>
                <a:cs typeface="Arial"/>
                <a:sym typeface="Arial"/>
              </a:rPr>
            </a:br>
            <a:r>
              <a:rPr b="1" lang="en-US" sz="3400">
                <a:latin typeface="Arial"/>
                <a:ea typeface="Arial"/>
                <a:cs typeface="Arial"/>
                <a:sym typeface="Arial"/>
              </a:rPr>
              <a:t>	അതിഗുണനേ! ശരണം – ത്രിയേകാ! </a:t>
            </a:r>
            <a:br>
              <a:rPr b="1" lang="en-US" sz="3400">
                <a:latin typeface="Arial"/>
                <a:ea typeface="Arial"/>
                <a:cs typeface="Arial"/>
                <a:sym typeface="Arial"/>
              </a:rPr>
            </a:br>
            <a:r>
              <a:rPr b="1" lang="en-US" sz="3400">
                <a:latin typeface="Arial"/>
                <a:ea typeface="Arial"/>
                <a:cs typeface="Arial"/>
                <a:sym typeface="Arial"/>
              </a:rPr>
              <a:t>	ആമയം നീക്കണമേ – കൃപാലോ!</a:t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11353800" y="0"/>
            <a:ext cx="8382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102</a:t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3733800" y="3480881"/>
            <a:ext cx="8458200" cy="2185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Adhipathi vedanaadha! - Sharanham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Aadhikalh theerkkuka thaatha - sharanham</a:t>
            </a:r>
            <a:endParaRPr b="1" sz="3400">
              <a:solidFill>
                <a:srgbClr val="1736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Athugunhane! Sharanham - thriyekaa!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Aamayam neekkanhame - kripaalo!</a:t>
            </a:r>
            <a:endParaRPr/>
          </a:p>
        </p:txBody>
      </p:sp>
      <p:sp>
        <p:nvSpPr>
          <p:cNvPr id="113" name="Google Shape;113;p4"/>
          <p:cNvSpPr txBox="1"/>
          <p:nvPr/>
        </p:nvSpPr>
        <p:spPr>
          <a:xfrm>
            <a:off x="0" y="192372"/>
            <a:ext cx="121920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/>
          <p:nvPr>
            <p:ph type="ctrTitle"/>
          </p:nvPr>
        </p:nvSpPr>
        <p:spPr>
          <a:xfrm>
            <a:off x="228600" y="990600"/>
            <a:ext cx="11963400" cy="24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latin typeface="Arial"/>
                <a:ea typeface="Arial"/>
                <a:cs typeface="Arial"/>
                <a:sym typeface="Arial"/>
              </a:rPr>
              <a:t>	ശരണം ശരണം ശരണം നാഥാ</a:t>
            </a:r>
            <a:br>
              <a:rPr b="1" lang="en-US" sz="3400">
                <a:latin typeface="Arial"/>
                <a:ea typeface="Arial"/>
                <a:cs typeface="Arial"/>
                <a:sym typeface="Arial"/>
              </a:rPr>
            </a:br>
            <a:r>
              <a:rPr b="1" lang="en-US" sz="3400">
                <a:latin typeface="Arial"/>
                <a:ea typeface="Arial"/>
                <a:cs typeface="Arial"/>
                <a:sym typeface="Arial"/>
              </a:rPr>
              <a:t>	തിരുഅരുള്‍ ചൊരികയിത്തരുണം താതാ! </a:t>
            </a:r>
            <a:br>
              <a:rPr b="1" lang="en-US" sz="3400">
                <a:latin typeface="Arial"/>
                <a:ea typeface="Arial"/>
                <a:cs typeface="Arial"/>
                <a:sym typeface="Arial"/>
              </a:rPr>
            </a:br>
            <a:r>
              <a:rPr b="1" lang="en-US" sz="3400">
                <a:latin typeface="Arial"/>
                <a:ea typeface="Arial"/>
                <a:cs typeface="Arial"/>
                <a:sym typeface="Arial"/>
              </a:rPr>
              <a:t>	വരണം കൃപ തരണം – ത്രിയേകാ!</a:t>
            </a:r>
            <a:br>
              <a:rPr b="1" lang="en-US" sz="3400">
                <a:latin typeface="Arial"/>
                <a:ea typeface="Arial"/>
                <a:cs typeface="Arial"/>
                <a:sym typeface="Arial"/>
              </a:rPr>
            </a:br>
            <a:r>
              <a:rPr b="1" lang="en-US" sz="3400">
                <a:latin typeface="Arial"/>
                <a:ea typeface="Arial"/>
                <a:cs typeface="Arial"/>
                <a:sym typeface="Arial"/>
              </a:rPr>
              <a:t>	ദുരിതമകറ്റണമേ – കൃപാലോ!</a:t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11353800" y="0"/>
            <a:ext cx="8382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102</a:t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3733800" y="3480881"/>
            <a:ext cx="8458200" cy="2185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Sharanham - sharanham - sharanham naadha!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Thiru arulh chorikayi-ththarunham thaatha!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Varanham kripatharanham - thriyekaa!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Durithamakattanhame - kripaalo!</a:t>
            </a:r>
            <a:endParaRPr/>
          </a:p>
        </p:txBody>
      </p:sp>
      <p:sp>
        <p:nvSpPr>
          <p:cNvPr id="121" name="Google Shape;121;p5"/>
          <p:cNvSpPr txBox="1"/>
          <p:nvPr/>
        </p:nvSpPr>
        <p:spPr>
          <a:xfrm>
            <a:off x="0" y="192372"/>
            <a:ext cx="121920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/>
          <p:nvPr>
            <p:ph type="ctrTitle"/>
          </p:nvPr>
        </p:nvSpPr>
        <p:spPr>
          <a:xfrm>
            <a:off x="228600" y="990600"/>
            <a:ext cx="11963400" cy="24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latin typeface="Arial"/>
                <a:ea typeface="Arial"/>
                <a:cs typeface="Arial"/>
                <a:sym typeface="Arial"/>
              </a:rPr>
              <a:t>	നിത്യാ! സുരവരദേവാ! ശരണം </a:t>
            </a:r>
            <a:br>
              <a:rPr b="1" lang="en-US" sz="3400">
                <a:latin typeface="Arial"/>
                <a:ea typeface="Arial"/>
                <a:cs typeface="Arial"/>
                <a:sym typeface="Arial"/>
              </a:rPr>
            </a:br>
            <a:r>
              <a:rPr b="1" lang="en-US" sz="3400">
                <a:latin typeface="Arial"/>
                <a:ea typeface="Arial"/>
                <a:cs typeface="Arial"/>
                <a:sym typeface="Arial"/>
              </a:rPr>
              <a:t>	സ്തുത്യൻ ഈശോമിശിഹാ! - ശരണം </a:t>
            </a:r>
            <a:br>
              <a:rPr b="1" lang="en-US" sz="3400">
                <a:latin typeface="Arial"/>
                <a:ea typeface="Arial"/>
                <a:cs typeface="Arial"/>
                <a:sym typeface="Arial"/>
              </a:rPr>
            </a:br>
            <a:r>
              <a:rPr b="1" lang="en-US" sz="3400">
                <a:latin typeface="Arial"/>
                <a:ea typeface="Arial"/>
                <a:cs typeface="Arial"/>
                <a:sym typeface="Arial"/>
              </a:rPr>
              <a:t>	സത്യാത്മൻ! ശരണം – ത്രിയേകാ! </a:t>
            </a:r>
            <a:br>
              <a:rPr b="1" lang="en-US" sz="3400">
                <a:latin typeface="Arial"/>
                <a:ea typeface="Arial"/>
                <a:cs typeface="Arial"/>
                <a:sym typeface="Arial"/>
              </a:rPr>
            </a:br>
            <a:r>
              <a:rPr b="1" lang="en-US" sz="3400">
                <a:latin typeface="Arial"/>
                <a:ea typeface="Arial"/>
                <a:cs typeface="Arial"/>
                <a:sym typeface="Arial"/>
              </a:rPr>
              <a:t>	പഥ്യംവരമരുള്‍ക കൃപാലോ !</a:t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11353800" y="0"/>
            <a:ext cx="8382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102</a:t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3733800" y="3480881"/>
            <a:ext cx="8458200" cy="2185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Nithyaa! Suradevaa! Sharanham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Sthuthyan eeshomashihaa! - Sharanham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Sathyaathman! Sharanham - thriyekaa!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Padhyam varamarulhka - kripaalo</a:t>
            </a:r>
            <a:endParaRPr b="1" sz="3400">
              <a:solidFill>
                <a:srgbClr val="1736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9543518" y="3019047"/>
            <a:ext cx="26484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(ദാവീദ് ഇസഹാക്ക്)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228600" y="5653908"/>
            <a:ext cx="20569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(Daveed Issahak)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"/>
          <p:cNvSpPr txBox="1"/>
          <p:nvPr/>
        </p:nvSpPr>
        <p:spPr>
          <a:xfrm>
            <a:off x="0" y="192372"/>
            <a:ext cx="121920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2013-04-19T09:19:07Z</dcterms:created>
  <dc:creator>Digital Input:;GM JOHN</dc:creator>
</cp:coreProperties>
</file>