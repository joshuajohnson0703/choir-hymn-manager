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88" r:id="rId2"/>
    <p:sldId id="257" r:id="rId3"/>
    <p:sldId id="289" r:id="rId4"/>
    <p:sldId id="290" r:id="rId5"/>
    <p:sldId id="291" r:id="rId6"/>
    <p:sldId id="292" r:id="rId7"/>
    <p:sldId id="293" r:id="rId8"/>
    <p:sldId id="294" r:id="rId9"/>
    <p:sldId id="295" r:id="rId10"/>
    <p:sldId id="296" r:id="rId11"/>
    <p:sldId id="287" r:id="rId12"/>
    <p:sldId id="297" r:id="rId13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6" d="100"/>
          <a:sy n="46" d="100"/>
        </p:scale>
        <p:origin x="29" y="75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644444-A64E-40F2-8E72-9234800565D0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74DD84-78ED-4EC4-8611-54CAD0A8A1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8525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4be7325da6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g34be7325da6_0_8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70" name="Google Shape;170;g34be7325da6_0_8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EBBD56F0-86D0-11D1-64CA-DE0AFBACD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4be7325da6_0_87:notes">
            <a:extLst>
              <a:ext uri="{FF2B5EF4-FFF2-40B4-BE49-F238E27FC236}">
                <a16:creationId xmlns:a16="http://schemas.microsoft.com/office/drawing/2014/main" id="{3BEC0920-E6B9-0B7C-F481-F29A207C0A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g34be7325da6_0_87:notes">
            <a:extLst>
              <a:ext uri="{FF2B5EF4-FFF2-40B4-BE49-F238E27FC236}">
                <a16:creationId xmlns:a16="http://schemas.microsoft.com/office/drawing/2014/main" id="{7BAEF6E0-5DE4-B63B-384F-3FBAEFE4D5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70" name="Google Shape;170;g34be7325da6_0_87:notes">
            <a:extLst>
              <a:ext uri="{FF2B5EF4-FFF2-40B4-BE49-F238E27FC236}">
                <a16:creationId xmlns:a16="http://schemas.microsoft.com/office/drawing/2014/main" id="{320D2E33-DE2A-DFD5-397E-EF6737636D5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060373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10E32951-E3E4-1A9C-2806-E24787517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4be7325da6_0_87:notes">
            <a:extLst>
              <a:ext uri="{FF2B5EF4-FFF2-40B4-BE49-F238E27FC236}">
                <a16:creationId xmlns:a16="http://schemas.microsoft.com/office/drawing/2014/main" id="{AC043EF3-E62D-39FD-8343-23AE159B14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g34be7325da6_0_87:notes">
            <a:extLst>
              <a:ext uri="{FF2B5EF4-FFF2-40B4-BE49-F238E27FC236}">
                <a16:creationId xmlns:a16="http://schemas.microsoft.com/office/drawing/2014/main" id="{6F464644-A72C-F8F6-2D05-E1D1024E39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70" name="Google Shape;170;g34be7325da6_0_87:notes">
            <a:extLst>
              <a:ext uri="{FF2B5EF4-FFF2-40B4-BE49-F238E27FC236}">
                <a16:creationId xmlns:a16="http://schemas.microsoft.com/office/drawing/2014/main" id="{3BBA3589-0C45-9563-64D4-2C23E477415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686357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AC1043B6-0F3D-5A24-C281-7BAB9223B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4be7325da6_0_87:notes">
            <a:extLst>
              <a:ext uri="{FF2B5EF4-FFF2-40B4-BE49-F238E27FC236}">
                <a16:creationId xmlns:a16="http://schemas.microsoft.com/office/drawing/2014/main" id="{856226F0-3578-4067-FB1B-EB0C458B9C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g34be7325da6_0_87:notes">
            <a:extLst>
              <a:ext uri="{FF2B5EF4-FFF2-40B4-BE49-F238E27FC236}">
                <a16:creationId xmlns:a16="http://schemas.microsoft.com/office/drawing/2014/main" id="{E0A838E8-FA21-227E-BC76-1418DC9B83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70" name="Google Shape;170;g34be7325da6_0_87:notes">
            <a:extLst>
              <a:ext uri="{FF2B5EF4-FFF2-40B4-BE49-F238E27FC236}">
                <a16:creationId xmlns:a16="http://schemas.microsoft.com/office/drawing/2014/main" id="{DB7177B0-89A9-6CA9-CB50-0617DB3B53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716468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A73494A4-A69B-DA07-CCB0-A4F391F2B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4be7325da6_0_87:notes">
            <a:extLst>
              <a:ext uri="{FF2B5EF4-FFF2-40B4-BE49-F238E27FC236}">
                <a16:creationId xmlns:a16="http://schemas.microsoft.com/office/drawing/2014/main" id="{4EF3474B-2430-DFB4-D81A-7110EED002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g34be7325da6_0_87:notes">
            <a:extLst>
              <a:ext uri="{FF2B5EF4-FFF2-40B4-BE49-F238E27FC236}">
                <a16:creationId xmlns:a16="http://schemas.microsoft.com/office/drawing/2014/main" id="{0E1088A1-2B03-A1AA-6CC6-C411E90C7E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70" name="Google Shape;170;g34be7325da6_0_87:notes">
            <a:extLst>
              <a:ext uri="{FF2B5EF4-FFF2-40B4-BE49-F238E27FC236}">
                <a16:creationId xmlns:a16="http://schemas.microsoft.com/office/drawing/2014/main" id="{BD41C46F-6639-209B-5753-B5376C3179E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730733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12F12F79-348D-40A4-3207-EDBFBAB57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4be7325da6_0_87:notes">
            <a:extLst>
              <a:ext uri="{FF2B5EF4-FFF2-40B4-BE49-F238E27FC236}">
                <a16:creationId xmlns:a16="http://schemas.microsoft.com/office/drawing/2014/main" id="{F15634B0-A87E-0066-4F01-F1BC119824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g34be7325da6_0_87:notes">
            <a:extLst>
              <a:ext uri="{FF2B5EF4-FFF2-40B4-BE49-F238E27FC236}">
                <a16:creationId xmlns:a16="http://schemas.microsoft.com/office/drawing/2014/main" id="{7736B986-0DAA-75AB-3E8E-D86AB5DD3C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70" name="Google Shape;170;g34be7325da6_0_87:notes">
            <a:extLst>
              <a:ext uri="{FF2B5EF4-FFF2-40B4-BE49-F238E27FC236}">
                <a16:creationId xmlns:a16="http://schemas.microsoft.com/office/drawing/2014/main" id="{E30A0DFC-77FC-7751-D5B9-F9F57911A83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537172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6632EC38-7250-41C3-9BF9-813D5956C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4be7325da6_0_87:notes">
            <a:extLst>
              <a:ext uri="{FF2B5EF4-FFF2-40B4-BE49-F238E27FC236}">
                <a16:creationId xmlns:a16="http://schemas.microsoft.com/office/drawing/2014/main" id="{ABED44F4-0169-C9FE-9085-3C8497DEC8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g34be7325da6_0_87:notes">
            <a:extLst>
              <a:ext uri="{FF2B5EF4-FFF2-40B4-BE49-F238E27FC236}">
                <a16:creationId xmlns:a16="http://schemas.microsoft.com/office/drawing/2014/main" id="{7A89F06A-C239-3676-B1DE-513372A4DB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70" name="Google Shape;170;g34be7325da6_0_87:notes">
            <a:extLst>
              <a:ext uri="{FF2B5EF4-FFF2-40B4-BE49-F238E27FC236}">
                <a16:creationId xmlns:a16="http://schemas.microsoft.com/office/drawing/2014/main" id="{E3AFD417-D947-4053-1791-7AFF7494287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69119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B862816D-18F5-8238-5D1D-BA41A89DD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4be7325da6_0_87:notes">
            <a:extLst>
              <a:ext uri="{FF2B5EF4-FFF2-40B4-BE49-F238E27FC236}">
                <a16:creationId xmlns:a16="http://schemas.microsoft.com/office/drawing/2014/main" id="{1D41EBCF-B2D4-142B-8C7B-879A0149A0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g34be7325da6_0_87:notes">
            <a:extLst>
              <a:ext uri="{FF2B5EF4-FFF2-40B4-BE49-F238E27FC236}">
                <a16:creationId xmlns:a16="http://schemas.microsoft.com/office/drawing/2014/main" id="{69CB217D-CAE1-62E7-DBF5-C02997C431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70" name="Google Shape;170;g34be7325da6_0_87:notes">
            <a:extLst>
              <a:ext uri="{FF2B5EF4-FFF2-40B4-BE49-F238E27FC236}">
                <a16:creationId xmlns:a16="http://schemas.microsoft.com/office/drawing/2014/main" id="{C28D2AD3-27FD-2443-289A-B2C0B776DE1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783877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4C47694C-E2BA-9A34-7E27-2EB8044CB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4be7325da6_0_87:notes">
            <a:extLst>
              <a:ext uri="{FF2B5EF4-FFF2-40B4-BE49-F238E27FC236}">
                <a16:creationId xmlns:a16="http://schemas.microsoft.com/office/drawing/2014/main" id="{AB1D395C-07DD-D2D1-5A6D-9B50850617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g34be7325da6_0_87:notes">
            <a:extLst>
              <a:ext uri="{FF2B5EF4-FFF2-40B4-BE49-F238E27FC236}">
                <a16:creationId xmlns:a16="http://schemas.microsoft.com/office/drawing/2014/main" id="{0F0C65BA-E86B-AC19-83DE-3FADB023E9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70" name="Google Shape;170;g34be7325da6_0_87:notes">
            <a:extLst>
              <a:ext uri="{FF2B5EF4-FFF2-40B4-BE49-F238E27FC236}">
                <a16:creationId xmlns:a16="http://schemas.microsoft.com/office/drawing/2014/main" id="{7E94CD18-8F52-FB6B-9B12-90F55EB78F9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638474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0207159D-1EF2-144D-4B73-0B5D0A009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4be7325da6_0_87:notes">
            <a:extLst>
              <a:ext uri="{FF2B5EF4-FFF2-40B4-BE49-F238E27FC236}">
                <a16:creationId xmlns:a16="http://schemas.microsoft.com/office/drawing/2014/main" id="{84848D57-9E5E-088F-D76D-964AD755D0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g34be7325da6_0_87:notes">
            <a:extLst>
              <a:ext uri="{FF2B5EF4-FFF2-40B4-BE49-F238E27FC236}">
                <a16:creationId xmlns:a16="http://schemas.microsoft.com/office/drawing/2014/main" id="{CC3079D1-10C5-64DA-52C7-336B8B8813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70" name="Google Shape;170;g34be7325da6_0_87:notes">
            <a:extLst>
              <a:ext uri="{FF2B5EF4-FFF2-40B4-BE49-F238E27FC236}">
                <a16:creationId xmlns:a16="http://schemas.microsoft.com/office/drawing/2014/main" id="{F381E957-929D-2EC9-D0E6-281E2666127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70953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ABDB9D-C303-4F3A-8A2E-2B3DC9631C70}" type="datetimeFigureOut">
              <a:rPr lang="en-US"/>
              <a:pPr>
                <a:defRPr/>
              </a:pPr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411A7D-D575-4745-8130-BE4CDA5A55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6E24C6-9368-4FF3-85FF-110BB6CF20FD}" type="datetimeFigureOut">
              <a:rPr lang="en-US"/>
              <a:pPr>
                <a:defRPr/>
              </a:pPr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37462-600C-4417-A225-B1C00CA28EF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AF67AE-9582-4995-BDF7-4DF78D95620A}" type="datetimeFigureOut">
              <a:rPr lang="en-US"/>
              <a:pPr>
                <a:defRPr/>
              </a:pPr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650520-6D64-4A95-8A86-1257DACAEE2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AF2BF8-7B49-4387-9FCE-3605C5ED9CAD}" type="datetimeFigureOut">
              <a:rPr lang="en-US"/>
              <a:pPr>
                <a:defRPr/>
              </a:pPr>
              <a:t>4/17/2025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C191F7-CB42-4866-AC30-C2EED8A718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EE74B1-7D5C-45D6-B191-60F6AA6EC51A}" type="datetimeFigureOut">
              <a:rPr lang="en-US"/>
              <a:pPr>
                <a:defRPr/>
              </a:pPr>
              <a:t>4/17/2025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35A29D-D434-482B-8656-6209F3A3EC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8D1973-307E-4BF9-AEC5-F521864BC304}" type="datetimeFigureOut">
              <a:rPr lang="en-US"/>
              <a:pPr>
                <a:defRPr/>
              </a:pPr>
              <a:t>4/17/2025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2CEC7B-BEFC-4A90-9B32-B97EEC6E9C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7222FA-C3AC-4712-AB77-792867CA513F}" type="datetimeFigureOut">
              <a:rPr lang="en-US"/>
              <a:pPr>
                <a:defRPr/>
              </a:pPr>
              <a:t>4/17/2025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47E1FD-F0C9-4C8C-B616-F18AAFC035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62A4A0-6A22-4B3A-9F49-3EFA2BFF47F9}" type="datetimeFigureOut">
              <a:rPr lang="en-US"/>
              <a:pPr>
                <a:defRPr/>
              </a:pPr>
              <a:t>4/17/2025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324881-364A-4590-B623-8967D66019A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46FE0B-11D8-4892-A80E-9FAEE41C23DD}" type="datetimeFigureOut">
              <a:rPr lang="en-US"/>
              <a:pPr>
                <a:defRPr/>
              </a:pPr>
              <a:t>4/17/2025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9131E2-AEBC-4DDB-83F4-59BEE174B9A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A9123A-8608-41D5-BCC7-637434DF9372}" type="datetimeFigureOut">
              <a:rPr lang="en-US"/>
              <a:pPr>
                <a:defRPr/>
              </a:pPr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2BA26F-04B6-4EBA-8DA7-87B493352A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B09D5C-361B-4BAB-A85A-B175E642774F}" type="datetimeFigureOut">
              <a:rPr lang="en-US"/>
              <a:pPr>
                <a:defRPr/>
              </a:pPr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57E7CF-BE95-4AC7-B3EC-C9F14759CF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D7B8D9DA-199B-4CD0-A925-7443B1692C18}" type="datetimeFigureOut">
              <a:rPr lang="en-US"/>
              <a:pPr>
                <a:defRPr/>
              </a:pPr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8E7F2FE2-04F9-4FC5-9236-98810645E2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019A0-9A90-4EAF-B56E-724D9253A7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146</a:t>
            </a:r>
            <a:br>
              <a:rPr lang="en-US" dirty="0"/>
            </a:br>
            <a:r>
              <a:rPr lang="ml-IN" b="1">
                <a:latin typeface="Kartika" panose="02020503030404060203" pitchFamily="18" charset="0"/>
              </a:rPr>
              <a:t>ക്രൂശിന്മേല്‍ ക്രൂശിന്മേല്‍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3C1059-F1CE-4DBB-9ED4-E8B1B40BBA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1440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</a:rPr>
              <a:t>Krushinmel </a:t>
            </a:r>
            <a:r>
              <a:rPr lang="en-US" sz="4000" b="1" dirty="0" err="1">
                <a:solidFill>
                  <a:schemeClr val="tx2"/>
                </a:solidFill>
              </a:rPr>
              <a:t>krushinmel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5DD76F-648F-4038-BDC6-5479718765FB}"/>
              </a:ext>
            </a:extLst>
          </p:cNvPr>
          <p:cNvSpPr/>
          <p:nvPr/>
        </p:nvSpPr>
        <p:spPr>
          <a:xfrm>
            <a:off x="1931077" y="4901683"/>
            <a:ext cx="41649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(</a:t>
            </a:r>
            <a:r>
              <a:rPr lang="ml-IN" b="1" dirty="0">
                <a:solidFill>
                  <a:schemeClr val="accent2"/>
                </a:solidFill>
              </a:rPr>
              <a:t>മൂത്താംപാക്കൽ കൊച്ചുകുഞ്ഞ്</a:t>
            </a:r>
            <a:r>
              <a:rPr lang="en-US" b="1" dirty="0">
                <a:solidFill>
                  <a:schemeClr val="accent2"/>
                </a:solidFill>
              </a:rPr>
              <a:t>)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9BBA35-BB33-4F3B-90FE-EBC6768E46D0}"/>
              </a:ext>
            </a:extLst>
          </p:cNvPr>
          <p:cNvSpPr/>
          <p:nvPr/>
        </p:nvSpPr>
        <p:spPr>
          <a:xfrm>
            <a:off x="7066191" y="4826000"/>
            <a:ext cx="42114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(</a:t>
            </a:r>
            <a:r>
              <a:rPr lang="en-US" dirty="0" err="1">
                <a:solidFill>
                  <a:schemeClr val="accent2"/>
                </a:solidFill>
              </a:rPr>
              <a:t>Muthampakkal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Kochukunju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Upadeshi</a:t>
            </a:r>
            <a:r>
              <a:rPr lang="en-US" dirty="0">
                <a:solidFill>
                  <a:schemeClr val="accent2"/>
                </a:solidFill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322408007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4be7325da6_0_87"/>
          <p:cNvSpPr txBox="1">
            <a:spLocks noGrp="1"/>
          </p:cNvSpPr>
          <p:nvPr>
            <p:ph type="ctrTitle"/>
          </p:nvPr>
        </p:nvSpPr>
        <p:spPr>
          <a:xfrm>
            <a:off x="223889" y="127886"/>
            <a:ext cx="5872200" cy="3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ക്രൂശിന്മേല്‍ ക്രൂശിന്മേല്‍ </a:t>
            </a:r>
            <a:b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കാണുന്നതാരിതാ!</a:t>
            </a:r>
            <a:b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പ്രാണനാഥന്‍</a:t>
            </a:r>
            <a: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  <a:t>,</a:t>
            </a: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പ്രാണനാഥന്‍</a:t>
            </a:r>
            <a: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  <a:t>,</a:t>
            </a: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എന്‍പേര്‍ക്കായ് ചാകുന്നു</a:t>
            </a:r>
            <a:endParaRPr sz="28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4be7325da6_0_87"/>
          <p:cNvSpPr txBox="1"/>
          <p:nvPr/>
        </p:nvSpPr>
        <p:spPr>
          <a:xfrm>
            <a:off x="6217923" y="778617"/>
            <a:ext cx="5974200" cy="2574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00" tIns="55725" rIns="111400" bIns="55725" anchor="t" anchorCtr="0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Krushinmel </a:t>
            </a:r>
            <a:r>
              <a:rPr lang="en-US" sz="3200" b="1" dirty="0" err="1">
                <a:latin typeface="+mn-lt"/>
              </a:rPr>
              <a:t>krushinmel</a:t>
            </a:r>
            <a:r>
              <a:rPr lang="en-US" sz="3200" b="1" dirty="0">
                <a:latin typeface="+mn-lt"/>
              </a:rPr>
              <a:t> </a:t>
            </a:r>
          </a:p>
          <a:p>
            <a:pPr algn="ctr"/>
            <a:r>
              <a:rPr lang="en-US" sz="3200" b="1" dirty="0" err="1">
                <a:latin typeface="+mn-lt"/>
              </a:rPr>
              <a:t>kaanhunnathaaritha</a:t>
            </a:r>
            <a:r>
              <a:rPr lang="en-US" sz="3200" b="1" dirty="0">
                <a:latin typeface="+mn-lt"/>
              </a:rPr>
              <a:t> </a:t>
            </a:r>
          </a:p>
          <a:p>
            <a:pPr algn="ctr"/>
            <a:r>
              <a:rPr lang="en-US" sz="3200" b="1" dirty="0" err="1">
                <a:latin typeface="+mn-lt"/>
              </a:rPr>
              <a:t>Praanhanaadhan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praanhanaadhan</a:t>
            </a:r>
            <a:r>
              <a:rPr lang="en-US" sz="3200" b="1" dirty="0">
                <a:latin typeface="+mn-lt"/>
              </a:rPr>
              <a:t> </a:t>
            </a:r>
          </a:p>
          <a:p>
            <a:pPr algn="ctr"/>
            <a:r>
              <a:rPr lang="en-US" sz="3200" b="1" dirty="0" err="1">
                <a:latin typeface="+mn-lt"/>
              </a:rPr>
              <a:t>enperkaay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chaakunnu</a:t>
            </a:r>
            <a:endParaRPr sz="32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g34be7325da6_0_87"/>
          <p:cNvSpPr txBox="1"/>
          <p:nvPr/>
        </p:nvSpPr>
        <p:spPr>
          <a:xfrm>
            <a:off x="838200" y="4655293"/>
            <a:ext cx="10515600" cy="2215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On the cross, on the cross –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Behold, who is it I see?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The Lord of life, the Lord of life –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Is dying for my sake</a:t>
            </a:r>
            <a:endParaRPr sz="3000" b="1" i="1" dirty="0">
              <a:solidFill>
                <a:srgbClr val="4C11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g34be7325da6_0_87"/>
          <p:cNvSpPr txBox="1"/>
          <p:nvPr/>
        </p:nvSpPr>
        <p:spPr>
          <a:xfrm>
            <a:off x="0" y="4132093"/>
            <a:ext cx="12192000" cy="523200"/>
          </a:xfrm>
          <a:prstGeom prst="rect">
            <a:avLst/>
          </a:prstGeom>
          <a:solidFill>
            <a:srgbClr val="4C113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en-US" sz="2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Song Meaning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6" name="Google Shape;176;g34be7325da6_0_87"/>
          <p:cNvCxnSpPr>
            <a:endCxn id="175" idx="0"/>
          </p:cNvCxnSpPr>
          <p:nvPr/>
        </p:nvCxnSpPr>
        <p:spPr>
          <a:xfrm>
            <a:off x="6096000" y="-107"/>
            <a:ext cx="0" cy="4132200"/>
          </a:xfrm>
          <a:prstGeom prst="straightConnector1">
            <a:avLst/>
          </a:prstGeom>
          <a:noFill/>
          <a:ln w="38100" cap="flat" cmpd="sng">
            <a:solidFill>
              <a:srgbClr val="4C113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40970844-7689-7D9F-EC07-D51433E80A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146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>
          <a:extLst>
            <a:ext uri="{FF2B5EF4-FFF2-40B4-BE49-F238E27FC236}">
              <a16:creationId xmlns:a16="http://schemas.microsoft.com/office/drawing/2014/main" id="{1B588BC3-AFF1-1A65-D57A-51D537F6E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4be7325da6_0_87">
            <a:extLst>
              <a:ext uri="{FF2B5EF4-FFF2-40B4-BE49-F238E27FC236}">
                <a16:creationId xmlns:a16="http://schemas.microsoft.com/office/drawing/2014/main" id="{815F3471-8993-4431-76FB-C4B83B27478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23889" y="127886"/>
            <a:ext cx="5872200" cy="3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ആത്മാവേ! പാപത്തിൻ </a:t>
            </a:r>
            <a:b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കാഴ്ച നീ കാണുക! </a:t>
            </a:r>
            <a:b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ദൈവത്തിൻ  പുത്രൻ ഈ ശാപത്തിലായല്ലോ</a:t>
            </a:r>
            <a:b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sz="28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4be7325da6_0_87">
            <a:extLst>
              <a:ext uri="{FF2B5EF4-FFF2-40B4-BE49-F238E27FC236}">
                <a16:creationId xmlns:a16="http://schemas.microsoft.com/office/drawing/2014/main" id="{46A7CBB9-0332-4CC3-16B4-395A73763C3E}"/>
              </a:ext>
            </a:extLst>
          </p:cNvPr>
          <p:cNvSpPr txBox="1"/>
          <p:nvPr/>
        </p:nvSpPr>
        <p:spPr>
          <a:xfrm>
            <a:off x="6217923" y="778617"/>
            <a:ext cx="5974200" cy="2082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00" tIns="55725" rIns="111400" bIns="55725" anchor="t" anchorCtr="0">
            <a:spAutoFit/>
          </a:bodyPr>
          <a:lstStyle/>
          <a:p>
            <a:pPr algn="ctr"/>
            <a:r>
              <a:rPr lang="en-US" sz="3200" b="1" dirty="0" err="1">
                <a:latin typeface="+mn-lt"/>
              </a:rPr>
              <a:t>Aathmaavey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paapathin</a:t>
            </a:r>
            <a:r>
              <a:rPr lang="en-US" sz="3200" b="1" dirty="0">
                <a:latin typeface="+mn-lt"/>
              </a:rPr>
              <a:t> </a:t>
            </a:r>
          </a:p>
          <a:p>
            <a:pPr algn="ctr"/>
            <a:r>
              <a:rPr lang="en-US" sz="3200" b="1" dirty="0" err="1">
                <a:latin typeface="+mn-lt"/>
              </a:rPr>
              <a:t>kaazhcha</a:t>
            </a:r>
            <a:r>
              <a:rPr lang="en-US" sz="3200" b="1" dirty="0">
                <a:latin typeface="+mn-lt"/>
              </a:rPr>
              <a:t> nee </a:t>
            </a:r>
            <a:r>
              <a:rPr lang="en-US" sz="3200" b="1" dirty="0" err="1">
                <a:latin typeface="+mn-lt"/>
              </a:rPr>
              <a:t>kaanhuka</a:t>
            </a:r>
            <a:r>
              <a:rPr lang="en-US" sz="3200" b="1" dirty="0">
                <a:latin typeface="+mn-lt"/>
              </a:rPr>
              <a:t>!</a:t>
            </a:r>
          </a:p>
          <a:p>
            <a:pPr algn="ctr"/>
            <a:r>
              <a:rPr lang="en-US" sz="3200" b="1" dirty="0" err="1">
                <a:latin typeface="+mn-lt"/>
              </a:rPr>
              <a:t>Daivathin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puthran</a:t>
            </a:r>
            <a:r>
              <a:rPr lang="en-US" sz="3200" b="1" dirty="0">
                <a:latin typeface="+mn-lt"/>
              </a:rPr>
              <a:t> ee </a:t>
            </a:r>
          </a:p>
          <a:p>
            <a:pPr algn="ctr"/>
            <a:r>
              <a:rPr lang="en-US" sz="3200" b="1" dirty="0" err="1">
                <a:latin typeface="+mn-lt"/>
              </a:rPr>
              <a:t>shaapathilaayallo</a:t>
            </a:r>
            <a:endParaRPr lang="en-US" sz="3200" b="1" dirty="0">
              <a:latin typeface="+mn-lt"/>
            </a:endParaRPr>
          </a:p>
        </p:txBody>
      </p:sp>
      <p:sp>
        <p:nvSpPr>
          <p:cNvPr id="174" name="Google Shape;174;g34be7325da6_0_87">
            <a:extLst>
              <a:ext uri="{FF2B5EF4-FFF2-40B4-BE49-F238E27FC236}">
                <a16:creationId xmlns:a16="http://schemas.microsoft.com/office/drawing/2014/main" id="{891C454A-DC39-046E-071A-8B18A309A53F}"/>
              </a:ext>
            </a:extLst>
          </p:cNvPr>
          <p:cNvSpPr txBox="1"/>
          <p:nvPr/>
        </p:nvSpPr>
        <p:spPr>
          <a:xfrm>
            <a:off x="838200" y="4655293"/>
            <a:ext cx="10515600" cy="1154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O my soul! Behold the sight of sin!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The Son of God has indeed come under this curse.</a:t>
            </a:r>
            <a:endParaRPr sz="3000" b="1" i="1" dirty="0">
              <a:solidFill>
                <a:srgbClr val="4C11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g34be7325da6_0_87">
            <a:extLst>
              <a:ext uri="{FF2B5EF4-FFF2-40B4-BE49-F238E27FC236}">
                <a16:creationId xmlns:a16="http://schemas.microsoft.com/office/drawing/2014/main" id="{14B5E052-659C-212C-DE5C-038EDC7CFB5E}"/>
              </a:ext>
            </a:extLst>
          </p:cNvPr>
          <p:cNvSpPr txBox="1"/>
          <p:nvPr/>
        </p:nvSpPr>
        <p:spPr>
          <a:xfrm>
            <a:off x="0" y="4132093"/>
            <a:ext cx="12192000" cy="523200"/>
          </a:xfrm>
          <a:prstGeom prst="rect">
            <a:avLst/>
          </a:prstGeom>
          <a:solidFill>
            <a:srgbClr val="4C113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en-US" sz="2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Song Meaning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6" name="Google Shape;176;g34be7325da6_0_87">
            <a:extLst>
              <a:ext uri="{FF2B5EF4-FFF2-40B4-BE49-F238E27FC236}">
                <a16:creationId xmlns:a16="http://schemas.microsoft.com/office/drawing/2014/main" id="{04CDE69B-83F2-3BD1-02CA-C4FE120932ED}"/>
              </a:ext>
            </a:extLst>
          </p:cNvPr>
          <p:cNvCxnSpPr>
            <a:endCxn id="175" idx="0"/>
          </p:cNvCxnSpPr>
          <p:nvPr/>
        </p:nvCxnSpPr>
        <p:spPr>
          <a:xfrm>
            <a:off x="6096000" y="-107"/>
            <a:ext cx="0" cy="4132200"/>
          </a:xfrm>
          <a:prstGeom prst="straightConnector1">
            <a:avLst/>
          </a:prstGeom>
          <a:noFill/>
          <a:ln w="38100" cap="flat" cmpd="sng">
            <a:solidFill>
              <a:srgbClr val="4C113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39AA5889-F8F7-13E5-D115-B24A04208D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146</a:t>
            </a:r>
          </a:p>
        </p:txBody>
      </p:sp>
    </p:spTree>
    <p:extLst>
      <p:ext uri="{BB962C8B-B14F-4D97-AF65-F5344CB8AC3E}">
        <p14:creationId xmlns:p14="http://schemas.microsoft.com/office/powerpoint/2010/main" val="1940685754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>
          <a:extLst>
            <a:ext uri="{FF2B5EF4-FFF2-40B4-BE49-F238E27FC236}">
              <a16:creationId xmlns:a16="http://schemas.microsoft.com/office/drawing/2014/main" id="{8442FD29-62DB-A0A1-97EB-33987C055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4be7325da6_0_87">
            <a:extLst>
              <a:ext uri="{FF2B5EF4-FFF2-40B4-BE49-F238E27FC236}">
                <a16:creationId xmlns:a16="http://schemas.microsoft.com/office/drawing/2014/main" id="{32180F86-CD44-B33B-7F9D-E1B721AA8CE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23889" y="127886"/>
            <a:ext cx="5872200" cy="3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ഇത്രമാം സ്നേഹത്തെ </a:t>
            </a:r>
            <a:b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എത്രനാള്‍ തള്ളി ഞാന്‍</a:t>
            </a:r>
            <a:b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ഈ മഹാപാപത്തെ </a:t>
            </a:r>
            <a:b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ദൈവമേ! ഓര്‍ക്കല്ലേ-</a:t>
            </a:r>
            <a:b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sz="28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4be7325da6_0_87">
            <a:extLst>
              <a:ext uri="{FF2B5EF4-FFF2-40B4-BE49-F238E27FC236}">
                <a16:creationId xmlns:a16="http://schemas.microsoft.com/office/drawing/2014/main" id="{55CABEB5-9F2F-E530-2F01-7D55F9BA51D9}"/>
              </a:ext>
            </a:extLst>
          </p:cNvPr>
          <p:cNvSpPr txBox="1"/>
          <p:nvPr/>
        </p:nvSpPr>
        <p:spPr>
          <a:xfrm>
            <a:off x="6217923" y="778617"/>
            <a:ext cx="5974200" cy="2082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00" tIns="55725" rIns="111400" bIns="55725" anchor="t" anchorCtr="0">
            <a:spAutoFit/>
          </a:bodyPr>
          <a:lstStyle/>
          <a:p>
            <a:pPr algn="ctr"/>
            <a:r>
              <a:rPr lang="en-US" sz="3200" b="1" dirty="0" err="1">
                <a:latin typeface="+mn-lt"/>
              </a:rPr>
              <a:t>Ithramaam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snehaththey</a:t>
            </a:r>
            <a:r>
              <a:rPr lang="en-US" sz="3200" b="1" dirty="0">
                <a:latin typeface="+mn-lt"/>
              </a:rPr>
              <a:t> </a:t>
            </a:r>
          </a:p>
          <a:p>
            <a:pPr algn="ctr"/>
            <a:r>
              <a:rPr lang="en-US" sz="3200" b="1" dirty="0" err="1">
                <a:latin typeface="+mn-lt"/>
              </a:rPr>
              <a:t>ethra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naalh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thallhi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njaan</a:t>
            </a:r>
            <a:endParaRPr lang="en-US" sz="3200" b="1" dirty="0">
              <a:latin typeface="+mn-lt"/>
            </a:endParaRPr>
          </a:p>
          <a:p>
            <a:pPr algn="ctr"/>
            <a:r>
              <a:rPr lang="en-US" sz="3200" b="1" dirty="0">
                <a:latin typeface="+mn-lt"/>
              </a:rPr>
              <a:t>Ee </a:t>
            </a:r>
            <a:r>
              <a:rPr lang="en-US" sz="3200" b="1" dirty="0" err="1">
                <a:latin typeface="+mn-lt"/>
              </a:rPr>
              <a:t>mahaa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paapathey</a:t>
            </a:r>
            <a:endParaRPr lang="en-US" sz="3200" b="1" dirty="0">
              <a:latin typeface="+mn-lt"/>
            </a:endParaRPr>
          </a:p>
          <a:p>
            <a:pPr algn="ctr"/>
            <a:r>
              <a:rPr lang="en-US" sz="3200" b="1" dirty="0" err="1">
                <a:latin typeface="+mn-lt"/>
              </a:rPr>
              <a:t>Daivame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orkalley</a:t>
            </a:r>
            <a:endParaRPr lang="en-US" sz="3200" b="1" dirty="0">
              <a:latin typeface="+mn-lt"/>
            </a:endParaRPr>
          </a:p>
        </p:txBody>
      </p:sp>
      <p:sp>
        <p:nvSpPr>
          <p:cNvPr id="174" name="Google Shape;174;g34be7325da6_0_87">
            <a:extLst>
              <a:ext uri="{FF2B5EF4-FFF2-40B4-BE49-F238E27FC236}">
                <a16:creationId xmlns:a16="http://schemas.microsoft.com/office/drawing/2014/main" id="{300A213B-B165-6500-350F-1FC707F9EC76}"/>
              </a:ext>
            </a:extLst>
          </p:cNvPr>
          <p:cNvSpPr txBox="1"/>
          <p:nvPr/>
        </p:nvSpPr>
        <p:spPr>
          <a:xfrm>
            <a:off x="838200" y="4655293"/>
            <a:ext cx="10515600" cy="2215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This great love –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How long have I rejected it, Lord!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This great sin –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O God, please do not remember it!</a:t>
            </a:r>
            <a:endParaRPr sz="3000" b="1" i="1" dirty="0">
              <a:solidFill>
                <a:srgbClr val="4C11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g34be7325da6_0_87">
            <a:extLst>
              <a:ext uri="{FF2B5EF4-FFF2-40B4-BE49-F238E27FC236}">
                <a16:creationId xmlns:a16="http://schemas.microsoft.com/office/drawing/2014/main" id="{3A53F1D5-B581-EDD2-C7CA-AE6345CF7770}"/>
              </a:ext>
            </a:extLst>
          </p:cNvPr>
          <p:cNvSpPr txBox="1"/>
          <p:nvPr/>
        </p:nvSpPr>
        <p:spPr>
          <a:xfrm>
            <a:off x="0" y="4132093"/>
            <a:ext cx="12192000" cy="523200"/>
          </a:xfrm>
          <a:prstGeom prst="rect">
            <a:avLst/>
          </a:prstGeom>
          <a:solidFill>
            <a:srgbClr val="4C113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en-US" sz="2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Song Meaning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6" name="Google Shape;176;g34be7325da6_0_87">
            <a:extLst>
              <a:ext uri="{FF2B5EF4-FFF2-40B4-BE49-F238E27FC236}">
                <a16:creationId xmlns:a16="http://schemas.microsoft.com/office/drawing/2014/main" id="{DD6BC707-2B95-1240-31D3-94B18BE6512E}"/>
              </a:ext>
            </a:extLst>
          </p:cNvPr>
          <p:cNvCxnSpPr>
            <a:endCxn id="175" idx="0"/>
          </p:cNvCxnSpPr>
          <p:nvPr/>
        </p:nvCxnSpPr>
        <p:spPr>
          <a:xfrm>
            <a:off x="6096000" y="-107"/>
            <a:ext cx="0" cy="4132200"/>
          </a:xfrm>
          <a:prstGeom prst="straightConnector1">
            <a:avLst/>
          </a:prstGeom>
          <a:noFill/>
          <a:ln w="38100" cap="flat" cmpd="sng">
            <a:solidFill>
              <a:srgbClr val="4C113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26366A17-7FD9-977D-D084-D4C103FF6D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146</a:t>
            </a:r>
          </a:p>
        </p:txBody>
      </p:sp>
    </p:spTree>
    <p:extLst>
      <p:ext uri="{BB962C8B-B14F-4D97-AF65-F5344CB8AC3E}">
        <p14:creationId xmlns:p14="http://schemas.microsoft.com/office/powerpoint/2010/main" val="476764567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>
          <a:extLst>
            <a:ext uri="{FF2B5EF4-FFF2-40B4-BE49-F238E27FC236}">
              <a16:creationId xmlns:a16="http://schemas.microsoft.com/office/drawing/2014/main" id="{34AB713C-4EE4-4660-1586-22495536E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4be7325da6_0_87">
            <a:extLst>
              <a:ext uri="{FF2B5EF4-FFF2-40B4-BE49-F238E27FC236}">
                <a16:creationId xmlns:a16="http://schemas.microsoft.com/office/drawing/2014/main" id="{9AB401A3-805E-E1B8-BBC2-52484536A7D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23889" y="127886"/>
            <a:ext cx="5872200" cy="3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പാപത്തെ സ്നേഹിപ്പാന്‍ </a:t>
            </a:r>
            <a:b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ഞാനിനി പോകുമോ</a:t>
            </a:r>
            <a: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  <a:t>?</a:t>
            </a:r>
            <a:b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ദൈവത്തിന്‍ പൈതലായ് </a:t>
            </a:r>
            <a:b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ജീവിക്കും ഞാനിനിം</a:t>
            </a:r>
            <a:b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sz="28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4be7325da6_0_87">
            <a:extLst>
              <a:ext uri="{FF2B5EF4-FFF2-40B4-BE49-F238E27FC236}">
                <a16:creationId xmlns:a16="http://schemas.microsoft.com/office/drawing/2014/main" id="{B2CDB573-B782-C6E6-8952-645028F1E108}"/>
              </a:ext>
            </a:extLst>
          </p:cNvPr>
          <p:cNvSpPr txBox="1"/>
          <p:nvPr/>
        </p:nvSpPr>
        <p:spPr>
          <a:xfrm>
            <a:off x="6217923" y="778617"/>
            <a:ext cx="5974200" cy="2082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00" tIns="55725" rIns="111400" bIns="55725" anchor="t" anchorCtr="0">
            <a:spAutoFit/>
          </a:bodyPr>
          <a:lstStyle/>
          <a:p>
            <a:pPr algn="ctr"/>
            <a:r>
              <a:rPr lang="en-US" sz="3200" b="1" dirty="0" err="1">
                <a:latin typeface="+mn-lt"/>
              </a:rPr>
              <a:t>Paapatthey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snehippaan</a:t>
            </a:r>
            <a:r>
              <a:rPr lang="en-US" sz="3200" b="1" dirty="0">
                <a:latin typeface="+mn-lt"/>
              </a:rPr>
              <a:t> </a:t>
            </a:r>
          </a:p>
          <a:p>
            <a:pPr algn="ctr"/>
            <a:r>
              <a:rPr lang="en-US" sz="3200" b="1" dirty="0" err="1">
                <a:latin typeface="+mn-lt"/>
              </a:rPr>
              <a:t>njaanini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pokumo</a:t>
            </a:r>
            <a:r>
              <a:rPr lang="en-US" sz="3200" b="1" dirty="0">
                <a:latin typeface="+mn-lt"/>
              </a:rPr>
              <a:t>?</a:t>
            </a:r>
          </a:p>
          <a:p>
            <a:pPr algn="ctr"/>
            <a:r>
              <a:rPr lang="en-US" sz="3200" b="1" dirty="0" err="1">
                <a:latin typeface="+mn-lt"/>
              </a:rPr>
              <a:t>Daivathin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paithalaay</a:t>
            </a:r>
            <a:endParaRPr lang="en-US" sz="3200" b="1" dirty="0">
              <a:latin typeface="+mn-lt"/>
            </a:endParaRPr>
          </a:p>
          <a:p>
            <a:pPr algn="ctr"/>
            <a:r>
              <a:rPr lang="en-US" sz="3200" b="1" dirty="0" err="1">
                <a:latin typeface="+mn-lt"/>
              </a:rPr>
              <a:t>jeevikkum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njaan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ineem</a:t>
            </a:r>
            <a:endParaRPr lang="en-US" sz="3200" b="1" dirty="0">
              <a:latin typeface="+mn-lt"/>
            </a:endParaRPr>
          </a:p>
        </p:txBody>
      </p:sp>
      <p:sp>
        <p:nvSpPr>
          <p:cNvPr id="174" name="Google Shape;174;g34be7325da6_0_87">
            <a:extLst>
              <a:ext uri="{FF2B5EF4-FFF2-40B4-BE49-F238E27FC236}">
                <a16:creationId xmlns:a16="http://schemas.microsoft.com/office/drawing/2014/main" id="{6FC9A582-1FDD-F878-805A-DD28C514017A}"/>
              </a:ext>
            </a:extLst>
          </p:cNvPr>
          <p:cNvSpPr txBox="1"/>
          <p:nvPr/>
        </p:nvSpPr>
        <p:spPr>
          <a:xfrm>
            <a:off x="838200" y="4655293"/>
            <a:ext cx="10515600" cy="1154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Shall I go on loving sin anymore?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From now on, I shall live as a child of God.</a:t>
            </a:r>
            <a:endParaRPr sz="3000" b="1" i="1" dirty="0">
              <a:solidFill>
                <a:srgbClr val="4C11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g34be7325da6_0_87">
            <a:extLst>
              <a:ext uri="{FF2B5EF4-FFF2-40B4-BE49-F238E27FC236}">
                <a16:creationId xmlns:a16="http://schemas.microsoft.com/office/drawing/2014/main" id="{35FE2147-417A-5332-C44A-514A425E4536}"/>
              </a:ext>
            </a:extLst>
          </p:cNvPr>
          <p:cNvSpPr txBox="1"/>
          <p:nvPr/>
        </p:nvSpPr>
        <p:spPr>
          <a:xfrm>
            <a:off x="0" y="4132093"/>
            <a:ext cx="12192000" cy="523200"/>
          </a:xfrm>
          <a:prstGeom prst="rect">
            <a:avLst/>
          </a:prstGeom>
          <a:solidFill>
            <a:srgbClr val="4C113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en-US" sz="2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Song Meaning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6" name="Google Shape;176;g34be7325da6_0_87">
            <a:extLst>
              <a:ext uri="{FF2B5EF4-FFF2-40B4-BE49-F238E27FC236}">
                <a16:creationId xmlns:a16="http://schemas.microsoft.com/office/drawing/2014/main" id="{75448381-C376-2A56-7735-38AA65D163B8}"/>
              </a:ext>
            </a:extLst>
          </p:cNvPr>
          <p:cNvCxnSpPr>
            <a:endCxn id="175" idx="0"/>
          </p:cNvCxnSpPr>
          <p:nvPr/>
        </p:nvCxnSpPr>
        <p:spPr>
          <a:xfrm>
            <a:off x="6096000" y="-107"/>
            <a:ext cx="0" cy="4132200"/>
          </a:xfrm>
          <a:prstGeom prst="straightConnector1">
            <a:avLst/>
          </a:prstGeom>
          <a:noFill/>
          <a:ln w="38100" cap="flat" cmpd="sng">
            <a:solidFill>
              <a:srgbClr val="4C113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6F2BD276-1797-1DF2-3AEE-FECC54CF5B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146</a:t>
            </a:r>
          </a:p>
        </p:txBody>
      </p:sp>
    </p:spTree>
    <p:extLst>
      <p:ext uri="{BB962C8B-B14F-4D97-AF65-F5344CB8AC3E}">
        <p14:creationId xmlns:p14="http://schemas.microsoft.com/office/powerpoint/2010/main" val="2345170180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>
          <a:extLst>
            <a:ext uri="{FF2B5EF4-FFF2-40B4-BE49-F238E27FC236}">
              <a16:creationId xmlns:a16="http://schemas.microsoft.com/office/drawing/2014/main" id="{560B72FE-06DD-EB94-9157-9FB1FBBF7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4be7325da6_0_87">
            <a:extLst>
              <a:ext uri="{FF2B5EF4-FFF2-40B4-BE49-F238E27FC236}">
                <a16:creationId xmlns:a16="http://schemas.microsoft.com/office/drawing/2014/main" id="{81BC665D-6308-4114-8F51-594C597224BD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23889" y="127886"/>
            <a:ext cx="5872200" cy="3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കഷ്ടങ്ങള്‍ വന്നാലും </a:t>
            </a:r>
            <a:b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നഷ്ടങ്ങള്‍ വന്നാലും</a:t>
            </a:r>
            <a:b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ക്രൂശിന്മേല്‍ കാണുന്ന </a:t>
            </a:r>
            <a:b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സ്നേഹത്തെ ഓര്‍ക്കും</a:t>
            </a:r>
            <a:r>
              <a:rPr lang="en-US" sz="28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28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ഞാന്‍</a:t>
            </a:r>
            <a:b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sz="28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4be7325da6_0_87">
            <a:extLst>
              <a:ext uri="{FF2B5EF4-FFF2-40B4-BE49-F238E27FC236}">
                <a16:creationId xmlns:a16="http://schemas.microsoft.com/office/drawing/2014/main" id="{1F2D73CF-61BF-62CA-B342-BA1BA66D1125}"/>
              </a:ext>
            </a:extLst>
          </p:cNvPr>
          <p:cNvSpPr txBox="1"/>
          <p:nvPr/>
        </p:nvSpPr>
        <p:spPr>
          <a:xfrm>
            <a:off x="6217923" y="778617"/>
            <a:ext cx="5974200" cy="2082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00" tIns="55725" rIns="111400" bIns="55725" anchor="t" anchorCtr="0">
            <a:spAutoFit/>
          </a:bodyPr>
          <a:lstStyle/>
          <a:p>
            <a:pPr algn="ctr"/>
            <a:r>
              <a:rPr lang="en-US" sz="3200" b="1" dirty="0" err="1">
                <a:latin typeface="+mn-lt"/>
              </a:rPr>
              <a:t>Kashtangal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vannaalum</a:t>
            </a:r>
            <a:r>
              <a:rPr lang="en-US" sz="3200" b="1" dirty="0">
                <a:latin typeface="+mn-lt"/>
              </a:rPr>
              <a:t> </a:t>
            </a:r>
          </a:p>
          <a:p>
            <a:pPr algn="ctr"/>
            <a:r>
              <a:rPr lang="en-US" sz="3200" b="1" dirty="0" err="1">
                <a:latin typeface="+mn-lt"/>
              </a:rPr>
              <a:t>nashtangal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vannaalum</a:t>
            </a:r>
            <a:endParaRPr lang="en-US" sz="3200" b="1" dirty="0">
              <a:latin typeface="+mn-lt"/>
            </a:endParaRPr>
          </a:p>
          <a:p>
            <a:pPr algn="ctr"/>
            <a:r>
              <a:rPr lang="en-US" sz="3200" b="1" dirty="0">
                <a:latin typeface="+mn-lt"/>
              </a:rPr>
              <a:t>Krushinmel </a:t>
            </a:r>
            <a:r>
              <a:rPr lang="en-US" sz="3200" b="1" dirty="0" err="1">
                <a:latin typeface="+mn-lt"/>
              </a:rPr>
              <a:t>kaanhunna</a:t>
            </a:r>
            <a:r>
              <a:rPr lang="en-US" sz="3200" b="1" dirty="0">
                <a:latin typeface="+mn-lt"/>
              </a:rPr>
              <a:t> </a:t>
            </a:r>
          </a:p>
          <a:p>
            <a:pPr algn="ctr"/>
            <a:r>
              <a:rPr lang="en-US" sz="3200" b="1" dirty="0" err="1">
                <a:latin typeface="+mn-lt"/>
              </a:rPr>
              <a:t>snehaththey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orkum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njaan</a:t>
            </a:r>
            <a:endParaRPr lang="en-US" sz="3200" b="1" dirty="0">
              <a:latin typeface="+mn-lt"/>
            </a:endParaRPr>
          </a:p>
        </p:txBody>
      </p:sp>
      <p:sp>
        <p:nvSpPr>
          <p:cNvPr id="174" name="Google Shape;174;g34be7325da6_0_87">
            <a:extLst>
              <a:ext uri="{FF2B5EF4-FFF2-40B4-BE49-F238E27FC236}">
                <a16:creationId xmlns:a16="http://schemas.microsoft.com/office/drawing/2014/main" id="{EF829D28-D37F-CEC9-4A00-F389514B4775}"/>
              </a:ext>
            </a:extLst>
          </p:cNvPr>
          <p:cNvSpPr txBox="1"/>
          <p:nvPr/>
        </p:nvSpPr>
        <p:spPr>
          <a:xfrm>
            <a:off x="838200" y="4655293"/>
            <a:ext cx="10515600" cy="2215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Even if hardships come,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Even if losses come,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I will remember the love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Seen upon the cross.</a:t>
            </a:r>
            <a:endParaRPr sz="3000" b="1" i="1" dirty="0">
              <a:solidFill>
                <a:srgbClr val="4C11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g34be7325da6_0_87">
            <a:extLst>
              <a:ext uri="{FF2B5EF4-FFF2-40B4-BE49-F238E27FC236}">
                <a16:creationId xmlns:a16="http://schemas.microsoft.com/office/drawing/2014/main" id="{C8E1CF8E-6542-6A0D-5127-2DF401C811EC}"/>
              </a:ext>
            </a:extLst>
          </p:cNvPr>
          <p:cNvSpPr txBox="1"/>
          <p:nvPr/>
        </p:nvSpPr>
        <p:spPr>
          <a:xfrm>
            <a:off x="0" y="4132093"/>
            <a:ext cx="12192000" cy="523200"/>
          </a:xfrm>
          <a:prstGeom prst="rect">
            <a:avLst/>
          </a:prstGeom>
          <a:solidFill>
            <a:srgbClr val="4C113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en-US" sz="2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Song Meaning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6" name="Google Shape;176;g34be7325da6_0_87">
            <a:extLst>
              <a:ext uri="{FF2B5EF4-FFF2-40B4-BE49-F238E27FC236}">
                <a16:creationId xmlns:a16="http://schemas.microsoft.com/office/drawing/2014/main" id="{C1EEF6B9-BF09-0C55-0863-86A3876A313F}"/>
              </a:ext>
            </a:extLst>
          </p:cNvPr>
          <p:cNvCxnSpPr>
            <a:endCxn id="175" idx="0"/>
          </p:cNvCxnSpPr>
          <p:nvPr/>
        </p:nvCxnSpPr>
        <p:spPr>
          <a:xfrm>
            <a:off x="6096000" y="-107"/>
            <a:ext cx="0" cy="4132200"/>
          </a:xfrm>
          <a:prstGeom prst="straightConnector1">
            <a:avLst/>
          </a:prstGeom>
          <a:noFill/>
          <a:ln w="38100" cap="flat" cmpd="sng">
            <a:solidFill>
              <a:srgbClr val="4C113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BDA9D5DE-8992-4AFD-2991-DB257DF061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146</a:t>
            </a:r>
          </a:p>
        </p:txBody>
      </p:sp>
    </p:spTree>
    <p:extLst>
      <p:ext uri="{BB962C8B-B14F-4D97-AF65-F5344CB8AC3E}">
        <p14:creationId xmlns:p14="http://schemas.microsoft.com/office/powerpoint/2010/main" val="3510806450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>
          <a:extLst>
            <a:ext uri="{FF2B5EF4-FFF2-40B4-BE49-F238E27FC236}">
              <a16:creationId xmlns:a16="http://schemas.microsoft.com/office/drawing/2014/main" id="{8C76156A-C2BB-B99D-36FA-04B2B0FBC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4be7325da6_0_87">
            <a:extLst>
              <a:ext uri="{FF2B5EF4-FFF2-40B4-BE49-F238E27FC236}">
                <a16:creationId xmlns:a16="http://schemas.microsoft.com/office/drawing/2014/main" id="{0B16F8DB-0AB7-1DB4-7E79-49063E3E2B1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23889" y="127886"/>
            <a:ext cx="5872200" cy="3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ശത്രുക്കള്‍ നിന്ദയും </a:t>
            </a:r>
            <a:b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ദൂഷ്യവും ചൊല്ലുമ്പോൾ</a:t>
            </a:r>
            <a:b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ക്രൂശിന്മേല്‍ കാണുന്ന </a:t>
            </a:r>
            <a:b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സ്നേഹത്തെ ഓര്‍ക്കും</a:t>
            </a:r>
            <a:r>
              <a:rPr lang="en-US" sz="28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28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ഞാന്‍</a:t>
            </a:r>
            <a:b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sz="28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4be7325da6_0_87">
            <a:extLst>
              <a:ext uri="{FF2B5EF4-FFF2-40B4-BE49-F238E27FC236}">
                <a16:creationId xmlns:a16="http://schemas.microsoft.com/office/drawing/2014/main" id="{8133AE52-D888-CE99-A008-9905AE9CDF08}"/>
              </a:ext>
            </a:extLst>
          </p:cNvPr>
          <p:cNvSpPr txBox="1"/>
          <p:nvPr/>
        </p:nvSpPr>
        <p:spPr>
          <a:xfrm>
            <a:off x="6217923" y="778617"/>
            <a:ext cx="5974200" cy="2082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00" tIns="55725" rIns="111400" bIns="55725" anchor="t" anchorCtr="0">
            <a:spAutoFit/>
          </a:bodyPr>
          <a:lstStyle/>
          <a:p>
            <a:pPr algn="ctr"/>
            <a:r>
              <a:rPr lang="en-US" sz="3200" b="1" dirty="0" err="1">
                <a:latin typeface="+mn-lt"/>
              </a:rPr>
              <a:t>Shathrukalh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nindayum</a:t>
            </a:r>
            <a:endParaRPr lang="en-US" sz="3200" b="1" dirty="0">
              <a:latin typeface="+mn-lt"/>
            </a:endParaRPr>
          </a:p>
          <a:p>
            <a:pPr algn="ctr"/>
            <a:r>
              <a:rPr lang="en-US" sz="3200" b="1" dirty="0" err="1">
                <a:latin typeface="+mn-lt"/>
              </a:rPr>
              <a:t>dooshyavum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chollumbol</a:t>
            </a:r>
            <a:endParaRPr lang="en-US" sz="3200" b="1" dirty="0">
              <a:latin typeface="+mn-lt"/>
            </a:endParaRPr>
          </a:p>
          <a:p>
            <a:pPr algn="ctr"/>
            <a:r>
              <a:rPr lang="en-US" sz="3200" b="1" dirty="0">
                <a:latin typeface="+mn-lt"/>
              </a:rPr>
              <a:t>Krushinmel </a:t>
            </a:r>
            <a:r>
              <a:rPr lang="en-US" sz="3200" b="1" dirty="0" err="1">
                <a:latin typeface="+mn-lt"/>
              </a:rPr>
              <a:t>kaanhunna</a:t>
            </a:r>
            <a:r>
              <a:rPr lang="en-US" sz="3200" b="1" dirty="0">
                <a:latin typeface="+mn-lt"/>
              </a:rPr>
              <a:t> </a:t>
            </a:r>
          </a:p>
          <a:p>
            <a:pPr algn="ctr"/>
            <a:r>
              <a:rPr lang="en-US" sz="3200" b="1" dirty="0" err="1">
                <a:latin typeface="+mn-lt"/>
              </a:rPr>
              <a:t>snehaththey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orkum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njaan</a:t>
            </a:r>
            <a:endParaRPr lang="en-US" sz="3200" b="1" dirty="0">
              <a:latin typeface="+mn-lt"/>
            </a:endParaRPr>
          </a:p>
        </p:txBody>
      </p:sp>
      <p:sp>
        <p:nvSpPr>
          <p:cNvPr id="174" name="Google Shape;174;g34be7325da6_0_87">
            <a:extLst>
              <a:ext uri="{FF2B5EF4-FFF2-40B4-BE49-F238E27FC236}">
                <a16:creationId xmlns:a16="http://schemas.microsoft.com/office/drawing/2014/main" id="{9FFDBBB1-C5DA-89AC-6315-8AFEB9893B62}"/>
              </a:ext>
            </a:extLst>
          </p:cNvPr>
          <p:cNvSpPr txBox="1"/>
          <p:nvPr/>
        </p:nvSpPr>
        <p:spPr>
          <a:xfrm>
            <a:off x="838200" y="4655293"/>
            <a:ext cx="10515600" cy="1154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When enemies speak insults and abuse,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I will remember the love seen upon that cross.</a:t>
            </a:r>
          </a:p>
        </p:txBody>
      </p:sp>
      <p:sp>
        <p:nvSpPr>
          <p:cNvPr id="175" name="Google Shape;175;g34be7325da6_0_87">
            <a:extLst>
              <a:ext uri="{FF2B5EF4-FFF2-40B4-BE49-F238E27FC236}">
                <a16:creationId xmlns:a16="http://schemas.microsoft.com/office/drawing/2014/main" id="{2AAFC716-C1B6-8D0D-8B13-5DED43640C47}"/>
              </a:ext>
            </a:extLst>
          </p:cNvPr>
          <p:cNvSpPr txBox="1"/>
          <p:nvPr/>
        </p:nvSpPr>
        <p:spPr>
          <a:xfrm>
            <a:off x="0" y="4132093"/>
            <a:ext cx="12192000" cy="523200"/>
          </a:xfrm>
          <a:prstGeom prst="rect">
            <a:avLst/>
          </a:prstGeom>
          <a:solidFill>
            <a:srgbClr val="4C113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en-US" sz="2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Song Meaning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6" name="Google Shape;176;g34be7325da6_0_87">
            <a:extLst>
              <a:ext uri="{FF2B5EF4-FFF2-40B4-BE49-F238E27FC236}">
                <a16:creationId xmlns:a16="http://schemas.microsoft.com/office/drawing/2014/main" id="{52BBB29B-C4BF-4C02-3A4E-D10B83DDC716}"/>
              </a:ext>
            </a:extLst>
          </p:cNvPr>
          <p:cNvCxnSpPr>
            <a:endCxn id="175" idx="0"/>
          </p:cNvCxnSpPr>
          <p:nvPr/>
        </p:nvCxnSpPr>
        <p:spPr>
          <a:xfrm>
            <a:off x="6096000" y="-107"/>
            <a:ext cx="0" cy="4132200"/>
          </a:xfrm>
          <a:prstGeom prst="straightConnector1">
            <a:avLst/>
          </a:prstGeom>
          <a:noFill/>
          <a:ln w="38100" cap="flat" cmpd="sng">
            <a:solidFill>
              <a:srgbClr val="4C113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304DB94A-C840-8FE6-2C7E-4A58BD03DC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146</a:t>
            </a:r>
          </a:p>
        </p:txBody>
      </p:sp>
    </p:spTree>
    <p:extLst>
      <p:ext uri="{BB962C8B-B14F-4D97-AF65-F5344CB8AC3E}">
        <p14:creationId xmlns:p14="http://schemas.microsoft.com/office/powerpoint/2010/main" val="7655738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>
          <a:extLst>
            <a:ext uri="{FF2B5EF4-FFF2-40B4-BE49-F238E27FC236}">
              <a16:creationId xmlns:a16="http://schemas.microsoft.com/office/drawing/2014/main" id="{F0F40114-A441-96AF-CE21-E2361D20B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4be7325da6_0_87">
            <a:extLst>
              <a:ext uri="{FF2B5EF4-FFF2-40B4-BE49-F238E27FC236}">
                <a16:creationId xmlns:a16="http://schemas.microsoft.com/office/drawing/2014/main" id="{598DBA52-8B25-A5AF-6407-0A5172AB8A4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23889" y="127886"/>
            <a:ext cx="5872200" cy="3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ശത്രുക്കള്‍ നിന്ദയും </a:t>
            </a:r>
            <a:b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ദൂഷ്യവും ചൊല്ലുമ്പോൾ</a:t>
            </a:r>
            <a:b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ക്രൂശിന്മേല്‍ കാണുന്ന </a:t>
            </a:r>
            <a:b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സ്നേഹത്തെ ഓര്‍ക്കും</a:t>
            </a:r>
            <a:r>
              <a:rPr lang="en-US" sz="28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28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ഞാന്‍</a:t>
            </a:r>
            <a:b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sz="28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4be7325da6_0_87">
            <a:extLst>
              <a:ext uri="{FF2B5EF4-FFF2-40B4-BE49-F238E27FC236}">
                <a16:creationId xmlns:a16="http://schemas.microsoft.com/office/drawing/2014/main" id="{D9ABD003-8EE0-CD56-C5C4-AA6EE01070AB}"/>
              </a:ext>
            </a:extLst>
          </p:cNvPr>
          <p:cNvSpPr txBox="1"/>
          <p:nvPr/>
        </p:nvSpPr>
        <p:spPr>
          <a:xfrm>
            <a:off x="6217923" y="778617"/>
            <a:ext cx="5974200" cy="2082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00" tIns="55725" rIns="111400" bIns="55725" anchor="t" anchorCtr="0">
            <a:spAutoFit/>
          </a:bodyPr>
          <a:lstStyle/>
          <a:p>
            <a:pPr algn="ctr"/>
            <a:r>
              <a:rPr lang="en-US" sz="3200" b="1" dirty="0" err="1">
                <a:latin typeface="+mn-lt"/>
              </a:rPr>
              <a:t>Paapathin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shodana</a:t>
            </a:r>
            <a:r>
              <a:rPr lang="en-US" sz="3200" b="1" dirty="0">
                <a:latin typeface="+mn-lt"/>
              </a:rPr>
              <a:t> </a:t>
            </a:r>
          </a:p>
          <a:p>
            <a:pPr algn="ctr"/>
            <a:r>
              <a:rPr lang="en-US" sz="3200" b="1" dirty="0" err="1">
                <a:latin typeface="+mn-lt"/>
              </a:rPr>
              <a:t>bheemamaay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varumbol</a:t>
            </a:r>
            <a:endParaRPr lang="en-US" sz="3200" b="1" dirty="0">
              <a:latin typeface="+mn-lt"/>
            </a:endParaRPr>
          </a:p>
          <a:p>
            <a:pPr algn="ctr"/>
            <a:r>
              <a:rPr lang="en-US" sz="3200" b="1" dirty="0">
                <a:latin typeface="+mn-lt"/>
              </a:rPr>
              <a:t>Krushinmel </a:t>
            </a:r>
            <a:r>
              <a:rPr lang="en-US" sz="3200" b="1" dirty="0" err="1">
                <a:latin typeface="+mn-lt"/>
              </a:rPr>
              <a:t>kaanhunna</a:t>
            </a:r>
            <a:r>
              <a:rPr lang="en-US" sz="3200" b="1" dirty="0">
                <a:latin typeface="+mn-lt"/>
              </a:rPr>
              <a:t> </a:t>
            </a:r>
          </a:p>
          <a:p>
            <a:pPr lvl="1" algn="ctr"/>
            <a:r>
              <a:rPr lang="en-US" sz="3200" b="1" dirty="0" err="1">
                <a:latin typeface="+mn-lt"/>
              </a:rPr>
              <a:t>snehaththey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orkum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njaan</a:t>
            </a:r>
            <a:endParaRPr lang="en-US" sz="3200" b="1" dirty="0">
              <a:latin typeface="+mn-lt"/>
            </a:endParaRPr>
          </a:p>
        </p:txBody>
      </p:sp>
      <p:sp>
        <p:nvSpPr>
          <p:cNvPr id="174" name="Google Shape;174;g34be7325da6_0_87">
            <a:extLst>
              <a:ext uri="{FF2B5EF4-FFF2-40B4-BE49-F238E27FC236}">
                <a16:creationId xmlns:a16="http://schemas.microsoft.com/office/drawing/2014/main" id="{4C16A11B-3358-B374-F54F-30B90D8FC8A5}"/>
              </a:ext>
            </a:extLst>
          </p:cNvPr>
          <p:cNvSpPr txBox="1"/>
          <p:nvPr/>
        </p:nvSpPr>
        <p:spPr>
          <a:xfrm>
            <a:off x="838200" y="4655293"/>
            <a:ext cx="10515600" cy="1154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When the terrible temptation of sin comes,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I will remember the love seen upon that cross.</a:t>
            </a:r>
            <a:endParaRPr sz="3000" b="1" i="1" dirty="0">
              <a:solidFill>
                <a:srgbClr val="4C11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g34be7325da6_0_87">
            <a:extLst>
              <a:ext uri="{FF2B5EF4-FFF2-40B4-BE49-F238E27FC236}">
                <a16:creationId xmlns:a16="http://schemas.microsoft.com/office/drawing/2014/main" id="{0B1E1454-A3EB-E649-9E50-A107B6839F5B}"/>
              </a:ext>
            </a:extLst>
          </p:cNvPr>
          <p:cNvSpPr txBox="1"/>
          <p:nvPr/>
        </p:nvSpPr>
        <p:spPr>
          <a:xfrm>
            <a:off x="0" y="4132093"/>
            <a:ext cx="12192000" cy="523200"/>
          </a:xfrm>
          <a:prstGeom prst="rect">
            <a:avLst/>
          </a:prstGeom>
          <a:solidFill>
            <a:srgbClr val="4C113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en-US" sz="2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Song Meaning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6" name="Google Shape;176;g34be7325da6_0_87">
            <a:extLst>
              <a:ext uri="{FF2B5EF4-FFF2-40B4-BE49-F238E27FC236}">
                <a16:creationId xmlns:a16="http://schemas.microsoft.com/office/drawing/2014/main" id="{FDF96721-A9C6-C621-BC4A-55AB71BCCE8D}"/>
              </a:ext>
            </a:extLst>
          </p:cNvPr>
          <p:cNvCxnSpPr>
            <a:endCxn id="175" idx="0"/>
          </p:cNvCxnSpPr>
          <p:nvPr/>
        </p:nvCxnSpPr>
        <p:spPr>
          <a:xfrm>
            <a:off x="6096000" y="-107"/>
            <a:ext cx="0" cy="4132200"/>
          </a:xfrm>
          <a:prstGeom prst="straightConnector1">
            <a:avLst/>
          </a:prstGeom>
          <a:noFill/>
          <a:ln w="38100" cap="flat" cmpd="sng">
            <a:solidFill>
              <a:srgbClr val="4C113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6463CF32-18F7-4D6B-1C37-D3E8BF99A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146</a:t>
            </a:r>
          </a:p>
        </p:txBody>
      </p:sp>
    </p:spTree>
    <p:extLst>
      <p:ext uri="{BB962C8B-B14F-4D97-AF65-F5344CB8AC3E}">
        <p14:creationId xmlns:p14="http://schemas.microsoft.com/office/powerpoint/2010/main" val="3431674765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>
          <a:extLst>
            <a:ext uri="{FF2B5EF4-FFF2-40B4-BE49-F238E27FC236}">
              <a16:creationId xmlns:a16="http://schemas.microsoft.com/office/drawing/2014/main" id="{9CECBCEC-87E5-23EB-F094-2C13A754F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4be7325da6_0_87">
            <a:extLst>
              <a:ext uri="{FF2B5EF4-FFF2-40B4-BE49-F238E27FC236}">
                <a16:creationId xmlns:a16="http://schemas.microsoft.com/office/drawing/2014/main" id="{24BFCA43-A410-1AB4-362B-BA1CE8E946D5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23889" y="127886"/>
            <a:ext cx="5872200" cy="3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ആപത്തിന്‍ ഓളങ്ങള്‍ </a:t>
            </a:r>
            <a:b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സാധുവെ തള്ളുമ്പോൾ</a:t>
            </a:r>
            <a:b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ക്രൂശിന്മേല്‍ കാണുന്ന </a:t>
            </a:r>
            <a:b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സ്നേഹത്തെ ഓര്‍ക്കും ഞാന്‍</a:t>
            </a:r>
            <a:endParaRPr sz="28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4be7325da6_0_87">
            <a:extLst>
              <a:ext uri="{FF2B5EF4-FFF2-40B4-BE49-F238E27FC236}">
                <a16:creationId xmlns:a16="http://schemas.microsoft.com/office/drawing/2014/main" id="{2CE5AFAA-8762-FC94-BE70-5C7122EC6B6A}"/>
              </a:ext>
            </a:extLst>
          </p:cNvPr>
          <p:cNvSpPr txBox="1"/>
          <p:nvPr/>
        </p:nvSpPr>
        <p:spPr>
          <a:xfrm>
            <a:off x="6217923" y="778617"/>
            <a:ext cx="5974200" cy="2082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00" tIns="55725" rIns="111400" bIns="55725" anchor="t" anchorCtr="0">
            <a:spAutoFit/>
          </a:bodyPr>
          <a:lstStyle/>
          <a:p>
            <a:pPr algn="ctr"/>
            <a:r>
              <a:rPr lang="en-US" sz="3200" b="1" dirty="0" err="1">
                <a:latin typeface="+mn-lt"/>
              </a:rPr>
              <a:t>Aapaththin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olhangal</a:t>
            </a:r>
            <a:r>
              <a:rPr lang="en-US" sz="3200" b="1" dirty="0">
                <a:latin typeface="+mn-lt"/>
              </a:rPr>
              <a:t> </a:t>
            </a:r>
          </a:p>
          <a:p>
            <a:pPr algn="ctr"/>
            <a:r>
              <a:rPr lang="en-US" sz="3200" b="1" dirty="0" err="1">
                <a:latin typeface="+mn-lt"/>
              </a:rPr>
              <a:t>saadhuvey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thallhumbol</a:t>
            </a:r>
            <a:endParaRPr lang="en-US" sz="3200" b="1" dirty="0">
              <a:latin typeface="+mn-lt"/>
            </a:endParaRPr>
          </a:p>
          <a:p>
            <a:pPr algn="ctr"/>
            <a:r>
              <a:rPr lang="en-US" sz="3200" b="1" dirty="0">
                <a:latin typeface="+mn-lt"/>
              </a:rPr>
              <a:t>Krushinmel </a:t>
            </a:r>
            <a:r>
              <a:rPr lang="en-US" sz="3200" b="1" dirty="0" err="1">
                <a:latin typeface="+mn-lt"/>
              </a:rPr>
              <a:t>kaanhunna</a:t>
            </a:r>
            <a:r>
              <a:rPr lang="en-US" sz="3200" b="1" dirty="0">
                <a:latin typeface="+mn-lt"/>
              </a:rPr>
              <a:t> </a:t>
            </a:r>
          </a:p>
          <a:p>
            <a:pPr algn="ctr"/>
            <a:r>
              <a:rPr lang="en-US" sz="3200" b="1" dirty="0" err="1">
                <a:latin typeface="+mn-lt"/>
              </a:rPr>
              <a:t>snehaththey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orkum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njaan</a:t>
            </a:r>
            <a:endParaRPr lang="en-US" sz="3200" b="1" dirty="0">
              <a:latin typeface="+mn-lt"/>
            </a:endParaRPr>
          </a:p>
        </p:txBody>
      </p:sp>
      <p:sp>
        <p:nvSpPr>
          <p:cNvPr id="174" name="Google Shape;174;g34be7325da6_0_87">
            <a:extLst>
              <a:ext uri="{FF2B5EF4-FFF2-40B4-BE49-F238E27FC236}">
                <a16:creationId xmlns:a16="http://schemas.microsoft.com/office/drawing/2014/main" id="{D2298E66-0D9E-ACD9-5952-30920FFFD46D}"/>
              </a:ext>
            </a:extLst>
          </p:cNvPr>
          <p:cNvSpPr txBox="1"/>
          <p:nvPr/>
        </p:nvSpPr>
        <p:spPr>
          <a:xfrm>
            <a:off x="838200" y="4655293"/>
            <a:ext cx="10515600" cy="1154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When the waves of danger cast the righteous aside,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I will remember the love seen upon that cross.</a:t>
            </a:r>
            <a:endParaRPr sz="3000" b="1" i="1" dirty="0">
              <a:solidFill>
                <a:srgbClr val="4C11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g34be7325da6_0_87">
            <a:extLst>
              <a:ext uri="{FF2B5EF4-FFF2-40B4-BE49-F238E27FC236}">
                <a16:creationId xmlns:a16="http://schemas.microsoft.com/office/drawing/2014/main" id="{D616A9DF-AF80-5A01-15F7-6C9CFBAB27FC}"/>
              </a:ext>
            </a:extLst>
          </p:cNvPr>
          <p:cNvSpPr txBox="1"/>
          <p:nvPr/>
        </p:nvSpPr>
        <p:spPr>
          <a:xfrm>
            <a:off x="0" y="4132093"/>
            <a:ext cx="12192000" cy="523200"/>
          </a:xfrm>
          <a:prstGeom prst="rect">
            <a:avLst/>
          </a:prstGeom>
          <a:solidFill>
            <a:srgbClr val="4C113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en-US" sz="2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Song Meaning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6" name="Google Shape;176;g34be7325da6_0_87">
            <a:extLst>
              <a:ext uri="{FF2B5EF4-FFF2-40B4-BE49-F238E27FC236}">
                <a16:creationId xmlns:a16="http://schemas.microsoft.com/office/drawing/2014/main" id="{1844C85E-CEDD-1FF5-93BE-778671588939}"/>
              </a:ext>
            </a:extLst>
          </p:cNvPr>
          <p:cNvCxnSpPr>
            <a:endCxn id="175" idx="0"/>
          </p:cNvCxnSpPr>
          <p:nvPr/>
        </p:nvCxnSpPr>
        <p:spPr>
          <a:xfrm>
            <a:off x="6096000" y="-107"/>
            <a:ext cx="0" cy="4132200"/>
          </a:xfrm>
          <a:prstGeom prst="straightConnector1">
            <a:avLst/>
          </a:prstGeom>
          <a:noFill/>
          <a:ln w="38100" cap="flat" cmpd="sng">
            <a:solidFill>
              <a:srgbClr val="4C113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0AF61AA3-F10B-0048-874D-51A26417C2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146</a:t>
            </a:r>
          </a:p>
        </p:txBody>
      </p:sp>
    </p:spTree>
    <p:extLst>
      <p:ext uri="{BB962C8B-B14F-4D97-AF65-F5344CB8AC3E}">
        <p14:creationId xmlns:p14="http://schemas.microsoft.com/office/powerpoint/2010/main" val="2263777629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>
          <a:extLst>
            <a:ext uri="{FF2B5EF4-FFF2-40B4-BE49-F238E27FC236}">
              <a16:creationId xmlns:a16="http://schemas.microsoft.com/office/drawing/2014/main" id="{1BAE6BA4-8F95-D3C1-E40C-4E22D2A0A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4be7325da6_0_87">
            <a:extLst>
              <a:ext uri="{FF2B5EF4-FFF2-40B4-BE49-F238E27FC236}">
                <a16:creationId xmlns:a16="http://schemas.microsoft.com/office/drawing/2014/main" id="{E6C35ADD-7269-191E-4F5E-AC785775AB4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23889" y="127886"/>
            <a:ext cx="5872200" cy="3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ശത്രുത്വം വര്‍ദ്ധച്ചാല്‍ </a:t>
            </a:r>
            <a:b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പീഡകള്‍ കൂടിയാല്‍</a:t>
            </a:r>
            <a:b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ക്രൂശിന്മേല്‍ കാണുന്ന </a:t>
            </a:r>
            <a:b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സ്നേഹത്തെ ഓര്‍ക്കും</a:t>
            </a:r>
            <a:r>
              <a:rPr lang="en-US" sz="28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28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ഞാന്‍</a:t>
            </a:r>
            <a:endParaRPr sz="28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4be7325da6_0_87">
            <a:extLst>
              <a:ext uri="{FF2B5EF4-FFF2-40B4-BE49-F238E27FC236}">
                <a16:creationId xmlns:a16="http://schemas.microsoft.com/office/drawing/2014/main" id="{71DACBF3-E4E8-5C2F-34E8-101073EEF9BA}"/>
              </a:ext>
            </a:extLst>
          </p:cNvPr>
          <p:cNvSpPr txBox="1"/>
          <p:nvPr/>
        </p:nvSpPr>
        <p:spPr>
          <a:xfrm>
            <a:off x="6217923" y="778617"/>
            <a:ext cx="5974200" cy="2082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00" tIns="55725" rIns="111400" bIns="55725" anchor="t" anchorCtr="0">
            <a:spAutoFit/>
          </a:bodyPr>
          <a:lstStyle/>
          <a:p>
            <a:pPr algn="ctr"/>
            <a:r>
              <a:rPr lang="en-US" sz="3200" b="1" dirty="0" err="1">
                <a:latin typeface="+mn-lt"/>
              </a:rPr>
              <a:t>Shathruthwam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vardhichaal</a:t>
            </a:r>
            <a:r>
              <a:rPr lang="en-US" sz="3200" b="1" dirty="0">
                <a:latin typeface="+mn-lt"/>
              </a:rPr>
              <a:t> </a:t>
            </a:r>
          </a:p>
          <a:p>
            <a:pPr algn="ctr"/>
            <a:r>
              <a:rPr lang="en-US" sz="3200" b="1" dirty="0" err="1">
                <a:latin typeface="+mn-lt"/>
              </a:rPr>
              <a:t>peedakal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koodiyaal</a:t>
            </a:r>
            <a:endParaRPr lang="en-US" sz="3200" b="1" dirty="0">
              <a:latin typeface="+mn-lt"/>
            </a:endParaRPr>
          </a:p>
          <a:p>
            <a:pPr algn="ctr"/>
            <a:r>
              <a:rPr lang="en-US" sz="3200" b="1" dirty="0">
                <a:latin typeface="+mn-lt"/>
              </a:rPr>
              <a:t>Krushinmel </a:t>
            </a:r>
            <a:r>
              <a:rPr lang="en-US" sz="3200" b="1" dirty="0" err="1">
                <a:latin typeface="+mn-lt"/>
              </a:rPr>
              <a:t>kaanhunna</a:t>
            </a:r>
            <a:endParaRPr lang="en-US" sz="3200" b="1" dirty="0">
              <a:latin typeface="+mn-lt"/>
            </a:endParaRPr>
          </a:p>
          <a:p>
            <a:pPr algn="ctr"/>
            <a:r>
              <a:rPr lang="en-US" sz="3200" b="1" dirty="0" err="1">
                <a:latin typeface="+mn-lt"/>
              </a:rPr>
              <a:t>snehaththey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orkum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njaan</a:t>
            </a:r>
            <a:endParaRPr lang="en-US" sz="3200" b="1" dirty="0">
              <a:latin typeface="+mn-lt"/>
            </a:endParaRPr>
          </a:p>
        </p:txBody>
      </p:sp>
      <p:sp>
        <p:nvSpPr>
          <p:cNvPr id="174" name="Google Shape;174;g34be7325da6_0_87">
            <a:extLst>
              <a:ext uri="{FF2B5EF4-FFF2-40B4-BE49-F238E27FC236}">
                <a16:creationId xmlns:a16="http://schemas.microsoft.com/office/drawing/2014/main" id="{C7E27B16-B633-D89B-E364-FC35CF0A5721}"/>
              </a:ext>
            </a:extLst>
          </p:cNvPr>
          <p:cNvSpPr txBox="1"/>
          <p:nvPr/>
        </p:nvSpPr>
        <p:spPr>
          <a:xfrm>
            <a:off x="838200" y="4655293"/>
            <a:ext cx="10515600" cy="1154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When enmity increases and afflictions multiply,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I will remember the love seen upon that cross.</a:t>
            </a:r>
            <a:endParaRPr sz="3000" b="1" i="1" dirty="0">
              <a:solidFill>
                <a:srgbClr val="4C11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g34be7325da6_0_87">
            <a:extLst>
              <a:ext uri="{FF2B5EF4-FFF2-40B4-BE49-F238E27FC236}">
                <a16:creationId xmlns:a16="http://schemas.microsoft.com/office/drawing/2014/main" id="{1FF21749-545F-B9DE-532C-6385DCD8AFB7}"/>
              </a:ext>
            </a:extLst>
          </p:cNvPr>
          <p:cNvSpPr txBox="1"/>
          <p:nvPr/>
        </p:nvSpPr>
        <p:spPr>
          <a:xfrm>
            <a:off x="0" y="4132093"/>
            <a:ext cx="12192000" cy="523200"/>
          </a:xfrm>
          <a:prstGeom prst="rect">
            <a:avLst/>
          </a:prstGeom>
          <a:solidFill>
            <a:srgbClr val="4C113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en-US" sz="2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Song Meaning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6" name="Google Shape;176;g34be7325da6_0_87">
            <a:extLst>
              <a:ext uri="{FF2B5EF4-FFF2-40B4-BE49-F238E27FC236}">
                <a16:creationId xmlns:a16="http://schemas.microsoft.com/office/drawing/2014/main" id="{3B14469B-EEA2-782D-4BC5-EF1D57E5F4CA}"/>
              </a:ext>
            </a:extLst>
          </p:cNvPr>
          <p:cNvCxnSpPr>
            <a:endCxn id="175" idx="0"/>
          </p:cNvCxnSpPr>
          <p:nvPr/>
        </p:nvCxnSpPr>
        <p:spPr>
          <a:xfrm>
            <a:off x="6096000" y="-107"/>
            <a:ext cx="0" cy="4132200"/>
          </a:xfrm>
          <a:prstGeom prst="straightConnector1">
            <a:avLst/>
          </a:prstGeom>
          <a:noFill/>
          <a:ln w="38100" cap="flat" cmpd="sng">
            <a:solidFill>
              <a:srgbClr val="4C113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2E9FA8B8-D7E4-2BF2-6CE3-E7D1D87346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146</a:t>
            </a:r>
          </a:p>
        </p:txBody>
      </p:sp>
    </p:spTree>
    <p:extLst>
      <p:ext uri="{BB962C8B-B14F-4D97-AF65-F5344CB8AC3E}">
        <p14:creationId xmlns:p14="http://schemas.microsoft.com/office/powerpoint/2010/main" val="4054543879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828800" y="1143000"/>
            <a:ext cx="10363200" cy="2667000"/>
          </a:xfrm>
        </p:spPr>
        <p:txBody>
          <a:bodyPr anchor="t"/>
          <a:lstStyle/>
          <a:p>
            <a:pPr algn="l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ആത്മാവേ! ഓര്‍ക്ക നീ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ഈ മഹാ സ്നേഹത്തെ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ദൈവത്തിന്‍ പുത്രന്‍ ഈ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സാധുവേ സ്നേഹിച്ചു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19D137-DB6E-4219-A67E-FFB3F20A1B29}"/>
              </a:ext>
            </a:extLst>
          </p:cNvPr>
          <p:cNvSpPr/>
          <p:nvPr/>
        </p:nvSpPr>
        <p:spPr>
          <a:xfrm>
            <a:off x="0" y="3886200"/>
            <a:ext cx="10363200" cy="24314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Aathmaavey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orkka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nee </a:t>
            </a:r>
          </a:p>
          <a:p>
            <a:pPr algn="r"/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ee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mahaa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snehaththey</a:t>
            </a:r>
            <a:endParaRPr lang="en-US" sz="38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Daivathin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Puthran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ee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/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saadhuvey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snehichu</a:t>
            </a:r>
            <a:endParaRPr lang="en-US" sz="38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B5B654-A6C0-40BC-AD08-BF23B1BAF568}"/>
              </a:ext>
            </a:extLst>
          </p:cNvPr>
          <p:cNvSpPr/>
          <p:nvPr/>
        </p:nvSpPr>
        <p:spPr>
          <a:xfrm>
            <a:off x="0" y="338554"/>
            <a:ext cx="12192000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800" b="1" dirty="0">
                <a:latin typeface="+mn-lt"/>
              </a:rPr>
              <a:t>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98EB555-6709-4FE6-BD4D-6F35FBB7339D}"/>
              </a:ext>
            </a:extLst>
          </p:cNvPr>
          <p:cNvSpPr/>
          <p:nvPr/>
        </p:nvSpPr>
        <p:spPr>
          <a:xfrm>
            <a:off x="8027077" y="3059668"/>
            <a:ext cx="41649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(</a:t>
            </a:r>
            <a:r>
              <a:rPr lang="ml-IN" b="1" dirty="0"/>
              <a:t>മൂത്താംപാക്കൽ കൊച്ചുകുഞ്ഞ്</a:t>
            </a:r>
            <a:r>
              <a:rPr lang="en-US" b="1" dirty="0"/>
              <a:t>)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4FCFDF-0296-40AC-A9A2-D99CF45F279E}"/>
              </a:ext>
            </a:extLst>
          </p:cNvPr>
          <p:cNvSpPr/>
          <p:nvPr/>
        </p:nvSpPr>
        <p:spPr>
          <a:xfrm>
            <a:off x="7980591" y="6393835"/>
            <a:ext cx="42114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(</a:t>
            </a:r>
            <a:r>
              <a:rPr lang="en-US" dirty="0" err="1">
                <a:solidFill>
                  <a:srgbClr val="000000"/>
                </a:solidFill>
              </a:rPr>
              <a:t>Muthampakkal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Kochukunju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Upadeshi</a:t>
            </a:r>
            <a:r>
              <a:rPr lang="en-US" dirty="0">
                <a:solidFill>
                  <a:srgbClr val="000000"/>
                </a:solidFill>
              </a:rPr>
              <a:t>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2305811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>
          <a:extLst>
            <a:ext uri="{FF2B5EF4-FFF2-40B4-BE49-F238E27FC236}">
              <a16:creationId xmlns:a16="http://schemas.microsoft.com/office/drawing/2014/main" id="{E05AF429-693C-D612-BCB4-50AE354A3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4be7325da6_0_87">
            <a:extLst>
              <a:ext uri="{FF2B5EF4-FFF2-40B4-BE49-F238E27FC236}">
                <a16:creationId xmlns:a16="http://schemas.microsoft.com/office/drawing/2014/main" id="{D43C2C88-8C67-0B8E-1FF1-6B0BAD24211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23889" y="127886"/>
            <a:ext cx="5872200" cy="3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ആത്മാവേ! ഓര്‍ക്ക നീ </a:t>
            </a:r>
            <a:b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ഈ മഹാ സ്നേഹത്തെ</a:t>
            </a:r>
            <a:b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ദൈവത്തിന്‍ പുത്രന്‍ ഈ </a:t>
            </a:r>
            <a:b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സാധുവേ സ്നേഹിച്ചു</a:t>
            </a:r>
            <a:endParaRPr sz="28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4be7325da6_0_87">
            <a:extLst>
              <a:ext uri="{FF2B5EF4-FFF2-40B4-BE49-F238E27FC236}">
                <a16:creationId xmlns:a16="http://schemas.microsoft.com/office/drawing/2014/main" id="{B35B5AA6-8453-BA5E-A7C1-0466DE6C5023}"/>
              </a:ext>
            </a:extLst>
          </p:cNvPr>
          <p:cNvSpPr txBox="1"/>
          <p:nvPr/>
        </p:nvSpPr>
        <p:spPr>
          <a:xfrm>
            <a:off x="6217923" y="778617"/>
            <a:ext cx="5974200" cy="2082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00" tIns="55725" rIns="111400" bIns="55725" anchor="t" anchorCtr="0">
            <a:spAutoFit/>
          </a:bodyPr>
          <a:lstStyle/>
          <a:p>
            <a:pPr algn="r"/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Aathmaavey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orkka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nee </a:t>
            </a:r>
          </a:p>
          <a:p>
            <a:pPr algn="r"/>
            <a:r>
              <a:rPr lang="en-US" sz="3200" b="1" dirty="0">
                <a:solidFill>
                  <a:schemeClr val="tx2"/>
                </a:solidFill>
                <a:latin typeface="+mn-lt"/>
              </a:rPr>
              <a:t>ee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mahaa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snehaththey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Daivathin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Puthran ee </a:t>
            </a:r>
          </a:p>
          <a:p>
            <a:pPr algn="r"/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saadhuvey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>
                <a:solidFill>
                  <a:schemeClr val="tx2"/>
                </a:solidFill>
                <a:latin typeface="+mn-lt"/>
              </a:rPr>
              <a:t>snehichu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174" name="Google Shape;174;g34be7325da6_0_87">
            <a:extLst>
              <a:ext uri="{FF2B5EF4-FFF2-40B4-BE49-F238E27FC236}">
                <a16:creationId xmlns:a16="http://schemas.microsoft.com/office/drawing/2014/main" id="{4505A01B-6468-55FD-BF24-D1FC4CF871D4}"/>
              </a:ext>
            </a:extLst>
          </p:cNvPr>
          <p:cNvSpPr txBox="1"/>
          <p:nvPr/>
        </p:nvSpPr>
        <p:spPr>
          <a:xfrm>
            <a:off x="838200" y="4655293"/>
            <a:ext cx="10515600" cy="1154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When enmity increases and afflictions multiply,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I will remember the love seen upon that cross.</a:t>
            </a:r>
            <a:endParaRPr sz="3000" b="1" i="1" dirty="0">
              <a:solidFill>
                <a:srgbClr val="4C11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g34be7325da6_0_87">
            <a:extLst>
              <a:ext uri="{FF2B5EF4-FFF2-40B4-BE49-F238E27FC236}">
                <a16:creationId xmlns:a16="http://schemas.microsoft.com/office/drawing/2014/main" id="{1C18AA38-88DB-65E7-8542-28E6D41F8F64}"/>
              </a:ext>
            </a:extLst>
          </p:cNvPr>
          <p:cNvSpPr txBox="1"/>
          <p:nvPr/>
        </p:nvSpPr>
        <p:spPr>
          <a:xfrm>
            <a:off x="0" y="4132093"/>
            <a:ext cx="12192000" cy="523200"/>
          </a:xfrm>
          <a:prstGeom prst="rect">
            <a:avLst/>
          </a:prstGeom>
          <a:solidFill>
            <a:srgbClr val="4C113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en-US" sz="2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Song Meaning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6" name="Google Shape;176;g34be7325da6_0_87">
            <a:extLst>
              <a:ext uri="{FF2B5EF4-FFF2-40B4-BE49-F238E27FC236}">
                <a16:creationId xmlns:a16="http://schemas.microsoft.com/office/drawing/2014/main" id="{CD1A5396-FB6A-8D07-8312-A6CE2BD926F8}"/>
              </a:ext>
            </a:extLst>
          </p:cNvPr>
          <p:cNvCxnSpPr>
            <a:endCxn id="175" idx="0"/>
          </p:cNvCxnSpPr>
          <p:nvPr/>
        </p:nvCxnSpPr>
        <p:spPr>
          <a:xfrm>
            <a:off x="6096000" y="-107"/>
            <a:ext cx="0" cy="4132200"/>
          </a:xfrm>
          <a:prstGeom prst="straightConnector1">
            <a:avLst/>
          </a:prstGeom>
          <a:noFill/>
          <a:ln w="38100" cap="flat" cmpd="sng">
            <a:solidFill>
              <a:srgbClr val="4C113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E9054726-B362-745B-EF28-D87D3E5F1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146</a:t>
            </a:r>
          </a:p>
        </p:txBody>
      </p:sp>
    </p:spTree>
    <p:extLst>
      <p:ext uri="{BB962C8B-B14F-4D97-AF65-F5344CB8AC3E}">
        <p14:creationId xmlns:p14="http://schemas.microsoft.com/office/powerpoint/2010/main" val="1333096200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413</TotalTime>
  <Words>526</Words>
  <Application>Microsoft Office PowerPoint</Application>
  <PresentationFormat>Widescreen</PresentationFormat>
  <Paragraphs>119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Kartika</vt:lpstr>
      <vt:lpstr>Office Theme</vt:lpstr>
      <vt:lpstr>146 ക്രൂശിന്മേല്‍ ക്രൂശിന്മേല്‍</vt:lpstr>
      <vt:lpstr>ക്രൂശിന്മേല്‍ ക്രൂശിന്മേല്‍  കാണുന്നതാരിതാ! പ്രാണനാഥന്‍,പ്രാണനാഥന്‍,  എന്‍പേര്‍ക്കായ് ചാകുന്നു</vt:lpstr>
      <vt:lpstr>ആത്മാവേ! പാപത്തിൻ  കാഴ്ച നീ കാണുക!  ദൈവത്തിൻ  പുത്രൻ ഈ ശാപത്തിലായല്ലോ </vt:lpstr>
      <vt:lpstr>ഇത്രമാം സ്നേഹത്തെ  എത്രനാള്‍ തള്ളി ഞാന്‍ ഈ മഹാപാപത്തെ  ദൈവമേ! ഓര്‍ക്കല്ലേ- </vt:lpstr>
      <vt:lpstr>പാപത്തെ സ്നേഹിപ്പാന്‍  ഞാനിനി പോകുമോ? ദൈവത്തിന്‍ പൈതലായ്  ജീവിക്കും ഞാനിനിം </vt:lpstr>
      <vt:lpstr>കഷ്ടങ്ങള്‍ വന്നാലും  നഷ്ടങ്ങള്‍ വന്നാലും ക്രൂശിന്മേല്‍ കാണുന്ന  സ്നേഹത്തെ ഓര്‍ക്കും ഞാന്‍ </vt:lpstr>
      <vt:lpstr>ശത്രുക്കള്‍ നിന്ദയും  ദൂഷ്യവും ചൊല്ലുമ്പോൾ ക്രൂശിന്മേല്‍ കാണുന്ന  സ്നേഹത്തെ ഓര്‍ക്കും ഞാന്‍ </vt:lpstr>
      <vt:lpstr>ശത്രുക്കള്‍ നിന്ദയും  ദൂഷ്യവും ചൊല്ലുമ്പോൾ ക്രൂശിന്മേല്‍ കാണുന്ന  സ്നേഹത്തെ ഓര്‍ക്കും ഞാന്‍ </vt:lpstr>
      <vt:lpstr>ആപത്തിന്‍ ഓളങ്ങള്‍  സാധുവെ തള്ളുമ്പോൾ ക്രൂശിന്മേല്‍ കാണുന്ന  സ്നേഹത്തെ ഓര്‍ക്കും ഞാന്‍</vt:lpstr>
      <vt:lpstr>ശത്രുത്വം വര്‍ദ്ധച്ചാല്‍  പീഡകള്‍ കൂടിയാല്‍ ക്രൂശിന്മേല്‍ കാണുന്ന  സ്നേഹത്തെ ഓര്‍ക്കും ഞാന്‍</vt:lpstr>
      <vt:lpstr>ആത്മാവേ! ഓര്‍ക്ക നീ  ഈ മഹാ സ്നേഹത്തെ ദൈവത്തിന്‍ പുത്രന്‍ ഈ  സാധുവേ സ്നേഹിച്ചു</vt:lpstr>
      <vt:lpstr>ആത്മാവേ! ഓര്‍ക്ക നീ  ഈ മഹാ സ്നേഹത്തെ ദൈവത്തിന്‍ പുത്രന്‍ ഈ  സാധുവേ സ്നേഹിച്ചു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Krushinmel krushinmel</dc:title>
  <dc:creator>Digital Input:; GM JOHN; Acsah Mathews</dc:creator>
  <cp:lastModifiedBy>Josh J</cp:lastModifiedBy>
  <cp:revision>144</cp:revision>
  <dcterms:created xsi:type="dcterms:W3CDTF">2013-04-19T09:19:07Z</dcterms:created>
  <dcterms:modified xsi:type="dcterms:W3CDTF">2025-04-18T00:34:47Z</dcterms:modified>
</cp:coreProperties>
</file>