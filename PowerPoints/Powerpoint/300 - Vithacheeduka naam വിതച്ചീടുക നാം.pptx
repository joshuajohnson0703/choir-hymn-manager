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1" r:id="rId3"/>
    <p:sldId id="278" r:id="rId4"/>
    <p:sldId id="279" r:id="rId5"/>
    <p:sldId id="285" r:id="rId6"/>
    <p:sldId id="280" r:id="rId7"/>
    <p:sldId id="286" r:id="rId8"/>
    <p:sldId id="281" r:id="rId9"/>
    <p:sldId id="287" r:id="rId10"/>
    <p:sldId id="282" r:id="rId11"/>
    <p:sldId id="288" r:id="rId12"/>
    <p:sldId id="283" r:id="rId13"/>
    <p:sldId id="289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EAE11-EBDC-4014-AE25-9E1AAB42177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DAD0A-F7C5-4AD3-920E-AFBB2B2258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64AFC-F1FA-4985-87B6-80ACD675E3F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CF016-CF25-4A9B-91CE-03CBD8637C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65A4F-431D-410B-A20E-B912BB92997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03A75-1819-46C4-AE1B-F79E57D01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53278-FB64-4A1E-A799-C45A9851E16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7B9748-B1BA-4842-81EF-CB413CD86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F1E19-1354-4A2C-9767-B681FFD8658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0788F-0F6F-408F-ADE3-E2C6477A69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224FC-816C-48DA-81BC-76A236D1657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146D5-67F3-4540-B5CD-D289751E7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DBCB6-C9F6-46B4-BAC6-265225C5FC6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B33F8-6E84-4C9A-A0D1-5E482B331B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671A7-E774-42A0-B525-2C88FA3FF5A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3C1C8-5005-4BC0-ACA0-AD3D029F86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35D6D-CFC2-4792-BE22-70C8EDF513A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514B8-D770-430A-BBAF-A80C4730D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FCDFE-99E8-43D9-B5E8-80E7808FE00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757FA-0AAE-4F16-BD63-3ACBCBE5F1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038D7-796F-45AD-A65A-C13C105DFAF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5ED72-5C1C-4482-A41D-F823E6C8C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B9CC50-80A6-4A53-A2F3-A37A26144A7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DD00AED-7788-48D8-8E6D-453CDA5483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46C9-FE58-4794-893E-FF91357EC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വിതച്ചീടുക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>
                <a:latin typeface="Kartika" panose="02020503030404060203" pitchFamily="18" charset="0"/>
              </a:rPr>
              <a:t>നാം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B8540-4379-44DE-90B5-E85117688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Vithachcheeduka </a:t>
            </a:r>
            <a:r>
              <a:rPr lang="en-US" sz="4000" b="1" dirty="0" err="1">
                <a:solidFill>
                  <a:srgbClr val="002060"/>
                </a:solidFill>
              </a:rPr>
              <a:t>naam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600" i="1" dirty="0">
                <a:solidFill>
                  <a:srgbClr val="002060"/>
                </a:solidFill>
              </a:rPr>
              <a:t>Sowing in the morning - Knowles Shaw</a:t>
            </a:r>
            <a:endParaRPr lang="en-US" sz="36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62F0C-45F3-4679-AFC1-E51CDBA130D2}"/>
              </a:ext>
            </a:extLst>
          </p:cNvPr>
          <p:cNvSpPr/>
          <p:nvPr/>
        </p:nvSpPr>
        <p:spPr>
          <a:xfrm>
            <a:off x="2057400" y="5454134"/>
            <a:ext cx="19736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 (വി. നാഗൽ)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DF124-CE35-4375-8F31-CA3220F197AB}"/>
              </a:ext>
            </a:extLst>
          </p:cNvPr>
          <p:cNvSpPr/>
          <p:nvPr/>
        </p:nvSpPr>
        <p:spPr>
          <a:xfrm>
            <a:off x="8534400" y="5454134"/>
            <a:ext cx="13903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(V. </a:t>
            </a:r>
            <a:r>
              <a:rPr lang="en-US" sz="2000" i="1" dirty="0" err="1">
                <a:solidFill>
                  <a:schemeClr val="accent2"/>
                </a:solidFill>
                <a:latin typeface="Arial" panose="020B0604020202020204" pitchFamily="34" charset="0"/>
              </a:rPr>
              <a:t>Nagal</a:t>
            </a:r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6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495300" y="1066800"/>
            <a:ext cx="11696700" cy="2895600"/>
          </a:xfrm>
        </p:spPr>
        <p:txBody>
          <a:bodyPr anchor="t"/>
          <a:lstStyle/>
          <a:p>
            <a:pPr algn="l" defTabSz="3968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വിതച്ചീടുക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സ്വർഗ്ഗത്തിന്‍റെ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വിത്താം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സുവിശേഷം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ഹൃദയങ്ങളിൽ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ആത്മമാരി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പെയ്യും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കൊയ്ത്തിനേയും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തക്കകാലത്തിൽ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CB113-4AAD-49D2-8273-111E666DC50A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1828800" y="3859422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Vithachcheeduka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swargaththintey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viththaam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hridayangalhil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Aathmamaari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peyyum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cheiyyum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koyththineyum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thakkakaalathil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00200"/>
          </a:xfrm>
        </p:spPr>
        <p:txBody>
          <a:bodyPr anchor="t"/>
          <a:lstStyle/>
          <a:p>
            <a:pPr defTabSz="396875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കൊയ്ത്തുകാലത്തിൽ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സന്തോഷിച്ചും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കറ്റകൾ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ചുമന്നും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കൊണ്ടു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വന്നീടും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0" y="3551038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Koiththu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santhoshichchum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Kattakal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chumannum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00254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495300" y="1066800"/>
            <a:ext cx="11696700" cy="2895600"/>
          </a:xfrm>
        </p:spPr>
        <p:txBody>
          <a:bodyPr anchor="t"/>
          <a:lstStyle/>
          <a:p>
            <a:pPr algn="l" defTabSz="3968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വിതച്ചീടുക 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അദ്ധ്വാനം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നാളും വ്യർത്ഥം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 ആകയാൽ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പ്രാർഥിച്ചീടിൻ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വേലയിൽ നിന്നീടിൻ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വിത്തു നനച്ചീടിൻ കണ്ണുനീരിനാൽ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CB113-4AAD-49D2-8273-111E666DC50A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1828800" y="3859422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Vithachcheeduka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adhvaanam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vyartham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praarthichcheedin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ninneedin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nanachcheedin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kannhuneerinaal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803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00200"/>
          </a:xfrm>
        </p:spPr>
        <p:txBody>
          <a:bodyPr anchor="t"/>
          <a:lstStyle/>
          <a:p>
            <a:pPr defTabSz="396875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കൊയ്ത്തുകാലത്തിൽ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സന്തോഷിച്ചും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കറ്റകൾ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ചുമന്നും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കൊണ്ടു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വന്നീടും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0" y="3551038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Koiththu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santhoshichchum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Kattakal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chumannum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3637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495300" y="1066800"/>
            <a:ext cx="11696700" cy="2895600"/>
          </a:xfrm>
        </p:spPr>
        <p:txBody>
          <a:bodyPr anchor="t"/>
          <a:lstStyle/>
          <a:p>
            <a:pPr algn="l" defTabSz="3968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വിതച്ചീടുക നാം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വർദ്ധനയെ ദൈവം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നൽകും സർവ്വനേരം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തൻ വൻ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ശക്തിയാൽ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വേനൽക്കാലം വർഷം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കാറ്റു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ശീതം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ഉഷ്ണം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ചെയ്യും ദൈവ ഇഷ്ടം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ഭൂമി നിൽക്കും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നാൾ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CB113-4AAD-49D2-8273-111E666DC50A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1828800" y="3859422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Vithachcheeduka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vardhanaye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sarvaneram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than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Vénalkaalam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sheetham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ushnham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Cheiyyum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ishtam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63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00200"/>
          </a:xfrm>
        </p:spPr>
        <p:txBody>
          <a:bodyPr anchor="t"/>
          <a:lstStyle/>
          <a:p>
            <a:pPr defTabSz="396875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കൊയ്ത്തുകാലത്തിൽ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സന്തോഷിച്ചും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കറ്റകൾ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ചുമന്നും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കൊണ്ടു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വന്നീടും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0" y="3551038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Koiththu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santhoshichchum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Kattakal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chumannum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04902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495300" y="1066800"/>
            <a:ext cx="11696700" cy="2895600"/>
          </a:xfrm>
        </p:spPr>
        <p:txBody>
          <a:bodyPr anchor="t"/>
          <a:lstStyle/>
          <a:p>
            <a:pPr algn="l" defTabSz="3968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വിതച്ചീടുക 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തടസ്സം അനേകം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സാത്താൻ കൊണ്ടെന്നാലും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തൻ വൈരാഗ്യത്തിൽ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തളർന്നു പോകാതെ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സ്നേഹവും വിടാതെ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നിൽക്ക ക്ഷീണിക്കാതെ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ശക്തിയാൽ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CB113-4AAD-49D2-8273-111E666DC50A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1828800" y="3859422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Vithachcheeduka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thadassam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anèkam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Saaththaan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kondennaalum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vairaagyaththaal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Thalharnnu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pokaathey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vidaathey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ksheenhikkaathey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233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00200"/>
          </a:xfrm>
        </p:spPr>
        <p:txBody>
          <a:bodyPr anchor="t"/>
          <a:lstStyle/>
          <a:p>
            <a:pPr defTabSz="396875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കൊയ്ത്തുകാലത്തിൽ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സന്തോഷിച്ചും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കറ്റകൾ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ചുമന്നും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കൊണ്ടു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വന്നീടും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0" y="3551038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Koiththu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santhoshichchum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Kattakal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chumannum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83943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495300" y="1066800"/>
            <a:ext cx="11696700" cy="2895600"/>
          </a:xfrm>
        </p:spPr>
        <p:txBody>
          <a:bodyPr anchor="t"/>
          <a:lstStyle/>
          <a:p>
            <a:pPr algn="l" defTabSz="3968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വിതച്ചീടുക 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വിതെക്കുന്ന കാലം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അവസാനിച്ചീടും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വേഗത്തിൽ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ഇപ്പോൾ വിതയ്ക്കാതെ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ഇരുന്നാൽ കൊയ്യാതെ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മുമ്പാകെ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നിൽക്കും ലജ്ജയിൽ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CB113-4AAD-49D2-8273-111E666DC50A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1828800" y="3859422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Vithachcheeduka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vithekkunna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Avasaanichcheedum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vègaththil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Ippolh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vithakkaathey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irunnal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koyyaathey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munbaakey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lajjayil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9151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00200"/>
          </a:xfrm>
        </p:spPr>
        <p:txBody>
          <a:bodyPr anchor="t"/>
          <a:lstStyle/>
          <a:p>
            <a:pPr defTabSz="396875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കൊയ്ത്തുകാലത്തിൽ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സന്തോഷിച്ചും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കറ്റകൾ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ചുമന്നും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കൊണ്ടു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വന്നീടും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0" y="3551038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Koiththu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santhoshichchum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Kattakal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chumannum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4713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495300" y="1066800"/>
            <a:ext cx="11696700" cy="2895600"/>
          </a:xfrm>
        </p:spPr>
        <p:txBody>
          <a:bodyPr anchor="t"/>
          <a:lstStyle/>
          <a:p>
            <a:pPr algn="l" defTabSz="3968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വിതച്ചീടുക 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ദിവ്യസമാധാനം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മുളച്ചീടുവോളം ശൂന്യദേശത്തിൽ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മരുഭൂമി കാടും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ഉത്സവം കൊണ്ടാടും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പർവ്വതങ്ങൾ പാടും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ദൈവതേജസ്സിൽ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CB113-4AAD-49D2-8273-111E666DC50A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1828800" y="3859422"/>
            <a:ext cx="10363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Vithachcheeduka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samaadhaanam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Mulhachcheeduvolham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shoonyadeshaththil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Marubhoomi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uthsavam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kondaadum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Parvathangalh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Daivathejassil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343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600200"/>
          </a:xfrm>
        </p:spPr>
        <p:txBody>
          <a:bodyPr anchor="t"/>
          <a:lstStyle/>
          <a:p>
            <a:pPr defTabSz="396875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കൊയ്ത്തുകാലത്തിൽ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സന്തോഷിച്ചും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കറ്റകൾ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ചുമന്നും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കൊണ്ടു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വന്നീടും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70198-866B-45B7-9EC3-08C3507D4A40}"/>
              </a:ext>
            </a:extLst>
          </p:cNvPr>
          <p:cNvSpPr/>
          <p:nvPr/>
        </p:nvSpPr>
        <p:spPr>
          <a:xfrm>
            <a:off x="0" y="3551038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Koiththu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santhoshichchum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Kattakal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chumannum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921903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268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Kartika</vt:lpstr>
      <vt:lpstr>Office Theme</vt:lpstr>
      <vt:lpstr>300 വിതച്ചീടുക നാം</vt:lpstr>
      <vt:lpstr>വിതച്ചീടുക നാം സ്വർഗ്ഗത്തിന്‍റെ വിത്താം ക്രിസ്തൻ സുവിശേഷം - ഹൃദയങ്ങളിൽ ആത്മമാരി പെയ്യും - ദൈവം കൃപ ചെയ്യും തരും കൊയ്ത്തിനേയും - തക്കകാലത്തിൽ</vt:lpstr>
      <vt:lpstr>കൊയ്ത്തുകാലത്തിൽ നാം സന്തോഷിച്ചും കറ്റകൾ ചുമന്നും - കൊണ്ടു വന്നീടും (2)</vt:lpstr>
      <vt:lpstr>വിതച്ചീടുക നാം - സ്നേഹത്തിൻ അദ്ധ്വാനം ഒരു നാളും വ്യർത്ഥം - അല്ല ആകയാൽ എന്നും പ്രാർഥിച്ചീടിൻ - വേലയിൽ നിന്നീടിൻ വിത്തു നനച്ചീടിൻ കണ്ണുനീരിനാൽ</vt:lpstr>
      <vt:lpstr>കൊയ്ത്തുകാലത്തിൽ നാം സന്തോഷിച്ചും കറ്റകൾ ചുമന്നും - കൊണ്ടു വന്നീടും (2)</vt:lpstr>
      <vt:lpstr>വിതച്ചീടുക നാം - വർദ്ധനയെ ദൈവം നൽകും സർവ്വനേരം - തൻ വൻ ശക്തിയാൽ വേനൽക്കാലം വർഷം – കാറ്റു ശീതം ഉഷ്ണം ചെയ്യും ദൈവ ഇഷ്ടം - ഭൂമി നിൽക്കും നാൾ </vt:lpstr>
      <vt:lpstr>കൊയ്ത്തുകാലത്തിൽ നാം സന്തോഷിച്ചും കറ്റകൾ ചുമന്നും - കൊണ്ടു വന്നീടും (2)</vt:lpstr>
      <vt:lpstr>വിതച്ചീടുക നാം - തടസ്സം അനേകം സാത്താൻ കൊണ്ടെന്നാലും - തൻ വൈരാഗ്യത്തിൽ തളർന്നു പോകാതെ - സ്നേഹവും വിടാതെ നിൽക്ക ക്ഷീണിക്കാതെ - ക്രിസ്തൻ ശക്തിയാൽ </vt:lpstr>
      <vt:lpstr>കൊയ്ത്തുകാലത്തിൽ നാം സന്തോഷിച്ചും കറ്റകൾ ചുമന്നും - കൊണ്ടു വന്നീടും (2)</vt:lpstr>
      <vt:lpstr>വിതച്ചീടുക നാം - വിതെക്കുന്ന കാലം അവസാനിച്ചീടും - എത്ര വേഗത്തിൽ ഇപ്പോൾ വിതയ്ക്കാതെ - ഇരുന്നാൽ കൊയ്യാതെ രക്ഷകൻ മുമ്പാകെ - നിൽക്കും ലജ്ജയിൽ </vt:lpstr>
      <vt:lpstr>കൊയ്ത്തുകാലത്തിൽ നാം സന്തോഷിച്ചും കറ്റകൾ ചുമന്നും - കൊണ്ടു വന്നീടും (2)</vt:lpstr>
      <vt:lpstr>വിതച്ചീടുക നാം - ദിവ്യസമാധാനം മുളച്ചീടുവോളം ശൂന്യദേശത്തിൽ മരുഭൂമി കാടും - ഉത്സവം കൊണ്ടാടും പർവ്വതങ്ങൾ പാടും - ദൈവതേജസ്സിൽ</vt:lpstr>
      <vt:lpstr>കൊയ്ത്തുകാലത്തിൽ നാം സന്തോഷിച്ചും കറ്റകൾ ചുമന്നും - കൊണ്ടു വന്നീടും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Vithacheeduka naam</dc:title>
  <dc:creator>Digital Input:; GM JOHN; Acsah Mathews</dc:creator>
  <cp:lastModifiedBy>Acsah Mathews</cp:lastModifiedBy>
  <cp:revision>233</cp:revision>
  <dcterms:created xsi:type="dcterms:W3CDTF">2013-04-19T09:19:07Z</dcterms:created>
  <dcterms:modified xsi:type="dcterms:W3CDTF">2018-11-16T15:19:42Z</dcterms:modified>
</cp:coreProperties>
</file>