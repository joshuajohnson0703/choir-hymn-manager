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72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98652-D3A5-466F-9D54-0E6F58DDAE7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F568A-1A20-4E68-90EC-F06F2B1864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AB255-BD06-4A52-8508-2E72820067B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4805F-5572-4FD2-AE18-DCAF7EB9A3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76F89-F419-4EDB-8100-422162D748B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230EA-D326-443B-A7BF-249F59F4D7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86174-2A91-4787-B509-770E696CB4D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8A91D-1608-4DB8-A3D7-B22C48FAB5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11A68-6511-41C5-AB5D-B5B4AD4C47C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D5BFB-3F00-461F-B2C8-EF5D75BE51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30435-01D5-43BE-8DD3-B529D8368AA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C60E2-8886-40DD-951E-A8CCE2054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6E057-E2A3-40F8-A281-DAE587807A8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066A7-C4E3-478C-88E2-A249D12E76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D03B9-1CE7-4A0B-A3C4-D7D70040E0A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8AE2A-C5AA-44C4-B59C-21C9EE6847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B2F22-E235-4E87-A367-80397955CFA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73D9F-E26D-43A4-88C1-30EAB2D43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94026-C05A-405F-AD47-D4DBB547D16F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ED2A2-C7AC-4BCD-A65D-57C709795F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63A04-D8C4-4089-A184-E1AC82D225B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2439E-DFEF-4EB9-93DD-1D1598CA84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D8B50F1-767F-48D3-A65A-5E2086F449D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D36FA2-6D34-4DEA-AE22-4C0A12F674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D6EE-E789-4A16-9B52-D3F916D4D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013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സന്ധ്യേ സൂര്യാസ്തമന മുൻ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4B8D9-A350-45BA-B897-D7D66C5C5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5918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Sandhyay </a:t>
            </a:r>
            <a:r>
              <a:rPr lang="en-US" sz="4000" b="1" dirty="0" err="1">
                <a:solidFill>
                  <a:srgbClr val="002060"/>
                </a:solidFill>
              </a:rPr>
              <a:t>sooryaasthamana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mun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At even ere the sun was set – Canon H.T. Wells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0AEAF-3F82-416B-A141-5EF751421574}"/>
              </a:ext>
            </a:extLst>
          </p:cNvPr>
          <p:cNvSpPr/>
          <p:nvPr/>
        </p:nvSpPr>
        <p:spPr>
          <a:xfrm>
            <a:off x="1828800" y="5924549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(പി.വി. തൊമ്മി)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293BF5-3E7E-4604-B7F8-7A6D49B10314}"/>
              </a:ext>
            </a:extLst>
          </p:cNvPr>
          <p:cNvSpPr/>
          <p:nvPr/>
        </p:nvSpPr>
        <p:spPr>
          <a:xfrm>
            <a:off x="8737819" y="5924549"/>
            <a:ext cx="18496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(P.V.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Thommi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0209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സന്ധ്യേ സൂര്യാസ്തമന മുൻ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വ്യാധിക്കാർ കർത്തൻ ചുറ്റുമായ്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ആധിയിൽ കിടന്നോർ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മോദമോടെ പോയി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Sandhyay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sooryaasthamana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Vyaadikkaar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karththan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chuttumaai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aadhiyil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kidannor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poyi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242586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2	വീണ്ടുമിതാ സന്ധ്യയിങ്കൽ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കഷ്ടപ്പെടുന്നോരാമെങ്ങൾ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കാണാതെങ്കിലും നീ ചാരെ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എണ്ടെന്നറിഞ്ഞു വരുന്നേ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Veendumithaa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sandhyayinkal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Kashtapedunnoramenghal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Kaanhaathenkilum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chaarey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Undennarinju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827992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3	കർത്തനേ താപം തീർക്കണം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ഞങ്ങളിൽ രോഗദു:ഖിതർ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നിന്നെ സ്നേഹിക്കാത്തവരും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മുൻസ്നേഹം വിട്ടോരുമുണ്ടേ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thaapam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theerkkanham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rogadukhithar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snehikkaththaavarum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vittorumundey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97634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4	ആകുലചിന്തയാൽ പലർ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സംശയ ഭാരത്താൽ ചിലർ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ദേഹമോഹത്താലും ചിലർ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ഖേദിക്കുന്നു!രക്ഷ നീ താൻ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Aakulachinthayaal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palar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Samshaya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bhaaraththaal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chilar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Dehamohaththaalum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chilar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Khedikkunnu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Raksha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429575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5	ലോകം മായയായ് കണ്ടിട്ടും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ലോകത്തെ വിടാഞ്ഞോർ ചിലർ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മിത്രങ്ങൾ ദ്രോഹിച്ചിട്ടും നിൻ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മിത്രത്വം തേടാത്തോർ ചിലർ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maayayaai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kandittum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Lokaththey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vidaanjor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chilar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Mithrangal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drohichchittum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Mithrathwam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thèdaanjor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chilar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37218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6	പാപബന്ധം വിടാഞ്ഞതാൽ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സ്വാസ്ഥ്യമില്ലാർക്കും നാഥനേ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നിൻ സേവയ്ക്കേറ്റം തല്പരൻ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ഹൃത്തിൽ തെറ്റേറ്റം കാണുന്നു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bandham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vidaanjathaal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Swaasthyamillaarkum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naathane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sevaikkettam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thalparan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Hriththil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thettetam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566682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7	കർത്താ നീ - മർത്യനായല്ലോ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കഷ്ടദു:ഖങ്ങൾ ഓർക്കും നീ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നാണത്താൽ മൂടും വ്രണവും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കാണുന്നു നിൻ കണ്‍ സ്പഷ്ടമായ്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marthyanaayallo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Kashtadukhangal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orkkum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Naanhaththaal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moodum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vranhavum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spashtamaai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711871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590800"/>
          </a:xfrm>
        </p:spPr>
        <p:txBody>
          <a:bodyPr anchor="t"/>
          <a:lstStyle/>
          <a:p>
            <a:pPr algn="l" defTabSz="344488"/>
            <a:r>
              <a:rPr lang="ml-IN" sz="3600" b="1" dirty="0">
                <a:latin typeface="Kartika" panose="02020503030404060203" pitchFamily="18" charset="0"/>
              </a:rPr>
              <a:t>8	ഇന്നു നിൻ സ്പർശം ഫലിക്കും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ഒന്നും പിഴെയ്ക്കാ നിൻ വാക്കും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സന്ധ്യയിതിൽ കേൾയാചന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സ്വാസ്ഥ്യം നല്കി ഞങ്ങൾക്കെല്ലാം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17804" y="0"/>
            <a:ext cx="5741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013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B000-C7D6-49F8-BB69-3FF57D02EBE7}"/>
              </a:ext>
            </a:extLst>
          </p:cNvPr>
          <p:cNvSpPr/>
          <p:nvPr/>
        </p:nvSpPr>
        <p:spPr>
          <a:xfrm>
            <a:off x="797404" y="3581400"/>
            <a:ext cx="1082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sparsham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phalikkum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pizheykkaa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Sandhyayithil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kelhyaachana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Swaasthyam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njangalhkellaam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9861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139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013 സന്ധ്യേ സൂര്യാസ്തമന മുൻ</vt:lpstr>
      <vt:lpstr>1 സന്ധ്യേ സൂര്യാസ്തമന മുൻ   വ്യാധിക്കാർ കർത്തൻ ചുറ്റുമായ്   എത്ര ആധിയിൽ കിടന്നോർ   എത്ര മോദമോടെ പോയി</vt:lpstr>
      <vt:lpstr>2 വീണ്ടുമിതാ സന്ധ്യയിങ്കൽ   കഷ്ടപ്പെടുന്നോരാമെങ്ങൾ   കാണാതെങ്കിലും നീ ചാരെ   എണ്ടെന്നറിഞ്ഞു വരുന്നേ </vt:lpstr>
      <vt:lpstr>3 കർത്തനേ താപം തീർക്കണം   ഞങ്ങളിൽ രോഗദു:ഖിതർ   നിന്നെ സ്നേഹിക്കാത്തവരും   മുൻസ്നേഹം വിട്ടോരുമുണ്ടേ </vt:lpstr>
      <vt:lpstr>4 ആകുലചിന്തയാൽ പലർ   സംശയ ഭാരത്താൽ ചിലർ   ദേഹമോഹത്താലും ചിലർ   ഖേദിക്കുന്നു!രക്ഷ നീ താൻ </vt:lpstr>
      <vt:lpstr>5 ലോകം മായയായ് കണ്ടിട്ടും   ലോകത്തെ വിടാഞ്ഞോർ ചിലർ   മിത്രങ്ങൾ ദ്രോഹിച്ചിട്ടും നിൻ   മിത്രത്വം തേടാത്തോർ ചിലർ </vt:lpstr>
      <vt:lpstr>6 പാപബന്ധം വിടാഞ്ഞതാൽ   സ്വാസ്ഥ്യമില്ലാർക്കും നാഥനേ   നിൻ സേവയ്ക്കേറ്റം തല്പരൻ   ഹൃത്തിൽ തെറ്റേറ്റം കാണുന്നു </vt:lpstr>
      <vt:lpstr>7 കർത്താ നീ - മർത്യനായല്ലോ   കഷ്ടദു:ഖങ്ങൾ ഓർക്കും നീ   നാണത്താൽ മൂടും വ്രണവും   കാണുന്നു നിൻ കണ്‍ സ്പഷ്ടമായ് </vt:lpstr>
      <vt:lpstr>8 ഇന്നു നിൻ സ്പർശം ഫലിക്കും   ഒന്നും പിഴെയ്ക്കാ നിൻ വാക്കും   സന്ധ്യയിതിൽ കേൾയാചന   സ്വാസ്ഥ്യം നല്കി ഞങ്ങൾക്കെല്ലാം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Sandhye suryasthamana mun</dc:title>
  <dc:creator>Digital Input:; GM JOHN; Acsah Mathews</dc:creator>
  <cp:lastModifiedBy>Acsah Mathews</cp:lastModifiedBy>
  <cp:revision>5</cp:revision>
  <dcterms:created xsi:type="dcterms:W3CDTF">2014-06-06T16:57:41Z</dcterms:created>
  <dcterms:modified xsi:type="dcterms:W3CDTF">2018-12-03T19:34:13Z</dcterms:modified>
</cp:coreProperties>
</file>