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B10B4-EEFC-4DA5-82F7-F49D0AC26FD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3821B-F547-4C93-AC86-89CC1C825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8AD9EF-61FC-4D9D-BD21-36C34103D42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0A1E9-1D50-4D90-9BDE-6E4E53278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C8E2A-1734-432A-A31D-66BAFA241C5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2D6D9-9BCC-4945-862F-80925DCA33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E5C8B-DB58-42D1-82FE-F174B68AD95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69013-9289-496A-9EAD-6ECF59A838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B38AB-DD5F-4052-B8A3-74AA5216943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559E9-BED2-4A88-AC66-D7E940DAB5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09FED-2C62-43C8-A4EF-DA3D7F8FC36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1DBA8-F6F9-43E4-9A6D-E6B4B3198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0014F-68DA-47F4-90C2-FECFC4FAA81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3F130-7DF8-4EC6-854A-C59A435687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CABB2-725E-4AE7-BECD-2FEE55F56A8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24B01-A758-4307-B8F6-648B2A15D8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A319-3257-44DF-B250-6147E507C36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172A0-8724-471A-97B6-D14D2E0BC7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588CE-535C-4B38-B57B-7ED9F66D83D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85A0F-6C11-44C5-AA23-1E66A2B97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D801E-B719-4591-B623-E2BD5E97AA2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CA690-8B2B-4ABD-BD6C-50322EE25A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4627A9C-B95B-48F9-B5DC-B89B4D4C9FF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A30E5E1-9304-4A91-BC04-54F6EEFD39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980C-00C1-4D34-89B2-AAEA0130D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പാപികളിൻ രക്ഷകൻ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9EEC5-23C1-4653-9C47-F9DCAAF21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Paapikalhin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rakshakan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DE674-6082-42C2-AD6B-17271C6BA00E}"/>
              </a:ext>
            </a:extLst>
          </p:cNvPr>
          <p:cNvSpPr/>
          <p:nvPr/>
        </p:nvSpPr>
        <p:spPr>
          <a:xfrm>
            <a:off x="8823483" y="5238749"/>
            <a:ext cx="1539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latin typeface="Arial" panose="020B0604020202020204" pitchFamily="34" charset="0"/>
              </a:rPr>
              <a:t>(K.V. Simon)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2040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828800"/>
            <a:ext cx="12192000" cy="1600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ശാപം തീർപ്പാൻ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 ജനിച്ചൊരു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സുത നാകുമേശു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നായകനിവനറിക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പാപി...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552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35814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493412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theerpaan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janichchoru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Dèva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naakumèshu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Naayaka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nivanarika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71012"/>
            <a:ext cx="12192000" cy="1371601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</a:rPr>
              <a:t>ആദി വചനമായ്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ഭേദമെന്യേ നിന്നു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മേദിനി യോടഖിലവും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മോദമായ് ചമച്ചതിവൻ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23426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387131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 Aadi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Bhèdamenye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Mèdini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yôdakhilavum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Modamaai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chamachchathinavan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57478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71012"/>
            <a:ext cx="12192000" cy="1371601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ആദി പിതാക്കൾക്കു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 ശരണമായ്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സാദരം നിന്നൊരു ദിവ്യദാന വസ്തുവായതിവൻ</a:t>
            </a:r>
            <a:endParaRPr lang="en-US" sz="36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23426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387131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Aadi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pithaakalhkku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Èka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sharanhamaai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Saadaram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Daana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vasthuvaayathivan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27386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71012"/>
            <a:ext cx="12192000" cy="1371601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ബലികൾക്കൊരവ്യാജ ശക്തിയായ്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ഭവ്യമായിരുന്ന നിത്യ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വസ്തുവായതിവൻ</a:t>
            </a:r>
            <a:endParaRPr lang="en-US" sz="36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23426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387131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belikalhkkoravyaaja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shakthiyaai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Bhavyamaayirunna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vasthuvaayathivan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2753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71012"/>
            <a:ext cx="12192000" cy="1371601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മരിച്ചതാൽ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നാശമൊഴിച്ചു തൻ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5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ആശയം തെളിഞ്ഞുടൻ പ്രത്യാശയിൻ വഴി തുറന്നാൻ</a:t>
            </a:r>
            <a:endParaRPr lang="en-US" sz="35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23426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387131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marichchathaal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Naashamozhichchu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thelhinjudan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prathyaashayin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thurannaal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81121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71012"/>
            <a:ext cx="12192000" cy="1371601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ജീവനിൽ പൂകേണ്ട വാതിലാം തന്നിലു-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ടാവലായടുപ്പോർ ദിവ്യ ജീവനിൽ കടന്നിടുന്നു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22B58-2CDB-4375-AFCF-9FDC5AB95427}"/>
              </a:ext>
            </a:extLst>
          </p:cNvPr>
          <p:cNvSpPr/>
          <p:nvPr/>
        </p:nvSpPr>
        <p:spPr>
          <a:xfrm>
            <a:off x="0" y="23426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പാപികളിൻ രക്ഷകൻ താ-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നിവൻ പാദം വണങ്ങിടു നീ - ഇവൻ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C78C5B-63C3-47ED-BF6E-F7BD534004B4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933FC-09C3-4D51-9382-C93E368FAEDC}"/>
              </a:ext>
            </a:extLst>
          </p:cNvPr>
          <p:cNvSpPr/>
          <p:nvPr/>
        </p:nvSpPr>
        <p:spPr>
          <a:xfrm>
            <a:off x="0" y="3871319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pookènda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Vaathilaam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Daavalaayaduppor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kadannidunnu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943652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159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163 പാപികളിൻ രക്ഷകൻ</vt:lpstr>
      <vt:lpstr>1 പാപം ശാപം തീർപ്പാൻ പാരിൽ ജനിച്ചൊരു  ദേവ സുത നാകുമേശു നായകനിവനറിക                            - പാപി...</vt:lpstr>
      <vt:lpstr>2 ആദി വചനമായ് ഭേദമെന്യേ നിന്നു   മേദിനി യോടഖിലവും മോദമായ് ചമച്ചതിവൻ</vt:lpstr>
      <vt:lpstr>3 ആദി പിതാക്കൾക്കു ഏക ശരണമായ്   സാദരം നിന്നൊരു ദിവ്യദാന വസ്തുവായതിവൻ</vt:lpstr>
      <vt:lpstr>4. ദിവ്യ ബലികൾക്കൊരവ്യാജ ശക്തിയായ്‌   ഭവ്യമായിരുന്ന നിത്യ ദിവ്യ വസ്തുവായതിവൻ</vt:lpstr>
      <vt:lpstr>5 ക്രൂശിൽ മരിച്ചതാൽ നാശമൊഴിച്ചു തൻ  ആശയം തെളിഞ്ഞുടൻ പ്രത്യാശയിൻ വഴി തുറന്നാൻ</vt:lpstr>
      <vt:lpstr>6 ജീവനിൽ പൂകേണ്ട വാതിലാം തന്നിലു-  ടാവലായടുപ്പോർ ദിവ്യ ജീവനിൽ കടന്നിടുന്നു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Paapikalin rakshakan</dc:title>
  <dc:creator>Digital Input:; GM JOHN; Acsah Mathews</dc:creator>
  <cp:lastModifiedBy>Acsah Mathews</cp:lastModifiedBy>
  <cp:revision>258</cp:revision>
  <dcterms:created xsi:type="dcterms:W3CDTF">2013-04-19T09:19:07Z</dcterms:created>
  <dcterms:modified xsi:type="dcterms:W3CDTF">2018-11-06T17:21:31Z</dcterms:modified>
</cp:coreProperties>
</file>