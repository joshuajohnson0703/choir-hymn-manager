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3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F9607-FD0F-44BF-9DCD-3EFE61FCA63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092C5-A326-4A4E-9B67-092FDCDB04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A49CA-D396-4B18-B3DE-63E077518FE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D241B-569B-4DB4-9BF5-93CD6FA40C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8F0E6-395C-4451-BB00-9BF66289D31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634B-6A40-4F21-8EF5-7FBB57E8A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9B80B-F2EC-4B5D-AE00-6008AC32C43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7E835-C5BD-44CD-98BF-4FB194730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CDB4A-6A9B-4C39-9378-148BC1CC7DD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3A908-FA8E-4BAF-A18D-45048A4913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12528-7E85-4B86-865B-1FC4012BBCC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08493-ABCC-444D-903F-EAB2368A3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0DB0F-9FAA-46E6-BC5B-7FAEA0F9156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FB931-DE7A-48F0-8257-E3DCADF58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89EF3-766B-4A70-8870-B548791F869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0A53B-9071-49EB-A552-B14FB8BCF2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06C93-A015-43F9-BD8D-6AFD2B8792C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6DC0C-2584-454D-8B4E-ACDA5F148E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796CC-63F1-4752-990F-4924C9B4706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44E1D-9A01-40EF-A053-E8D3814ED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57854-100F-4BB0-802F-900C56145F7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886AF-FCCC-494B-AE5B-ED91D73E2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126A514-4FE9-4C1F-8275-DEC9CEA7F4F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8CD568E-144E-4B3C-BD33-D1CA6C1FE9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2595-E4BA-4D8D-AD92-FA5D52517D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ഹാ! എത്ര ഭാഗ്യം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B33AF-F9CC-4161-B96A-E03200FC1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Haa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Ethrabhaagyam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undenikku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63FE69-CDE7-4C1D-9467-C1EC71A8A89A}"/>
              </a:ext>
            </a:extLst>
          </p:cNvPr>
          <p:cNvSpPr/>
          <p:nvPr/>
        </p:nvSpPr>
        <p:spPr>
          <a:xfrm>
            <a:off x="1828800" y="4861797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(പി. വി. തൊമ്മി)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B89668-FBD7-42F0-B396-A4A8F3B1FC37}"/>
              </a:ext>
            </a:extLst>
          </p:cNvPr>
          <p:cNvSpPr/>
          <p:nvPr/>
        </p:nvSpPr>
        <p:spPr>
          <a:xfrm>
            <a:off x="8382000" y="4854177"/>
            <a:ext cx="1689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</a:rPr>
              <a:t>(P.V.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</a:rPr>
              <a:t>Thommi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6442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64658"/>
          </a:xfrm>
        </p:spPr>
        <p:txBody>
          <a:bodyPr anchor="t"/>
          <a:lstStyle/>
          <a:p>
            <a:pPr algn="l" defTabSz="401638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എത്ര ഭാഗ്യം ഉണ്ടെനിക്കു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ഓർക്കിലെന്നുള്ളം തുള്ളിടുന്നു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ഞാനിന്നു പാടി ആനന്ദിക്കും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ഞാനെന്നുമേശുവെ സ്തുതിക്കും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20" y="0"/>
            <a:ext cx="8686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5EF8E-A360-4C2C-8B50-7DC508B48845}"/>
              </a:ext>
            </a:extLst>
          </p:cNvPr>
          <p:cNvSpPr/>
          <p:nvPr/>
        </p:nvSpPr>
        <p:spPr>
          <a:xfrm>
            <a:off x="0" y="302665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ഭാഗ്യം അനന്തമേ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 സൗഭാഗ്യ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7B17F-20F5-4D92-92D4-4B4D23F8BFA5}"/>
              </a:ext>
            </a:extLst>
          </p:cNvPr>
          <p:cNvSpPr/>
          <p:nvPr/>
        </p:nvSpPr>
        <p:spPr>
          <a:xfrm>
            <a:off x="38100" y="374249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Ethrabhaagyam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undenikku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orkkukillennullham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thullhidunnu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Njaninnu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njaanennumeshuve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B6E9-0CEA-4245-934C-D0E397D39BB2}"/>
              </a:ext>
            </a:extLst>
          </p:cNvPr>
          <p:cNvSpPr/>
          <p:nvPr/>
        </p:nvSpPr>
        <p:spPr>
          <a:xfrm>
            <a:off x="7620" y="6058763"/>
            <a:ext cx="1218438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soubhagya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76016397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64658"/>
          </a:xfrm>
        </p:spPr>
        <p:txBody>
          <a:bodyPr anchor="t"/>
          <a:lstStyle/>
          <a:p>
            <a:pPr algn="l" defTabSz="401638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ലോകത്തിൽ ഞാനോഹീനനത്രെ-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ശോകമെപ്പോഴും ഉണ്ടെനിക്ക്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മേഘത്തിലേശു വന്നിടുമ്പോൾ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എന്നെയൻപോടു ചേർത്തിടുമ്പോൾ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20" y="0"/>
            <a:ext cx="8686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5EF8E-A360-4C2C-8B50-7DC508B48845}"/>
              </a:ext>
            </a:extLst>
          </p:cNvPr>
          <p:cNvSpPr/>
          <p:nvPr/>
        </p:nvSpPr>
        <p:spPr>
          <a:xfrm>
            <a:off x="0" y="302665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ഭാഗ്യം അനന്തമേ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 സൗഭാഗ്യ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7B17F-20F5-4D92-92D4-4B4D23F8BFA5}"/>
              </a:ext>
            </a:extLst>
          </p:cNvPr>
          <p:cNvSpPr/>
          <p:nvPr/>
        </p:nvSpPr>
        <p:spPr>
          <a:xfrm>
            <a:off x="38100" y="374249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heenanathre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shokameppozhum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undenikku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Meghatthileshu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vannidumbolh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enneyanpodu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chertthidumbolh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B6E9-0CEA-4245-934C-D0E397D39BB2}"/>
              </a:ext>
            </a:extLst>
          </p:cNvPr>
          <p:cNvSpPr/>
          <p:nvPr/>
        </p:nvSpPr>
        <p:spPr>
          <a:xfrm>
            <a:off x="7620" y="6058763"/>
            <a:ext cx="1218438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soubhagya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1858446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64658"/>
          </a:xfrm>
        </p:spPr>
        <p:txBody>
          <a:bodyPr anchor="t"/>
          <a:lstStyle/>
          <a:p>
            <a:pPr algn="l" defTabSz="401638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ദൈവത്തിൻ രാജ്യമുണ്ടെനിക്കായ്-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ദൈവകുഞ്ഞാടും ശിഷ്യരുമായ്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വിശുദ്ധർ കൂട്ടം ചേർന്നിരിക്കും-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പന്തിയിൽ ചേർന്നു ഞാൻ ഭുജിക്കും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20" y="0"/>
            <a:ext cx="8686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5EF8E-A360-4C2C-8B50-7DC508B48845}"/>
              </a:ext>
            </a:extLst>
          </p:cNvPr>
          <p:cNvSpPr/>
          <p:nvPr/>
        </p:nvSpPr>
        <p:spPr>
          <a:xfrm>
            <a:off x="0" y="302665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ഭാഗ്യം അനന്തമേ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 സൗഭാഗ്യ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7B17F-20F5-4D92-92D4-4B4D23F8BFA5}"/>
              </a:ext>
            </a:extLst>
          </p:cNvPr>
          <p:cNvSpPr/>
          <p:nvPr/>
        </p:nvSpPr>
        <p:spPr>
          <a:xfrm>
            <a:off x="38100" y="374249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raajyamundenikkai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daivakunjaadum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shishyarumai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Vishuddhar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koottam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chernnirikkum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panthiyil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cherhnnu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bhujikkum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B6E9-0CEA-4245-934C-D0E397D39BB2}"/>
              </a:ext>
            </a:extLst>
          </p:cNvPr>
          <p:cNvSpPr/>
          <p:nvPr/>
        </p:nvSpPr>
        <p:spPr>
          <a:xfrm>
            <a:off x="7620" y="6058763"/>
            <a:ext cx="1218438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soubhagya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1242922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64658"/>
          </a:xfrm>
        </p:spPr>
        <p:txBody>
          <a:bodyPr anchor="t"/>
          <a:lstStyle/>
          <a:p>
            <a:pPr algn="l" defTabSz="401638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കണ്ണുനീരെല്ലാം താൻതുടയ്ക്കും-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വർണ്ണ വിശേഷ മായുദിക്കും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ജീവകിരീട മെൻശിരസ്സിൽ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വച്ചീടുന്നാ സദസ്സിൽ 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20" y="0"/>
            <a:ext cx="8686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5EF8E-A360-4C2C-8B50-7DC508B48845}"/>
              </a:ext>
            </a:extLst>
          </p:cNvPr>
          <p:cNvSpPr/>
          <p:nvPr/>
        </p:nvSpPr>
        <p:spPr>
          <a:xfrm>
            <a:off x="0" y="302665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ഭാഗ്യം അനന്തമേ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 സൗഭാഗ്യ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7B17F-20F5-4D92-92D4-4B4D23F8BFA5}"/>
              </a:ext>
            </a:extLst>
          </p:cNvPr>
          <p:cNvSpPr/>
          <p:nvPr/>
        </p:nvSpPr>
        <p:spPr>
          <a:xfrm>
            <a:off x="38100" y="374249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Kannhuneerelaam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varnha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visheshamaayudikkum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Jeevakireedamen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shirassil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vecheedunnaa-sadassil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B6E9-0CEA-4245-934C-D0E397D39BB2}"/>
              </a:ext>
            </a:extLst>
          </p:cNvPr>
          <p:cNvSpPr/>
          <p:nvPr/>
        </p:nvSpPr>
        <p:spPr>
          <a:xfrm>
            <a:off x="7620" y="6058763"/>
            <a:ext cx="1218438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soubhagya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8620331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64658"/>
          </a:xfrm>
        </p:spPr>
        <p:txBody>
          <a:bodyPr anchor="t"/>
          <a:lstStyle/>
          <a:p>
            <a:pPr algn="l" defTabSz="401638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വെൺ നിലയങ്കികൾ ധരിച്ച്-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പൊൻ കുരുത്തോലകൾ പിടിച്ചു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ദൈവകുഞ്ഞാടിനെ സ്തുതിച്ചു-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പാടും ഞാനെന്നുമാനന്ദിച്ചു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20" y="0"/>
            <a:ext cx="8686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5EF8E-A360-4C2C-8B50-7DC508B48845}"/>
              </a:ext>
            </a:extLst>
          </p:cNvPr>
          <p:cNvSpPr/>
          <p:nvPr/>
        </p:nvSpPr>
        <p:spPr>
          <a:xfrm>
            <a:off x="0" y="302665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ഭാഗ്യം അനന്തമേ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 സൗഭാഗ്യ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7B17F-20F5-4D92-92D4-4B4D23F8BFA5}"/>
              </a:ext>
            </a:extLst>
          </p:cNvPr>
          <p:cNvSpPr/>
          <p:nvPr/>
        </p:nvSpPr>
        <p:spPr>
          <a:xfrm>
            <a:off x="38100" y="374249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Venh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nilayangkalh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kuruttholakalh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pidichu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Daivakunjaadine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njaanannumaanandichu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B6E9-0CEA-4245-934C-D0E397D39BB2}"/>
              </a:ext>
            </a:extLst>
          </p:cNvPr>
          <p:cNvSpPr/>
          <p:nvPr/>
        </p:nvSpPr>
        <p:spPr>
          <a:xfrm>
            <a:off x="7620" y="6058763"/>
            <a:ext cx="1218438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soubhagya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317938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64658"/>
          </a:xfrm>
        </p:spPr>
        <p:txBody>
          <a:bodyPr anchor="t"/>
          <a:lstStyle/>
          <a:p>
            <a:pPr algn="l" defTabSz="401638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ഹാ! എത്രഭാഗ്യം ഉെനണ്ടെനിക്കു-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വർണ്ണിപ്പാൻ ത്രാണിയില്ലെനിക്കു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മഹത്ത്വഭാഗ്യം തന്നെയിതിൻ-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സമത്തിലൊന്നും ഇല്ലിഹത്തിൽ 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20" y="0"/>
            <a:ext cx="8686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5EF8E-A360-4C2C-8B50-7DC508B48845}"/>
              </a:ext>
            </a:extLst>
          </p:cNvPr>
          <p:cNvSpPr/>
          <p:nvPr/>
        </p:nvSpPr>
        <p:spPr>
          <a:xfrm>
            <a:off x="0" y="302665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ഭാഗ്യം അനന്തമേ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 സൗഭാഗ്യ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ജീവിതമേ</a:t>
            </a:r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7B17F-20F5-4D92-92D4-4B4D23F8BFA5}"/>
              </a:ext>
            </a:extLst>
          </p:cNvPr>
          <p:cNvSpPr/>
          <p:nvPr/>
        </p:nvSpPr>
        <p:spPr>
          <a:xfrm>
            <a:off x="38100" y="374249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Ethrabhaagyam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undenikku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varnhippaan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thraanhiyillenikku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Mahathwabhaagyam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thanneyithin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samayathilonnum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illihatthil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FB6E9-0CEA-4245-934C-D0E397D39BB2}"/>
              </a:ext>
            </a:extLst>
          </p:cNvPr>
          <p:cNvSpPr/>
          <p:nvPr/>
        </p:nvSpPr>
        <p:spPr>
          <a:xfrm>
            <a:off x="7620" y="6058763"/>
            <a:ext cx="1218438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soubhagya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887851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273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286 ഹാ! എത്ര ഭാഗ്യം</vt:lpstr>
      <vt:lpstr>1 ഹാ! എത്ര ഭാഗ്യം ഉണ്ടെനിക്കു   ഓർക്കിലെന്നുള്ളം തുള്ളിടുന്നു  ഞാനിന്നു പാടി ആനന്ദിക്കും   ഞാനെന്നുമേശുവെ സ്തുതിക്കും</vt:lpstr>
      <vt:lpstr>2 ലോകത്തിൽ ഞാനോഹീനനത്രെ-  ശോകമെപ്പോഴും ഉണ്ടെനിക്ക്  മേഘത്തിലേശു വന്നിടുമ്പോൾ   എന്നെയൻപോടു ചേർത്തിടുമ്പോൾ</vt:lpstr>
      <vt:lpstr>3 ദൈവത്തിൻ രാജ്യമുണ്ടെനിക്കായ്-   ദൈവകുഞ്ഞാടും ശിഷ്യരുമായ്  വിശുദ്ധർ കൂട്ടം ചേർന്നിരിക്കും-   പന്തിയിൽ ചേർന്നു ഞാൻ ഭുജിക്കും</vt:lpstr>
      <vt:lpstr>4 കണ്ണുനീരെല്ലാം താൻതുടയ്ക്കും-   വർണ്ണ വിശേഷ മായുദിക്കും  ജീവകിരീട മെൻശിരസ്സിൽ   കർത്തൻ വച്ചീടുന്നാ സദസ്സിൽ </vt:lpstr>
      <vt:lpstr>5 വെൺ നിലയങ്കികൾ ധരിച്ച്-   പൊൻ കുരുത്തോലകൾ പിടിച്ചു  ദൈവകുഞ്ഞാടിനെ സ്തുതിച്ചു-   പാടും ഞാനെന്നുമാനന്ദിച്ചു</vt:lpstr>
      <vt:lpstr>6 ഹാ! എത്രഭാഗ്യം ഉെനണ്ടെനിക്കു-   വർണ്ണിപ്പാൻ ത്രാണിയില്ലെനിക്കു  മഹത്ത്വഭാഗ്യം തന്നെയിതിൻ-   സമത്തിലൊന്നും ഇല്ലിഹത്തിൽ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 ethra bhagyam undenikku</dc:title>
  <dc:creator>Digital Input:; GM JOHN; Acsah Mathews</dc:creator>
  <cp:lastModifiedBy>Acsah Mathews</cp:lastModifiedBy>
  <cp:revision>315</cp:revision>
  <dcterms:created xsi:type="dcterms:W3CDTF">2013-04-19T09:19:07Z</dcterms:created>
  <dcterms:modified xsi:type="dcterms:W3CDTF">2018-11-15T18:03:38Z</dcterms:modified>
</cp:coreProperties>
</file>