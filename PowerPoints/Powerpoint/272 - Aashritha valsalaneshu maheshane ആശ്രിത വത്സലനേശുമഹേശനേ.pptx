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1" r:id="rId3"/>
    <p:sldId id="273" r:id="rId4"/>
    <p:sldId id="274" r:id="rId5"/>
    <p:sldId id="275" r:id="rId6"/>
    <p:sldId id="276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33B67-002B-4C32-A6A3-F12739B83C4B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0870CE-96F9-449C-977E-8E306FB185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DA0F99-40C7-4EB4-8881-23ACDBC1ABF7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DB2E2B-E28D-4F09-8454-277F9D908D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7683CD-75A6-4526-BAE0-3E14F31A748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29ACC-ED8C-453E-B071-610643CAFD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D4FB04-E340-4041-B803-8E845571F872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F726B2-24F3-4855-B967-8D3042D1A8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031A78-B900-47C7-A9F5-ECE0CBE5CC0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D6D5E9-93EF-478E-B81F-12DC036ABE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EFE3E7-8A65-4BB7-815A-8D266EEBB887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B2941A-7C11-4241-916F-8F239DAB68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CC2984-E6CD-46BD-BFA3-DDCB7AAEB3C6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9CD414-E477-4738-929D-9603C1A587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6E860-712D-4088-A2F8-8B825C8F07C6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EC69EE-9801-450E-99C1-93F9D2949D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951E4D-CB4C-44CD-BDC9-8A237B89C07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BAC95D-5B32-4324-B9D4-547884B43F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9F7517-BB50-42C3-98B9-49D99B7C6792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9499C-96CA-45F6-8934-FD83B5994C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2CA96F-DFC2-4134-B08D-224F3401BFB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F422-426F-4CAE-ABB0-71E5BF5704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7D6DD56-EB76-467E-A02B-20F6F220289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0BBF7EE-4E7B-4171-8380-D5E49E1F80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17541-C4D3-4AA5-ACF4-315D59EDA5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272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ആശ്രിത വത്സലനേശുമഹേശനേ!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48C93-56B6-48EB-BA47-10FC47ADE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Aashritha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valsalaneshu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maheshane</a:t>
            </a:r>
            <a:r>
              <a:rPr lang="en-US" sz="4000" b="1" dirty="0">
                <a:solidFill>
                  <a:schemeClr val="tx2"/>
                </a:solidFill>
              </a:rPr>
              <a:t>! </a:t>
            </a:r>
          </a:p>
          <a:p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F5935B-EAC5-4120-8B1D-918DB4348F97}"/>
              </a:ext>
            </a:extLst>
          </p:cNvPr>
          <p:cNvSpPr/>
          <p:nvPr/>
        </p:nvSpPr>
        <p:spPr>
          <a:xfrm>
            <a:off x="1844040" y="4692134"/>
            <a:ext cx="30636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(എം. ഇ. ചെറിയാൻ) 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F25B5D-F5C5-476B-8A4E-EAE55A74C0E1}"/>
              </a:ext>
            </a:extLst>
          </p:cNvPr>
          <p:cNvSpPr/>
          <p:nvPr/>
        </p:nvSpPr>
        <p:spPr>
          <a:xfrm>
            <a:off x="8614003" y="4692134"/>
            <a:ext cx="19207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(M.E. Cherian) </a:t>
            </a:r>
          </a:p>
        </p:txBody>
      </p:sp>
    </p:spTree>
    <p:extLst>
      <p:ext uri="{BB962C8B-B14F-4D97-AF65-F5344CB8AC3E}">
        <p14:creationId xmlns:p14="http://schemas.microsoft.com/office/powerpoint/2010/main" val="341004137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" y="1976103"/>
            <a:ext cx="12192000" cy="2057400"/>
          </a:xfrm>
        </p:spPr>
        <p:txBody>
          <a:bodyPr anchor="t"/>
          <a:lstStyle/>
          <a:p>
            <a:pPr algn="l" defTabSz="403225">
              <a:lnSpc>
                <a:spcPct val="112000"/>
              </a:lnSpc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 മുഖകാന്തി  എന്നില്‍  നീ  ചിന്തി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കന്മഷമാകെയകറ്റിയെന്‍നായകാ!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നന്മ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വളര്‍ത്തണമെന്നും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ആശ്രിത...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727E68-156C-42A7-B15B-75EF4FDEE5FE}"/>
              </a:ext>
            </a:extLst>
          </p:cNvPr>
          <p:cNvSpPr/>
          <p:nvPr/>
        </p:nvSpPr>
        <p:spPr>
          <a:xfrm>
            <a:off x="0" y="533400"/>
            <a:ext cx="12192000" cy="1442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ആശ്രിത വത്സലനേശുമഹേശനേ!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ശാശ്വതമെ തിരുനാമം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A4054B-B214-4356-A9E4-A8C1A1A29791}"/>
              </a:ext>
            </a:extLst>
          </p:cNvPr>
          <p:cNvSpPr/>
          <p:nvPr/>
        </p:nvSpPr>
        <p:spPr>
          <a:xfrm>
            <a:off x="-22860" y="3710337"/>
            <a:ext cx="12192000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Aashritha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valsalaneshu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maheshane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Shaashwathame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thirunaamam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C706A-0E9E-420C-BB34-0164C72F4B72}"/>
              </a:ext>
            </a:extLst>
          </p:cNvPr>
          <p:cNvSpPr/>
          <p:nvPr/>
        </p:nvSpPr>
        <p:spPr>
          <a:xfrm>
            <a:off x="-15240" y="4818630"/>
            <a:ext cx="12222480" cy="1818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nl-NL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1. Nin mukhakaanthi ennil nee chinthi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Kanmashamaakeyakatti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naayaka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Nanma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valhartthanhamennum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				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aashri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" y="760567"/>
            <a:ext cx="12192000" cy="2057400"/>
          </a:xfrm>
        </p:spPr>
        <p:txBody>
          <a:bodyPr anchor="t"/>
          <a:lstStyle/>
          <a:p>
            <a:pPr algn="l" defTabSz="403225">
              <a:lnSpc>
                <a:spcPct val="112000"/>
              </a:lnSpc>
              <a:defRPr/>
            </a:pPr>
            <a:r>
              <a:rPr lang="ml-IN" sz="3400" b="1" dirty="0">
                <a:latin typeface="Kartika" panose="02020503030404060203" pitchFamily="18" charset="0"/>
              </a:rPr>
              <a:t>2	പാവന ഹൃദയം ഏകുക സദയം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കേവലം ലോക സുഖങ്ങൾ വെടിഞ്ഞു ഞാൻ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താവക തൃപ്പാദം ചേരാൻ 	</a:t>
            </a:r>
            <a:br>
              <a:rPr lang="ml-IN" sz="3400" b="1" dirty="0">
                <a:latin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727E68-156C-42A7-B15B-75EF4FDEE5FE}"/>
              </a:ext>
            </a:extLst>
          </p:cNvPr>
          <p:cNvSpPr/>
          <p:nvPr/>
        </p:nvSpPr>
        <p:spPr>
          <a:xfrm>
            <a:off x="22860" y="26670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ആശ്രിത വത്സലനേശുമഹേശനേ!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ശാശ്വതമെ തിരുനാമം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A4054B-B214-4356-A9E4-A8C1A1A29791}"/>
              </a:ext>
            </a:extLst>
          </p:cNvPr>
          <p:cNvSpPr/>
          <p:nvPr/>
        </p:nvSpPr>
        <p:spPr>
          <a:xfrm>
            <a:off x="22860" y="5562600"/>
            <a:ext cx="12192000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Aashritha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valsalaneshu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maheshane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Shaashwathame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thirunaamam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C706A-0E9E-420C-BB34-0164C72F4B72}"/>
              </a:ext>
            </a:extLst>
          </p:cNvPr>
          <p:cNvSpPr/>
          <p:nvPr/>
        </p:nvSpPr>
        <p:spPr>
          <a:xfrm>
            <a:off x="-76200" y="3819841"/>
            <a:ext cx="12146280" cy="1818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nl-NL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2. Paavana hridayam ekuka sadayam</a:t>
            </a:r>
          </a:p>
          <a:p>
            <a:pPr>
              <a:lnSpc>
                <a:spcPct val="112000"/>
              </a:lnSpc>
            </a:pPr>
            <a:r>
              <a:rPr lang="nl-NL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 Kevalam loka sukhangalh vedinju njan</a:t>
            </a:r>
          </a:p>
          <a:p>
            <a:pPr>
              <a:lnSpc>
                <a:spcPct val="112000"/>
              </a:lnSpc>
            </a:pPr>
            <a:r>
              <a:rPr lang="nl-NL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 Thaavaka thripaadam cheraan 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5589335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" y="760567"/>
            <a:ext cx="12192000" cy="2057400"/>
          </a:xfrm>
        </p:spPr>
        <p:txBody>
          <a:bodyPr anchor="t"/>
          <a:lstStyle/>
          <a:p>
            <a:pPr algn="l" defTabSz="403225">
              <a:lnSpc>
                <a:spcPct val="112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അപകടം നിറയുമീ ജീവിതമരുവിൽ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ആകുലമില്ല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നന്മയെഴുമരികിൽ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അഗതികൾക്കാശ്രയം തരികിൽ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727E68-156C-42A7-B15B-75EF4FDEE5FE}"/>
              </a:ext>
            </a:extLst>
          </p:cNvPr>
          <p:cNvSpPr/>
          <p:nvPr/>
        </p:nvSpPr>
        <p:spPr>
          <a:xfrm>
            <a:off x="22860" y="26670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ആശ്രിത വത്സലനേശുമഹേശനേ!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ശാശ്വതമെ തിരുനാമം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A4054B-B214-4356-A9E4-A8C1A1A29791}"/>
              </a:ext>
            </a:extLst>
          </p:cNvPr>
          <p:cNvSpPr/>
          <p:nvPr/>
        </p:nvSpPr>
        <p:spPr>
          <a:xfrm>
            <a:off x="22860" y="5562600"/>
            <a:ext cx="12192000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Aashritha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valsalaneshu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maheshane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Shaashwathame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thirunaamam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C706A-0E9E-420C-BB34-0164C72F4B72}"/>
              </a:ext>
            </a:extLst>
          </p:cNvPr>
          <p:cNvSpPr/>
          <p:nvPr/>
        </p:nvSpPr>
        <p:spPr>
          <a:xfrm>
            <a:off x="-76200" y="3819841"/>
            <a:ext cx="12146280" cy="1818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nl-NL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3. Apakadam nirayumee jeevithamaruvil</a:t>
            </a:r>
          </a:p>
          <a:p>
            <a:pPr>
              <a:lnSpc>
                <a:spcPct val="112000"/>
              </a:lnSpc>
            </a:pPr>
            <a:r>
              <a:rPr lang="nl-NL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Aakulamilla nin nanmayezhumarikil</a:t>
            </a:r>
          </a:p>
          <a:p>
            <a:pPr>
              <a:lnSpc>
                <a:spcPct val="112000"/>
              </a:lnSpc>
            </a:pPr>
            <a:r>
              <a:rPr lang="nl-NL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Agathikalhkk-aashrayam tharikil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272062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" y="760567"/>
            <a:ext cx="12192000" cy="2057400"/>
          </a:xfrm>
        </p:spPr>
        <p:txBody>
          <a:bodyPr anchor="t"/>
          <a:lstStyle/>
          <a:p>
            <a:pPr algn="l" defTabSz="403225">
              <a:lnSpc>
                <a:spcPct val="112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ക്ഷണികമാണുലകിന്‍ മഹിമകളറികില്‍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അനുദിനം നിന്‍ പദതാരിണ തിരയുകില്‍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അനന്ത സന്തോഷമുണ്ടൊടുവില്‍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727E68-156C-42A7-B15B-75EF4FDEE5FE}"/>
              </a:ext>
            </a:extLst>
          </p:cNvPr>
          <p:cNvSpPr/>
          <p:nvPr/>
        </p:nvSpPr>
        <p:spPr>
          <a:xfrm>
            <a:off x="22860" y="26670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ആശ്രിത വത്സലനേശുമഹേശനേ!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ശാശ്വതമെ തിരുനാമം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A4054B-B214-4356-A9E4-A8C1A1A29791}"/>
              </a:ext>
            </a:extLst>
          </p:cNvPr>
          <p:cNvSpPr/>
          <p:nvPr/>
        </p:nvSpPr>
        <p:spPr>
          <a:xfrm>
            <a:off x="22860" y="5562600"/>
            <a:ext cx="12192000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Aashritha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valsalaneshu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maheshane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Shaashwathame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thirunaamam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C706A-0E9E-420C-BB34-0164C72F4B72}"/>
              </a:ext>
            </a:extLst>
          </p:cNvPr>
          <p:cNvSpPr/>
          <p:nvPr/>
        </p:nvSpPr>
        <p:spPr>
          <a:xfrm>
            <a:off x="-76200" y="3819841"/>
            <a:ext cx="12146280" cy="1818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nl-NL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4. Kshanhikaamaanhulakin mahimakalharhikil</a:t>
            </a:r>
          </a:p>
          <a:p>
            <a:pPr>
              <a:lnSpc>
                <a:spcPct val="112000"/>
              </a:lnSpc>
            </a:pPr>
            <a:r>
              <a:rPr lang="nl-NL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Anudinam nin padathaarinha thirayukil</a:t>
            </a:r>
          </a:p>
          <a:p>
            <a:pPr>
              <a:lnSpc>
                <a:spcPct val="112000"/>
              </a:lnSpc>
            </a:pPr>
            <a:r>
              <a:rPr lang="nl-NL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Anantha santhoshamundoduvil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617125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" y="760567"/>
            <a:ext cx="12192000" cy="2057400"/>
          </a:xfrm>
        </p:spPr>
        <p:txBody>
          <a:bodyPr anchor="t"/>
          <a:lstStyle/>
          <a:p>
            <a:pPr algn="l" defTabSz="403225">
              <a:lnSpc>
                <a:spcPct val="112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വരുന്നു  ഞാന്‍  തനിയെ  എനിക്കു നീ  മതിയേ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കരുണയിന്‍  കാതലേ! വെടിയരുതഗതിയേ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തിരുകൃപ തരണമെന്‍പതിയെ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727E68-156C-42A7-B15B-75EF4FDEE5FE}"/>
              </a:ext>
            </a:extLst>
          </p:cNvPr>
          <p:cNvSpPr/>
          <p:nvPr/>
        </p:nvSpPr>
        <p:spPr>
          <a:xfrm>
            <a:off x="22860" y="26670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ആശ്രിത വത്സലനേശുമഹേശനേ!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ശാശ്വതമെ തിരുനാമം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A4054B-B214-4356-A9E4-A8C1A1A29791}"/>
              </a:ext>
            </a:extLst>
          </p:cNvPr>
          <p:cNvSpPr/>
          <p:nvPr/>
        </p:nvSpPr>
        <p:spPr>
          <a:xfrm>
            <a:off x="22860" y="5562600"/>
            <a:ext cx="12192000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Aashritha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valsalaneshu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maheshane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Shaashwathame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thirunaamam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C706A-0E9E-420C-BB34-0164C72F4B72}"/>
              </a:ext>
            </a:extLst>
          </p:cNvPr>
          <p:cNvSpPr/>
          <p:nvPr/>
        </p:nvSpPr>
        <p:spPr>
          <a:xfrm>
            <a:off x="-76200" y="3819841"/>
            <a:ext cx="12146280" cy="1818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nl-NL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5. Varunnu njan thaniye enikku nee mathiye</a:t>
            </a:r>
          </a:p>
          <a:p>
            <a:pPr>
              <a:lnSpc>
                <a:spcPct val="112000"/>
              </a:lnSpc>
            </a:pPr>
            <a:r>
              <a:rPr lang="nl-NL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Karunhayin kaathale! Vediyaruthagathiye</a:t>
            </a:r>
          </a:p>
          <a:p>
            <a:pPr>
              <a:lnSpc>
                <a:spcPct val="112000"/>
              </a:lnSpc>
            </a:pPr>
            <a:r>
              <a:rPr lang="nl-NL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Thirukripa thranhamenpathiye!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369756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147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272 ആശ്രിത വത്സലനേശുമഹേശനേ!</vt:lpstr>
      <vt:lpstr>1 നിന്‍  മുഖകാന്തി  എന്നില്‍  നീ  ചിന്തി  കന്മഷമാകെയകറ്റിയെന്‍നായകാ!  നന്മ വളര്‍ത്തണമെന്നും     - ആശ്രിത...</vt:lpstr>
      <vt:lpstr>2 പാവന ഹൃദയം ഏകുക സദയം   കേവലം ലോക സുഖങ്ങൾ വെടിഞ്ഞു ഞാൻ   താവക തൃപ്പാദം ചേരാൻ   </vt:lpstr>
      <vt:lpstr>3 അപകടം നിറയുമീ ജീവിതമരുവിൽ   ആകുലമില്ല നിൻ നന്മയെഴുമരികിൽ   അഗതികൾക്കാശ്രയം തരികിൽ </vt:lpstr>
      <vt:lpstr>4 ക്ഷണികമാണുലകിന്‍ മഹിമകളറികില്‍   അനുദിനം നിന്‍ പദതാരിണ തിരയുകില്‍  അനന്ത സന്തോഷമുണ്ടൊടുവില്‍ </vt:lpstr>
      <vt:lpstr>5 വരുന്നു  ഞാന്‍  തനിയെ  എനിക്കു നീ  മതിയേ   കരുണയിന്‍  കാതലേ! വെടിയരുതഗതിയേ   തിരുകൃപ തരണമെന്‍പതിയെ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Aashrithavalsalan</dc:title>
  <dc:creator>Digital Input:; GM JOHN; Acsah Mathews</dc:creator>
  <cp:lastModifiedBy>Acsah Mathews</cp:lastModifiedBy>
  <cp:revision>99</cp:revision>
  <dcterms:created xsi:type="dcterms:W3CDTF">2013-04-19T09:19:07Z</dcterms:created>
  <dcterms:modified xsi:type="dcterms:W3CDTF">2018-11-15T14:29:03Z</dcterms:modified>
</cp:coreProperties>
</file>