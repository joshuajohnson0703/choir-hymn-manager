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43" autoAdjust="0"/>
    <p:restoredTop sz="94660"/>
  </p:normalViewPr>
  <p:slideViewPr>
    <p:cSldViewPr snapToGrid="0">
      <p:cViewPr varScale="1">
        <p:scale>
          <a:sx n="41" d="100"/>
          <a:sy n="41" d="100"/>
        </p:scale>
        <p:origin x="66" y="9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8F625-5C42-45FE-9AE2-EED20865CF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650952-88E1-4188-B33A-8B7CEA038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25B63B-703F-4D48-8039-FAAAB91E7A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11F49-3DA1-4212-91A9-D9AFD9417C93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C0D57F-0BF8-4865-BE07-5BD8443F6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C1D09F-54AB-4F08-9E11-95E7642DF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CD3E0-376C-47A1-8615-A0AA185F17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9642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EB009-BA65-42BE-B1D3-51F09AC1B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EC5DF7-CD78-40AF-8B76-5CE7DA47E1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E7008B-E0D7-4C0D-89D1-A1E5B1BE0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11F49-3DA1-4212-91A9-D9AFD9417C93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076341-0C0C-42A5-A460-51278DAF9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350F4-CFDA-4355-9D4E-EC69DAE64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CD3E0-376C-47A1-8615-A0AA185F17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08903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BA0FB-887A-40DE-9C0B-8DB43D04F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1B3619-8008-4A96-ABBB-70D620537C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339990-A5BE-4C04-A795-A91286E46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11F49-3DA1-4212-91A9-D9AFD9417C93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F0F914-9F4D-40A6-9493-89950128D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EA428C-8B03-4DBF-8C07-CC0B1E1EE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CD3E0-376C-47A1-8615-A0AA185F17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1442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DE636-CA61-4457-97B1-2B8235C08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50D9FB-CB9F-4DC8-AA13-38C8982A39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E29276-FA5A-4039-BB41-1D64D7E8C1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4BACF0-F22A-441C-BCBE-78ADDFEFB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11F49-3DA1-4212-91A9-D9AFD9417C93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0EFF8F-BC3C-450D-A004-8E2C2E80A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6C341A-B1B0-4B05-8262-044483BFB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CD3E0-376C-47A1-8615-A0AA185F17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079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6F8B2-6330-4CDF-AC22-33896708A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8E7DCC-9E38-43C6-B4D9-2D40D8FBF7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5FC366-AA6B-41F0-AC41-984B58ED6E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256F8B-93CE-49AD-952A-4A46FF6766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37AFF6-E646-4ADB-A338-741AF8E77B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363413-910D-4DFB-8053-896C74AC70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11F49-3DA1-4212-91A9-D9AFD9417C93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0543DF9-CA54-45AC-B414-C98D13960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5C1E5D-E34C-4AD9-840C-DAD4B897E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CD3E0-376C-47A1-8615-A0AA185F17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518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79CEF-566B-4CFF-85B8-E6BAFAD3A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651F1E-F6CB-461B-92A4-2B7DA33EF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11F49-3DA1-4212-91A9-D9AFD9417C93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2F3F0-80A4-4D06-92EE-384734EC0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AFD949-F8E3-495C-A5E1-D316A3950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CD3E0-376C-47A1-8615-A0AA185F17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6229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CA6AE6B-F1FF-412E-BC9E-C8FD4E1D53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11F49-3DA1-4212-91A9-D9AFD9417C93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14BE8A-388B-4F8D-A044-9169AE698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D7F5F1-B000-477D-96EF-3980A669B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CD3E0-376C-47A1-8615-A0AA185F17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791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519C8-7A08-4361-AE1B-440CE3099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37E8DE-7E61-456C-9EAC-ABBF1C596D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2230E0-7B44-467C-84B1-20210E1650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86CDE1-6E7F-4A45-85FF-EE0A9BFDAB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11F49-3DA1-4212-91A9-D9AFD9417C93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B346A0-6765-406F-8C03-971E5D6CA2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E1FB8D-5A7C-437C-926E-D3FB99CCE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CD3E0-376C-47A1-8615-A0AA185F17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941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3BEA2-511E-48D1-A218-40824DD9AC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5D2EFA7-0F6D-48D4-8F61-D62CE035EC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ED608D-9978-4AD4-BE7C-24F53BDA8C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E50B39-8A7E-4FCE-B3FD-B9A773696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11F49-3DA1-4212-91A9-D9AFD9417C93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6F66E0-FBF0-4CC3-9C4F-3E309D343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B2FF12-4A97-44A2-9F5A-4A21C8D0A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CD3E0-376C-47A1-8615-A0AA185F17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7061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2812F-C7D9-4648-8984-3EDE89714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1EF302-FEEF-4EBC-865C-E484015465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79190A-1A98-4612-B9E5-9E6E9906C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11F49-3DA1-4212-91A9-D9AFD9417C93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A83ADE-A8DC-4DAB-8967-19B6ABE33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B7E7B6-9E49-4A66-AD26-ECACB1E05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CD3E0-376C-47A1-8615-A0AA185F17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4314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A6D09B7-827C-4D6B-9459-4D356CA20A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919414-A636-495E-825D-C740171BCF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7E52FF-534A-4925-96C3-A6E265C41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11F49-3DA1-4212-91A9-D9AFD9417C93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F94B1C-E528-4F68-B5C8-1AD4B068D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ACFEA8-D4EC-4D60-A507-DEC848625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CD3E0-376C-47A1-8615-A0AA185F17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0207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E110095-DF98-44D6-BC5C-2194BCFA1A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199C45-ECBA-4999-9195-B8F4B28106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C6B1A1-164A-48BE-B62F-0869540277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D11F49-3DA1-4212-91A9-D9AFD9417C93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6E7C04-F7DE-4BDB-B9A5-00D28B619B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EFFA74-94B4-4B6B-9E43-AF59BE00E7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DCD3E0-376C-47A1-8615-A0AA185F17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0175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73C02-FF14-4021-931E-357D0E41637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470</a:t>
            </a:r>
            <a:br>
              <a:rPr lang="en-US" dirty="0"/>
            </a:br>
            <a:r>
              <a:rPr lang="ml-IN" b="1" dirty="0">
                <a:solidFill>
                  <a:srgbClr val="000000"/>
                </a:solidFill>
                <a:latin typeface="Kartika" panose="02020503030404060203" pitchFamily="18" charset="0"/>
              </a:rPr>
              <a:t>എൻപ്രിയരക്ഷകനേ!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11956E-DA6A-4EEC-930F-B7C73BD692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13053"/>
            <a:ext cx="9144000" cy="805839"/>
          </a:xfrm>
        </p:spPr>
        <p:txBody>
          <a:bodyPr>
            <a:normAutofit/>
          </a:bodyPr>
          <a:lstStyle/>
          <a:p>
            <a:r>
              <a:rPr lang="fi-FI" sz="4000" b="1" dirty="0">
                <a:solidFill>
                  <a:srgbClr val="002060"/>
                </a:solidFill>
              </a:rPr>
              <a:t>En priya rakshakane</a:t>
            </a:r>
            <a:endParaRPr lang="en-US" sz="4000" dirty="0">
              <a:solidFill>
                <a:srgbClr val="002060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4A78141-F10A-47F7-80DF-A9C3F7D6ED65}"/>
              </a:ext>
            </a:extLst>
          </p:cNvPr>
          <p:cNvSpPr/>
          <p:nvPr/>
        </p:nvSpPr>
        <p:spPr>
          <a:xfrm>
            <a:off x="300999" y="4660839"/>
            <a:ext cx="613020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sz="2000" dirty="0">
                <a:solidFill>
                  <a:srgbClr val="C00000"/>
                </a:solidFill>
                <a:latin typeface="Calibri" panose="020F0502020204030204" pitchFamily="34" charset="0"/>
              </a:rPr>
              <a:t>(മൂത്താംപാക്കല്‍ കൊച്ചുകുഞ്ഞ് ഉപദേശി)</a:t>
            </a:r>
            <a:endParaRPr lang="en-US" sz="2000" dirty="0">
              <a:solidFill>
                <a:srgbClr val="C00000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D17C1B3-425A-4952-B101-FB8107D31794}"/>
              </a:ext>
            </a:extLst>
          </p:cNvPr>
          <p:cNvSpPr/>
          <p:nvPr/>
        </p:nvSpPr>
        <p:spPr>
          <a:xfrm>
            <a:off x="7163776" y="4660839"/>
            <a:ext cx="466025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rgbClr val="C00000"/>
                </a:solidFill>
                <a:latin typeface="Arial" panose="020B0604020202020204" pitchFamily="34" charset="0"/>
              </a:rPr>
              <a:t>(</a:t>
            </a:r>
            <a:r>
              <a:rPr lang="en-US" sz="2000" dirty="0" err="1">
                <a:solidFill>
                  <a:srgbClr val="C00000"/>
                </a:solidFill>
                <a:latin typeface="Arial" panose="020B0604020202020204" pitchFamily="34" charset="0"/>
              </a:rPr>
              <a:t>Muthampakkal</a:t>
            </a:r>
            <a:r>
              <a:rPr lang="en-US" sz="2000" dirty="0">
                <a:solidFill>
                  <a:srgbClr val="C00000"/>
                </a:solidFill>
                <a:latin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rgbClr val="C00000"/>
                </a:solidFill>
                <a:latin typeface="Arial" panose="020B0604020202020204" pitchFamily="34" charset="0"/>
              </a:rPr>
              <a:t>Kochukunju</a:t>
            </a:r>
            <a:r>
              <a:rPr lang="en-US" sz="2000" dirty="0">
                <a:solidFill>
                  <a:srgbClr val="C00000"/>
                </a:solidFill>
                <a:latin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rgbClr val="C00000"/>
                </a:solidFill>
                <a:latin typeface="Arial" panose="020B0604020202020204" pitchFamily="34" charset="0"/>
              </a:rPr>
              <a:t>Upadeshi</a:t>
            </a:r>
            <a:r>
              <a:rPr lang="en-US" sz="2000" dirty="0">
                <a:solidFill>
                  <a:srgbClr val="C00000"/>
                </a:solidFill>
                <a:latin typeface="Arial" panose="020B0604020202020204" pitchFamily="34" charset="0"/>
              </a:rPr>
              <a:t>) </a:t>
            </a:r>
            <a:endParaRPr lang="en-US" sz="20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14973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0904746-DA0C-4003-97CC-FE89125964D8}"/>
              </a:ext>
            </a:extLst>
          </p:cNvPr>
          <p:cNvSpPr/>
          <p:nvPr/>
        </p:nvSpPr>
        <p:spPr>
          <a:xfrm>
            <a:off x="0" y="889338"/>
            <a:ext cx="12192000" cy="26757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എൻപ്രിയരക്ഷകനേ! നിന്നെ കാണ്മാൻ </a:t>
            </a:r>
            <a:endParaRPr lang="ml-IN" sz="3400" b="1" dirty="0">
              <a:effectLst/>
              <a:latin typeface="Kartika" panose="02020503030404060203" pitchFamily="18" charset="0"/>
              <a:cs typeface="Kartika" panose="02020503030404060203" pitchFamily="18" charset="0"/>
            </a:endParaRPr>
          </a:p>
          <a:p>
            <a:pPr algn="ctr">
              <a:lnSpc>
                <a:spcPct val="125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വാഞ്ഛയാൽ കാത്തിടുന്നു </a:t>
            </a:r>
            <a:endParaRPr lang="ml-IN" sz="3400" b="1" dirty="0">
              <a:effectLst/>
              <a:latin typeface="Kartika" panose="02020503030404060203" pitchFamily="18" charset="0"/>
              <a:cs typeface="Kartika" panose="02020503030404060203" pitchFamily="18" charset="0"/>
            </a:endParaRPr>
          </a:p>
          <a:p>
            <a:pPr algn="ctr">
              <a:lnSpc>
                <a:spcPct val="125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ഹാ! എന്‍റെ പ്രിയന്‍റെ പ്രേമത്തെ ഓർക്കുമ്പോൾ </a:t>
            </a:r>
            <a:endParaRPr lang="ml-IN" sz="3400" b="1" dirty="0">
              <a:effectLst/>
              <a:latin typeface="Kartika" panose="02020503030404060203" pitchFamily="18" charset="0"/>
              <a:cs typeface="Kartika" panose="02020503030404060203" pitchFamily="18" charset="0"/>
            </a:endParaRPr>
          </a:p>
          <a:p>
            <a:pPr algn="ctr">
              <a:lnSpc>
                <a:spcPct val="125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ഹാ! എനിക്കാനന്ദം തിങ്ങുന്നു മാനസേ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88B6C0C-2952-46CB-BFCD-62FEFA27DAF8}"/>
              </a:ext>
            </a:extLst>
          </p:cNvPr>
          <p:cNvSpPr/>
          <p:nvPr/>
        </p:nvSpPr>
        <p:spPr>
          <a:xfrm>
            <a:off x="0" y="3783448"/>
            <a:ext cx="121920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fi-FI" sz="3400" b="1" i="0" u="none" strike="noStrike" baseline="0" dirty="0">
                <a:solidFill>
                  <a:srgbClr val="0070C0"/>
                </a:solidFill>
              </a:rPr>
              <a:t>En priya rakshakane ninne kaanmaan </a:t>
            </a:r>
          </a:p>
          <a:p>
            <a:pPr algn="ctr">
              <a:lnSpc>
                <a:spcPct val="125000"/>
              </a:lnSpc>
            </a:pPr>
            <a:r>
              <a:rPr lang="en-US" sz="3400" b="1" i="0" u="none" strike="noStrike" baseline="0" dirty="0" err="1">
                <a:solidFill>
                  <a:srgbClr val="0070C0"/>
                </a:solidFill>
              </a:rPr>
              <a:t>Vaanchayaal</a:t>
            </a:r>
            <a:r>
              <a:rPr lang="en-US" sz="3400" b="1" i="0" u="none" strike="noStrike" baseline="0" dirty="0">
                <a:solidFill>
                  <a:srgbClr val="0070C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70C0"/>
                </a:solidFill>
              </a:rPr>
              <a:t>kaaththidunnu</a:t>
            </a:r>
            <a:r>
              <a:rPr lang="en-US" sz="3400" b="1" i="0" u="none" strike="noStrike" baseline="0" dirty="0">
                <a:solidFill>
                  <a:srgbClr val="0070C0"/>
                </a:solidFill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rgbClr val="0070C0"/>
                </a:solidFill>
              </a:rPr>
              <a:t>Haa</a:t>
            </a:r>
            <a:r>
              <a:rPr lang="en-US" sz="3400" b="1" dirty="0">
                <a:solidFill>
                  <a:srgbClr val="0070C0"/>
                </a:solidFill>
              </a:rPr>
              <a:t>! </a:t>
            </a:r>
            <a:r>
              <a:rPr lang="en-US" sz="3400" b="1" dirty="0" err="1">
                <a:solidFill>
                  <a:srgbClr val="0070C0"/>
                </a:solidFill>
              </a:rPr>
              <a:t>ente</a:t>
            </a:r>
            <a:r>
              <a:rPr lang="en-US" sz="3400" b="1" dirty="0">
                <a:solidFill>
                  <a:srgbClr val="0070C0"/>
                </a:solidFill>
              </a:rPr>
              <a:t> </a:t>
            </a:r>
            <a:r>
              <a:rPr lang="en-US" sz="3400" b="1" dirty="0" err="1">
                <a:solidFill>
                  <a:srgbClr val="0070C0"/>
                </a:solidFill>
              </a:rPr>
              <a:t>priyante</a:t>
            </a:r>
            <a:r>
              <a:rPr lang="en-US" sz="3400" b="1" dirty="0">
                <a:solidFill>
                  <a:srgbClr val="0070C0"/>
                </a:solidFill>
              </a:rPr>
              <a:t> </a:t>
            </a:r>
            <a:r>
              <a:rPr lang="en-US" sz="3400" b="1" dirty="0" err="1">
                <a:solidFill>
                  <a:srgbClr val="0070C0"/>
                </a:solidFill>
              </a:rPr>
              <a:t>premaththe</a:t>
            </a:r>
            <a:r>
              <a:rPr lang="en-US" sz="3400" b="1" dirty="0">
                <a:solidFill>
                  <a:srgbClr val="0070C0"/>
                </a:solidFill>
              </a:rPr>
              <a:t> </a:t>
            </a:r>
            <a:r>
              <a:rPr lang="en-US" sz="3400" b="1" dirty="0" err="1">
                <a:solidFill>
                  <a:srgbClr val="0070C0"/>
                </a:solidFill>
              </a:rPr>
              <a:t>orkkumbolh</a:t>
            </a:r>
            <a:r>
              <a:rPr lang="en-US" sz="3400" b="1" dirty="0">
                <a:solidFill>
                  <a:srgbClr val="0070C0"/>
                </a:solidFill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rgbClr val="0070C0"/>
                </a:solidFill>
              </a:rPr>
              <a:t>Haa</a:t>
            </a:r>
            <a:r>
              <a:rPr lang="en-US" sz="3400" b="1" dirty="0">
                <a:solidFill>
                  <a:srgbClr val="0070C0"/>
                </a:solidFill>
              </a:rPr>
              <a:t>! </a:t>
            </a:r>
            <a:r>
              <a:rPr lang="en-US" sz="3400" b="1" dirty="0" err="1">
                <a:solidFill>
                  <a:srgbClr val="0070C0"/>
                </a:solidFill>
              </a:rPr>
              <a:t>enikk-aanandam</a:t>
            </a:r>
            <a:r>
              <a:rPr lang="en-US" sz="3400" b="1" dirty="0">
                <a:solidFill>
                  <a:srgbClr val="0070C0"/>
                </a:solidFill>
              </a:rPr>
              <a:t> </a:t>
            </a:r>
            <a:r>
              <a:rPr lang="en-US" sz="3400" b="1" dirty="0" err="1">
                <a:solidFill>
                  <a:srgbClr val="0070C0"/>
                </a:solidFill>
              </a:rPr>
              <a:t>thingunnu</a:t>
            </a:r>
            <a:r>
              <a:rPr lang="en-US" sz="3400" b="1" dirty="0">
                <a:solidFill>
                  <a:srgbClr val="0070C0"/>
                </a:solidFill>
              </a:rPr>
              <a:t> </a:t>
            </a:r>
            <a:r>
              <a:rPr lang="en-US" sz="3400" b="1" dirty="0" err="1">
                <a:solidFill>
                  <a:srgbClr val="0070C0"/>
                </a:solidFill>
              </a:rPr>
              <a:t>maanase</a:t>
            </a:r>
            <a:r>
              <a:rPr lang="en-US" sz="3400" b="1" dirty="0">
                <a:solidFill>
                  <a:srgbClr val="0070C0"/>
                </a:solidFill>
              </a:rPr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36E7E3-EE8B-4CFD-8E35-28FB54098522}"/>
              </a:ext>
            </a:extLst>
          </p:cNvPr>
          <p:cNvSpPr txBox="1"/>
          <p:nvPr/>
        </p:nvSpPr>
        <p:spPr>
          <a:xfrm>
            <a:off x="11277600" y="0"/>
            <a:ext cx="914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270</a:t>
            </a:r>
          </a:p>
        </p:txBody>
      </p:sp>
    </p:spTree>
    <p:extLst>
      <p:ext uri="{BB962C8B-B14F-4D97-AF65-F5344CB8AC3E}">
        <p14:creationId xmlns:p14="http://schemas.microsoft.com/office/powerpoint/2010/main" val="2232895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0904746-DA0C-4003-97CC-FE89125964D8}"/>
              </a:ext>
            </a:extLst>
          </p:cNvPr>
          <p:cNvSpPr/>
          <p:nvPr/>
        </p:nvSpPr>
        <p:spPr>
          <a:xfrm>
            <a:off x="0" y="748780"/>
            <a:ext cx="12192000" cy="3231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താതൻ വലഭാഗത്തിലെനിക്കായി</a:t>
            </a:r>
            <a: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 </a:t>
            </a: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രാജ്യമൊരുക്കിടുവാൻ </a:t>
            </a:r>
          </a:p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നീ പോയിട്ടെത്ര നാളായ് ആശയോടു </a:t>
            </a:r>
          </a:p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കാത്തു ഞാൻ പാർത്തിടുന്നു</a:t>
            </a:r>
          </a:p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എന്നെ നിന്നിമ്പമാം രാജ്യത്തിൽ ചേർക്കുവാൻ</a:t>
            </a:r>
          </a:p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എന്നു നീ വന്നിടും എന്നാശ തീർത്തിടും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88B6C0C-2952-46CB-BFCD-62FEFA27DAF8}"/>
              </a:ext>
            </a:extLst>
          </p:cNvPr>
          <p:cNvSpPr/>
          <p:nvPr/>
        </p:nvSpPr>
        <p:spPr>
          <a:xfrm>
            <a:off x="0" y="4120992"/>
            <a:ext cx="12192000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fi-FI" sz="3400" b="1" i="0" u="none" strike="noStrike" baseline="0" dirty="0">
                <a:solidFill>
                  <a:srgbClr val="002060"/>
                </a:solidFill>
              </a:rPr>
              <a:t>Thaathan valabhaagaththil-enikkaai raajyamorukkiduvaan</a:t>
            </a:r>
          </a:p>
          <a:p>
            <a:pPr algn="r"/>
            <a:r>
              <a:rPr lang="fi-FI" sz="3400" b="1" i="0" u="none" strike="noStrike" baseline="0" dirty="0">
                <a:solidFill>
                  <a:srgbClr val="002060"/>
                </a:solidFill>
              </a:rPr>
              <a:t>Nee poyittethra naalhaai aashayodu kaaththu njan paarththidunnu</a:t>
            </a:r>
          </a:p>
          <a:p>
            <a:pPr algn="r"/>
            <a:r>
              <a:rPr lang="fi-FI" sz="3400" b="1" i="0" u="none" strike="noStrike" baseline="0" dirty="0">
                <a:solidFill>
                  <a:srgbClr val="002060"/>
                </a:solidFill>
              </a:rPr>
              <a:t>Enne ninn-imbamaam raajyaththil cherkkuvaan</a:t>
            </a:r>
          </a:p>
          <a:p>
            <a:pPr algn="r"/>
            <a:r>
              <a:rPr lang="fi-FI" sz="3400" b="1" i="0" u="none" strike="noStrike" baseline="0" dirty="0">
                <a:solidFill>
                  <a:srgbClr val="002060"/>
                </a:solidFill>
              </a:rPr>
              <a:t>Ennu nee vannidum ennaasha theerththidum</a:t>
            </a:r>
            <a:endParaRPr lang="en-US" sz="3400" b="1" dirty="0">
              <a:solidFill>
                <a:srgbClr val="00206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36E7E3-EE8B-4CFD-8E35-28FB54098522}"/>
              </a:ext>
            </a:extLst>
          </p:cNvPr>
          <p:cNvSpPr txBox="1"/>
          <p:nvPr/>
        </p:nvSpPr>
        <p:spPr>
          <a:xfrm>
            <a:off x="11277600" y="0"/>
            <a:ext cx="914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270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76DA882-E162-450D-B385-A76647C70A0D}"/>
              </a:ext>
            </a:extLst>
          </p:cNvPr>
          <p:cNvSpPr txBox="1"/>
          <p:nvPr/>
        </p:nvSpPr>
        <p:spPr>
          <a:xfrm>
            <a:off x="0" y="23448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8099919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0904746-DA0C-4003-97CC-FE89125964D8}"/>
              </a:ext>
            </a:extLst>
          </p:cNvPr>
          <p:cNvSpPr/>
          <p:nvPr/>
        </p:nvSpPr>
        <p:spPr>
          <a:xfrm>
            <a:off x="0" y="1010390"/>
            <a:ext cx="12192000" cy="27084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ml-IN" sz="3400" b="1" spc="-300" dirty="0">
                <a:solidFill>
                  <a:srgbClr val="000000"/>
                </a:solidFill>
                <a:latin typeface="Kartika" panose="02020503030404060203" pitchFamily="18" charset="0"/>
              </a:rPr>
              <a:t>വാട്ടം മാലിന്യമില്ലാത്തവകാശം പ്രാപിപ്പാൻ തൻ സഭയെ </a:t>
            </a:r>
          </a:p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വാനിലെടുത്തിടുവാൻ തന്നോടു കൂടൊന്നിച്ചിരുത്തിടുവാൻ</a:t>
            </a:r>
          </a:p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വേഗം നീ വന്നിടാമെന്നുര ചെയ്തിട്ടു</a:t>
            </a:r>
          </a:p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താമസമെന്തഹോ ആനന്ദവല്ലഭാ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88B6C0C-2952-46CB-BFCD-62FEFA27DAF8}"/>
              </a:ext>
            </a:extLst>
          </p:cNvPr>
          <p:cNvSpPr/>
          <p:nvPr/>
        </p:nvSpPr>
        <p:spPr>
          <a:xfrm>
            <a:off x="0" y="4120992"/>
            <a:ext cx="12192000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fi-FI" sz="3400" b="1" i="0" u="none" strike="noStrike" baseline="0" dirty="0">
                <a:solidFill>
                  <a:srgbClr val="002060"/>
                </a:solidFill>
              </a:rPr>
              <a:t>Vaattam maalinyamillaath-avakaasham praapippaan than sabhaye</a:t>
            </a:r>
          </a:p>
          <a:p>
            <a:pPr algn="r"/>
            <a:r>
              <a:rPr lang="fi-FI" sz="3400" b="1" i="0" u="none" strike="noStrike" baseline="0" dirty="0">
                <a:solidFill>
                  <a:srgbClr val="002060"/>
                </a:solidFill>
              </a:rPr>
              <a:t>Vaanileduththiduvaan thannodu koodonnichchiruththiduvaan</a:t>
            </a:r>
          </a:p>
          <a:p>
            <a:pPr algn="r"/>
            <a:r>
              <a:rPr lang="fi-FI" sz="3400" b="1" i="0" u="none" strike="noStrike" baseline="0" dirty="0">
                <a:solidFill>
                  <a:srgbClr val="002060"/>
                </a:solidFill>
              </a:rPr>
              <a:t>Vegam nee vanneedaam-ennura cheythittu</a:t>
            </a:r>
          </a:p>
          <a:p>
            <a:pPr algn="r"/>
            <a:r>
              <a:rPr lang="fi-FI" sz="3400" b="1" i="0" u="none" strike="noStrike" baseline="0" dirty="0">
                <a:solidFill>
                  <a:srgbClr val="002060"/>
                </a:solidFill>
              </a:rPr>
              <a:t>Thaamasamenthaho aananda vallabha-</a:t>
            </a:r>
            <a:endParaRPr lang="en-US" sz="3400" b="1" dirty="0">
              <a:solidFill>
                <a:srgbClr val="00206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36E7E3-EE8B-4CFD-8E35-28FB54098522}"/>
              </a:ext>
            </a:extLst>
          </p:cNvPr>
          <p:cNvSpPr txBox="1"/>
          <p:nvPr/>
        </p:nvSpPr>
        <p:spPr>
          <a:xfrm>
            <a:off x="11277600" y="0"/>
            <a:ext cx="914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270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76DA882-E162-450D-B385-A76647C70A0D}"/>
              </a:ext>
            </a:extLst>
          </p:cNvPr>
          <p:cNvSpPr txBox="1"/>
          <p:nvPr/>
        </p:nvSpPr>
        <p:spPr>
          <a:xfrm>
            <a:off x="0" y="23448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9537696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0904746-DA0C-4003-97CC-FE89125964D8}"/>
              </a:ext>
            </a:extLst>
          </p:cNvPr>
          <p:cNvSpPr/>
          <p:nvPr/>
        </p:nvSpPr>
        <p:spPr>
          <a:xfrm>
            <a:off x="0" y="748780"/>
            <a:ext cx="12192000" cy="3231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ഞാൻ നിന്നെ ധ്യാനിക്കുമ്പോൾ </a:t>
            </a:r>
          </a:p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മനോഹരമെങ്ങനെ വർണ്ണിച്ചിടാം </a:t>
            </a:r>
          </a:p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വെണ്മയോടു ചുവപ്പും കലർന്നുള്ളോൻ</a:t>
            </a:r>
            <a: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ലക്ഷങ്ങളിലുത്തമൻ</a:t>
            </a:r>
          </a:p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നീ മഹാ സുന്ദരൻ ആഗ്രഹിക്കത്തക്കോൻ</a:t>
            </a:r>
          </a:p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നീ മതിയേ എനിക്കെന്നേക്കും നിശ്ചയം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88B6C0C-2952-46CB-BFCD-62FEFA27DAF8}"/>
              </a:ext>
            </a:extLst>
          </p:cNvPr>
          <p:cNvSpPr/>
          <p:nvPr/>
        </p:nvSpPr>
        <p:spPr>
          <a:xfrm>
            <a:off x="0" y="4120992"/>
            <a:ext cx="12192000" cy="27084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fi-FI" sz="3400" b="1" i="0" u="none" strike="noStrike" baseline="0" dirty="0">
                <a:solidFill>
                  <a:srgbClr val="002060"/>
                </a:solidFill>
              </a:rPr>
              <a:t>Njan ninne dhyaanikkumbolh manoraharamengane varnnhichidaam</a:t>
            </a:r>
          </a:p>
          <a:p>
            <a:pPr algn="r"/>
            <a:r>
              <a:rPr lang="fi-FI" sz="3400" b="1" i="0" u="none" strike="noStrike" baseline="0" dirty="0">
                <a:solidFill>
                  <a:srgbClr val="002060"/>
                </a:solidFill>
              </a:rPr>
              <a:t>Venmayodu chumappum kalarnnullha lakshanhangalhiluththaman</a:t>
            </a:r>
          </a:p>
          <a:p>
            <a:pPr algn="r"/>
            <a:r>
              <a:rPr lang="fi-FI" sz="3400" b="1" i="0" u="none" strike="noStrike" baseline="0" dirty="0">
                <a:solidFill>
                  <a:srgbClr val="002060"/>
                </a:solidFill>
              </a:rPr>
              <a:t>Nee mahaa sundaran aagrahikkaththakkon</a:t>
            </a:r>
          </a:p>
          <a:p>
            <a:pPr algn="r"/>
            <a:r>
              <a:rPr lang="fi-FI" sz="3400" b="1" i="0" u="none" strike="noStrike" baseline="0" dirty="0">
                <a:solidFill>
                  <a:srgbClr val="002060"/>
                </a:solidFill>
              </a:rPr>
              <a:t>Nee mathiye enikkenn-ennekkum nishchayam</a:t>
            </a:r>
            <a:endParaRPr lang="en-US" sz="3400" b="1" dirty="0">
              <a:solidFill>
                <a:srgbClr val="00206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36E7E3-EE8B-4CFD-8E35-28FB54098522}"/>
              </a:ext>
            </a:extLst>
          </p:cNvPr>
          <p:cNvSpPr txBox="1"/>
          <p:nvPr/>
        </p:nvSpPr>
        <p:spPr>
          <a:xfrm>
            <a:off x="11277600" y="0"/>
            <a:ext cx="914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270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76DA882-E162-450D-B385-A76647C70A0D}"/>
              </a:ext>
            </a:extLst>
          </p:cNvPr>
          <p:cNvSpPr txBox="1"/>
          <p:nvPr/>
        </p:nvSpPr>
        <p:spPr>
          <a:xfrm>
            <a:off x="0" y="23448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7189326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0904746-DA0C-4003-97CC-FE89125964D8}"/>
              </a:ext>
            </a:extLst>
          </p:cNvPr>
          <p:cNvSpPr/>
          <p:nvPr/>
        </p:nvSpPr>
        <p:spPr>
          <a:xfrm>
            <a:off x="0" y="748780"/>
            <a:ext cx="12192000" cy="27084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പ്രേമം നിന്നോടധികം തോന്നുമാറെൻ </a:t>
            </a:r>
          </a:p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നാവു രുചിച്ചിടുന്നു </a:t>
            </a:r>
          </a:p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നാമമതിമധുരം തേൻകട്ടയെക്കാളുമതി മധുരം</a:t>
            </a:r>
          </a:p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നീ എന്‍റെ രക്ഷകൻ വീണ്ടെടുത്തോനെന്നെ </a:t>
            </a:r>
          </a:p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നീ എനിക്കുള്ളവൻ ഞാൻ നിനക്കുള്ളവൻ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88B6C0C-2952-46CB-BFCD-62FEFA27DAF8}"/>
              </a:ext>
            </a:extLst>
          </p:cNvPr>
          <p:cNvSpPr/>
          <p:nvPr/>
        </p:nvSpPr>
        <p:spPr>
          <a:xfrm>
            <a:off x="0" y="4120992"/>
            <a:ext cx="12192000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fi-FI" sz="3400" b="1" i="0" u="none" strike="noStrike" baseline="0" dirty="0">
                <a:solidFill>
                  <a:srgbClr val="002060"/>
                </a:solidFill>
              </a:rPr>
              <a:t>Premam ninnodadhikam thonnumaarhen naavu ruchichidunnu</a:t>
            </a:r>
          </a:p>
          <a:p>
            <a:pPr algn="r"/>
            <a:r>
              <a:rPr lang="fi-FI" sz="3400" b="1" i="0" u="none" strike="noStrike" baseline="0" dirty="0">
                <a:solidFill>
                  <a:srgbClr val="002060"/>
                </a:solidFill>
              </a:rPr>
              <a:t>Naamam athimadhuram then kattayekkalhum-athi madhuram</a:t>
            </a:r>
          </a:p>
          <a:p>
            <a:pPr algn="r"/>
            <a:r>
              <a:rPr lang="fi-FI" sz="3400" b="1" i="0" u="none" strike="noStrike" baseline="0" dirty="0">
                <a:solidFill>
                  <a:srgbClr val="002060"/>
                </a:solidFill>
              </a:rPr>
              <a:t>Neeyente rakshakan veendeduththonenne</a:t>
            </a:r>
          </a:p>
          <a:p>
            <a:pPr algn="r"/>
            <a:r>
              <a:rPr lang="fi-FI" sz="3400" b="1" i="0" u="none" strike="noStrike" baseline="0" dirty="0">
                <a:solidFill>
                  <a:srgbClr val="002060"/>
                </a:solidFill>
              </a:rPr>
              <a:t>Nee enikkullhavan njan ninakkullhavan</a:t>
            </a:r>
            <a:endParaRPr lang="en-US" sz="3400" b="1" dirty="0">
              <a:solidFill>
                <a:srgbClr val="00206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36E7E3-EE8B-4CFD-8E35-28FB54098522}"/>
              </a:ext>
            </a:extLst>
          </p:cNvPr>
          <p:cNvSpPr txBox="1"/>
          <p:nvPr/>
        </p:nvSpPr>
        <p:spPr>
          <a:xfrm>
            <a:off x="11277600" y="0"/>
            <a:ext cx="914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270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76DA882-E162-450D-B385-A76647C70A0D}"/>
              </a:ext>
            </a:extLst>
          </p:cNvPr>
          <p:cNvSpPr txBox="1"/>
          <p:nvPr/>
        </p:nvSpPr>
        <p:spPr>
          <a:xfrm>
            <a:off x="0" y="23448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7797695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192</Words>
  <Application>Microsoft Office PowerPoint</Application>
  <PresentationFormat>Widescreen</PresentationFormat>
  <Paragraphs>56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Kartika</vt:lpstr>
      <vt:lpstr>Office Theme</vt:lpstr>
      <vt:lpstr>470 എൻപ്രിയരക്ഷകനേ!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 priya rakshakane ninne kaanman</dc:title>
  <dc:creator>Acsah Mathews</dc:creator>
  <cp:lastModifiedBy>Acsah Mathews</cp:lastModifiedBy>
  <cp:revision>2</cp:revision>
  <dcterms:created xsi:type="dcterms:W3CDTF">2018-11-30T17:21:35Z</dcterms:created>
  <dcterms:modified xsi:type="dcterms:W3CDTF">2018-11-30T17:22:19Z</dcterms:modified>
</cp:coreProperties>
</file>