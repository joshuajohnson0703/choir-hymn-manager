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9" r:id="rId2"/>
    <p:sldId id="270" r:id="rId3"/>
    <p:sldId id="275" r:id="rId4"/>
    <p:sldId id="276" r:id="rId5"/>
    <p:sldId id="277" r:id="rId6"/>
    <p:sldId id="278" r:id="rId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2" d="100"/>
          <a:sy n="42" d="100"/>
        </p:scale>
        <p:origin x="54" y="8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F46E4-B8FA-48CB-B65A-52D1621587C0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1FBAAB-9630-4B02-A1B9-4442FEBAF8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FF5832-C02E-4F58-A039-17F8F29CCA81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1BCE83-9D21-40C9-97E1-AB72176094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22421A-D724-4227-B059-915BAF03F133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6A6455-ABE3-4AB6-92F2-20129A690AF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B18D9F-01CA-400F-B13D-1A7D3F8D332B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9F2A72-DD62-4B87-840F-63712B35DEB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86D43A-F9DF-4358-A02E-D8DFBF1755A5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24F428-D229-4B6B-9366-D379E751D89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3662AF-A7B0-46FE-9E92-287ED4C6F42D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B62562-EB6F-459B-A625-B7EBC474BA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F460BF-49BB-4D60-931F-2FE4422EAE3C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1EBF37-6547-4F43-B40B-69A16752F7D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DEA11B-2999-49FF-9B5F-CECCFE79E755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BACFB4-5D72-44DF-A8F1-526962AB4D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61FE61-8599-4451-BE74-12F48D2A587C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CE14DD-48F0-4DDB-8E6B-3DE2E8022DE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A35DE4-BD5B-4FBE-81B6-36E368932BFA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AAA857-C200-4E3E-9FD8-0D5175BC46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5F21D5-A5B7-4582-BAA1-99A984D8B308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9F3E88-12DE-483E-9389-768EBB4427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CC76392-51DB-44E2-80F6-8EFC68BE9A60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A583EF6F-9248-4591-9E1B-BA838A2D2EE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452FF-D8D2-4B0B-883B-055B3D02C7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295</a:t>
            </a:r>
            <a:br>
              <a:rPr lang="en-US" dirty="0"/>
            </a:br>
            <a:r>
              <a:rPr lang="ml-IN" b="1">
                <a:latin typeface="Kartika" panose="02020503030404060203" pitchFamily="18" charset="0"/>
              </a:rPr>
              <a:t>എത്ര എത്ര ശ്രേഷ്ഠം!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C09F65-86B6-4A50-ABCF-73AF7EA3BC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143000"/>
          </a:xfrm>
        </p:spPr>
        <p:txBody>
          <a:bodyPr/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Ethra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Ethra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shreshtam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!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33A769-D1B5-40B5-86A0-A5E6F59D00B0}"/>
              </a:ext>
            </a:extLst>
          </p:cNvPr>
          <p:cNvSpPr/>
          <p:nvPr/>
        </p:nvSpPr>
        <p:spPr>
          <a:xfrm>
            <a:off x="2438400" y="4968477"/>
            <a:ext cx="22829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b="1" dirty="0"/>
              <a:t>(പി. വി. തൊമ്മി)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4A92BD-94F2-4613-BB92-71915C2DB2C8}"/>
              </a:ext>
            </a:extLst>
          </p:cNvPr>
          <p:cNvSpPr/>
          <p:nvPr/>
        </p:nvSpPr>
        <p:spPr>
          <a:xfrm>
            <a:off x="8689802" y="4924586"/>
            <a:ext cx="2282998" cy="3903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Kartika" panose="02020503030404060203" pitchFamily="18" charset="0"/>
              </a:rPr>
              <a:t>(P.V.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Kartika" panose="02020503030404060203" pitchFamily="18" charset="0"/>
              </a:rPr>
              <a:t>Thommi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Kartika" panose="02020503030404060203" pitchFamily="18" charset="0"/>
              </a:rPr>
              <a:t>) 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Kartika" panose="0202050303040406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3326416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338554"/>
            <a:ext cx="12192000" cy="3361492"/>
          </a:xfrm>
        </p:spPr>
        <p:txBody>
          <a:bodyPr anchor="t"/>
          <a:lstStyle/>
          <a:p>
            <a:pPr defTabSz="457200"/>
            <a:r>
              <a:rPr lang="ml-IN" sz="2000" dirty="0">
                <a:latin typeface="Kartika" panose="02020503030404060203" pitchFamily="18" charset="0"/>
                <a:cs typeface="Kartika" panose="02020503030404060203" pitchFamily="18" charset="0"/>
              </a:rPr>
              <a:t>പല്ലവി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എത്ര എത്ര ശ്രേഷ്ഠം! സ്വർഗ്ഗസീയോൻ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എത്ര എത്ര ശ്രേഷ്ഠം!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ml-IN" sz="1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കർത്തൻ വാണീടും സിംഹാസനവും നല്ല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കീർത്തനങ്ങൾ പാടും ദൂതരിൻ വീണയും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സ്തോത്ര ഗീതങ്ങൾ പാടുന്നവർ നാദവും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296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E0ED347-E32A-44AB-B7AC-01CDCB22E780}"/>
              </a:ext>
            </a:extLst>
          </p:cNvPr>
          <p:cNvSpPr/>
          <p:nvPr/>
        </p:nvSpPr>
        <p:spPr>
          <a:xfrm>
            <a:off x="0" y="3780532"/>
            <a:ext cx="12192000" cy="2923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Ethra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Ethra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shreshtam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Swarga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Seeyon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ethra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ethra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shreshtam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</a:t>
            </a:r>
          </a:p>
          <a:p>
            <a:pPr algn="ctr"/>
            <a:endParaRPr lang="en-US" sz="1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Karthan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vaanhidum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simhaasanavum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nalla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Keerthanangalh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paadum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dootharin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veenhayum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Sthothrageethangalh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paadunnavarh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naadavum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393144"/>
            <a:ext cx="12192000" cy="3188256"/>
          </a:xfrm>
        </p:spPr>
        <p:txBody>
          <a:bodyPr anchor="t"/>
          <a:lstStyle/>
          <a:p>
            <a:pPr algn="l" defTabSz="457200">
              <a:lnSpc>
                <a:spcPct val="110000"/>
              </a:lnSpc>
            </a:pP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പന്ത്രണ്ടു വാതി ലുകൾക്കടുത്തൊഴുകുന്നു പളുങ്കു നദി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മിന്നും നവരത്നം പോൽ വീഥിയെല്ലാം മിന്നിത്തിളങ്ങീടുന്നു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മുത്തുഗോപുരങ്ങൾ ശ്രേഷ്ടമാകുംവണ്ണം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ശുദ്ധപൊന്നിൻ തെരുവീഥി മഹാചിത്രം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ചൊല്ലിക്കൂടാതുള്ള തേജ്ജസ്സുദിക്കുന്ന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വല്ലഭൻ പട്ടണം നീ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കാണും നേരം അല്ലലെല്ലാമൊഴിയും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296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E0ED347-E32A-44AB-B7AC-01CDCB22E780}"/>
              </a:ext>
            </a:extLst>
          </p:cNvPr>
          <p:cNvSpPr/>
          <p:nvPr/>
        </p:nvSpPr>
        <p:spPr>
          <a:xfrm>
            <a:off x="0" y="3658612"/>
            <a:ext cx="12192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Panthrandu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vaathilikalhkkaduththozhukunnu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palhunku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nadi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Minnum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navaratnam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pol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veedhiyellaam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minni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thilhangeedunnu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Muththugopurangalh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shreshtamaakum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vannham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shudhaponnin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theruveedhi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mahaachitram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Chollikkoodathullha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thejassudikkunna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vallabhan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pattanham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nee</a:t>
            </a:r>
          </a:p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Kaanhumneram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allalellaamozhiyum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22482585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393144"/>
            <a:ext cx="12192000" cy="3188256"/>
          </a:xfrm>
        </p:spPr>
        <p:txBody>
          <a:bodyPr anchor="t"/>
          <a:lstStyle/>
          <a:p>
            <a:pPr algn="l" defTabSz="457200">
              <a:lnSpc>
                <a:spcPct val="110000"/>
              </a:lnSpc>
            </a:pPr>
            <a:r>
              <a:rPr lang="ml-IN" sz="32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ജീവനദിസ്വഛമായ്</a:t>
            </a:r>
            <a:r>
              <a:rPr lang="en-US" sz="32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ഒഴുകുന്നു സിംഹാസനത്തിന്നുമുന്നിൽ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ജീവവൃക്ഷം തഴച്ചീരാറുവിധ ജീവഫലം തരുന്നു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സ്വർഗ്ഗ സീയോൻ തന്നിൽ 	സൂര്യചന്ദ്രന്മാരും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ശോഭയേറും നല്ലദീപങ്ങളും വേണ്ട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ദൈവ തേജ്ജസ്സതിനെ പ്രകാശിപ്പിച്ചു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കുഞ്ഞാടതിൻ വിളക്കു</a:t>
            </a:r>
            <a:r>
              <a:rPr lang="en-US" sz="32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ദിവ്യകാന്തിയെങ്ങും വിളങ്ങിടുന്നു </a:t>
            </a:r>
            <a:endParaRPr lang="en-US" sz="3200" b="1" spc="-15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296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E0ED347-E32A-44AB-B7AC-01CDCB22E780}"/>
              </a:ext>
            </a:extLst>
          </p:cNvPr>
          <p:cNvSpPr/>
          <p:nvPr/>
        </p:nvSpPr>
        <p:spPr>
          <a:xfrm>
            <a:off x="0" y="3658612"/>
            <a:ext cx="12192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Jeevanadi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swachchamaai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ozhukunnu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simhaasanathin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munnil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Jeevavriksham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thazhacheeraarhu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vidha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jeevaphalam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tharunnu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Swargaseeyon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thannil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suryachandranmaarum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shobhayerum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nalla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deepangalhum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venda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Daiva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thejassathine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prakaashipichu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Kunjaadathin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vilhakku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Divyakaanthiyengum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vilhangidunnu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2800702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393144"/>
            <a:ext cx="12192000" cy="3188256"/>
          </a:xfrm>
        </p:spPr>
        <p:txBody>
          <a:bodyPr anchor="t"/>
          <a:lstStyle/>
          <a:p>
            <a:pPr algn="l" defTabSz="457200">
              <a:lnSpc>
                <a:spcPct val="110000"/>
              </a:lnSpc>
            </a:pPr>
            <a:r>
              <a:rPr lang="ml-IN" sz="32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ദൂതർ ചുഴന്നു നിൽക്കേ</a:t>
            </a:r>
            <a:r>
              <a:rPr lang="en-US" sz="32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ആസനത്തിൽ ദൈവമക്കളിരിക്കെ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ദൈവ മക്കൾ നടുവിൽ തേജ്ജസ്സോടെ ദൈവ കുഞ്ഞാടിരിക്കെ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ക്രോബകൾ സ്രാഫകൾ-പത്രങ്ങളാൽ പറ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ന്നത്യുന്നതന്മുൻ അലങ്കാരമായ് സ്തുതി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നിത്യം ചെയ്യുന്നതുമായുള്ള കാഴ്ചകൾ-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എത്ര എത്ര ഇമ്പം! മനോഹരം! എത്ര എത്ര ശ്രേഷ്ഠം! 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296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E0ED347-E32A-44AB-B7AC-01CDCB22E780}"/>
              </a:ext>
            </a:extLst>
          </p:cNvPr>
          <p:cNvSpPr/>
          <p:nvPr/>
        </p:nvSpPr>
        <p:spPr>
          <a:xfrm>
            <a:off x="0" y="3658612"/>
            <a:ext cx="12192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Dootharh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chuzhannu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nilkke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Aasanaththil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daivamakkalhirikke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Daiva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makkalh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naduvilThejassode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daiva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kunjaadirikke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Krobakalh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sraaphakalh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pathrangalhaal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Parhannathyunnathan-mun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alankaaramaai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sthuthi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Nithyam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cheyyunnathumaayullha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kaazhchakalh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Ethra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ethra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imbam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Manoharam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Ethra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ethra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shreshtam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057976672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393144"/>
            <a:ext cx="12192000" cy="3188256"/>
          </a:xfrm>
        </p:spPr>
        <p:txBody>
          <a:bodyPr anchor="t"/>
          <a:lstStyle/>
          <a:p>
            <a:pPr algn="l" defTabSz="457200">
              <a:lnSpc>
                <a:spcPct val="110000"/>
              </a:lnSpc>
            </a:pP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ഹല്ലേലുയ്യാ ഗീതം പാടിയാടും ദൂതന്മാർ കോടാകോടി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വല്ലഭനേ സ്തുതിച്ചു വന്ദിച്ചീടും സ്രാഫഗണം വളരെ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ശുദ്ധൻ ശുദ്ധൻ പരി-ശുദ്ധൻ-മാകുഞ്ഞാട്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നിത്യം സ്തുതി നിനക്കെന്നുമാ ശബ്ദമായ്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ഒത്തുപാടുംദൈവദൂതർ കോടാകോടി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കിന്നര നാദ മോടും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പലതര ഗീതങ്ങൾ പാടീടുന്നു 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296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E0ED347-E32A-44AB-B7AC-01CDCB22E780}"/>
              </a:ext>
            </a:extLst>
          </p:cNvPr>
          <p:cNvSpPr/>
          <p:nvPr/>
        </p:nvSpPr>
        <p:spPr>
          <a:xfrm>
            <a:off x="0" y="3658612"/>
            <a:ext cx="12192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Halleluyyaa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geetham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Paadiyaadum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dootharkodaanukodi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Vallabhane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sthuthichu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Vannicheedum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sraaphaganham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valhare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Shudhan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shudhan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parishudhan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-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maa-kunjaadu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Nithyam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nithyam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ninakkennumaa-shabdamaai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Othupaadum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daivadoothar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kodanukodi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Kinnara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naadamodum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Palathara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geethangalh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paadeedunnu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71427702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1048</TotalTime>
  <Words>164</Words>
  <Application>Microsoft Office PowerPoint</Application>
  <PresentationFormat>Widescreen</PresentationFormat>
  <Paragraphs>44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Kartika</vt:lpstr>
      <vt:lpstr>Times New Roman</vt:lpstr>
      <vt:lpstr>Office Theme</vt:lpstr>
      <vt:lpstr>295 എത്ര എത്ര ശ്രേഷ്ഠം!</vt:lpstr>
      <vt:lpstr>പല്ലവി എത്ര എത്ര ശ്രേഷ്ഠം! സ്വർഗ്ഗസീയോൻ എത്ര എത്ര ശ്രേഷ്ഠം!  കർത്തൻ വാണീടും സിംഹാസനവും നല്ല കീർത്തനങ്ങൾ പാടും ദൂതരിൻ വീണയും സ്തോത്ര ഗീതങ്ങൾ പാടുന്നവർ നാദവും</vt:lpstr>
      <vt:lpstr>പന്ത്രണ്ടു വാതി ലുകൾക്കടുത്തൊഴുകുന്നു പളുങ്കു നദി മിന്നും നവരത്നം പോൽ വീഥിയെല്ലാം മിന്നിത്തിളങ്ങീടുന്നു മുത്തുഗോപുരങ്ങൾ ശ്രേഷ്ടമാകുംവണ്ണം ശുദ്ധപൊന്നിൻ തെരുവീഥി മഹാചിത്രം ചൊല്ലിക്കൂടാതുള്ള തേജ്ജസ്സുദിക്കുന്ന വല്ലഭൻ പട്ടണം നീ കാണും നേരം അല്ലലെല്ലാമൊഴിയും </vt:lpstr>
      <vt:lpstr>ജീവനദിസ്വഛമായ് ഒഴുകുന്നു സിംഹാസനത്തിന്നുമുന്നിൽ ജീവവൃക്ഷം തഴച്ചീരാറുവിധ ജീവഫലം തരുന്നു സ്വർഗ്ഗ സീയോൻ തന്നിൽ  സൂര്യചന്ദ്രന്മാരും ശോഭയേറും നല്ലദീപങ്ങളും വേണ്ട ദൈവ തേജ്ജസ്സതിനെ പ്രകാശിപ്പിച്ചു കുഞ്ഞാടതിൻ വിളക്കു ദിവ്യകാന്തിയെങ്ങും വിളങ്ങിടുന്നു </vt:lpstr>
      <vt:lpstr>ദൂതർ ചുഴന്നു നിൽക്കേ ആസനത്തിൽ ദൈവമക്കളിരിക്കെ ദൈവ മക്കൾ നടുവിൽ തേജ്ജസ്സോടെ ദൈവ കുഞ്ഞാടിരിക്കെ ക്രോബകൾ സ്രാഫകൾ-പത്രങ്ങളാൽ പറ- ന്നത്യുന്നതന്മുൻ അലങ്കാരമായ് സ്തുതി നിത്യം ചെയ്യുന്നതുമായുള്ള കാഴ്ചകൾ- എത്ര എത്ര ഇമ്പം! മനോഹരം! എത്ര എത്ര ശ്രേഷ്ഠം! </vt:lpstr>
      <vt:lpstr>ഹല്ലേലുയ്യാ ഗീതം പാടിയാടും ദൂതന്മാർ കോടാകോടി വല്ലഭനേ സ്തുതിച്ചു വന്ദിച്ചീടും സ്രാഫഗണം വളരെ ശുദ്ധൻ ശുദ്ധൻ പരി-ശുദ്ധൻ-മാകുഞ്ഞാട്  നിത്യം സ്തുതി നിനക്കെന്നുമാ ശബ്ദമായ് ഒത്തുപാടുംദൈവദൂതർ കോടാകോടി കിന്നര നാദ മോടും പലതര ഗീതങ്ങൾ പാടീടുന്നു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Ethra ethra shreshtam</dc:title>
  <dc:creator>Digital Input:; GM JOHN; Acsah Mathews</dc:creator>
  <cp:lastModifiedBy>Acsah Mathews</cp:lastModifiedBy>
  <cp:revision>329</cp:revision>
  <dcterms:created xsi:type="dcterms:W3CDTF">2013-04-19T09:19:07Z</dcterms:created>
  <dcterms:modified xsi:type="dcterms:W3CDTF">2018-11-15T19:57:02Z</dcterms:modified>
</cp:coreProperties>
</file>