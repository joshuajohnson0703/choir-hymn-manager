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4" r:id="rId2"/>
    <p:sldId id="280" r:id="rId3"/>
    <p:sldId id="285" r:id="rId4"/>
    <p:sldId id="288" r:id="rId5"/>
    <p:sldId id="286" r:id="rId6"/>
    <p:sldId id="289" r:id="rId7"/>
    <p:sldId id="287" r:id="rId8"/>
    <p:sldId id="290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EF9AB13-E0FF-4062-B6DE-7C377EE2ECE1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4B8E7C1-1F6B-425C-B48C-53EDB92BDD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840D8-2569-41E1-B95E-98DCE24C2861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8E96D6-4942-41D2-87F8-224EE60413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A634B1-E635-46D4-BC75-991D4B654D4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3FD4F-ACEE-459B-8A0F-FF0073E91C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01891-8780-4AE7-A833-297A98CB2CC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F364D6-7776-4707-823B-F1794AFBA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0E494-BAE8-45A0-85E2-3230C222DD28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591EB-2B05-48D7-B669-C269A3F4F1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44A72-FE1A-4E19-B9D7-F0A9E6DDE85A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9ABE3-08F4-4B13-A997-BAB8487B02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831F3B-0985-4AD9-8149-AEF673EB9AD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2E7D1-020C-4301-86B2-8FEEEBD76F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6EACE8-012C-41AF-87BF-389DD239EF70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891E0-E68A-470E-A6F7-B99D4F54D4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9E91E-F698-4D7E-BB10-8A76B04E2A91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3024B3-E5EE-462A-8132-8AC687739C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EE0CF6-A588-4E0D-99FD-BDAA90215D98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4D6BAC-AF1B-4F9E-8164-68D321DB6C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F2698-B80A-4519-B4B9-42DEF53607E3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E4EFA-AED6-4FD1-8DEC-0BA60991C7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DD72F-92B9-4E2D-93C0-D1DEB6695A1C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B92D6-BEFC-49A0-A7CE-97A4FDAA8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8EE8350-BCB7-4D21-A392-0B8B52681343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D29623D-E34C-41DB-A8E8-1ABCA085AF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4D10-8622-47D0-8EBE-A4EBE47293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നാഥാ ചൊരിയണമെ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791DD4-CA4E-4C42-BBF6-1A4A1BA3D9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Naadhaa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choriyenhamey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314851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66800"/>
            <a:ext cx="12192000" cy="1140075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 ചൊരിയണമെ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കൃപ ദാസരിൻമേൽ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ഏകീടേണം ആശിഷമാരി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ഏഴകളിൻ നടുവിൽ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2D959A-7D4A-4B24-B5C1-44AF76BCEBD6}"/>
              </a:ext>
            </a:extLst>
          </p:cNvPr>
          <p:cNvSpPr/>
          <p:nvPr/>
        </p:nvSpPr>
        <p:spPr>
          <a:xfrm>
            <a:off x="0" y="31058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Naadhaa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choriyenhamey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Nin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kripa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daasarinmel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Èkidenham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aashishamaari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Ezhakalhin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naduvil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FCD3F3-198F-4E1D-B214-372A2A007A96}"/>
              </a:ext>
            </a:extLst>
          </p:cNvPr>
          <p:cNvSpPr/>
          <p:nvPr/>
        </p:nvSpPr>
        <p:spPr>
          <a:xfrm>
            <a:off x="228600" y="684471"/>
            <a:ext cx="11811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പാടിപുകഴ്ത്തിടാൻ പാപികൾ ഞങ്ങൾ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പാവനമാം നിൻ പരിശുദ്ധനാമം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വാനിലും ഭൂവിലും മേലായനാമം (2)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ഉന്നതനേശു നാമം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നാഥാ</a:t>
            </a:r>
            <a:endParaRPr lang="en-US" sz="3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7D1D0-2819-4417-9370-39D888F731E3}"/>
              </a:ext>
            </a:extLst>
          </p:cNvPr>
          <p:cNvSpPr/>
          <p:nvPr/>
        </p:nvSpPr>
        <p:spPr>
          <a:xfrm>
            <a:off x="228600" y="4038600"/>
            <a:ext cx="11811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Paadipukazhththidaan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paapikalh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Paavanamaam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parishudhdhanaamam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bhoovilum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melaayanaamam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Unnathaneshu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92845114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66800"/>
            <a:ext cx="12192000" cy="1140075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 ചൊരിയണമെ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കൃപ ദാസരിൻമേൽ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ഏകീടേണം ആശിഷമാരി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ഏഴകളിൻ നടുവിൽ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2D959A-7D4A-4B24-B5C1-44AF76BCEBD6}"/>
              </a:ext>
            </a:extLst>
          </p:cNvPr>
          <p:cNvSpPr/>
          <p:nvPr/>
        </p:nvSpPr>
        <p:spPr>
          <a:xfrm>
            <a:off x="0" y="31058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Naadhaa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choriyenhamey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Nin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kripa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daasarinmel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Èkidenham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aashishamaari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Ezhakalhin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naduvil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475109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FCD3F3-198F-4E1D-B214-372A2A007A96}"/>
              </a:ext>
            </a:extLst>
          </p:cNvPr>
          <p:cNvSpPr/>
          <p:nvPr/>
        </p:nvSpPr>
        <p:spPr>
          <a:xfrm>
            <a:off x="228600" y="684471"/>
            <a:ext cx="11811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2. </a:t>
            </a:r>
          </a:p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പ്രാർത്ഥന ചെയ്‌വാൻ പ്രാപ്തിയെ നൽകാൻ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കാത്തിരുന്നീടാൻ കാഴ്ച്ചയേകുക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വിശ്വസിപ്പാൻ ആശ്രയിപ്പാൻ (2)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നൽകീടുക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7D1D0-2819-4417-9370-39D888F731E3}"/>
              </a:ext>
            </a:extLst>
          </p:cNvPr>
          <p:cNvSpPr/>
          <p:nvPr/>
        </p:nvSpPr>
        <p:spPr>
          <a:xfrm>
            <a:off x="228600" y="4038600"/>
            <a:ext cx="11811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Praarthanacheivaan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praapthiyé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Kaaththirunneedaan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kaazhchayekuka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Vishwasippaan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aashrayippan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Shakthi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nalkeeduka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149570903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66800"/>
            <a:ext cx="12192000" cy="1140075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 ചൊരിയണമെ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കൃപ ദാസരിൻമേൽ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ഏകീടേണം ആശിഷമാരി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ഏഴകളിൻ നടുവിൽ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2D959A-7D4A-4B24-B5C1-44AF76BCEBD6}"/>
              </a:ext>
            </a:extLst>
          </p:cNvPr>
          <p:cNvSpPr/>
          <p:nvPr/>
        </p:nvSpPr>
        <p:spPr>
          <a:xfrm>
            <a:off x="0" y="31058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Naadhaa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choriyenhamey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Nin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kripa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daasarinmel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Èkidenham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aashishamaari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Ezhakalhin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naduvil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721867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FCD3F3-198F-4E1D-B214-372A2A007A96}"/>
              </a:ext>
            </a:extLst>
          </p:cNvPr>
          <p:cNvSpPr/>
          <p:nvPr/>
        </p:nvSpPr>
        <p:spPr>
          <a:xfrm>
            <a:off x="228600" y="684471"/>
            <a:ext cx="1181100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3. </a:t>
            </a:r>
          </a:p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 ദേവാ നിൻ വചനങ്ങൾ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ഉള്ളിലെ കണ്‍കൾ ഉള്ളപോൽ കാണ്‍മാൻ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ഉള്ളങ്ങളെ ഉണർത്തീടണേ (2)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വല്ലഭനെ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7D1D0-2819-4417-9370-39D888F731E3}"/>
              </a:ext>
            </a:extLst>
          </p:cNvPr>
          <p:cNvSpPr/>
          <p:nvPr/>
        </p:nvSpPr>
        <p:spPr>
          <a:xfrm>
            <a:off x="228600" y="4038600"/>
            <a:ext cx="11811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vachanangalh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Ullhiley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kanhkalh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ullhapol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kaanhmaan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Ullhangalhey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unharththeedanhey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vallabhaney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54079069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66800"/>
            <a:ext cx="12192000" cy="1140075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 ചൊരിയണമെ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കൃപ ദാസരിൻമേൽ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ഏകീടേണം ആശിഷമാരി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ഏഴകളിൻ നടുവിൽ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2D959A-7D4A-4B24-B5C1-44AF76BCEBD6}"/>
              </a:ext>
            </a:extLst>
          </p:cNvPr>
          <p:cNvSpPr/>
          <p:nvPr/>
        </p:nvSpPr>
        <p:spPr>
          <a:xfrm>
            <a:off x="0" y="31058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Naadhaa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choriyenhamey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Nin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kripa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daasarinmel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Èkidenham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aashishamaari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Ezhakalhin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naduvil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25FED4-EAFA-4451-B4BC-0CB7CECA0957}"/>
              </a:ext>
            </a:extLst>
          </p:cNvPr>
          <p:cNvSpPr/>
          <p:nvPr/>
        </p:nvSpPr>
        <p:spPr>
          <a:xfrm>
            <a:off x="9448095" y="4774236"/>
            <a:ext cx="2334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(John Philip, </a:t>
            </a:r>
            <a:r>
              <a:rPr lang="en-US" dirty="0" err="1">
                <a:solidFill>
                  <a:srgbClr val="000000"/>
                </a:solidFill>
              </a:rPr>
              <a:t>Ayathil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9394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2458</TotalTime>
  <Words>143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42 നാഥാ ചൊരിയണമെ</vt:lpstr>
      <vt:lpstr>നാഥാ ചൊരിയണമെ - നിൻ കൃപ ദാസരിൻമേൽ  ഏകീടേണം ആശിഷമാരി - ഏഴകളിൻ നടുവിൽ</vt:lpstr>
      <vt:lpstr>PowerPoint Presentation</vt:lpstr>
      <vt:lpstr>നാഥാ ചൊരിയണമെ - നിൻ കൃപ ദാസരിൻമേൽ  ഏകീടേണം ആശിഷമാരി - ഏഴകളിൻ നടുവിൽ</vt:lpstr>
      <vt:lpstr>PowerPoint Presentation</vt:lpstr>
      <vt:lpstr>നാഥാ ചൊരിയണമെ - നിൻ കൃപ ദാസരിൻമേൽ  ഏകീടേണം ആശിഷമാരി - ഏഴകളിൻ നടുവിൽ</vt:lpstr>
      <vt:lpstr>PowerPoint Presentation</vt:lpstr>
      <vt:lpstr>നാഥാ ചൊരിയണമെ - നിൻ കൃപ ദാസരിൻമേൽ  ഏകീടേണം ആശിഷമാരി - ഏഴകളിൻ നടുവിൽ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Nadha choriyename</dc:title>
  <dc:creator>Digital Input:;GM JOHN</dc:creator>
  <cp:lastModifiedBy>Acsah Mathews</cp:lastModifiedBy>
  <cp:revision>603</cp:revision>
  <dcterms:created xsi:type="dcterms:W3CDTF">2013-04-19T09:19:07Z</dcterms:created>
  <dcterms:modified xsi:type="dcterms:W3CDTF">2018-10-26T18:06:22Z</dcterms:modified>
</cp:coreProperties>
</file>