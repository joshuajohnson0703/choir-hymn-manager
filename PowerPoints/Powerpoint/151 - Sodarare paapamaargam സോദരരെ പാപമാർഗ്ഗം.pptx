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4" r:id="rId3"/>
    <p:sldId id="278" r:id="rId4"/>
    <p:sldId id="282" r:id="rId5"/>
    <p:sldId id="279" r:id="rId6"/>
    <p:sldId id="283" r:id="rId7"/>
    <p:sldId id="280" r:id="rId8"/>
    <p:sldId id="284" r:id="rId9"/>
    <p:sldId id="281" r:id="rId10"/>
    <p:sldId id="285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19207-77ED-4F97-A8C2-D9CC98A6C5B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CAC2A-661F-473C-AF10-8CFF8F6174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02721-F1FD-430B-B36D-1CDEF9BA3FF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DD31F-67BB-4BCD-B78D-5C7751A659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B3792-B7E2-42B6-B8B6-21086D33C75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4E361-1A4A-4EF9-AA92-DC9443993E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82CF64-7923-46E7-8152-43B790AE927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424E4-71F1-4624-98C0-3F541DF134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4141B-3380-425F-AFEE-E35FFCE43C3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B383B-8C79-4C30-A60B-92B9CEB1C1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581C7-FF1F-4116-BBF2-BABE8EC25E6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77DDA-8B6E-4B76-A430-D59054C17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BA0A5-B44D-491F-B9C7-265CAE72DDA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A13F4-2485-41F1-845A-98FA44EDC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B91D5-07BC-444D-BEDC-4439A6E457E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9BA56-E801-42EC-B2FC-B6A915F953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C203E-9900-4057-916A-B03CE0C2A01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CF873-587F-49C6-BF33-C80FD9513A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57E4A-726F-4B0E-9344-ECD19F8B350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9ADD9-CD53-41B5-AB6A-AF0E29C07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11AD2-80B0-4AE3-8487-76E990D4D1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B23F7-B45A-409E-8345-9AA1FCEC7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4BDEED-CC39-45C6-9771-42B498C78BE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CBE1F2-8B1C-42CF-A95A-B17E654A4B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8C28-4641-46EE-863E-8D2B7A3AD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151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സോദരരെ പാപമാർഗ്ഗം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BA7FD-C711-4F9B-9B71-CD0C4AC571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</a:rPr>
              <a:t>paapamaargam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166048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3352800"/>
          </a:xfrm>
        </p:spPr>
        <p:txBody>
          <a:bodyPr anchor="t"/>
          <a:lstStyle/>
          <a:p>
            <a:pPr defTabSz="457200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സോദരരെ പാപമാർഗ്ഗം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 - വേഗം നേടുവിൻ മുക്തി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- സോദ ..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501211"/>
            <a:ext cx="121920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paapamaargam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lvl="0" algn="ctr"/>
            <a:r>
              <a:rPr lang="en-US" sz="2600" i="1" dirty="0" err="1">
                <a:solidFill>
                  <a:srgbClr val="1F497D"/>
                </a:solidFill>
                <a:latin typeface="+mn-lt"/>
              </a:rPr>
              <a:t>Anupallavi</a:t>
            </a:r>
            <a:endParaRPr lang="en-US" sz="2600" i="1" dirty="0">
              <a:solidFill>
                <a:srgbClr val="1F497D"/>
              </a:solidFill>
              <a:latin typeface="+mn-lt"/>
            </a:endParaRPr>
          </a:p>
          <a:p>
            <a:pPr algn="ctr"/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neduvin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mukthi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								-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sodarare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59354"/>
            <a:ext cx="12344400" cy="2057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കല്ലും മുള്ളും ആർന്നിടുന്ന കാൽവറിയിൽ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കാണ്‍മതെന്ത്?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മോഹ പാശം നീക്കിടുന്ന സ്നേഹ രൂപമോ?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സ്നേഹരൂപമോ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ത്യാഗ ദീപമോ?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4114800"/>
            <a:ext cx="12192000" cy="192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Kallum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mullhum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aarnnidunna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kaalvaryil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kaanhmathenthu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Mohapaasham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neekkidunna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sneharoopamo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Sneharoopamo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thyaagadeepamo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6630E-C917-447C-BF87-F9447232FF76}"/>
              </a:ext>
            </a:extLst>
          </p:cNvPr>
          <p:cNvSpPr/>
          <p:nvPr/>
        </p:nvSpPr>
        <p:spPr>
          <a:xfrm>
            <a:off x="0" y="515272"/>
            <a:ext cx="12192000" cy="679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7164265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6622"/>
            <a:ext cx="12192000" cy="2289989"/>
          </a:xfrm>
        </p:spPr>
        <p:txBody>
          <a:bodyPr anchor="t"/>
          <a:lstStyle/>
          <a:p>
            <a:pPr defTabSz="457200">
              <a:defRPr/>
            </a:pP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സോദരരെ പാപമാർഗ്ഗം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 - വേഗം നേടുവിൻ മുക്തി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സോദ ..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501211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paapamaargam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neduvin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mukthi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								-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sodarare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867161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559210"/>
            <a:ext cx="12192000" cy="2057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കാണിയും കരുണയെന്യെ പാണികളിലാണി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വൻ കുരിശിലേറ്റിടുന്നു പാതകർ യൂദർ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പാതകർ യൂദർ - സുര ലോക പാലകനേ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872476"/>
            <a:ext cx="12192000" cy="192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paanhikalhilaanhi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Vankurishilettidunnu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suralokapaalane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6630E-C917-447C-BF87-F9447232FF76}"/>
              </a:ext>
            </a:extLst>
          </p:cNvPr>
          <p:cNvSpPr/>
          <p:nvPr/>
        </p:nvSpPr>
        <p:spPr>
          <a:xfrm>
            <a:off x="0" y="515272"/>
            <a:ext cx="12192000" cy="679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857600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6622"/>
            <a:ext cx="12192000" cy="2289989"/>
          </a:xfrm>
        </p:spPr>
        <p:txBody>
          <a:bodyPr anchor="t"/>
          <a:lstStyle/>
          <a:p>
            <a:pPr defTabSz="457200">
              <a:defRPr/>
            </a:pP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സോദരരെ പാപമാർഗ്ഗം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 - വേഗം നേടുവിൻ മുക്തി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സോദ ..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501211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paapamaargam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neduvin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mukthi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								-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sodarare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3438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22098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  <a:defRPr/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പട്ടിളം കളേബരത്തിൽ കൂർത്തകുന്തം തറയ്ക്കുന്നു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പൊൻ മകുടം ചൂടേണ്ട തൻ ശിരസ്സതിൽ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ശിരസ്സതിൽ ഹന്ത!-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മുൾമുടി ചൂടി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4114800"/>
            <a:ext cx="12192000" cy="192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paanhikalhilaanhi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Vankurishilettidunnu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suralokapaalane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6630E-C917-447C-BF87-F9447232FF76}"/>
              </a:ext>
            </a:extLst>
          </p:cNvPr>
          <p:cNvSpPr/>
          <p:nvPr/>
        </p:nvSpPr>
        <p:spPr>
          <a:xfrm>
            <a:off x="0" y="515272"/>
            <a:ext cx="12192000" cy="679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80987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6622"/>
            <a:ext cx="12192000" cy="2289989"/>
          </a:xfrm>
        </p:spPr>
        <p:txBody>
          <a:bodyPr anchor="t"/>
          <a:lstStyle/>
          <a:p>
            <a:pPr defTabSz="457200">
              <a:defRPr/>
            </a:pP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സോദരരെ പാപമാർഗ്ഗം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 - വേഗം നേടുവിൻ മുക്തി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സോദ ..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501211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paapamaargam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neduvin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mukthi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								-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sodarare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901712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2057400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മന്നിടത്തിൽ മർത്യവേഷം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കൈവരിച്ചു ജാതനായ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ക്രിസ്തുദേവൻ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പാപികൾക്കായ്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തിരു ജീവൻ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തിരു ജീവൻ-ഹന്ത!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കൈവെടിയുന്നു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4114800"/>
            <a:ext cx="12192000" cy="192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karunhayenye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paanhikalhilaanhi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Vankurishilettidunnu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yoodar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suralokapaalane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6630E-C917-447C-BF87-F9447232FF76}"/>
              </a:ext>
            </a:extLst>
          </p:cNvPr>
          <p:cNvSpPr/>
          <p:nvPr/>
        </p:nvSpPr>
        <p:spPr>
          <a:xfrm>
            <a:off x="0" y="515272"/>
            <a:ext cx="12192000" cy="679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8669143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36622"/>
            <a:ext cx="12192000" cy="2289989"/>
          </a:xfrm>
        </p:spPr>
        <p:txBody>
          <a:bodyPr anchor="t"/>
          <a:lstStyle/>
          <a:p>
            <a:pPr defTabSz="457200">
              <a:defRPr/>
            </a:pP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സോദരരെ പാപമാർഗ്ഗം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തേടിപ്പോകാതെ - വേഗം നേടുവിൻ മുക്തി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സോദ ..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976CC-5C4E-477A-9760-56728794CA01}"/>
              </a:ext>
            </a:extLst>
          </p:cNvPr>
          <p:cNvSpPr/>
          <p:nvPr/>
        </p:nvSpPr>
        <p:spPr>
          <a:xfrm>
            <a:off x="0" y="3501211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Sodarare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paapamaargam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Thedippokaathe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neduvin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mukthi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 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+mn-lt"/>
              </a:rPr>
              <a:t>								-</a:t>
            </a:r>
            <a:r>
              <a:rPr lang="en-US" sz="4000" b="1" dirty="0" err="1">
                <a:solidFill>
                  <a:schemeClr val="tx2"/>
                </a:solidFill>
                <a:latin typeface="+mn-lt"/>
              </a:rPr>
              <a:t>sodarare</a:t>
            </a:r>
            <a:r>
              <a:rPr lang="en-US" sz="4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19722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142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151 സോദരരെ പാപമാർഗ്ഗം</vt:lpstr>
      <vt:lpstr>പല്ലവി സോദരരെ പാപമാർഗ്ഗം തേടിപ്പോകാതെ  അനുപല്ലവി തേടിപ്പോകാതെ - വേഗം നേടുവിൻ മുക്തി                       - സോദ ..</vt:lpstr>
      <vt:lpstr>കല്ലും മുള്ളും ആർന്നിടുന്ന കാൽവറിയിൽ കാണ്‍മതെന്ത്? മോഹ പാശം നീക്കിടുന്ന സ്നേഹ രൂപമോ? സ്നേഹരൂപമോ - മഹാ ത്യാഗ ദീപമോ? </vt:lpstr>
      <vt:lpstr>സോദരരെ പാപമാർഗ്ഗം തേടിപ്പോകാതെ   തേടിപ്പോകാതെ - വേഗം നേടുവിൻ മുക്തി                       - സോദ ..</vt:lpstr>
      <vt:lpstr>കാണിയും കരുണയെന്യെ പാണികളിലാണി ചേർത്തു  വൻ കുരിശിലേറ്റിടുന്നു പാതകർ യൂദർ  പാതകർ യൂദർ - സുര ലോക പാലകനേ</vt:lpstr>
      <vt:lpstr>സോദരരെ പാപമാർഗ്ഗം തേടിപ്പോകാതെ   തേടിപ്പോകാതെ - വേഗം നേടുവിൻ മുക്തി                       - സോദ ..</vt:lpstr>
      <vt:lpstr>പട്ടിളം കളേബരത്തിൽ കൂർത്തകുന്തം തറയ്ക്കുന്നു പൊൻ മകുടം ചൂടേണ്ട തൻ ശിരസ്സതിൽ  തൻ ശിരസ്സതിൽ ഹന്ത!- മുൾമുടി ചൂടി </vt:lpstr>
      <vt:lpstr>സോദരരെ പാപമാർഗ്ഗം തേടിപ്പോകാതെ   തേടിപ്പോകാതെ - വേഗം നേടുവിൻ മുക്തി                       - സോദ ..</vt:lpstr>
      <vt:lpstr>മന്നിടത്തിൽ മർത്യവേഷം കൈവരിച്ചു ജാതനായ  ക്രിസ്തുദേവൻ പാപികൾക്കായ് തൻ തിരു ജീവൻ  തൻ തിരു ജീവൻ-ഹന്ത! കൈവെടിയുന്നു</vt:lpstr>
      <vt:lpstr>സോദരരെ പാപമാർഗ്ഗം തേടിപ്പോകാതെ   തേടിപ്പോകാതെ - വേഗം നേടുവിൻ മുക്തി                       - സോദ 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Sodarare paapamargam</dc:title>
  <dc:creator>Digital Input:; GM JOHN; Acsah Mathews</dc:creator>
  <cp:lastModifiedBy>Acsah Mathews</cp:lastModifiedBy>
  <cp:revision>339</cp:revision>
  <dcterms:created xsi:type="dcterms:W3CDTF">2013-04-19T09:19:07Z</dcterms:created>
  <dcterms:modified xsi:type="dcterms:W3CDTF">2018-11-06T14:36:29Z</dcterms:modified>
</cp:coreProperties>
</file>