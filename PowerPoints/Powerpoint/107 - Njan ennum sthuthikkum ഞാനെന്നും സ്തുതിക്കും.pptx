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9" r:id="rId2"/>
    <p:sldId id="271" r:id="rId3"/>
    <p:sldId id="274" r:id="rId4"/>
    <p:sldId id="275" r:id="rId5"/>
    <p:sldId id="277" r:id="rId6"/>
    <p:sldId id="276" r:id="rId7"/>
    <p:sldId id="278" r:id="rId8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1" d="100"/>
          <a:sy n="41" d="100"/>
        </p:scale>
        <p:origin x="66" y="8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AC9639-4B0C-4BB9-B113-D7F3217B4D1D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6BC866-D36C-4FA1-9F6D-20F5743A83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926271-32FD-46D7-8527-4955448B12CC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EB4C98-9913-4B59-9F89-E4F81A550B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87F4A7-3567-410E-863C-3FF7918CADD7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CB8F1C-CDD7-4C26-B87F-73923B0EE8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B2D3EE-B949-41CA-964E-E826D9D41B79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7A699F-5DB1-4D2F-871A-5014BAFE815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71C2DF-744B-4B07-9DD9-476A573DFD18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82CA1E-1107-4855-9ED3-0609C2C049B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1C0654-598B-45FF-8CA2-831509E5016B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54921D-8C2D-4986-B1DF-A688C67F0A8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8FFFED-2374-48F7-89B8-796024E1E4E4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AD0DB3-BA7E-4E9F-98F0-B573F5C8714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F497B1-AFDB-4A2F-A69E-965658563FF4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8E1C78-84CE-4654-B42D-2E1999D043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22804A-0A76-4DE8-BABC-F5DF4AE933E2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4F3CD5-2787-4CC8-9EB5-94C9CCADA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60FE94-50C0-4D5E-A4D1-8D26C0ED6F79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98B43E-6E19-47C6-B0A3-3074B1CD93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BCDC23-D573-45FA-BF8B-6159E37A0828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E0D66D-E2F4-41CE-903E-E0BD0044E8E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FC43446-946C-4330-A7BA-42D1E1496F32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5D19C08-E3A2-47E2-9351-E9FFB8CB76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7F0F5-E4D1-400E-8F67-11939D0AD7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107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ഞാനെന്നും സ്തുതിക്കും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AAAA4E-1D8F-42FB-9A03-9955562A29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</a:rPr>
              <a:t>Njaanennum </a:t>
            </a:r>
            <a:r>
              <a:rPr lang="en-US" sz="4000" b="1" dirty="0" err="1">
                <a:solidFill>
                  <a:schemeClr val="tx2"/>
                </a:solidFill>
              </a:rPr>
              <a:t>sthuthikkum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710395052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41738"/>
            <a:ext cx="12192000" cy="2319754"/>
          </a:xfrm>
        </p:spPr>
        <p:txBody>
          <a:bodyPr anchor="t"/>
          <a:lstStyle/>
          <a:p>
            <a:pPr defTabSz="285750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ഞാനെന്നും സ്തുതിക്കും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എൻ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പരനെ തിരുമനു സുതനെ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ആന്ദഗാനങ്ങൾ പാടിപ്പുകഴ്ത്തി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ഞാനെന്നും സ്തുതിക്കും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107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653E27-A581-48F5-9814-D31238F4166C}"/>
              </a:ext>
            </a:extLst>
          </p:cNvPr>
          <p:cNvSpPr/>
          <p:nvPr/>
        </p:nvSpPr>
        <p:spPr>
          <a:xfrm>
            <a:off x="35169" y="3264676"/>
            <a:ext cx="12192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chemeClr val="tx2"/>
                </a:solidFill>
                <a:latin typeface="+mn-lt"/>
              </a:rPr>
              <a:t>Njaanennum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sthuthikkum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paraney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thiru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manusuthaney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Aananda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gaanangalh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paadippukazhththi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njaanennum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sthuthikkum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94138"/>
            <a:ext cx="12192000" cy="1872862"/>
          </a:xfrm>
        </p:spPr>
        <p:txBody>
          <a:bodyPr anchor="t"/>
          <a:lstStyle/>
          <a:p>
            <a:pPr algn="l" defTabSz="285750"/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പാപത്തിൻ ശാപത്തിൽ നിന്നും - 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എന്‍റെ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പ്രാണനെ കാത്തവനെന്നും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പാരിൽ തന്നൻപിനു തുല്യമില്ലെന്നും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107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653E27-A581-48F5-9814-D31238F4166C}"/>
              </a:ext>
            </a:extLst>
          </p:cNvPr>
          <p:cNvSpPr/>
          <p:nvPr/>
        </p:nvSpPr>
        <p:spPr>
          <a:xfrm>
            <a:off x="2362200" y="3672007"/>
            <a:ext cx="98298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Paapaththin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shaapaththil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ninnum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entey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Praanhaney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kaaththavanennum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Paaril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thannanpinu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thulyamillonnum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CCC6D4-5CDB-4BD4-B5AB-A613293A1A75}"/>
              </a:ext>
            </a:extLst>
          </p:cNvPr>
          <p:cNvSpPr/>
          <p:nvPr/>
        </p:nvSpPr>
        <p:spPr>
          <a:xfrm>
            <a:off x="0" y="2580382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ഞാനെന്നും സ്തുതിക്കും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എൻ പരനെ തിരുമനു സുതനെ</a:t>
            </a:r>
            <a:br>
              <a:rPr lang="ml-IN" sz="3200" b="1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ആന്ദഗാനങ്ങൾ പാടിപ്പുകഴ്ത്തിഞാനെന്നും സ്തുതിക്കും</a:t>
            </a:r>
            <a:endParaRPr lang="en-US" sz="3200" dirty="0">
              <a:solidFill>
                <a:schemeClr val="tx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A3F220-838A-4D8A-83E9-A7177B9CEE93}"/>
              </a:ext>
            </a:extLst>
          </p:cNvPr>
          <p:cNvSpPr/>
          <p:nvPr/>
        </p:nvSpPr>
        <p:spPr>
          <a:xfrm>
            <a:off x="-35168" y="5334000"/>
            <a:ext cx="1220958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Njaanennum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sthuthikkum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paraney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thiru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manusuthaney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Aananda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gaanangalh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paadippukazhththee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njaanennum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sthuthikkum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5F5B34-64B2-4C17-9621-CB20BC7CB2A1}"/>
              </a:ext>
            </a:extLst>
          </p:cNvPr>
          <p:cNvSpPr/>
          <p:nvPr/>
        </p:nvSpPr>
        <p:spPr>
          <a:xfrm>
            <a:off x="-1" y="177225"/>
            <a:ext cx="1215683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602995414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94138"/>
            <a:ext cx="12192000" cy="1872862"/>
          </a:xfrm>
        </p:spPr>
        <p:txBody>
          <a:bodyPr anchor="t"/>
          <a:lstStyle/>
          <a:p>
            <a:pPr algn="l" defTabSz="285750"/>
            <a:r>
              <a:rPr lang="en-US" sz="3400" b="1" dirty="0">
                <a:latin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</a:rPr>
              <a:t>നല്കിയവൻ രക്ഷാദാനം തന്നിൽ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കണ്ടു ഞാൻ ദൈവിക ജ്ഞാനം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തൻ പാദസേവയതെന്ന</a:t>
            </a:r>
            <a:r>
              <a:rPr lang="en-US" sz="3400" b="1" dirty="0">
                <a:latin typeface="Kartika" panose="02020503030404060203" pitchFamily="18" charset="0"/>
              </a:rPr>
              <a:t>-</a:t>
            </a:r>
            <a:r>
              <a:rPr lang="ml-IN" sz="3400" b="1" dirty="0">
                <a:latin typeface="Kartika" panose="02020503030404060203" pitchFamily="18" charset="0"/>
              </a:rPr>
              <a:t>ഭിമാനം</a:t>
            </a:r>
            <a:endParaRPr lang="ml-IN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107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653E27-A581-48F5-9814-D31238F4166C}"/>
              </a:ext>
            </a:extLst>
          </p:cNvPr>
          <p:cNvSpPr/>
          <p:nvPr/>
        </p:nvSpPr>
        <p:spPr>
          <a:xfrm>
            <a:off x="2362200" y="3672007"/>
            <a:ext cx="98298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Nalkiyavan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rakshaadaanam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thannil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Kandu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daivika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gnaanam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Than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paada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sèvayathenn-abhimaanam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CCC6D4-5CDB-4BD4-B5AB-A613293A1A75}"/>
              </a:ext>
            </a:extLst>
          </p:cNvPr>
          <p:cNvSpPr/>
          <p:nvPr/>
        </p:nvSpPr>
        <p:spPr>
          <a:xfrm>
            <a:off x="0" y="2580382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ഞാനെന്നും സ്തുതിക്കും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എൻ പരനെ തിരുമനു സുതനെ</a:t>
            </a:r>
            <a:br>
              <a:rPr lang="ml-IN" sz="3200" b="1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ആന്ദഗാനങ്ങൾ പാടിപ്പുകഴ്ത്തിഞാനെന്നും സ്തുതിക്കും</a:t>
            </a:r>
            <a:endParaRPr lang="en-US" sz="3200" dirty="0">
              <a:solidFill>
                <a:schemeClr val="tx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A3F220-838A-4D8A-83E9-A7177B9CEE93}"/>
              </a:ext>
            </a:extLst>
          </p:cNvPr>
          <p:cNvSpPr/>
          <p:nvPr/>
        </p:nvSpPr>
        <p:spPr>
          <a:xfrm>
            <a:off x="-35168" y="5334000"/>
            <a:ext cx="1220958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Njaanennum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sthuthikkum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paraney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thiru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manusuthaney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Aananda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gaanangalh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paadippukazhththee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njaanennum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sthuthikkum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5F5B34-64B2-4C17-9621-CB20BC7CB2A1}"/>
              </a:ext>
            </a:extLst>
          </p:cNvPr>
          <p:cNvSpPr/>
          <p:nvPr/>
        </p:nvSpPr>
        <p:spPr>
          <a:xfrm>
            <a:off x="-1" y="177225"/>
            <a:ext cx="1215683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9056307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94138"/>
            <a:ext cx="12192000" cy="1872862"/>
          </a:xfrm>
        </p:spPr>
        <p:txBody>
          <a:bodyPr anchor="t"/>
          <a:lstStyle/>
          <a:p>
            <a:pPr algn="l" defTabSz="285750"/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നിർത്തുക എന്നെ വിശുദ്ധി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തന്നിൽ നിത്യവും ഏറിവരുവാൻ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കർത്തനെ കാക്കുക അന്ത്യമതോളം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107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653E27-A581-48F5-9814-D31238F4166C}"/>
              </a:ext>
            </a:extLst>
          </p:cNvPr>
          <p:cNvSpPr/>
          <p:nvPr/>
        </p:nvSpPr>
        <p:spPr>
          <a:xfrm>
            <a:off x="2362200" y="3672007"/>
            <a:ext cx="98298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Nirththuka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enney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vishuddhi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Thannil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nithyavum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èrivaruvaan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Karththaney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kaakkuka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anthyamatholham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CCC6D4-5CDB-4BD4-B5AB-A613293A1A75}"/>
              </a:ext>
            </a:extLst>
          </p:cNvPr>
          <p:cNvSpPr/>
          <p:nvPr/>
        </p:nvSpPr>
        <p:spPr>
          <a:xfrm>
            <a:off x="0" y="2580382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ഞാനെന്നും സ്തുതിക്കും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എൻ പരനെ തിരുമനു സുതനെ</a:t>
            </a:r>
            <a:br>
              <a:rPr lang="ml-IN" sz="3200" b="1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ആന്ദഗാനങ്ങൾ പാടിപ്പുകഴ്ത്തിഞാനെന്നും സ്തുതിക്കും</a:t>
            </a:r>
            <a:endParaRPr lang="en-US" sz="3200" dirty="0">
              <a:solidFill>
                <a:schemeClr val="tx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A3F220-838A-4D8A-83E9-A7177B9CEE93}"/>
              </a:ext>
            </a:extLst>
          </p:cNvPr>
          <p:cNvSpPr/>
          <p:nvPr/>
        </p:nvSpPr>
        <p:spPr>
          <a:xfrm>
            <a:off x="-35168" y="5334000"/>
            <a:ext cx="1220958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Njaanennum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sthuthikkum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paraney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thiru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manusuthaney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Aananda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gaanangalh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paadippukazhththee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njaanennum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sthuthikkum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5F5B34-64B2-4C17-9621-CB20BC7CB2A1}"/>
              </a:ext>
            </a:extLst>
          </p:cNvPr>
          <p:cNvSpPr/>
          <p:nvPr/>
        </p:nvSpPr>
        <p:spPr>
          <a:xfrm>
            <a:off x="-1" y="177225"/>
            <a:ext cx="1215683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80985044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94138"/>
            <a:ext cx="12192000" cy="1872862"/>
          </a:xfrm>
        </p:spPr>
        <p:txBody>
          <a:bodyPr anchor="t"/>
          <a:lstStyle/>
          <a:p>
            <a:pPr algn="l" defTabSz="285750"/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ആയിരം നാവുകളാലും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പതിനായിരം വാക്കുകളാലും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 ഹാ ദിവ്യസ്നേഹമവർണ്ണ്യമാരാലും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107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653E27-A581-48F5-9814-D31238F4166C}"/>
              </a:ext>
            </a:extLst>
          </p:cNvPr>
          <p:cNvSpPr/>
          <p:nvPr/>
        </p:nvSpPr>
        <p:spPr>
          <a:xfrm>
            <a:off x="2362200" y="3672007"/>
            <a:ext cx="98298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Aayiram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naavukalhaalum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Pathinaayiram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vaakkukalhaalum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Haa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divya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snehamavarnhyam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aaraalum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CCC6D4-5CDB-4BD4-B5AB-A613293A1A75}"/>
              </a:ext>
            </a:extLst>
          </p:cNvPr>
          <p:cNvSpPr/>
          <p:nvPr/>
        </p:nvSpPr>
        <p:spPr>
          <a:xfrm>
            <a:off x="0" y="2580382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ഞാനെന്നും സ്തുതിക്കും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എൻ പരനെ തിരുമനു സുതനെ</a:t>
            </a:r>
            <a:br>
              <a:rPr lang="ml-IN" sz="3200" b="1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ആന്ദഗാനങ്ങൾ പാടിപ്പുകഴ്ത്തിഞാനെന്നും സ്തുതിക്കും</a:t>
            </a:r>
            <a:endParaRPr lang="en-US" sz="3200" dirty="0">
              <a:solidFill>
                <a:schemeClr val="tx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A3F220-838A-4D8A-83E9-A7177B9CEE93}"/>
              </a:ext>
            </a:extLst>
          </p:cNvPr>
          <p:cNvSpPr/>
          <p:nvPr/>
        </p:nvSpPr>
        <p:spPr>
          <a:xfrm>
            <a:off x="-35168" y="5334000"/>
            <a:ext cx="1220958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Njaanennum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sthuthikkum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paraney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thiru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manusuthaney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Aananda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gaanangalh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paadippukazhththee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njaanennum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sthuthikkum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5F5B34-64B2-4C17-9621-CB20BC7CB2A1}"/>
              </a:ext>
            </a:extLst>
          </p:cNvPr>
          <p:cNvSpPr/>
          <p:nvPr/>
        </p:nvSpPr>
        <p:spPr>
          <a:xfrm>
            <a:off x="-1" y="177225"/>
            <a:ext cx="1215683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664128025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94138"/>
            <a:ext cx="12192000" cy="1872862"/>
          </a:xfrm>
        </p:spPr>
        <p:txBody>
          <a:bodyPr anchor="t"/>
          <a:lstStyle/>
          <a:p>
            <a:pPr algn="l" defTabSz="285750"/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നിത്യത തന്നിൽ ഞാനെത്തും - തന്‍റെ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സ്തുത്യപാദങ്ങൾ ഞാൻ മുത്തും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ഭക്തിയിലാനന്ദക്കണ്ണീർ ഞാൻ വീഴ്ത്തും 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107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653E27-A581-48F5-9814-D31238F4166C}"/>
              </a:ext>
            </a:extLst>
          </p:cNvPr>
          <p:cNvSpPr/>
          <p:nvPr/>
        </p:nvSpPr>
        <p:spPr>
          <a:xfrm>
            <a:off x="2362200" y="3672007"/>
            <a:ext cx="98298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Nithyatha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thannil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njaaneththum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–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thantey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Sthuthyapaathangalh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muththum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Bhakthiyil-aananda-kkannheer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veezhththum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CCC6D4-5CDB-4BD4-B5AB-A613293A1A75}"/>
              </a:ext>
            </a:extLst>
          </p:cNvPr>
          <p:cNvSpPr/>
          <p:nvPr/>
        </p:nvSpPr>
        <p:spPr>
          <a:xfrm>
            <a:off x="0" y="2580382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ഞാനെന്നും സ്തുതിക്കും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എൻ പരനെ തിരുമനു സുതനെ</a:t>
            </a:r>
            <a:br>
              <a:rPr lang="ml-IN" sz="3200" b="1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ആന്ദഗാനങ്ങൾ പാടിപ്പുകഴ്ത്തിഞാനെന്നും സ്തുതിക്കും</a:t>
            </a:r>
            <a:endParaRPr lang="en-US" sz="3200" dirty="0">
              <a:solidFill>
                <a:schemeClr val="tx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A3F220-838A-4D8A-83E9-A7177B9CEE93}"/>
              </a:ext>
            </a:extLst>
          </p:cNvPr>
          <p:cNvSpPr/>
          <p:nvPr/>
        </p:nvSpPr>
        <p:spPr>
          <a:xfrm>
            <a:off x="-35168" y="5334000"/>
            <a:ext cx="1220958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Njaanennum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sthuthikkum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paraney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thiru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manusuthaney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Aananda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gaanangalh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paadippukazhththee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njaanennum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sthuthikkum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5F5B34-64B2-4C17-9621-CB20BC7CB2A1}"/>
              </a:ext>
            </a:extLst>
          </p:cNvPr>
          <p:cNvSpPr/>
          <p:nvPr/>
        </p:nvSpPr>
        <p:spPr>
          <a:xfrm>
            <a:off x="-1" y="177225"/>
            <a:ext cx="1215683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744474989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378</TotalTime>
  <Words>160</Words>
  <Application>Microsoft Office PowerPoint</Application>
  <PresentationFormat>Widescreen</PresentationFormat>
  <Paragraphs>53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Kartika</vt:lpstr>
      <vt:lpstr>Office Theme</vt:lpstr>
      <vt:lpstr>107 ഞാനെന്നും സ്തുതിക്കും</vt:lpstr>
      <vt:lpstr>ഞാനെന്നും സ്തുതിക്കും എൻ  പരനെ തിരുമനു സുതനെ ആന്ദഗാനങ്ങൾ പാടിപ്പുകഴ്ത്തി ഞാനെന്നും സ്തുതിക്കും</vt:lpstr>
      <vt:lpstr> പാപത്തിൻ ശാപത്തിൽ നിന്നും -  എന്‍റെ   പ്രാണനെ കാത്തവനെന്നും  പാരിൽ തന്നൻപിനു തുല്യമില്ലെന്നും</vt:lpstr>
      <vt:lpstr> നല്കിയവൻ രക്ഷാദാനം തന്നിൽ   കണ്ടു ഞാൻ ദൈവിക ജ്ഞാനം   തൻ പാദസേവയതെന്ന-ഭിമാനം</vt:lpstr>
      <vt:lpstr> നിർത്തുക എന്നെ വിശുദ്ധി   തന്നിൽ നിത്യവും ഏറിവരുവാൻ   കർത്തനെ കാക്കുക അന്ത്യമതോളം</vt:lpstr>
      <vt:lpstr> ആയിരം നാവുകളാലും  പതിനായിരം വാക്കുകളാലും   ഹാ ദിവ്യസ്നേഹമവർണ്ണ്യമാരാലും</vt:lpstr>
      <vt:lpstr> നിത്യത തന്നിൽ ഞാനെത്തും - തന്‍റെ   സ്തുത്യപാദങ്ങൾ ഞാൻ മുത്തും  ഭക്തിയിലാനന്ദക്കണ്ണീർ ഞാൻ വീഴ്ത്തും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Njanennum sthuthikkum</dc:title>
  <dc:creator>Digital Input:; GM JOHN; Acsah Mathews</dc:creator>
  <cp:lastModifiedBy>Acsah Mathews</cp:lastModifiedBy>
  <cp:revision>142</cp:revision>
  <dcterms:created xsi:type="dcterms:W3CDTF">2013-04-19T09:19:07Z</dcterms:created>
  <dcterms:modified xsi:type="dcterms:W3CDTF">2018-11-02T14:34:18Z</dcterms:modified>
</cp:coreProperties>
</file>