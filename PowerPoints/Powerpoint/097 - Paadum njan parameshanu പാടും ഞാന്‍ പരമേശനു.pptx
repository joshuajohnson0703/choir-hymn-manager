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8" r:id="rId2"/>
    <p:sldId id="280" r:id="rId3"/>
    <p:sldId id="283" r:id="rId4"/>
    <p:sldId id="289" r:id="rId5"/>
    <p:sldId id="284" r:id="rId6"/>
    <p:sldId id="290" r:id="rId7"/>
    <p:sldId id="285" r:id="rId8"/>
    <p:sldId id="291" r:id="rId9"/>
    <p:sldId id="286" r:id="rId10"/>
    <p:sldId id="292" r:id="rId11"/>
    <p:sldId id="287" r:id="rId12"/>
    <p:sldId id="293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DF97C58-F024-4891-B037-D8C874552D9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E16D18-7DCE-4358-9F9B-858DE31B9A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AFDBE-92F1-4436-B490-D85AAD0F046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F4FDF-9B02-442A-B0AF-4511432B6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3B125-D29B-456A-A55B-2E4396E4099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8E5EC-E4C9-45FD-8D79-72E5FFBC3E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5EA8B7-2DD7-4006-AC06-DB7196040DC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B2E5C-73E1-4A74-8DE0-318273E86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17E11-D322-4007-BA8B-992CD108984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F1998-6DB4-4DA7-A13F-EDF26BBCBE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F2D66-B870-413F-8378-1F607B331383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1AA08-CC22-438C-9EA1-82412AC1ED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0C3452-6822-4AF5-8350-470DEC2AF79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DC2E3-6959-419D-A66B-E0465D52C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7D867-67A9-4AB5-B0DE-7F9B521AE84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C44A1-6840-4AF9-81BB-90E5E9E08E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B1686-D526-4833-A1A5-CEDEBCE28BF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AB87D9-9BDD-4FC1-9083-4BD5A8DE49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C75495-6FD1-4A6A-A40A-1C5DC87ABD8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B0A4B-8820-4C87-B287-89057DCA75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6F0A7-B52B-42A8-AAC6-F952A6C02A4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082416-64F3-45BD-B813-EBBD354C95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1F184-3AEE-4ECE-B578-25A062FEFA5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D4763-6D19-4FF3-9263-D591A6FFD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6A73B80-CAC4-4921-9D9D-8143A326C0D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D46011-E08F-4B07-8535-F2C0DDF34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3E431-0726-4AE3-918A-B8110C1D3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പാടും ഞാന്‍ പരമേശനു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245BA-3DA7-49E0-820A-0E13503F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383268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Paadum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njan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parameshanu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B08137-6026-4B4A-86DD-056E4D5DDF2F}"/>
              </a:ext>
            </a:extLst>
          </p:cNvPr>
          <p:cNvSpPr/>
          <p:nvPr/>
        </p:nvSpPr>
        <p:spPr>
          <a:xfrm>
            <a:off x="1805354" y="5319739"/>
            <a:ext cx="2576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(കെ. എം. സഖറിയ)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814C34-8267-429A-AEB1-CE1E429F802D}"/>
              </a:ext>
            </a:extLst>
          </p:cNvPr>
          <p:cNvSpPr/>
          <p:nvPr/>
        </p:nvSpPr>
        <p:spPr>
          <a:xfrm>
            <a:off x="8991600" y="5269468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(K.M. Zachariah) </a:t>
            </a:r>
          </a:p>
        </p:txBody>
      </p:sp>
    </p:spTree>
    <p:extLst>
      <p:ext uri="{BB962C8B-B14F-4D97-AF65-F5344CB8AC3E}">
        <p14:creationId xmlns:p14="http://schemas.microsoft.com/office/powerpoint/2010/main" val="24393130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138297"/>
            <a:ext cx="12192000" cy="2365634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അത്രയുമല്ലാശീര്‍വാദം ഒക്കെയും ലഭിച്ചിടുവാൻ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ആര്‍ത്തി പൂണ്ടു കാത്തിരുന്ന കാലമതിങ്കൽ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ആര്‍ത്തിയെ തീര്‍ത്തവനെ ഞാൻ</a:t>
            </a:r>
            <a:r>
              <a:rPr lang="en-US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ആര്‍ത്തു ഘോഷിച്ചിടുവാനെൻ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ആര്‍ത്തിയറിഞ്ഞവന്‍ ത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a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ന്‍റെ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വാര്‍ത്തയെനിക്കേകിയതാല്‍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പാടും 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304800" y="3961131"/>
            <a:ext cx="11887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Athrayumallasheervaadam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okkeyum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labhicheeduvaan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Aarthipoondu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kaathirunna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kaalamathinkal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theerthavane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aarthughoshicheeduvaanen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Aarthiyarhinjavan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Vaarthayenikkekiyathaal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9BEC-B78C-4578-B155-474DDAC0DB6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609281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533373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3446" y="834766"/>
            <a:ext cx="12174413" cy="2895600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ദൂതര്‍ക്കും കൂടവകാശം ലഭ്യമാകാതുള്ള രക്ഷാ-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ദൂതറിയിച്ചീടാന്‍ ഭാഗ്യം ലഭിച്ചെനിക്ക്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ദൂതഗണം കാവലായ്‌ തന്നനുദിനമെനിക്കവൻ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നൂതനമാം ദൂതുകളും ഊനമെന്യെ നല്‍കിടുന്നു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304801" y="3730366"/>
            <a:ext cx="1184616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Dootharkkum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koodavakaasham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labhyamaakathullha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Dootharhiyichidaan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bhagyam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labhichenikku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Doothaganham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kaavalai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thannanudinamenikkavan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Noothanamaam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doothukalhum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oonamenye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nalkeedunnu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9BEC-B78C-4578-B155-474DDAC0DB6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21280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3528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-23446" y="834766"/>
            <a:ext cx="12174413" cy="2554545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കഷ്ടതയോ പട്ടിണിയുപദ്രവമോ നഗ്നതയോ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കഷ്ടമേറ്റെന്‍റേശുവേപ്പോലാക്കിടുന്നെന്നെ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ഒട്ടനേകം സിദ്ധന്മാരോടൊത്തു ചേര്‍ന്നു നിന്നു സ്തുതി-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ച്ചാര്‍ത്തിടുവാനവനെന്നെ യോഗ്യനാക്കി തീര്‍ത്തതോര്‍ത്തു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പാടും 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304801" y="3730366"/>
            <a:ext cx="118461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Kashtathayo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pattinhi-yupadravamo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nagnathayo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Kashtametten-teshuvepolaakkeedunenne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Ottanekam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sidhanmaarodothu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Chaarthiduvaanenne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yogyanaakki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theerthathorthu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9BEC-B78C-4578-B155-474DDAC0DB6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829945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441281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4766"/>
            <a:ext cx="12150967" cy="2554545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കാത്തിരുക്കുന്നവനെ ഞാൻ കണ്ടീടുവാനെന്‍റെ കണ്‍കൾ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കൊതിച്ചിടുന്നധികമായ് കുതൂകമോടെ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കാലമേറെ  ചെല്ലും മുൻപേ കാഹളനാദം കേൾക്കുവാൻ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കാതുകളും കൊതിക്കുന്നു കാരുണ്യവാരിധേ ദേവ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dirty="0">
                <a:latin typeface="Kartika" panose="02020503030404060203" pitchFamily="18" charset="0"/>
              </a:rPr>
              <a:t>പാടും...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304801" y="3730366"/>
            <a:ext cx="118461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Kaathirikkunnavane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kandeeduvanente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kanhkalh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Kothicheedunnadhikamai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kuthukamode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Kaalamerhe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chellum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munpe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kaahalha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kelhkuvaan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Kaathukalhum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kothikunnu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karunya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vaaridhe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Deva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9BEC-B78C-4578-B155-474DDAC0DB6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131511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459179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4766"/>
            <a:ext cx="12150967" cy="2554545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വാട്ടവും മാലിന്യവുമേ ഒട്ടുമേശിടാതെയുള്ളോ-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രുത്തമമാമവകാശം ലഭ്യമാകുവാൻ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തിട്ടമായിട്ടവനെന്നെ ചേർത്തിടും മണിയറയിൽ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പാട്ടുപാടും കൂട്ടരുമായ് കോടി കോടി യുഗം വാഴാൻ -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304801" y="3730366"/>
            <a:ext cx="1184616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maalinyavume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ottumeshidaatheyullho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ruththamamaamavakaasham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labhyamaakuvaan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Thittamaayittavanenne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cherthidum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manhiyarhayil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Paattu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koottarumai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yugam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59BEC-B78C-4578-B155-474DDAC0DB65}"/>
              </a:ext>
            </a:extLst>
          </p:cNvPr>
          <p:cNvSpPr txBox="1"/>
          <p:nvPr/>
        </p:nvSpPr>
        <p:spPr>
          <a:xfrm>
            <a:off x="0" y="338554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+mn-lt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0B157-E50C-43AB-ABFC-6F1A5F5329FC}"/>
              </a:ext>
            </a:extLst>
          </p:cNvPr>
          <p:cNvSpPr/>
          <p:nvPr/>
        </p:nvSpPr>
        <p:spPr>
          <a:xfrm>
            <a:off x="9218779" y="2743200"/>
            <a:ext cx="2576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(കെ. എം. സഖറിയ)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D87E9-CB2D-4190-B7E0-94A165672D3C}"/>
              </a:ext>
            </a:extLst>
          </p:cNvPr>
          <p:cNvSpPr/>
          <p:nvPr/>
        </p:nvSpPr>
        <p:spPr>
          <a:xfrm>
            <a:off x="9709297" y="5653902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(K.M. Zachariah)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5999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1" y="1185446"/>
            <a:ext cx="12191999" cy="12192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ഞാന്‍ പരമേശനു സതതം - എന്‍റെ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പാപമെല്ലാം പോക്കിയതാല്‍ - പാടും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00AAB-94C3-48E1-9453-6D89112FCB29}"/>
              </a:ext>
            </a:extLst>
          </p:cNvPr>
          <p:cNvSpPr/>
          <p:nvPr/>
        </p:nvSpPr>
        <p:spPr>
          <a:xfrm>
            <a:off x="0" y="3105835"/>
            <a:ext cx="121919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Paadum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parameshanu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sathatham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Paapamellaam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pokkiyathaal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00864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</TotalTime>
  <Words>235</Words>
  <Application>Microsoft Office PowerPoint</Application>
  <PresentationFormat>Widescreen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97 പാടും ഞാന്‍ പരമേശനു</vt:lpstr>
      <vt:lpstr>പാടും ഞാന്‍ പരമേശനു സതതം - എന്‍റെ പാപമെല്ലാം പോക്കിയതാല്‍ - പാടും            </vt:lpstr>
      <vt:lpstr>അത്രയുമല്ലാശീര്‍വാദം ഒക്കെയും ലഭിച്ചിടുവാൻ ആര്‍ത്തി പൂണ്ടു കാത്തിരുന്ന കാലമതിങ്കൽ ആര്‍ത്തിയെ തീര്‍ത്തവനെ ഞാൻ ആര്‍ത്തു ഘോഷിച്ചിടുവാനെൻ  ആര്‍ത്തിയറിഞ്ഞവന്‍ തaന്‍റെ വാര്‍ത്തയെനിക്കേകിയതാല്‍                               - പാടും ...</vt:lpstr>
      <vt:lpstr>പാടും ഞാന്‍ പരമേശനു സതതം - എന്‍റെ പാപമെല്ലാം പോക്കിയതാല്‍ - പാടും            </vt:lpstr>
      <vt:lpstr>ദൂതര്‍ക്കും കൂടവകാശം ലഭ്യമാകാതുള്ള രക്ഷാ- ദൂതറിയിച്ചീടാന്‍ ഭാഗ്യം ലഭിച്ചെനിക്ക് ദൂതഗണം കാവലായ്‌ തന്നനുദിനമെനിക്കവൻ നൂതനമാം ദൂതുകളും ഊനമെന്യെ നല്‍കിടുന്നു</vt:lpstr>
      <vt:lpstr>പാടും ഞാന്‍ പരമേശനു സതതം - എന്‍റെ പാപമെല്ലാം പോക്കിയതാല്‍ - പാടും            </vt:lpstr>
      <vt:lpstr>കഷ്ടതയോ പട്ടിണിയുപദ്രവമോ നഗ്നതയോ കഷ്ടമേറ്റെന്‍റേശുവേപ്പോലാക്കിടുന്നെന്നെ ഒട്ടനേകം സിദ്ധന്മാരോടൊത്തു ചേര്‍ന്നു നിന്നു സ്തുതി- ച്ചാര്‍ത്തിടുവാനവനെന്നെ യോഗ്യനാക്കി തീര്‍ത്തതോര്‍ത്തു                               - പാടും ...</vt:lpstr>
      <vt:lpstr>പാടും ഞാന്‍ പരമേശനു സതതം - എന്‍റെ പാപമെല്ലാം പോക്കിയതാല്‍ - പാടും            </vt:lpstr>
      <vt:lpstr>കാത്തിരുക്കുന്നവനെ ഞാൻ കണ്ടീടുവാനെന്‍റെ കണ്‍കൾ  കൊതിച്ചിടുന്നധികമായ് കുതൂകമോടെ  കാലമേറെ  ചെല്ലും മുൻപേ കാഹളനാദം കേൾക്കുവാൻ  കാതുകളും കൊതിക്കുന്നു കാരുണ്യവാരിധേ ദേവ -പാടും...</vt:lpstr>
      <vt:lpstr>പാടും ഞാന്‍ പരമേശനു സതതം - എന്‍റെ പാപമെല്ലാം പോക്കിയതാല്‍ - പാടും            </vt:lpstr>
      <vt:lpstr>വാട്ടവും മാലിന്യവുമേ ഒട്ടുമേശിടാതെയുള്ളോ- രുത്തമമാമവകാശം ലഭ്യമാകുവാൻ  തിട്ടമായിട്ടവനെന്നെ ചേർത്തിടും മണിയറയിൽ  പാട്ടുപാടും കൂട്ടരുമായ് കോടി കോടി യുഗം വാഴാൻ -</vt:lpstr>
      <vt:lpstr>പാടും ഞാന്‍ പരമേശനു സതതം - എന്‍റെ പാപമെല്ലാം പോക്കിയതാല്‍ - പാടും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Paadum njan parameshanu</dc:title>
  <dc:creator>Digital Input; GM JOHN; Acsah Mathews</dc:creator>
  <cp:lastModifiedBy>Acsah Mathews</cp:lastModifiedBy>
  <cp:revision>627</cp:revision>
  <dcterms:created xsi:type="dcterms:W3CDTF">2013-04-19T09:19:07Z</dcterms:created>
  <dcterms:modified xsi:type="dcterms:W3CDTF">2018-11-01T18:38:50Z</dcterms:modified>
</cp:coreProperties>
</file>