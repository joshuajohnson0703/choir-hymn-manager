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0" r:id="rId3"/>
    <p:sldId id="273" r:id="rId4"/>
    <p:sldId id="274" r:id="rId5"/>
    <p:sldId id="275" r:id="rId6"/>
    <p:sldId id="271" r:id="rId7"/>
    <p:sldId id="276" r:id="rId8"/>
    <p:sldId id="277" r:id="rId9"/>
    <p:sldId id="278" r:id="rId10"/>
    <p:sldId id="279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66" y="10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237078-96D0-4354-84F0-3E50C76C7B41}" type="datetimeFigureOut">
              <a:rPr lang="en-US"/>
              <a:pPr>
                <a:defRPr/>
              </a:pPr>
              <a:t>10/23/2018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671EAF-0774-4A3B-B92C-32A972BECC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5710C5-CC1D-42BC-9B87-8E9939163765}" type="datetimeFigureOut">
              <a:rPr lang="en-US"/>
              <a:pPr>
                <a:defRPr/>
              </a:pPr>
              <a:t>10/23/2018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B3C53C-C420-4009-A12D-FB53F05D3C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DE5F65-715F-4AA3-A1F8-99FDDDA6B0BE}" type="datetimeFigureOut">
              <a:rPr lang="en-US"/>
              <a:pPr>
                <a:defRPr/>
              </a:pPr>
              <a:t>10/23/2018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CDF696-DF39-4134-9213-3EEFFDF631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518DBA-6212-4350-B71F-00D527971C87}" type="datetimeFigureOut">
              <a:rPr lang="en-US"/>
              <a:pPr>
                <a:defRPr/>
              </a:pPr>
              <a:t>10/23/2018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BCE90D-5CB6-4710-A779-3744DBCC0C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824DB8-DE6C-4B89-BBD6-C4321907477A}" type="datetimeFigureOut">
              <a:rPr lang="en-US"/>
              <a:pPr>
                <a:defRPr/>
              </a:pPr>
              <a:t>10/23/2018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65EC1E-5C47-4D26-A01B-FAE126F1A1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427DBF-C0C8-4FB2-B225-964485D79E8C}" type="datetimeFigureOut">
              <a:rPr lang="en-US"/>
              <a:pPr>
                <a:defRPr/>
              </a:pPr>
              <a:t>10/23/2018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104E44-1031-4581-B44E-9F64E73730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254DDF-9556-474F-A130-146D9442DE13}" type="datetimeFigureOut">
              <a:rPr lang="en-US"/>
              <a:pPr>
                <a:defRPr/>
              </a:pPr>
              <a:t>10/23/2018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1E5A6B-7219-4F2C-946A-AFF2B9514E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020B1-C398-4DA9-A09F-0D583F51F792}" type="datetimeFigureOut">
              <a:rPr lang="en-US"/>
              <a:pPr>
                <a:defRPr/>
              </a:pPr>
              <a:t>10/23/2018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6448CE-8D3D-47D1-B81F-51FD0955EC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983003-6247-4C1B-BDD1-FBB83F223406}" type="datetimeFigureOut">
              <a:rPr lang="en-US"/>
              <a:pPr>
                <a:defRPr/>
              </a:pPr>
              <a:t>10/23/2018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32FBF7-05E9-4417-B84C-AF2BD109A3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C33D1B-F6E9-4EE0-B8BB-EC6876C7280A}" type="datetimeFigureOut">
              <a:rPr lang="en-US"/>
              <a:pPr>
                <a:defRPr/>
              </a:pPr>
              <a:t>10/23/2018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B260D1-AFAA-4D71-9C0C-4151C19EB4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BEF37-D9C0-4BDD-ACFA-8DB4D2E9FD42}" type="datetimeFigureOut">
              <a:rPr lang="en-US"/>
              <a:pPr>
                <a:defRPr/>
              </a:pPr>
              <a:t>10/23/2018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547842-689C-454C-950A-9AA816AAF1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44B32EC-A021-4C5A-B3BB-14BA0CB00FEE}" type="datetimeFigureOut">
              <a:rPr lang="en-US"/>
              <a:pPr>
                <a:defRPr/>
              </a:pPr>
              <a:t>10/23/2018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E65B99E-83CD-4ED9-9FF5-9034EF2FBF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930CD-171B-48BA-A342-32672EAA6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524000"/>
            <a:ext cx="10363200" cy="2076451"/>
          </a:xfrm>
        </p:spPr>
        <p:txBody>
          <a:bodyPr/>
          <a:lstStyle/>
          <a:p>
            <a:r>
              <a:rPr lang="en-US" dirty="0"/>
              <a:t>24</a:t>
            </a:r>
            <a:br>
              <a:rPr lang="en-US" dirty="0"/>
            </a:b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യേശുസന്നിധി മമ ഭാഗ്യം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C226E7-AF05-4A6D-8CEB-9166C037FA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Yeshu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sannidhi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mama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bhaagyam</a:t>
            </a: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785536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73389"/>
            <a:ext cx="12192000" cy="2514600"/>
          </a:xfrm>
        </p:spPr>
        <p:txBody>
          <a:bodyPr anchor="t"/>
          <a:lstStyle/>
          <a:p>
            <a:pPr algn="l" defTabSz="346075">
              <a:defRPr/>
            </a:pP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യേശുസന്നിധി മമ ഭാഗ്യം!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ക്ലേശം മാറ്റി - മഹാസന്തോഷം നൽകുന്ന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യേശു..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ശുദ്ധാത്മാവനുദിനം എന്നുള്ളില്‍ വസിച്ചെന്നെ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പ്രാര്‍ത്ഥിപ്പാന്‍ പഠിപ്പിക്കും നേരമെപ്പോഴും </a:t>
            </a:r>
            <a:r>
              <a:rPr lang="en-US" sz="30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0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- യേശു..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29999" y="0"/>
            <a:ext cx="7620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5E54C6-A0F2-4B6E-806C-8CBF77002B95}"/>
              </a:ext>
            </a:extLst>
          </p:cNvPr>
          <p:cNvSpPr/>
          <p:nvPr/>
        </p:nvSpPr>
        <p:spPr>
          <a:xfrm>
            <a:off x="0" y="3599414"/>
            <a:ext cx="121920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Yeshu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sannidhi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mama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bhaagyam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! </a:t>
            </a:r>
          </a:p>
          <a:p>
            <a:r>
              <a:rPr lang="fi-FI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Klèsham maatti mahaa santhosham nalkunna	 – Yeshu...</a:t>
            </a:r>
          </a:p>
          <a:p>
            <a:r>
              <a:rPr lang="fi-FI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1.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Shudhdhaathmaav-anudinam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ennullhil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vasichenney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Praarthippaan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padipikkum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nèrameppozhum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		 –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Yeshu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...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313" y="838200"/>
            <a:ext cx="12192000" cy="2438400"/>
          </a:xfrm>
        </p:spPr>
        <p:txBody>
          <a:bodyPr anchor="t"/>
          <a:lstStyle/>
          <a:p>
            <a:pPr algn="l" defTabSz="346075">
              <a:defRPr/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ദൈവവചനമതില്‍ ധ്യാനിച്ചീടുവാ നതി-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രാവിലെ തന്‍പാദം പ്രാപിക്കും നേരം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യേശുസന്നിധി മമ ഭാഗ്യം!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ക്ലേശം മാറ്റി - മഹാസന്തോഷം നൽകുന്ന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spc="-200" dirty="0">
                <a:latin typeface="Kartika" panose="02020503030404060203" pitchFamily="18" charset="0"/>
              </a:rPr>
              <a:t> - യേശു..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EE630F-04D2-4223-8E7A-B17261BBA173}"/>
              </a:ext>
            </a:extLst>
          </p:cNvPr>
          <p:cNvSpPr/>
          <p:nvPr/>
        </p:nvSpPr>
        <p:spPr>
          <a:xfrm>
            <a:off x="0" y="3599414"/>
            <a:ext cx="121920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2.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Daiva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vachanamathil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dhyaanichcheeduvaa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nathi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Raaviley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than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paadam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praapikkum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nèram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  <a:cs typeface="Times New Roman" panose="02020603050405020304" pitchFamily="18" charset="0"/>
            </a:endParaRPr>
          </a:p>
          <a:p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Yeshu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sannidhi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mama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bhaagyam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! </a:t>
            </a:r>
          </a:p>
          <a:p>
            <a:r>
              <a:rPr lang="fi-FI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	Klèsham maatti mahaa santhosham nalkunna	 – Yeshu...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54B1493-4D6F-443A-B287-9EA955614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9999" y="0"/>
            <a:ext cx="7620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024</a:t>
            </a:r>
          </a:p>
        </p:txBody>
      </p:sp>
    </p:spTree>
    <p:extLst>
      <p:ext uri="{BB962C8B-B14F-4D97-AF65-F5344CB8AC3E}">
        <p14:creationId xmlns:p14="http://schemas.microsoft.com/office/powerpoint/2010/main" val="348442521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19772"/>
            <a:ext cx="12192000" cy="2362200"/>
          </a:xfrm>
        </p:spPr>
        <p:txBody>
          <a:bodyPr anchor="t"/>
          <a:lstStyle/>
          <a:p>
            <a:pPr algn="l" defTabSz="346075">
              <a:defRPr/>
            </a:pP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പാപത്താലശുദ്ധനായ്‌ - തീരും സമയമനു-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താപഹൃദയമോടെ ഞാനണയുമ്പോള്‍ 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2800" b="1" dirty="0">
                <a:latin typeface="Kartika" panose="02020503030404060203" pitchFamily="18" charset="0"/>
              </a:rPr>
              <a:t>യേശുസന്നിധി മമ ഭാഗ്യം!</a:t>
            </a:r>
            <a:br>
              <a:rPr lang="ml-IN" sz="2800" b="1" dirty="0">
                <a:latin typeface="Kartika" panose="02020503030404060203" pitchFamily="18" charset="0"/>
              </a:rPr>
            </a:br>
            <a:r>
              <a:rPr lang="en-US" sz="2800" b="1" dirty="0">
                <a:latin typeface="Kartika" panose="02020503030404060203" pitchFamily="18" charset="0"/>
              </a:rPr>
              <a:t>	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2800" b="1" dirty="0">
                <a:latin typeface="Kartika" panose="02020503030404060203" pitchFamily="18" charset="0"/>
              </a:rPr>
              <a:t>ക്ലേശം മാറ്റി - മഹാസന്തോഷം നൽകുന്ന</a:t>
            </a:r>
            <a:r>
              <a:rPr lang="ml-IN" sz="2800" b="1" spc="-200" dirty="0">
                <a:latin typeface="Kartika" panose="02020503030404060203" pitchFamily="18" charset="0"/>
              </a:rPr>
              <a:t> - യേശു..</a:t>
            </a:r>
            <a:endParaRPr lang="en-US" sz="28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D90421-7377-49EB-9084-EA78EF44B1EA}"/>
              </a:ext>
            </a:extLst>
          </p:cNvPr>
          <p:cNvSpPr/>
          <p:nvPr/>
        </p:nvSpPr>
        <p:spPr>
          <a:xfrm>
            <a:off x="0" y="3599414"/>
            <a:ext cx="121920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3. Paapaththaalashudhdhanaai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theerum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samayamanu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-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thaapa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hridayamodey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njaananhayumbolh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  <a:cs typeface="Times New Roman" panose="02020603050405020304" pitchFamily="18" charset="0"/>
            </a:endParaRPr>
          </a:p>
          <a:p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Yeshu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sannidhi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mama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bhaagyam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! </a:t>
            </a:r>
          </a:p>
          <a:p>
            <a:r>
              <a:rPr lang="fi-FI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	Klèsham maatti mahaa santhosham nalkunna	 – Yeshu...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E866A99-9863-42AC-8516-B94734C73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9999" y="0"/>
            <a:ext cx="7620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024</a:t>
            </a:r>
          </a:p>
        </p:txBody>
      </p:sp>
    </p:spTree>
    <p:extLst>
      <p:ext uri="{BB962C8B-B14F-4D97-AF65-F5344CB8AC3E}">
        <p14:creationId xmlns:p14="http://schemas.microsoft.com/office/powerpoint/2010/main" val="143162376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84583"/>
            <a:ext cx="12192000" cy="2514600"/>
          </a:xfrm>
        </p:spPr>
        <p:txBody>
          <a:bodyPr anchor="t"/>
          <a:lstStyle/>
          <a:p>
            <a:pPr algn="l"/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4. 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ലോകചിന്തകളാകും ഭാരച്ചുമടതിനാൽ 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     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ആകുലപ്പെട്ടു തളർന്നിടുന്ന നേരം</a:t>
            </a:r>
            <a:br>
              <a:rPr lang="ml-IN" sz="2800" dirty="0"/>
            </a:br>
            <a:br>
              <a:rPr lang="en-US" sz="2800" dirty="0"/>
            </a:b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2800" b="1" dirty="0">
                <a:latin typeface="Kartika" panose="02020503030404060203" pitchFamily="18" charset="0"/>
              </a:rPr>
              <a:t>യേശുസന്നിധി മമ ഭാഗ്യം!</a:t>
            </a:r>
            <a:br>
              <a:rPr lang="ml-IN" sz="2800" b="1" dirty="0">
                <a:latin typeface="Kartika" panose="02020503030404060203" pitchFamily="18" charset="0"/>
              </a:rPr>
            </a:b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2800" b="1" dirty="0">
                <a:latin typeface="Kartika" panose="02020503030404060203" pitchFamily="18" charset="0"/>
              </a:rPr>
              <a:t>ക്ലേശം മാറ്റി - മഹാസന്തോഷം നൽകുന്ന</a:t>
            </a:r>
            <a:r>
              <a:rPr lang="ml-IN" sz="2800" b="1" spc="-200" dirty="0">
                <a:latin typeface="Kartika" panose="02020503030404060203" pitchFamily="18" charset="0"/>
              </a:rPr>
              <a:t> - യേശു..</a:t>
            </a:r>
            <a:endParaRPr lang="en-US" sz="28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314300-A8BC-45EB-97FD-C03D93D35B20}"/>
              </a:ext>
            </a:extLst>
          </p:cNvPr>
          <p:cNvSpPr/>
          <p:nvPr/>
        </p:nvSpPr>
        <p:spPr>
          <a:xfrm>
            <a:off x="0" y="3599414"/>
            <a:ext cx="121920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4.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Lôkachinthakalhaakum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bhaarachchumadathi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naal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aakulapettu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thalharnnidunna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nèram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  <a:cs typeface="Times New Roman" panose="02020603050405020304" pitchFamily="18" charset="0"/>
            </a:endParaRPr>
          </a:p>
          <a:p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Yeshu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sannidhi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mama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bhaagyam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! </a:t>
            </a:r>
          </a:p>
          <a:p>
            <a:r>
              <a:rPr lang="fi-FI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	Klèsham maatti mahaa santhosham nalkunna	 – Yeshu...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D791EB4-AD6C-48AC-A174-F94A335E2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9999" y="0"/>
            <a:ext cx="7620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024</a:t>
            </a:r>
          </a:p>
        </p:txBody>
      </p:sp>
    </p:spTree>
    <p:extLst>
      <p:ext uri="{BB962C8B-B14F-4D97-AF65-F5344CB8AC3E}">
        <p14:creationId xmlns:p14="http://schemas.microsoft.com/office/powerpoint/2010/main" val="34144766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509836"/>
          </a:xfrm>
        </p:spPr>
        <p:txBody>
          <a:bodyPr anchor="t"/>
          <a:lstStyle/>
          <a:p>
            <a:pPr algn="l" defTabSz="346075">
              <a:defRPr/>
            </a:pP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ദുഃഖങ്ങള്‍ ഹൃദയത്തെ മുറ്റും തകര്‍ത്തിടുമ്പോള്‍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ഒക്കെയും സഹിച്ചീടാന്‍ ശക്തി നല്‍കുന്ന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  <a:r>
              <a:rPr lang="ml-IN" sz="2800" b="1" dirty="0">
                <a:latin typeface="Kartika" panose="02020503030404060203" pitchFamily="18" charset="0"/>
              </a:rPr>
              <a:t>യേശുസന്നിധി മമ ഭാഗ്യം!</a:t>
            </a:r>
            <a:br>
              <a:rPr lang="ml-IN" sz="2800" b="1" dirty="0">
                <a:latin typeface="Kartika" panose="02020503030404060203" pitchFamily="18" charset="0"/>
              </a:rPr>
            </a:b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  <a:r>
              <a:rPr lang="ml-IN" sz="2800" b="1" dirty="0">
                <a:latin typeface="Kartika" panose="02020503030404060203" pitchFamily="18" charset="0"/>
              </a:rPr>
              <a:t>ക്ലേശം മാറ്റി - മഹാസന്തോഷം നൽകുന്ന</a:t>
            </a:r>
            <a:r>
              <a:rPr lang="ml-IN" sz="2800" b="1" spc="-200" dirty="0">
                <a:latin typeface="Kartika" panose="02020503030404060203" pitchFamily="18" charset="0"/>
              </a:rPr>
              <a:t> - യേശു..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28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ED72F1-13CA-4E9D-B36F-26EBE252A497}"/>
              </a:ext>
            </a:extLst>
          </p:cNvPr>
          <p:cNvSpPr/>
          <p:nvPr/>
        </p:nvSpPr>
        <p:spPr>
          <a:xfrm>
            <a:off x="0" y="3599414"/>
            <a:ext cx="121920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5.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Dukhangalh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hridayaththey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muttum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thakarththidumbolh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okkeyym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sahichcheedaan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shakthi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nalkunna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  <a:cs typeface="Times New Roman" panose="02020603050405020304" pitchFamily="18" charset="0"/>
            </a:endParaRPr>
          </a:p>
          <a:p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Yeshu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sannidhi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mama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bhaagyam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! </a:t>
            </a:r>
          </a:p>
          <a:p>
            <a:r>
              <a:rPr lang="fi-FI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	Klèsham maatti mahaa santhosham nalkunna	 – Yeshu...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2383BB9-1C62-40F4-A51B-AB86C6EE3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9999" y="0"/>
            <a:ext cx="7620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024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433636"/>
          </a:xfrm>
        </p:spPr>
        <p:txBody>
          <a:bodyPr anchor="t"/>
          <a:lstStyle/>
          <a:p>
            <a:pPr algn="l" defTabSz="346075">
              <a:defRPr/>
            </a:pP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6	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യാതൊരു സമയമെൻ അന്ധതയതുമൂലം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പാതയറിയാതെ ഞാന്‍ വലയുമ്പോള്‍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  <a:r>
              <a:rPr lang="ml-IN" sz="2800" b="1" dirty="0">
                <a:latin typeface="Kartika" panose="02020503030404060203" pitchFamily="18" charset="0"/>
              </a:rPr>
              <a:t>യേശുസന്നിധി മമ ഭാഗ്യം!</a:t>
            </a:r>
            <a:br>
              <a:rPr lang="ml-IN" sz="2800" b="1" dirty="0">
                <a:latin typeface="Kartika" panose="02020503030404060203" pitchFamily="18" charset="0"/>
              </a:rPr>
            </a:b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  <a:r>
              <a:rPr lang="ml-IN" sz="2800" b="1" dirty="0">
                <a:latin typeface="Kartika" panose="02020503030404060203" pitchFamily="18" charset="0"/>
              </a:rPr>
              <a:t>ക്ലേശം മാറ്റി - മഹാസന്തോഷം നൽകുന്ന</a:t>
            </a:r>
            <a:r>
              <a:rPr lang="ml-IN" sz="2800" b="1" spc="-200" dirty="0">
                <a:latin typeface="Kartika" panose="02020503030404060203" pitchFamily="18" charset="0"/>
              </a:rPr>
              <a:t> - യേശു..</a:t>
            </a:r>
            <a:endParaRPr lang="en-US" sz="28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A7967F-75A5-4911-9095-080E146CC9A5}"/>
              </a:ext>
            </a:extLst>
          </p:cNvPr>
          <p:cNvSpPr/>
          <p:nvPr/>
        </p:nvSpPr>
        <p:spPr>
          <a:xfrm>
            <a:off x="0" y="3599414"/>
            <a:ext cx="121920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6.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Yaathoru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samayamen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andhathayathumoolam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paathayariyaathey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njaan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valayumbolh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  <a:cs typeface="Times New Roman" panose="02020603050405020304" pitchFamily="18" charset="0"/>
            </a:endParaRPr>
          </a:p>
          <a:p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Yeshu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sannidhi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mama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bhaagyam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! </a:t>
            </a:r>
          </a:p>
          <a:p>
            <a:r>
              <a:rPr lang="fi-FI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	Klèsham maatti mahaa santhosham nalkunna	 – Yeshu...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30AC275-5B24-485B-BC6E-F7FDCC69D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9999" y="0"/>
            <a:ext cx="7620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024</a:t>
            </a:r>
          </a:p>
        </p:txBody>
      </p:sp>
    </p:spTree>
    <p:extLst>
      <p:ext uri="{BB962C8B-B14F-4D97-AF65-F5344CB8AC3E}">
        <p14:creationId xmlns:p14="http://schemas.microsoft.com/office/powerpoint/2010/main" val="111957731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9939" y="762000"/>
            <a:ext cx="12192000" cy="2433636"/>
          </a:xfrm>
        </p:spPr>
        <p:txBody>
          <a:bodyPr anchor="t"/>
          <a:lstStyle/>
          <a:p>
            <a:pPr algn="l" defTabSz="346075">
              <a:defRPr/>
            </a:pP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7	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തക്ക സമയമെല്ലാ മുട്ടും പ്രയാസവും തന്‍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8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28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മക്കള്‍ക്കു തീര്‍ത്തുകൊടുത്തീടുന്നോരെന്‍ </a:t>
            </a:r>
            <a:br>
              <a:rPr lang="en-US" sz="2800" b="1" spc="-2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8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  <a:br>
              <a:rPr lang="en-US" sz="2800" b="1" spc="-2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8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യേശുസന്നിധി മമ ഭാഗ്യം!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ക്ലേശം മാറ്റി - മഹാസന്തോഷം നൽകുന്ന</a:t>
            </a:r>
            <a:r>
              <a:rPr lang="ml-IN" sz="28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 - യേശു..</a:t>
            </a:r>
            <a:endParaRPr lang="en-US" sz="28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2CDC51-22E5-4F35-BDF8-CB878546242F}"/>
              </a:ext>
            </a:extLst>
          </p:cNvPr>
          <p:cNvSpPr/>
          <p:nvPr/>
        </p:nvSpPr>
        <p:spPr>
          <a:xfrm>
            <a:off x="0" y="3599414"/>
            <a:ext cx="121920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7.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Thakka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samayamellaa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muttum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prayaasavum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than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makkalhkku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theerththu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koduththeedunnôren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  <a:cs typeface="Times New Roman" panose="02020603050405020304" pitchFamily="18" charset="0"/>
            </a:endParaRPr>
          </a:p>
          <a:p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Yeshu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sannidhi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mama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bhaagyam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! </a:t>
            </a:r>
          </a:p>
          <a:p>
            <a:r>
              <a:rPr lang="fi-FI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	Klèsham maatti mahaa santhosham nalkunna	 – Yeshu...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C0B43D3-0B2E-4B29-9DD0-784DED8D2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9999" y="0"/>
            <a:ext cx="7620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024</a:t>
            </a:r>
          </a:p>
        </p:txBody>
      </p:sp>
    </p:spTree>
    <p:extLst>
      <p:ext uri="{BB962C8B-B14F-4D97-AF65-F5344CB8AC3E}">
        <p14:creationId xmlns:p14="http://schemas.microsoft.com/office/powerpoint/2010/main" val="24787693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357436"/>
          </a:xfrm>
        </p:spPr>
        <p:txBody>
          <a:bodyPr anchor="t"/>
          <a:lstStyle/>
          <a:p>
            <a:pPr algn="l" defTabSz="346075">
              <a:defRPr/>
            </a:pP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8	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ശത്രുവിന്‍ പരീക്ഷയെന്‍ നേരെ വന്നിടുന്നോരു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മാത്രയില്‍ ജയം നല്‍കി രക്ഷിച്ചീടുന്ന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2800" b="1" dirty="0">
                <a:latin typeface="Kartika" panose="02020503030404060203" pitchFamily="18" charset="0"/>
              </a:rPr>
              <a:t>യേശുസന്നിധി മമ ഭാഗ്യം!</a:t>
            </a:r>
            <a:br>
              <a:rPr lang="ml-IN" sz="2800" b="1" dirty="0">
                <a:latin typeface="Kartika" panose="02020503030404060203" pitchFamily="18" charset="0"/>
              </a:rPr>
            </a:b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2800" b="1" dirty="0">
                <a:latin typeface="Kartika" panose="02020503030404060203" pitchFamily="18" charset="0"/>
              </a:rPr>
              <a:t>ക്ലേശം മാറ്റി - മഹാസന്തോഷം നൽകുന്ന</a:t>
            </a:r>
            <a:r>
              <a:rPr lang="ml-IN" sz="2800" b="1" spc="-200" dirty="0">
                <a:latin typeface="Kartika" panose="02020503030404060203" pitchFamily="18" charset="0"/>
              </a:rPr>
              <a:t> - യേശു..</a:t>
            </a:r>
            <a:endParaRPr lang="en-US" sz="28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C94A1C-721A-482D-A5E7-A791E9947997}"/>
              </a:ext>
            </a:extLst>
          </p:cNvPr>
          <p:cNvSpPr/>
          <p:nvPr/>
        </p:nvSpPr>
        <p:spPr>
          <a:xfrm>
            <a:off x="0" y="3599414"/>
            <a:ext cx="121920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8.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Shathruvin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pareekshayen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nèrey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vannidunnoru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maathrayil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jayam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nalki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rakshichcheedunna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Yeshu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sannidhi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mama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bhaagyam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! </a:t>
            </a:r>
          </a:p>
          <a:p>
            <a:r>
              <a:rPr lang="fi-FI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	Klèsham maatti mahaa santhosham nalkunna	 – Yeshu...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4B9185B-327F-4616-B34C-A1B7D519D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9999" y="0"/>
            <a:ext cx="7620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024</a:t>
            </a:r>
          </a:p>
        </p:txBody>
      </p:sp>
    </p:spTree>
    <p:extLst>
      <p:ext uri="{BB962C8B-B14F-4D97-AF65-F5344CB8AC3E}">
        <p14:creationId xmlns:p14="http://schemas.microsoft.com/office/powerpoint/2010/main" val="406453972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3313" y="695328"/>
            <a:ext cx="12192000" cy="2738436"/>
          </a:xfrm>
        </p:spPr>
        <p:txBody>
          <a:bodyPr anchor="t"/>
          <a:lstStyle/>
          <a:p>
            <a:pPr algn="l" defTabSz="346075">
              <a:defRPr/>
            </a:pP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9	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മന്നിട മതിലെന്‍റെ കണ്ണടഞ്ഞതിന്‍ശേഷം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പൊന്നു ലോകവാസത്തില്‍ എന്നും എന്നേക്കും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2800" b="1" dirty="0">
                <a:latin typeface="Kartika" panose="02020503030404060203" pitchFamily="18" charset="0"/>
              </a:rPr>
              <a:t>യേശുസന്നിധി മമ ഭാഗ്യം!</a:t>
            </a:r>
            <a:br>
              <a:rPr lang="ml-IN" sz="2800" b="1" dirty="0">
                <a:latin typeface="Kartika" panose="02020503030404060203" pitchFamily="18" charset="0"/>
              </a:rPr>
            </a:b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2800" b="1" dirty="0">
                <a:latin typeface="Kartika" panose="02020503030404060203" pitchFamily="18" charset="0"/>
              </a:rPr>
              <a:t>ക്ലേശം മാറ്റി - മഹാസന്തോഷം നൽകുന്ന</a:t>
            </a:r>
            <a:r>
              <a:rPr lang="ml-IN" sz="2800" b="1" spc="-200" dirty="0">
                <a:latin typeface="Kartika" panose="02020503030404060203" pitchFamily="18" charset="0"/>
              </a:rPr>
              <a:t> - യേശു..</a:t>
            </a:r>
            <a:br>
              <a:rPr lang="en-US" sz="2800" b="1" dirty="0">
                <a:latin typeface="Kartika" panose="02020503030404060203" pitchFamily="18" charset="0"/>
              </a:rPr>
            </a:b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			</a:t>
            </a:r>
            <a:r>
              <a:rPr lang="en-US" sz="2400" b="1" dirty="0">
                <a:latin typeface="Kartika" panose="02020503030404060203" pitchFamily="18" charset="0"/>
                <a:cs typeface="Kartika" panose="02020503030404060203" pitchFamily="18" charset="0"/>
              </a:rPr>
              <a:t>(</a:t>
            </a:r>
            <a:r>
              <a:rPr lang="ml-IN" sz="2400" b="1" dirty="0">
                <a:latin typeface="Kartika" panose="02020503030404060203" pitchFamily="18" charset="0"/>
                <a:cs typeface="Kartika" panose="02020503030404060203" pitchFamily="18" charset="0"/>
              </a:rPr>
              <a:t>റ്റി .ഡി. ജോർജ്</a:t>
            </a:r>
            <a:r>
              <a:rPr lang="en-US" sz="2400" b="1" dirty="0">
                <a:latin typeface="Kartika" panose="02020503030404060203" pitchFamily="18" charset="0"/>
                <a:cs typeface="Kartika" panose="02020503030404060203" pitchFamily="18" charset="0"/>
              </a:rPr>
              <a:t>)</a:t>
            </a:r>
            <a:endParaRPr lang="en-US" sz="28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2FE58D-D89F-41EF-A16A-5DC28D2B53B7}"/>
              </a:ext>
            </a:extLst>
          </p:cNvPr>
          <p:cNvSpPr/>
          <p:nvPr/>
        </p:nvSpPr>
        <p:spPr>
          <a:xfrm>
            <a:off x="0" y="3599414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9.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Mannida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mathilentey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kannhadanjathin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shèsham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ponnu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lôkavaasaththil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ennum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ennekum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  <a:cs typeface="Times New Roman" panose="02020603050405020304" pitchFamily="18" charset="0"/>
            </a:endParaRPr>
          </a:p>
          <a:p>
            <a:endParaRPr lang="en-US" sz="3000" b="1" dirty="0">
              <a:solidFill>
                <a:schemeClr val="tx2">
                  <a:lumMod val="75000"/>
                </a:schemeClr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Yeshu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sannidhi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 mama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bhaagyam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! </a:t>
            </a:r>
          </a:p>
          <a:p>
            <a:r>
              <a:rPr lang="fi-FI" sz="3000" b="1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	Klèsham maatti mahaa santhosham nalkunna	 – Yeshu...</a:t>
            </a:r>
          </a:p>
          <a:p>
            <a:r>
              <a:rPr lang="fi-FI" sz="2600" dirty="0">
                <a:solidFill>
                  <a:schemeClr val="tx2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										(T. D. George)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A2AD492-082B-42D9-9991-5F77A11E3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9999" y="0"/>
            <a:ext cx="7620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024</a:t>
            </a:r>
          </a:p>
        </p:txBody>
      </p:sp>
    </p:spTree>
    <p:extLst>
      <p:ext uri="{BB962C8B-B14F-4D97-AF65-F5344CB8AC3E}">
        <p14:creationId xmlns:p14="http://schemas.microsoft.com/office/powerpoint/2010/main" val="398971031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1043</TotalTime>
  <Words>117</Words>
  <Application>Microsoft Office PowerPoint</Application>
  <PresentationFormat>Widescreen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Kartika</vt:lpstr>
      <vt:lpstr>Times New Roman</vt:lpstr>
      <vt:lpstr>Office Theme</vt:lpstr>
      <vt:lpstr>24  യേശുസന്നിധി മമ ഭാഗ്യം</vt:lpstr>
      <vt:lpstr> യേശുസന്നിധി മമ ഭാഗ്യം!  ക്ലേശം മാറ്റി - മഹാസന്തോഷം നൽകുന്ന     - യേശു..  1 ശുദ്ധാത്മാവനുദിനം എന്നുള്ളില്‍ വസിച്ചെന്നെ  പ്രാര്‍ത്ഥിപ്പാന്‍ പഠിപ്പിക്കും നേരമെപ്പോഴും     - യേശു..</vt:lpstr>
      <vt:lpstr>2 ദൈവവചനമതില്‍ ധ്യാനിച്ചീടുവാ നതി-  രാവിലെ തന്‍പാദം പ്രാപിക്കും നേരം     യേശുസന്നിധി മമ ഭാഗ്യം!  ക്ലേശം മാറ്റി - മഹാസന്തോഷം നൽകുന്ന   - യേശു..</vt:lpstr>
      <vt:lpstr>3 പാപത്താലശുദ്ധനായ്‌ - തീരും സമയമനു-  താപഹൃദയമോടെ ഞാനണയുമ്പോള്‍     യേശുസന്നിധി മമ ഭാഗ്യം!   ക്ലേശം മാറ്റി - മഹാസന്തോഷം നൽകുന്ന - യേശു..</vt:lpstr>
      <vt:lpstr>4. ലോകചിന്തകളാകും ഭാരച്ചുമടതിനാൽ       ആകുലപ്പെട്ടു തളർന്നിടുന്ന നേരം    യേശുസന്നിധി മമ ഭാഗ്യം!   ക്ലേശം മാറ്റി - മഹാസന്തോഷം നൽകുന്ന - യേശു..</vt:lpstr>
      <vt:lpstr>5 ദുഃഖങ്ങള്‍ ഹൃദയത്തെ മുറ്റും തകര്‍ത്തിടുമ്പോള്‍  ഒക്കെയും സഹിച്ചീടാന്‍ ശക്തി നല്‍കുന്ന     യേശുസന്നിധി മമ ഭാഗ്യം!    ക്ലേശം മാറ്റി - മഹാസന്തോഷം നൽകുന്ന - യേശു.. </vt:lpstr>
      <vt:lpstr>6 യാതൊരു സമയമെൻ അന്ധതയതുമൂലം  പാതയറിയാതെ ഞാന്‍ വലയുമ്പോള്‍     യേശുസന്നിധി മമ ഭാഗ്യം!    ക്ലേശം മാറ്റി - മഹാസന്തോഷം നൽകുന്ന - യേശു..</vt:lpstr>
      <vt:lpstr>7 തക്ക സമയമെല്ലാ മുട്ടും പ്രയാസവും തന്‍  മക്കള്‍ക്കു തീര്‍ത്തുകൊടുത്തീടുന്നോരെന്‍         യേശുസന്നിധി മമ ഭാഗ്യം!    ക്ലേശം മാറ്റി - മഹാസന്തോഷം നൽകുന്ന - യേശു..</vt:lpstr>
      <vt:lpstr>8 ശത്രുവിന്‍ പരീക്ഷയെന്‍ നേരെ വന്നിടുന്നോരു  മാത്രയില്‍ ജയം നല്‍കി രക്ഷിച്ചീടുന്ന      യേശുസന്നിധി മമ ഭാഗ്യം!     ക്ലേശം മാറ്റി - മഹാസന്തോഷം നൽകുന്ന - യേശു..</vt:lpstr>
      <vt:lpstr>9 മന്നിട മതിലെന്‍റെ കണ്ണടഞ്ഞതിന്‍ശേഷം  പൊന്നു ലോകവാസത്തില്‍ എന്നും എന്നേക്കും      യേശുസന്നിധി മമ ഭാഗ്യം!     ക്ലേശം മാറ്റി - മഹാസന്തോഷം നൽകുന്ന - യേശു..                          (റ്റി .ഡി. ജോർജ്)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 sannidhi</dc:title>
  <dc:creator>Digital Input;GM JOHN</dc:creator>
  <cp:lastModifiedBy>Acsah Mathews</cp:lastModifiedBy>
  <cp:revision>331</cp:revision>
  <dcterms:created xsi:type="dcterms:W3CDTF">2013-04-19T09:19:07Z</dcterms:created>
  <dcterms:modified xsi:type="dcterms:W3CDTF">2018-10-23T16:14:50Z</dcterms:modified>
</cp:coreProperties>
</file>