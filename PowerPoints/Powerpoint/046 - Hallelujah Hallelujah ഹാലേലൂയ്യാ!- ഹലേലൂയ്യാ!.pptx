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BB4F-A020-4030-8837-A36D153EE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22620-90C7-4236-B642-045B4609A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7A443-82F1-4253-B924-BCB86E9F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BFD773-BB58-4839-A0C2-DCE1F5540831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A522F-1B80-4414-A2A9-B1007DF2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CCAE1-204D-48E4-8309-A15997D5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0D25A8-60A3-4836-AD6C-EEE85F768B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8C8D73-20A2-47F1-B885-54A3BC288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D20383-9867-4E30-B33F-1591BEE23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1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5DB1-88D1-4F5D-BDAC-4C595624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93709-CA8F-4135-983B-B672615A3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01A70-B43D-4D69-B59C-83933282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0FEE4D-3950-4043-A39B-033F50F5DC18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D10F8-132C-4F08-9072-C467D637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E8CF5-E9E2-4D3F-939B-3F475E4C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1C75D1-F1F3-4192-ACF8-406761B389A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1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3E74-7CB8-4E54-933C-BF8B0AEB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B808A-CA6F-43AB-996E-17CAB4A4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423E-B21E-4ADB-BFFA-57CD9CD3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DD1339-C6AE-425C-A77B-62091402043C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9D1E-9D93-43DE-ACF1-28EC7E5F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9F4E2-72F2-440D-A48B-922821EC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A4AD85-F2C5-4BAD-85F8-3196022052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7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C9EC-65E5-460C-B610-21E7F783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D7AC-4A00-4B9F-AFB9-C707ED995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84A93-B4D4-4D19-A4B4-DE1F42416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D32BD-B034-49DF-B82B-4F9F268A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912502-E7E7-48CC-B25C-9C25D294A4F4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89E32-3F10-409D-B87E-1999588C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EEFC4-4F6C-4A08-8EA7-3454BA7F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C502E-C775-46D9-907E-34A3781607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67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8435-1092-4765-BB27-68ED76289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6B1C0-A6F4-4482-BD65-0AFCD4254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8CE87-A4D2-4CEA-82B5-26FD1C460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D5CB7F-52A6-45A2-B2F6-0379BBACE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922EF-66C0-45B1-8396-4E24F826B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B1213-21E6-4227-BAC9-FE80A3D5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062582-41F6-404C-8D0B-812FBAB2720F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932331-698A-4A9A-A0B7-0A18D94F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C0DDCD-903D-4C0F-99F5-82924606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936C8D-F70D-4CFE-AA92-D5B231EFAE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5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FB8F-C2C3-4E5E-B9BC-07C9E090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30B41-E4D9-46DA-A8FF-C05E1FDE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D6A45-F26F-4CC1-B7A4-15413C6CCA9C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D84C6-BB87-4F22-AA02-305E01FD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2E488-AA7E-4E88-880A-B278D5DF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3C0A24-CA95-4248-B5DD-081787C3D08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8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D7AD8-F2EA-4719-A7CB-AAFF2AB5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49E982-C03E-4A05-815A-F92B02C57A13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7D069-9BF2-4DF6-A3AE-73F4B1A8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9F38D-0B41-44F3-8F64-3453C5D4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9C9E58-43D2-45E5-9583-C07724C8A2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6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B549-DCDB-484F-9C6B-8AD91A98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A1EA-4CEB-4FF2-9CC1-DBD58DC3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3D526-9A26-4D61-A33A-D940A71C5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50D38-E87E-4AE8-9D8C-219DF326A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86AC86-1C0A-4A9B-A735-FCA278D4C140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B64A2-3807-423B-B9A3-288FFB36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5EB91-B90E-442A-881B-8F7FAF22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D52C1-1037-4F25-B5C4-A657831168A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8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AB55-4630-470B-B187-49CDCAF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925A6-99CE-4744-BEEE-A66144834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63739-B1FE-4DD1-A591-BC291EBC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E78E5-18D9-415C-82D1-8DABFA775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EA13-1E07-45F9-A920-691F4675E890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E7BBD-3D05-4A29-9940-69B29DC6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57C89-6720-4EA7-8041-4B69A5DE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60DE3-A29D-4C29-8362-44862A1A7A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5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BD9F-913C-42E4-9505-744ABBE8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7DA74-91C8-4491-A126-7D32F4A16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EAAB4-C82D-43C3-A758-2B2B1173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23CAA8-64C4-4759-9470-41E81C5ECF75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D483E-CC91-4252-B850-A9061BA5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77B5-F57D-4814-8009-7B446DE7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29F05F-3CF6-4457-925F-2CF2431E276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24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CB586-B51B-41EE-9B12-80CA1B687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972E9-ED5B-457F-93D2-FDB282764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C3B93-2AE7-44E7-A103-769C24DB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72880C-32D7-4724-B3ED-74F533DEC683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77902-1822-4C14-B8AC-8AB5505A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63A46-A970-4C95-8D94-BF8869D8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0FDECF-098A-497B-8B7A-3B45AA056A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22BB2-C313-43E0-A160-61525711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6C163-022F-44AC-AF4F-7ECE4F297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99476-27C2-4A32-BB31-B6D7829C4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9FF181-C407-4B40-86A2-1CE84F7F7386}" type="datetimeFigureOut">
              <a:rPr lang="en-US" smtClean="0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25C89-252B-4C11-980F-4834B318A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3E689-C851-45C6-B707-068566D21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9A014BD-DA73-40CE-B88E-37A4F5FEF2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3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DCB5-6FBA-4D41-A0DA-35F18DB61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1887200" cy="2387600"/>
          </a:xfrm>
        </p:spPr>
        <p:txBody>
          <a:bodyPr>
            <a:normAutofit/>
          </a:bodyPr>
          <a:lstStyle/>
          <a:p>
            <a:r>
              <a:rPr lang="en-US" dirty="0"/>
              <a:t>45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ഹാലേലൂയ്യാ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!-</a:t>
            </a:r>
            <a:r>
              <a:rPr lang="ml-IN" b="1" dirty="0">
                <a:latin typeface="Kartika" panose="02020503030404060203" pitchFamily="18" charset="0"/>
              </a:rPr>
              <a:t> ഹലേലൂയ്യാ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56B75-154A-4BC5-8415-78D034A76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Haaleluyya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 -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Haaleluyya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6854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14754"/>
            <a:ext cx="12192000" cy="3090446"/>
          </a:xfrm>
        </p:spPr>
        <p:txBody>
          <a:bodyPr anchor="t">
            <a:normAutofit/>
          </a:bodyPr>
          <a:lstStyle/>
          <a:p>
            <a:pPr algn="l" defTabSz="457200"/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ഹാലേലൂയ്യാ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!-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ഹലേലൂയ്യാ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ഹലേലൂയ്യാ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 ആമേന്‍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അന്‍പു തിങ്ങീടും നൽ-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അനന്തപിതാവേ 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 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ഹാ...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കൃപ നിറഞ്ഞീടും നൽ-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കര്‍ത്താവേ - ഹാ...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വിശുദ്ധി നല്‍കീടും നൽ-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പരിശുദ്ധാത്മാവേ - ഹാ...</a:t>
            </a: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താത സുതാത്മാവാം-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ദൈവത്രിയേകാ - ഹാ...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  </a:t>
            </a:r>
            <a: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  <a:t>മോശവത്സലം</a:t>
            </a:r>
            <a: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4AF82C-CC10-4250-A906-47352434F6B3}"/>
              </a:ext>
            </a:extLst>
          </p:cNvPr>
          <p:cNvSpPr/>
          <p:nvPr/>
        </p:nvSpPr>
        <p:spPr>
          <a:xfrm>
            <a:off x="0" y="3352800"/>
            <a:ext cx="12192000" cy="3483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Haaleluyya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! -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Haaleluyya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!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Haaleluyya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!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Aaamen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Anpu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thingeedum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nal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anantha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Pithaavey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!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2. Kripa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niranjeedum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nal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Kristhu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Karthaavey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Vishudhdhi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nalkeedum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nal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Parishudhdhaathmaavey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Thaatha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Suthaathmaavaam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Daiva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</a:rPr>
              <a:t>Thriyèkaa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 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Moshavatsalam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</TotalTime>
  <Words>49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Kartika</vt:lpstr>
      <vt:lpstr>Office Theme</vt:lpstr>
      <vt:lpstr>45 ഹാലേലൂയ്യാ!- ഹലേലൂയ്യാ!</vt:lpstr>
      <vt:lpstr>ഹാലേലൂയ്യാ!- ഹലേലൂയ്യാ! –  ഹലേലൂയ്യാ! ആമേന്‍   1 അന്‍പു തിങ്ങീടും നൽ- അനന്തപിതാവേ  -  ഹാ...  2 കൃപ നിറഞ്ഞീടും നൽ- ക്രിസ്തു കര്‍ത്താവേ - ഹാ...  3 വിശുദ്ധി നല്‍കീടും നൽ- പരിശുദ്ധാത്മാവേ - ഹാ...   4 താത സുതാത്മാവാം-  ദൈവത്രിയേകാ - ഹാ...     (മോശവത്സലം)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Hallelujah Hallelujah</dc:title>
  <dc:creator>Digital Input:;GM JOHN</dc:creator>
  <cp:lastModifiedBy>Acsah Mathews</cp:lastModifiedBy>
  <cp:revision>241</cp:revision>
  <dcterms:created xsi:type="dcterms:W3CDTF">2013-04-19T09:19:07Z</dcterms:created>
  <dcterms:modified xsi:type="dcterms:W3CDTF">2018-10-29T13:00:15Z</dcterms:modified>
</cp:coreProperties>
</file>