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71" r:id="rId3"/>
    <p:sldId id="276" r:id="rId4"/>
    <p:sldId id="277" r:id="rId5"/>
    <p:sldId id="286" r:id="rId6"/>
    <p:sldId id="278" r:id="rId7"/>
    <p:sldId id="287" r:id="rId8"/>
    <p:sldId id="279" r:id="rId9"/>
    <p:sldId id="288" r:id="rId10"/>
    <p:sldId id="280" r:id="rId11"/>
    <p:sldId id="289" r:id="rId12"/>
    <p:sldId id="281" r:id="rId13"/>
    <p:sldId id="290" r:id="rId14"/>
    <p:sldId id="282" r:id="rId15"/>
    <p:sldId id="291" r:id="rId16"/>
    <p:sldId id="283" r:id="rId17"/>
    <p:sldId id="292" r:id="rId18"/>
    <p:sldId id="284" r:id="rId19"/>
    <p:sldId id="293" r:id="rId2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B7863-A9E8-4420-87C7-46BD3842164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F75C19-6A42-4716-853D-D821E561A3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0C6B8-05F2-4245-8A33-8AB138F80DD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15DF28-DC6C-41C2-80EF-3B6467B594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C858F-584B-4F00-BB03-BEC7FFCD7B2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EFF-F28F-4A75-8943-3DE9F824B9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1E7FFD-E735-4649-BC56-EF38FC631EB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E54CD-1C9D-4951-B7E0-4BF0EF2F91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CD2FD-A2AF-489F-9572-E838B55E919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712E18-FB5B-48EA-8165-C35F52814A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AFBEC-4241-440D-B688-504CB92DA68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81FEC-351D-4708-8541-8F3DCB84FE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42FD88-F7AF-41F0-9DD3-976E7C6F151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EB6198-7EC8-4DB9-93B4-B3D671A4B6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1530CD-5DC4-4724-94C3-8F49D94D418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374BF4-0A6B-4E45-B658-86E3C66E89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5DD55-4AE6-44E1-B3BE-17DEE46AB0E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77AF16-7851-45BA-A2F8-268B819812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4DD80-C66E-486F-B4B0-436399B0511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90B995-25F8-447E-98E0-5999116576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61B43-FC6B-4E8D-BF16-C757ABCCFF2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F7015-843D-4E54-A792-0199D26948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95E6A81-B7DD-42EB-B926-CC223D8E30D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BBDA41B-1274-457C-918B-0B25DD2B84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69B17-BAF8-4CE2-BB5C-DAC8F5D053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405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ഞാൻ കർത്താവിന്നായ്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5CCC5B-4CE7-488D-A8D0-C72296ED8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26598"/>
            <a:ext cx="8534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Njaan </a:t>
            </a:r>
            <a:r>
              <a:rPr lang="en-US" sz="4000" b="1" dirty="0" err="1">
                <a:solidFill>
                  <a:srgbClr val="002060"/>
                </a:solidFill>
              </a:rPr>
              <a:t>Karthaavinaai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chemeClr val="bg1">
                    <a:lumMod val="50000"/>
                  </a:schemeClr>
                </a:solidFill>
              </a:rPr>
              <a:t>Tune: I will sing of my Redeemer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DC288F-4E2F-4DFC-8233-97B79809F4E3}"/>
              </a:ext>
            </a:extLst>
          </p:cNvPr>
          <p:cNvSpPr/>
          <p:nvPr/>
        </p:nvSpPr>
        <p:spPr>
          <a:xfrm>
            <a:off x="914400" y="5122715"/>
            <a:ext cx="18325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(വി. നാഗൽ)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5499B6-1B62-44FE-AB68-D98F69BF209F}"/>
              </a:ext>
            </a:extLst>
          </p:cNvPr>
          <p:cNvSpPr/>
          <p:nvPr/>
        </p:nvSpPr>
        <p:spPr>
          <a:xfrm>
            <a:off x="9680178" y="5122715"/>
            <a:ext cx="13425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(V. </a:t>
            </a:r>
            <a:r>
              <a:rPr lang="en-US" sz="2000" b="1" dirty="0" err="1">
                <a:solidFill>
                  <a:schemeClr val="accent2"/>
                </a:solidFill>
                <a:latin typeface="Arial" panose="020B0604020202020204" pitchFamily="34" charset="0"/>
              </a:rPr>
              <a:t>Nagal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)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57678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51095"/>
            <a:ext cx="12192000" cy="2438400"/>
          </a:xfrm>
        </p:spPr>
        <p:txBody>
          <a:bodyPr anchor="t"/>
          <a:lstStyle/>
          <a:p>
            <a:pPr algn="l" defTabSz="401638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കർത്താവിന്നായ് പാടും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ജീവിച്ചിടും നാളെല്ലാം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ദൈവമഹത്ത്വം കൊണ്ടാടും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കീർത്തിക്കും തൻവാത്സല്യം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1524000" y="3740776"/>
            <a:ext cx="10668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Njaan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Karthaavinaai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Jeevichcheedum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naalhellaam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Daiva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kondaadum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Keerththikum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vaalsalyam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57636"/>
            <a:ext cx="12192000" cy="2660024"/>
          </a:xfrm>
        </p:spPr>
        <p:txBody>
          <a:bodyPr anchor="t"/>
          <a:lstStyle/>
          <a:p>
            <a:pPr defTabSz="4016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ഹല്ലേലുയ്യാ ദൈവത്തിന്നും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പുത്രന്നും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ആത്മാവിനും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ഇന്നും സർവ്വകാലത്തും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0" y="34359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Daivaththinum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Puthranum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Aathmaavinum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sarvvakaalaththum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157481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51095"/>
            <a:ext cx="12192000" cy="2438400"/>
          </a:xfrm>
        </p:spPr>
        <p:txBody>
          <a:bodyPr anchor="t"/>
          <a:lstStyle/>
          <a:p>
            <a:pPr algn="l" defTabSz="4016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ഭാരമുള്ളോർ മനമല്ല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ദൈവാത്മാവിൻ ലക്ഷണം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സാക്ഷാൽ അഭിഷിക്തർക്കെല്ലാ-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ക്കാലത്തും സന്തോഷിക്കാം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1524000" y="3740776"/>
            <a:ext cx="10668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Bhaara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mullhôr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manamalla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Daivaathmaavin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lakshanham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Saakshaal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abhishiktharkellaa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Kaalaththum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santhoshikkaam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212711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57636"/>
            <a:ext cx="12192000" cy="2660024"/>
          </a:xfrm>
        </p:spPr>
        <p:txBody>
          <a:bodyPr anchor="t"/>
          <a:lstStyle/>
          <a:p>
            <a:pPr defTabSz="4016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ഹല്ലേലുയ്യാ ദൈവത്തിന്നും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പുത്രന്നും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ആത്മാവിനും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ഇന്നും സർവ്വകാലത്തും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0" y="34359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Daivaththinum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Puthranum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Aathmaavinum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sarvvakaalaththum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76106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51095"/>
            <a:ext cx="12192000" cy="2438400"/>
          </a:xfrm>
        </p:spPr>
        <p:txBody>
          <a:bodyPr anchor="t"/>
          <a:lstStyle/>
          <a:p>
            <a:pPr algn="l" defTabSz="4016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ദൈവ മുഖത്തിൻ മുമ്പാകെ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വീണയാലെ സ്തുതിപ്പാൻ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യേശുവിന്‍റെ രക്തത്താലെ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എന്നെ പ്രാപ്തൻ ആക്കി താൻ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1524000" y="3740776"/>
            <a:ext cx="10668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Daiva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mukhaththin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munbaakey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Veenha-yaaley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ththaaley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praapthan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083657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57636"/>
            <a:ext cx="12192000" cy="2660024"/>
          </a:xfrm>
        </p:spPr>
        <p:txBody>
          <a:bodyPr anchor="t"/>
          <a:lstStyle/>
          <a:p>
            <a:pPr defTabSz="4016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ഹല്ലേലുയ്യാ ദൈവത്തിന്നും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പുത്രന്നും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ആത്മാവിനും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ഇന്നും സർവ്വകാലത്തും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0" y="34359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Daivaththinum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Puthranum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Aathmaavinum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sarvvakaalaththum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621254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51095"/>
            <a:ext cx="12192000" cy="2438400"/>
          </a:xfrm>
        </p:spPr>
        <p:txBody>
          <a:bodyPr anchor="t"/>
          <a:lstStyle/>
          <a:p>
            <a:pPr algn="l" defTabSz="4016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കേൾക്ക ദൂതന്മാരിൻ ഗാനം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ബേത് ലഹേമിൻ വയലിൽ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നോക്കുക പിതാവിൻ ദാനം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ചേരുക സംഗീതത്തിൽ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1524000" y="3740776"/>
            <a:ext cx="10668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Kèlhkka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doothanmaaril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gaanam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Bethlehemin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vayalil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Nôkkuka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pithaavin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daanam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Chèruka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sangeethaththil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952583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57636"/>
            <a:ext cx="12192000" cy="2660024"/>
          </a:xfrm>
        </p:spPr>
        <p:txBody>
          <a:bodyPr anchor="t"/>
          <a:lstStyle/>
          <a:p>
            <a:pPr defTabSz="4016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ഹല്ലേലുയ്യാ ദൈവത്തിന്നും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പുത്രന്നും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ആത്മാവിനും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ഇന്നും സർവ്വകാലത്തും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0" y="34359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Daivaththinum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Puthranum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Aathmaavinum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sarvvakaalaththum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078490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51095"/>
            <a:ext cx="12192000" cy="2438400"/>
          </a:xfrm>
        </p:spPr>
        <p:txBody>
          <a:bodyPr anchor="t"/>
          <a:lstStyle/>
          <a:p>
            <a:pPr algn="l" defTabSz="4016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പാലും തേനും ഒഴുകീടും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നല്ലോർ രാജ്യം എന്‍റേതാം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ആശ്വാസങ്ങൾ നിറഞ്ഞീടും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ക്രിസ്തൻ മാർവെൻ പാർപ്പിടം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1524000" y="3740776"/>
            <a:ext cx="10668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Paalum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thènum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ozhukeedum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Nallôr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entethaam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Aashwaasangalh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niranjeedum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Kristhan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maarven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paarppidam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997552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57636"/>
            <a:ext cx="12192000" cy="2660024"/>
          </a:xfrm>
        </p:spPr>
        <p:txBody>
          <a:bodyPr anchor="t"/>
          <a:lstStyle/>
          <a:p>
            <a:pPr defTabSz="4016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ഹല്ലേലുയ്യാ ദൈവത്തിന്നും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പുത്രന്നും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ആത്മാവിനും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ഇന്നും സർവ്വകാലത്തും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0" y="34359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Daivaththinum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Puthranum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Aathmaavinum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sarvvakaalaththum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365291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51095"/>
            <a:ext cx="12192000" cy="2438400"/>
          </a:xfrm>
        </p:spPr>
        <p:txBody>
          <a:bodyPr anchor="t"/>
          <a:lstStyle/>
          <a:p>
            <a:pPr algn="l" defTabSz="4016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പാടും ഞാൻ സന്തോഷത്താലെ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ഉള്ളം എല്ലാം തുള്ളുമ്പോൾ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പാടും എന്നെ അഗ്നിയാലെ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ശോധന ചെയ്തീടുമ്പോൾ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1524000" y="3740776"/>
            <a:ext cx="10668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Paadum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santhoshaththaaley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Ullham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ellaam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thullhumbolh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Paadum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agniyaaley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Shôdana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cheitheedumbolh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278791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57636"/>
            <a:ext cx="12192000" cy="2660024"/>
          </a:xfrm>
        </p:spPr>
        <p:txBody>
          <a:bodyPr anchor="t"/>
          <a:lstStyle/>
          <a:p>
            <a:pPr defTabSz="4016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ഹല്ലേലുയ്യാ ദൈവത്തിന്നും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പുത്രന്നും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ആത്മാവിനും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ഇന്നും സർവ്വകാലത്തും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0" y="34359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Daivaththinum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Puthranum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Aathmaavinum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sarvvakaalaththum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976802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51095"/>
            <a:ext cx="12192000" cy="2438400"/>
          </a:xfrm>
        </p:spPr>
        <p:txBody>
          <a:bodyPr anchor="t"/>
          <a:lstStyle/>
          <a:p>
            <a:pPr algn="l" defTabSz="4016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7	അത്തിവൃക്ഷം വാടിയാലും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മുന്തിരിയിൻ വള്ളിയും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ഒന്നും നൽകാതിരുന്നാലും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ഞാൻ കർത്താവിൽ പുകഴും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1524000" y="3740776"/>
            <a:ext cx="10668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Aththi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vriksham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vaadiyaalum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Munthiriyin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vallhiyum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nalkaathirunnaalum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Njaan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karththaavil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pukazhum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860946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57636"/>
            <a:ext cx="12192000" cy="2660024"/>
          </a:xfrm>
        </p:spPr>
        <p:txBody>
          <a:bodyPr anchor="t"/>
          <a:lstStyle/>
          <a:p>
            <a:pPr defTabSz="4016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ഹല്ലേലുയ്യാ ദൈവത്തിന്നും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പുത്രന്നും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ആത്മാവിനും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ഇന്നും സർവ്വകാലത്തും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0" y="34359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Daivaththinum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Puthranum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Aathmaavinum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sarvvakaalaththum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470933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51095"/>
            <a:ext cx="12192000" cy="2438400"/>
          </a:xfrm>
        </p:spPr>
        <p:txBody>
          <a:bodyPr anchor="t"/>
          <a:lstStyle/>
          <a:p>
            <a:pPr algn="l" defTabSz="4016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8	എൻ നിക്ഷേപം സ്വർഗ്ഗത്തിങ്കൽ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ആകയാൽ ഞാൻ ഭാഗ്യവാൻ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ലോകരുടെ ദുഃഖത്തിങ്കൽ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എനിക്കുണ്ടോ ദുഃഖിപ്പാൻ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1524000" y="3740776"/>
            <a:ext cx="10668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nikshèpam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swarggaththinkal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Aakayaal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bhaagyavaan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Lôkarudey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dukhathtinkal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Enikkundo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dukhippaan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167752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57636"/>
            <a:ext cx="12192000" cy="2660024"/>
          </a:xfrm>
        </p:spPr>
        <p:txBody>
          <a:bodyPr anchor="t"/>
          <a:lstStyle/>
          <a:p>
            <a:pPr defTabSz="4016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ഹല്ലേലുയ്യാ ദൈവത്തിന്നും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പുത്രന്നും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ആത്മാവിനും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ഇന്നും സർവ്വകാലത്തും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0" y="34359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Daivaththinum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Puthranum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Aathmaavinum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sarvvakaalaththum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987649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51095"/>
            <a:ext cx="12192000" cy="2438400"/>
          </a:xfrm>
        </p:spPr>
        <p:txBody>
          <a:bodyPr anchor="t"/>
          <a:lstStyle/>
          <a:p>
            <a:pPr algn="l" defTabSz="4016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9	ദൈവത്തിങ്കലെ സന്തോഷം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ആശ്രിതരിൻ ബലമാം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ആശയറ്റുപോയ ക്ലേശം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ദൂരത്തെറിയുക നാം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1524000" y="3740776"/>
            <a:ext cx="10668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Daivaththinkaley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Aashritharin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balamaam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Aashayattu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pôya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klèsham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Dooraththeriyuka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989514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57636"/>
            <a:ext cx="12192000" cy="2660024"/>
          </a:xfrm>
        </p:spPr>
        <p:txBody>
          <a:bodyPr anchor="t"/>
          <a:lstStyle/>
          <a:p>
            <a:pPr defTabSz="401638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ഹല്ലേലുയ്യാ ദൈവത്തിന്നും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പുത്രന്നും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ആത്മാവിനും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ഇന്നും സർവ്വകാലത്തും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09503-9B00-47ED-A5F8-9E0943B3FED4}"/>
              </a:ext>
            </a:extLst>
          </p:cNvPr>
          <p:cNvSpPr/>
          <p:nvPr/>
        </p:nvSpPr>
        <p:spPr>
          <a:xfrm>
            <a:off x="0" y="34359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Daivaththinum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Puthranum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Aathmaavinum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sarvvakaalaththum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39362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232</Words>
  <Application>Microsoft Office PowerPoint</Application>
  <PresentationFormat>Widescreen</PresentationFormat>
  <Paragraphs>113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Kartika</vt:lpstr>
      <vt:lpstr>Office Theme</vt:lpstr>
      <vt:lpstr>405 ഞാൻ കർത്താവിന്നായ്</vt:lpstr>
      <vt:lpstr>1 ഞാൻ കർത്താവിന്നായ് പാടും  ജീവിച്ചിടും നാളെല്ലാം   ദൈവമഹത്ത്വം കൊണ്ടാടും   കീർത്തിക്കും തൻവാത്സല്യം</vt:lpstr>
      <vt:lpstr>ഹല്ലേലുയ്യാ ദൈവത്തിന്നും ഹല്ലേലുയ്യാ പുത്രന്നും ഹല്ലേലുയ്യാ ആത്മാവിനും  ഇന്നും സർവ്വകാലത്തും</vt:lpstr>
      <vt:lpstr>2 ഭാരമുള്ളോർ മനമല്ല   ദൈവാത്മാവിൻ ലക്ഷണം   സാക്ഷാൽ അഭിഷിക്തർക്കെല്ലാ-  ക്കാലത്തും സന്തോഷിക്കാം</vt:lpstr>
      <vt:lpstr>ഹല്ലേലുയ്യാ ദൈവത്തിന്നും ഹല്ലേലുയ്യാ പുത്രന്നും ഹല്ലേലുയ്യാ ആത്മാവിനും  ഇന്നും സർവ്വകാലത്തും</vt:lpstr>
      <vt:lpstr>3 ദൈവ മുഖത്തിൻ മുമ്പാകെ   വീണയാലെ സ്തുതിപ്പാൻ  യേശുവിന്‍റെ രക്തത്താലെ   എന്നെ പ്രാപ്തൻ ആക്കി താൻ </vt:lpstr>
      <vt:lpstr>ഹല്ലേലുയ്യാ ദൈവത്തിന്നും ഹല്ലേലുയ്യാ പുത്രന്നും ഹല്ലേലുയ്യാ ആത്മാവിനും  ഇന്നും സർവ്വകാലത്തും</vt:lpstr>
      <vt:lpstr>4 കേൾക്ക ദൂതന്മാരിൻ ഗാനം   ബേത് ലഹേമിൻ വയലിൽ  നോക്കുക പിതാവിൻ ദാനം   ചേരുക സംഗീതത്തിൽ</vt:lpstr>
      <vt:lpstr>ഹല്ലേലുയ്യാ ദൈവത്തിന്നും ഹല്ലേലുയ്യാ പുത്രന്നും ഹല്ലേലുയ്യാ ആത്മാവിനും  ഇന്നും സർവ്വകാലത്തും</vt:lpstr>
      <vt:lpstr>5 പാലും തേനും ഒഴുകീടും   നല്ലോർ രാജ്യം എന്‍റേതാം   ആശ്വാസങ്ങൾ നിറഞ്ഞീടും   ക്രിസ്തൻ മാർവെൻ പാർപ്പിടം </vt:lpstr>
      <vt:lpstr>ഹല്ലേലുയ്യാ ദൈവത്തിന്നും ഹല്ലേലുയ്യാ പുത്രന്നും ഹല്ലേലുയ്യാ ആത്മാവിനും  ഇന്നും സർവ്വകാലത്തും</vt:lpstr>
      <vt:lpstr>6 പാടും ഞാൻ സന്തോഷത്താലെ   ഉള്ളം എല്ലാം തുള്ളുമ്പോൾ   പാടും എന്നെ അഗ്നിയാലെ   ശോധന ചെയ്തീടുമ്പോൾ </vt:lpstr>
      <vt:lpstr>ഹല്ലേലുയ്യാ ദൈവത്തിന്നും ഹല്ലേലുയ്യാ പുത്രന്നും ഹല്ലേലുയ്യാ ആത്മാവിനും  ഇന്നും സർവ്വകാലത്തും</vt:lpstr>
      <vt:lpstr>7 അത്തിവൃക്ഷം വാടിയാലും   മുന്തിരിയിൻ വള്ളിയും  ഒന്നും നൽകാതിരുന്നാലും   ഞാൻ കർത്താവിൽ പുകഴും </vt:lpstr>
      <vt:lpstr>ഹല്ലേലുയ്യാ ദൈവത്തിന്നും ഹല്ലേലുയ്യാ പുത്രന്നും ഹല്ലേലുയ്യാ ആത്മാവിനും  ഇന്നും സർവ്വകാലത്തും</vt:lpstr>
      <vt:lpstr>8 എൻ നിക്ഷേപം സ്വർഗ്ഗത്തിങ്കൽ   ആകയാൽ ഞാൻ ഭാഗ്യവാൻ   ലോകരുടെ ദുഃഖത്തിങ്കൽ   എനിക്കുണ്ടോ ദുഃഖിപ്പാൻ </vt:lpstr>
      <vt:lpstr>ഹല്ലേലുയ്യാ ദൈവത്തിന്നും ഹല്ലേലുയ്യാ പുത്രന്നും ഹല്ലേലുയ്യാ ആത്മാവിനും  ഇന്നും സർവ്വകാലത്തും</vt:lpstr>
      <vt:lpstr>9 ദൈവത്തിങ്കലെ സന്തോഷം   ആശ്രിതരിൻ ബലമാം   ആശയറ്റുപോയ ക്ലേശം   ദൂരത്തെറിയുക നാം </vt:lpstr>
      <vt:lpstr>ഹല്ലേലുയ്യാ ദൈവത്തിന്നും ഹല്ലേലുയ്യാ പുത്രന്നും ഹല്ലേലുയ്യാ ആത്മാവിനും  ഇന്നും സർവ്വകാലത്തും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Njan karthaavinaai</dc:title>
  <dc:creator>Digital Input:; GM JOHN; Acsah Mathews</dc:creator>
  <cp:lastModifiedBy>Acsah Mathews</cp:lastModifiedBy>
  <cp:revision>265</cp:revision>
  <dcterms:created xsi:type="dcterms:W3CDTF">2013-04-19T09:19:07Z</dcterms:created>
  <dcterms:modified xsi:type="dcterms:W3CDTF">2018-11-26T18:27:39Z</dcterms:modified>
</cp:coreProperties>
</file>