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1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8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713B2-9573-4B81-A5F8-E5467826046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87743-3E57-4237-9D09-216FCFCE73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575DC0-666B-4B34-9AC8-895C8D1105B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89A19D-293F-4F17-9E06-47CA49F210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63CB2-5D85-4246-AC78-5DAE19A0A659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8727A5-CC4D-4A2A-90FE-9447D6CDE0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136AF-1569-49BE-832F-1AED890F9B87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ADF230-893C-4D07-8DA8-E469CF90A5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B74F30-E96C-4776-8F40-8D36AF9AF129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06426-94AC-480C-A4D5-BA3D2F78CD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BF219-6F73-4ACA-91CA-B8228B99008F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84D986-C548-4F08-AC83-C31C48F6E1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2CEF3-0CD4-4697-9280-D8FBCDA1D1E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75E53-EC07-4298-8C7D-56110CCFD0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FC821B-15F8-4F4C-A099-89CD5FF171C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366D76-8406-404C-B42B-6E8257C408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AF2B6F-2BA6-4831-9C5F-1554BAE2AF2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DF1C6-BC17-470A-A7B5-198674745A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701602-A2E9-4D63-AFB4-630F98C3A34D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937DA-210B-41BC-85BF-788BBBAFF8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0A28AE-40F3-43FC-8A6A-11F6ECEEABF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B78DF-E60C-4489-A0C8-828C714DC7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3851605-805A-497D-A8BB-442BEDDDAF56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DCD61DA-3DF7-4C9A-83C2-9DA6051941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8E05C-7EE5-48AC-90E2-4F64BF2032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126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 ഇന്നു ജനിച്ചു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996B7-BA80-40ED-B32F-E019EDD32B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Yeshu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innu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janichchu</a:t>
            </a:r>
            <a:endParaRPr lang="en-US" sz="40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Tune: Here we suffer</a:t>
            </a:r>
          </a:p>
        </p:txBody>
      </p:sp>
    </p:spTree>
    <p:extLst>
      <p:ext uri="{BB962C8B-B14F-4D97-AF65-F5344CB8AC3E}">
        <p14:creationId xmlns:p14="http://schemas.microsoft.com/office/powerpoint/2010/main" val="418827811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1127026"/>
          </a:xfrm>
        </p:spPr>
        <p:txBody>
          <a:bodyPr anchor="t"/>
          <a:lstStyle/>
          <a:p>
            <a:pPr algn="l" defTabSz="796925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ഇന്നു ജനിച്ചു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അവതരിച്ചു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നമ്മെ രക്ഷിച്ചീടാൻ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AB4062-D017-4F2E-ACB7-5B4D09ED9653}"/>
              </a:ext>
            </a:extLst>
          </p:cNvPr>
          <p:cNvSpPr/>
          <p:nvPr/>
        </p:nvSpPr>
        <p:spPr>
          <a:xfrm>
            <a:off x="914400" y="1981200"/>
            <a:ext cx="112699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സ്തോത്രം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നാമെല്ലാരും പാടണം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9B149C-A509-436D-98A4-DFE9833CE08E}"/>
              </a:ext>
            </a:extLst>
          </p:cNvPr>
          <p:cNvSpPr/>
          <p:nvPr/>
        </p:nvSpPr>
        <p:spPr>
          <a:xfrm>
            <a:off x="7620" y="3754002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janichchu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avatharichchu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Nammé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rakshichcheedaan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6A6E82-E72A-4C80-81B0-6E7DF952E5D3}"/>
              </a:ext>
            </a:extLst>
          </p:cNvPr>
          <p:cNvSpPr/>
          <p:nvPr/>
        </p:nvSpPr>
        <p:spPr>
          <a:xfrm>
            <a:off x="1146810" y="5019400"/>
            <a:ext cx="110375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Naamellaarum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B363E0-BFDC-465D-AD07-B138C246C3D5}"/>
              </a:ext>
            </a:extLst>
          </p:cNvPr>
          <p:cNvSpPr/>
          <p:nvPr/>
        </p:nvSpPr>
        <p:spPr>
          <a:xfrm>
            <a:off x="7620" y="169277"/>
            <a:ext cx="1217676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1127026"/>
          </a:xfrm>
        </p:spPr>
        <p:txBody>
          <a:bodyPr anchor="t"/>
          <a:lstStyle/>
          <a:p>
            <a:pPr algn="l" defTabSz="796925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ദാവീദിന്‍റെ ഗ്രാമത്തിൽ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ബേതലഹേം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നഗരത്തിൽ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ഭൂജാതനായ്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AB4062-D017-4F2E-ACB7-5B4D09ED9653}"/>
              </a:ext>
            </a:extLst>
          </p:cNvPr>
          <p:cNvSpPr/>
          <p:nvPr/>
        </p:nvSpPr>
        <p:spPr>
          <a:xfrm>
            <a:off x="914400" y="1981200"/>
            <a:ext cx="112699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സ്തോത്രം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നാമെല്ലാരും പാടണം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9B149C-A509-436D-98A4-DFE9833CE08E}"/>
              </a:ext>
            </a:extLst>
          </p:cNvPr>
          <p:cNvSpPr/>
          <p:nvPr/>
        </p:nvSpPr>
        <p:spPr>
          <a:xfrm>
            <a:off x="7620" y="3754002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Daavidintey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graamaththil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Bethlehem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nagaraththil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bhoojaathanaai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6A6E82-E72A-4C80-81B0-6E7DF952E5D3}"/>
              </a:ext>
            </a:extLst>
          </p:cNvPr>
          <p:cNvSpPr/>
          <p:nvPr/>
        </p:nvSpPr>
        <p:spPr>
          <a:xfrm>
            <a:off x="1146810" y="5019400"/>
            <a:ext cx="110375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Naamellaarum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B363E0-BFDC-465D-AD07-B138C246C3D5}"/>
              </a:ext>
            </a:extLst>
          </p:cNvPr>
          <p:cNvSpPr/>
          <p:nvPr/>
        </p:nvSpPr>
        <p:spPr>
          <a:xfrm>
            <a:off x="7620" y="169277"/>
            <a:ext cx="1217676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373092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" y="838200"/>
            <a:ext cx="12176760" cy="1127026"/>
          </a:xfrm>
        </p:spPr>
        <p:txBody>
          <a:bodyPr anchor="t"/>
          <a:lstStyle/>
          <a:p>
            <a:pPr algn="l" defTabSz="796925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 ദൂതന്മാര്‍ വന്നു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ലോകരോടറിയിച്ചു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സുവിശേഷത്തെ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AB4062-D017-4F2E-ACB7-5B4D09ED9653}"/>
              </a:ext>
            </a:extLst>
          </p:cNvPr>
          <p:cNvSpPr/>
          <p:nvPr/>
        </p:nvSpPr>
        <p:spPr>
          <a:xfrm>
            <a:off x="914400" y="1981200"/>
            <a:ext cx="112699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സ്തോത്രം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നാമെല്ലാരും പാടണം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9B149C-A509-436D-98A4-DFE9833CE08E}"/>
              </a:ext>
            </a:extLst>
          </p:cNvPr>
          <p:cNvSpPr/>
          <p:nvPr/>
        </p:nvSpPr>
        <p:spPr>
          <a:xfrm>
            <a:off x="7620" y="3754002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Daiva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doothanmaar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Lokarod-ariyichchu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suvisheshaththey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6A6E82-E72A-4C80-81B0-6E7DF952E5D3}"/>
              </a:ext>
            </a:extLst>
          </p:cNvPr>
          <p:cNvSpPr/>
          <p:nvPr/>
        </p:nvSpPr>
        <p:spPr>
          <a:xfrm>
            <a:off x="1146810" y="5019400"/>
            <a:ext cx="110375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Naamellaarum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B363E0-BFDC-465D-AD07-B138C246C3D5}"/>
              </a:ext>
            </a:extLst>
          </p:cNvPr>
          <p:cNvSpPr/>
          <p:nvPr/>
        </p:nvSpPr>
        <p:spPr>
          <a:xfrm>
            <a:off x="7620" y="169277"/>
            <a:ext cx="1217676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7045658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" y="838200"/>
            <a:ext cx="12176760" cy="1127026"/>
          </a:xfrm>
        </p:spPr>
        <p:txBody>
          <a:bodyPr anchor="t"/>
          <a:lstStyle/>
          <a:p>
            <a:pPr algn="l" defTabSz="796925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ദൈവത്തിന്നു മഹത്വം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–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മര്‍ത്യരില്‍ പ്രസാദവും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സമ്പൂര്‍ണ്ണമായ്‌ വന്നു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AB4062-D017-4F2E-ACB7-5B4D09ED9653}"/>
              </a:ext>
            </a:extLst>
          </p:cNvPr>
          <p:cNvSpPr/>
          <p:nvPr/>
        </p:nvSpPr>
        <p:spPr>
          <a:xfrm>
            <a:off x="914400" y="1981200"/>
            <a:ext cx="112699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സ്തോത്രം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നാമെല്ലാരും പാടണം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9B149C-A509-436D-98A4-DFE9833CE08E}"/>
              </a:ext>
            </a:extLst>
          </p:cNvPr>
          <p:cNvSpPr/>
          <p:nvPr/>
        </p:nvSpPr>
        <p:spPr>
          <a:xfrm>
            <a:off x="7620" y="3754002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Daivththinu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mahathwam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Marthyaril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prasaadavum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Samboornhamaai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6A6E82-E72A-4C80-81B0-6E7DF952E5D3}"/>
              </a:ext>
            </a:extLst>
          </p:cNvPr>
          <p:cNvSpPr/>
          <p:nvPr/>
        </p:nvSpPr>
        <p:spPr>
          <a:xfrm>
            <a:off x="1146810" y="5019400"/>
            <a:ext cx="110375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Naamellaarum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B363E0-BFDC-465D-AD07-B138C246C3D5}"/>
              </a:ext>
            </a:extLst>
          </p:cNvPr>
          <p:cNvSpPr/>
          <p:nvPr/>
        </p:nvSpPr>
        <p:spPr>
          <a:xfrm>
            <a:off x="7620" y="169277"/>
            <a:ext cx="1217676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2400597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838200"/>
            <a:ext cx="12039600" cy="1127026"/>
          </a:xfrm>
        </p:spPr>
        <p:txBody>
          <a:bodyPr anchor="t"/>
          <a:lstStyle/>
          <a:p>
            <a:pPr algn="l" defTabSz="796925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യൂദന്മാരഖിലവും -  ശേഷം സര്‍വ്വ ജനവും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ഐക്യമായ്‌ പാടണം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AB4062-D017-4F2E-ACB7-5B4D09ED9653}"/>
              </a:ext>
            </a:extLst>
          </p:cNvPr>
          <p:cNvSpPr/>
          <p:nvPr/>
        </p:nvSpPr>
        <p:spPr>
          <a:xfrm>
            <a:off x="914400" y="1981200"/>
            <a:ext cx="112699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</a:t>
            </a:r>
            <a:r>
              <a:rPr lang="en-US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സ്തോത്രം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നാമെല്ലാരും പാടണം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9B149C-A509-436D-98A4-DFE9833CE08E}"/>
              </a:ext>
            </a:extLst>
          </p:cNvPr>
          <p:cNvSpPr/>
          <p:nvPr/>
        </p:nvSpPr>
        <p:spPr>
          <a:xfrm>
            <a:off x="160020" y="3754002"/>
            <a:ext cx="120396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Yudanmaarakhilavum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Shesham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janavum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Aikyamaayi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paadenham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6A6E82-E72A-4C80-81B0-6E7DF952E5D3}"/>
              </a:ext>
            </a:extLst>
          </p:cNvPr>
          <p:cNvSpPr/>
          <p:nvPr/>
        </p:nvSpPr>
        <p:spPr>
          <a:xfrm>
            <a:off x="1146810" y="5019400"/>
            <a:ext cx="110375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Naamellaarum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B363E0-BFDC-465D-AD07-B138C246C3D5}"/>
              </a:ext>
            </a:extLst>
          </p:cNvPr>
          <p:cNvSpPr/>
          <p:nvPr/>
        </p:nvSpPr>
        <p:spPr>
          <a:xfrm>
            <a:off x="7620" y="169277"/>
            <a:ext cx="1217676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7056439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171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126 യേശു ഇന്നു ജനിച്ചു</vt:lpstr>
      <vt:lpstr> യേശു ഇന്നു ജനിച്ചു ദൈവം അവതരിച്ചു  നമ്മെ രക്ഷിച്ചീടാൻ  </vt:lpstr>
      <vt:lpstr>ദാവീദിന്‍റെ ഗ്രാമത്തിൽ -  ബേതലഹേം നഗരത്തിൽ യേശു ഭൂജാതനായ്‌</vt:lpstr>
      <vt:lpstr>ദൈവ ദൂതന്മാര്‍ വന്നു  - ലോകരോടറിയിച്ചു ഈ സുവിശേഷത്തെ</vt:lpstr>
      <vt:lpstr>ദൈവത്തിന്നു മഹത്വം –  മര്‍ത്യരില്‍ പ്രസാദവും സമ്പൂര്‍ണ്ണമായ്‌ വന്നു</vt:lpstr>
      <vt:lpstr>യൂദന്മാരഖിലവും -  ശേഷം സര്‍വ്വ ജനവും ഐക്യമായ്‌ പാടണം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innu janichu</dc:title>
  <dc:creator>Digital Input:;GM JOHN</dc:creator>
  <cp:lastModifiedBy>Acsah Mathews</cp:lastModifiedBy>
  <cp:revision>186</cp:revision>
  <dcterms:created xsi:type="dcterms:W3CDTF">2013-04-19T09:19:07Z</dcterms:created>
  <dcterms:modified xsi:type="dcterms:W3CDTF">2018-11-05T15:02:18Z</dcterms:modified>
</cp:coreProperties>
</file>