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3703-41E7-47D4-968D-62269B2CF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37472-526F-495C-880A-5D251FEF2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CB250-0FFA-4B1E-B889-467BE71E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680DC-D1F8-44CE-B6EB-2EC150B5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AA2CC-ECB2-4D0D-9465-6E161B93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98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558E-BB6A-479F-8584-C96177EF4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61A65-6D8E-449B-8373-395313D05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5740E-6362-41D4-AA77-5233BB4BC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EC4FB-B91A-4D33-89F6-4F710C25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613CE-8AC6-43CF-B523-756857AC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8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032F-5181-4CE4-9883-1F0D90E6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0B569-4278-4635-8C88-7DF3C0245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B3E2C-567E-4D60-A482-017624F2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15843-D5EB-4C55-A86B-DF8521E1C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F3E1-A55F-4289-8F08-67D80EC7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750BA-DAA3-4F28-80D0-50D1BF26D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F4AD9-F588-4D4F-88F3-A34A99798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4061F-4719-4F8B-8D4E-7209D6E1C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5E47D-A34E-4C5B-B759-B14B48A5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B1199-C7FA-4FC8-B4C6-25F4EFC7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992E9-97F9-4F2C-891E-B3211600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38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99FB-4288-4C76-8F7A-D76FF2CA8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4638C-BE3A-484C-ADE2-735A23C5D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B532C-80D9-4193-9BF0-212437655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AEE57-6AD9-4399-932F-BF686E081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F3904-2146-4A2B-86DC-F91B3B4A34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6C2B2-C889-4011-A714-59F56040C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545054-B6DA-4ED3-BB89-D6E34A0FC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48066-0C4D-4CB6-97E4-3FD8D74E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4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552C-4F07-4D6D-9AE4-32FC4D1EB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7A8C8A-6FAB-4235-A095-D2D59F19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BE639-5F2C-445C-9AAE-EA64987C2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6FA48-B7F3-4418-82D0-E00DC35F5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8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99DC0-6E5F-4350-9CC2-1E3982EC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27C5E2-9116-4A9B-A739-D98AE76E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AFF5A-9868-4604-9D67-FD5122EF8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6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CE9C-AD5B-4363-AB88-63DB4ABFD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972EB-6758-4F30-B659-476302D5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721B2-E407-4620-BDD6-EDB74D6E5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7DDB2-3B35-4730-B5C2-A9955D4BC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C2ADD-D978-4F5C-BE95-2959B5E3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42DBC-ED2D-4691-90CE-8BCE914A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18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758C3-67DE-427F-BDD1-DD701D07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F48C2-4264-4BB8-8FDE-F9182C449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24BDA-06B0-42FA-B01F-4B22B1A41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0A9C6-027F-4D74-AF56-A5245EA9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F9195-2057-4D9C-9771-A73B47C5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EFC9F-D763-4C34-884C-33D5431A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2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4495-C837-4D0F-B078-8D2E2859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FE5EA-D20D-4422-9900-407880F66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D1265-05E0-49BC-A843-2814213E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774EA-1137-48E2-80EE-2F8F4049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41B22-0616-436D-B934-FF07FFCA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3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1DD4DA-B396-45AD-88BE-1BDB22F75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F13DF-A45B-46B8-93E6-28FC6415A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CD54A-6E3E-431C-9C04-05BFE29E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55799-D495-481A-8F87-8AD8D74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ED02F-6041-47ED-BC17-2DDD3235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5E20E-C4E7-4E25-90D4-879643422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32E5A-3D1F-4F75-999F-5933ECB38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CCF2B-C5CA-42EE-8D87-906CC69521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780EB-FECA-4377-AE84-91CB70012A2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17418-3881-4E35-BFEA-AB563664C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4BF62-66CF-455B-B5B7-4331E0348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8230A-0080-4832-B842-373EFA8FA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BF0-6A2B-4450-917B-9FBF39CE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1122363"/>
            <a:ext cx="10708987" cy="2387600"/>
          </a:xfrm>
        </p:spPr>
        <p:txBody>
          <a:bodyPr>
            <a:normAutofit/>
          </a:bodyPr>
          <a:lstStyle/>
          <a:p>
            <a:r>
              <a:rPr lang="en-US" dirty="0"/>
              <a:t>452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യേശുവേ രക്ഷാദായകാ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7262-4C03-4AA4-80B9-844BDC49F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6309"/>
            <a:ext cx="9144000" cy="805839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Yeshuve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rakshaa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daayakaa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68A94E-2F50-4B92-B146-3C171D3306D6}"/>
              </a:ext>
            </a:extLst>
          </p:cNvPr>
          <p:cNvSpPr/>
          <p:nvPr/>
        </p:nvSpPr>
        <p:spPr>
          <a:xfrm>
            <a:off x="4700554" y="4828495"/>
            <a:ext cx="2790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(Rev. M.S. Varghese)</a:t>
            </a:r>
          </a:p>
        </p:txBody>
      </p:sp>
    </p:spTree>
    <p:extLst>
      <p:ext uri="{BB962C8B-B14F-4D97-AF65-F5344CB8AC3E}">
        <p14:creationId xmlns:p14="http://schemas.microsoft.com/office/powerpoint/2010/main" val="41924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1000036"/>
            <a:ext cx="12192000" cy="1442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യേശുവേ രക്ഷാദായകാ, നിന്‍റെ സന്നിധേ വരുന്നു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പാപഭാരവുമായ് വല്ലഭായേകൂ രക്ഷയേ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0" y="3231334"/>
            <a:ext cx="12168552" cy="1426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Yeshuve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rakshaa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daayakaa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Ninte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sannidhe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Ente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paapabhaaravumai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vallabhaayekoo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rakshaye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44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999359"/>
            <a:ext cx="12145104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ഉന്നതി വെടിഞ്ഞവനേ മന്നിൽ താണുവന്നവനെ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എനിക്കായിട്ടല്ലയോ, ക്രൂശിങ്കൽ ജീവനേ തന്നത്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845316"/>
            <a:ext cx="11863755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Unnathi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vedinjavane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munnil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thaanhuvannavane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Enikaayittallayo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krooshinkal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jeevane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thannathu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515815" y="2384886"/>
            <a:ext cx="116527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യേശുവേ രക്ഷാദായകാ, നിന്‍റെ സന്നിധേ വരുന്നു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എന്‍റെ പാപഭാരവുമായ് വല്ലഭായേകൂ രക്ഷയേ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23448" y="5123658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Yeshuve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daayakaa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Ninte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sannidhe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Ente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paapabhaaravumai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vallabhaayekoo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rakshaye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17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999359"/>
            <a:ext cx="12145104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പാപം ചെയ്തിടാത്തവനേ, പരിക്ഷീണനായവനെ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എനിക്കായിട്ടല്ലയോ, ക്രൂശിങ്കൽ ദാഹിച്ചു കേണത്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845316"/>
            <a:ext cx="11863755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Paapam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cheythidaathavane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,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pareekshanhan-aayavane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Enikkayittallayo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krooshinkal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daahichu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kenhathu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515815" y="2384886"/>
            <a:ext cx="116527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യേശുവേ രക്ഷാദായകാ, നിന്‍റെ സന്നിധേ വരുന്നു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എന്‍റെ പാപഭാരവുമായ് വല്ലഭായേകൂ രക്ഷയേ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23448" y="5123658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Yeshuve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daayakaa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Ninte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sannidhe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Ente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paapabhaaravumai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vallabhaayekoo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rakshaye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869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999359"/>
            <a:ext cx="12145104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ശാപരോഗമേറ്റവനേ, പാപമായി തീർന്നവനെ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എനിക്കായിട്ടല്ലയോ ക്രൂശിങ്കൽ പാടുകൾ ഏറ്റത്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845316"/>
            <a:ext cx="11863755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Shaaparogamettavane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,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paapamaayi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theernnavane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Enikkaayittallayo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krooshinkal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paadukal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ettathu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515815" y="2384886"/>
            <a:ext cx="116527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യേശുവേ രക്ഷാദായകാ, നിന്‍റെ സന്നിധേ വരുന്നു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എന്‍റെ പാപഭാരവുമായ് വല്ലഭായേകൂ രക്ഷയേ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23448" y="5123658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Yeshuve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daayakaa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Ninte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sannidhe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Ente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paapabhaaravumai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vallabhaayekoo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rakshaye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58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999359"/>
            <a:ext cx="12145104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രോഗം നീ വഹിച്ചു എന്‍റെ ശാപം നീക്കിമുറ്റും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നിനക്കായിട്ടെന്നെന്നും ഞാനിനി ജീവിക്കും നിശ്ചയം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845316"/>
            <a:ext cx="11863755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Ente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rogam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nee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vahichu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ente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shaapam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neekki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muttum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Ninakkayittennennum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njaanini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jeevikkum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nishchayam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515815" y="2384886"/>
            <a:ext cx="116527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യേശുവേ രക്ഷാദായകാ, നിന്‍റെ സന്നിധേ വരുന്നു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എന്‍റെ പാപഭാരവുമായ് വല്ലഭായേകൂ രക്ഷയേ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23448" y="5123658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Yeshuve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daayakaa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Ninte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sannidhe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Ente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paapabhaaravumai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vallabhaayekoo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rakshaye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819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195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452 യേശുവേ രക്ഷാദായകാ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 rakshadaayakaa</dc:title>
  <dc:creator>Acsah Mathews</dc:creator>
  <cp:lastModifiedBy>Acsah Mathews</cp:lastModifiedBy>
  <cp:revision>2</cp:revision>
  <dcterms:created xsi:type="dcterms:W3CDTF">2018-11-30T13:23:03Z</dcterms:created>
  <dcterms:modified xsi:type="dcterms:W3CDTF">2018-11-30T13:35:24Z</dcterms:modified>
</cp:coreProperties>
</file>