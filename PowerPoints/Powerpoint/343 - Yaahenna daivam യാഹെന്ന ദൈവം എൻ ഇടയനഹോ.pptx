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6" r:id="rId2"/>
    <p:sldId id="275" r:id="rId3"/>
    <p:sldId id="278" r:id="rId4"/>
    <p:sldId id="282" r:id="rId5"/>
    <p:sldId id="279" r:id="rId6"/>
    <p:sldId id="283" r:id="rId7"/>
    <p:sldId id="280" r:id="rId8"/>
    <p:sldId id="284" r:id="rId9"/>
    <p:sldId id="281" r:id="rId10"/>
    <p:sldId id="285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 autoAdjust="0"/>
    <p:restoredTop sz="94660"/>
  </p:normalViewPr>
  <p:slideViewPr>
    <p:cSldViewPr>
      <p:cViewPr varScale="1">
        <p:scale>
          <a:sx n="45" d="100"/>
          <a:sy n="45" d="100"/>
        </p:scale>
        <p:origin x="42" y="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174BB-3283-4DBB-84E2-CC9BEEF4285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FCED47-FC30-4B59-98E5-6882EC7C75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51E3D1-5BA6-4CB6-905F-3EDCA1BE18B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2461B0-59D0-4C05-8082-56AAF0F33D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F4131-7532-46CF-87C1-65AF2E665ED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BA3E0E-0FE0-4556-B97E-8A78DB504B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9259CE-627E-49E6-8C99-FFAB92F093A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792D27-EFB7-4CC7-95ED-160B877EFE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31161-9E23-4C5F-BEAB-DF137306C32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E91FE-EFC5-457E-8A4F-C69E4C0A64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5EFC8-5D50-4515-A132-2BA00F1A2CC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B8DE63-CFFE-46C6-BD22-DEDD788E76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DADE5-1D52-4AC2-9E98-33323F278E6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F7797A-6892-48C4-8F84-3629068E46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4" y="273052"/>
            <a:ext cx="681566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FB151-C2F1-44A5-B1D9-25F3AC9B716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256945-E304-452B-83B5-736FE5EBA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762A5D-715E-4D62-AC1E-4577642D4C3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290916-65F6-4B3F-AD63-EB26E1DE02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81B421-2736-499A-98C6-4722B23B4B9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D5687C-ACBE-4C3A-A31B-7E440F3604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86BCBA-8BA6-409F-AC57-5D38ECF31E0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1E74D-8E66-4413-9A1E-1E5E2E1202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6212FBA-615A-4EC3-AD47-56180C0BB50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BE364D6-F7DA-409A-B19B-D44E0FD01E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EDC4-460F-47C2-A1A3-7A69D7C60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7"/>
            <a:ext cx="12192000" cy="1470025"/>
          </a:xfrm>
        </p:spPr>
        <p:txBody>
          <a:bodyPr/>
          <a:lstStyle/>
          <a:p>
            <a:r>
              <a:rPr lang="en-US" dirty="0"/>
              <a:t>343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യാഹെന്ന ദൈവം എൻ ഇടയനഹോ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69A8F-A045-4868-B48F-DAA10838E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b="1" dirty="0" err="1">
                <a:solidFill>
                  <a:srgbClr val="002060"/>
                </a:solidFill>
              </a:rPr>
              <a:t>Yaahenna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daivam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en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idayanaho</a:t>
            </a:r>
            <a:r>
              <a:rPr lang="en-US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9DB432-1191-45BF-AC96-4262445F9E1C}"/>
              </a:ext>
            </a:extLst>
          </p:cNvPr>
          <p:cNvSpPr/>
          <p:nvPr/>
        </p:nvSpPr>
        <p:spPr>
          <a:xfrm>
            <a:off x="1524000" y="5010148"/>
            <a:ext cx="24961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rgbClr val="C00000"/>
                </a:solidFill>
                <a:latin typeface="Calibri" panose="020F0502020204030204" pitchFamily="34" charset="0"/>
              </a:rPr>
              <a:t>(ഇ.വി. വർഗീസ്)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A3B4A-62C5-4D0E-803E-26CBA6E6568B}"/>
              </a:ext>
            </a:extLst>
          </p:cNvPr>
          <p:cNvSpPr/>
          <p:nvPr/>
        </p:nvSpPr>
        <p:spPr>
          <a:xfrm>
            <a:off x="7924800" y="5010148"/>
            <a:ext cx="23301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</a:rPr>
              <a:t>(E. V. Varughese) 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61667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1290068"/>
            <a:ext cx="11841126" cy="254296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യാഹെന്ന ദൈവം എൻ ഇടയനഹോ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യാതൊരു കുറവുമില്ലെനിക്കിനിയും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പച്ചപ്പുൽപ്പുറത്തെന്നെ കിടത്തുന്നവൻ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നിശ്ചല ജലം എന്നെ കുടിപ്പിക്കുന്നു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2DFF9-08C7-4670-8855-CFBD31ED7E3D}"/>
              </a:ext>
            </a:extLst>
          </p:cNvPr>
          <p:cNvSpPr txBox="1"/>
          <p:nvPr/>
        </p:nvSpPr>
        <p:spPr>
          <a:xfrm>
            <a:off x="0" y="685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381000" y="3804269"/>
            <a:ext cx="10591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Pachchappul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purhaththenne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kidaththunnavan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kudippikunnu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1290068"/>
            <a:ext cx="11841126" cy="254296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സന്തതമെന്നുള്ളം തണുപ്പിക്കുന്നു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തൻ തിരുപാതയിൽ നടത്തുന്നെന്നേ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കൂരിരുൾ താഴ്വരയതിൽ നടന്നാൽ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സാരമില്ലെനിക്കൊരു ഭയവുമില്ല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2DFF9-08C7-4670-8855-CFBD31ED7E3D}"/>
              </a:ext>
            </a:extLst>
          </p:cNvPr>
          <p:cNvSpPr txBox="1"/>
          <p:nvPr/>
        </p:nvSpPr>
        <p:spPr>
          <a:xfrm>
            <a:off x="0" y="685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381000" y="3804269"/>
            <a:ext cx="10591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Pachchappul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purhaththenne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kidaththunnavan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kudippikunnu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2165411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20295"/>
            <a:ext cx="12192000" cy="254296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യാഹെന്ന ദൈവം എൻ ഇടയനഹോ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യാതൊരു കുറവുമില്ലെനിക്കിനിയും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0" y="3804269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009947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1290068"/>
            <a:ext cx="11841126" cy="254296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ഉന്നതന്നെന്നോടു കൂടെയുണ്ട്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തന്നിടുന്നാശ്വാസം തൻവടികോൽ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എനിക്കൊരു വിരുന്നു നീ ഒരുക്കിടുന്നു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എന്നുടെ വൈരികളിൻ നടുവിൽ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2DFF9-08C7-4670-8855-CFBD31ED7E3D}"/>
              </a:ext>
            </a:extLst>
          </p:cNvPr>
          <p:cNvSpPr txBox="1"/>
          <p:nvPr/>
        </p:nvSpPr>
        <p:spPr>
          <a:xfrm>
            <a:off x="0" y="685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381000" y="3804269"/>
            <a:ext cx="10591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Pachchappul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purhaththenne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kidaththunnavan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kudippikunnu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7460525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20295"/>
            <a:ext cx="12192000" cy="254296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യാഹെന്ന ദൈവം എൻ ഇടയനഹോ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യാതൊരു കുറവുമില്ലെനിക്കിനിയും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0" y="3804269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2437924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1290068"/>
            <a:ext cx="11841126" cy="254296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ശിരസ്സിനെ അഖിലവും അനുദിനവും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പൂശുന്നു സൗരഭ്യതൈലമതാൽ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എന്നുടെ പാനപാത്രം ദിനവും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ഉന്നതൻ കരുണയാൽ കവിഞ്ഞിടുന്നു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2DFF9-08C7-4670-8855-CFBD31ED7E3D}"/>
              </a:ext>
            </a:extLst>
          </p:cNvPr>
          <p:cNvSpPr txBox="1"/>
          <p:nvPr/>
        </p:nvSpPr>
        <p:spPr>
          <a:xfrm>
            <a:off x="0" y="685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381000" y="3804269"/>
            <a:ext cx="10591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Pachchappul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purhaththenne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kidaththunnavan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kudippikunnu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740625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20295"/>
            <a:ext cx="12192000" cy="254296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യാഹെന്ന ദൈവം എൻ ഇടയനഹോ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യാതൊരു കുറവുമില്ലെനിക്കിനിയും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0" y="3804269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212462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81000" y="1290068"/>
            <a:ext cx="11841126" cy="254296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നന്മയും കരുണയും എന്നായുസ്സിൽ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ഉണ്മയായ് തുടർന്നിടും ദിനവുമഹോ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സ്വർഗ്ഗീയ ആലയം തന്നിലേ ഞാൻ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ദീർഘകാലം വസിക്കും ശുഭമായ്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2DFF9-08C7-4670-8855-CFBD31ED7E3D}"/>
              </a:ext>
            </a:extLst>
          </p:cNvPr>
          <p:cNvSpPr txBox="1"/>
          <p:nvPr/>
        </p:nvSpPr>
        <p:spPr>
          <a:xfrm>
            <a:off x="0" y="68580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381000" y="3804269"/>
            <a:ext cx="10591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Pachchappul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purhaththenne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kidaththunnavan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Nishchala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kudippikunnu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568906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020295"/>
            <a:ext cx="12192000" cy="2542969"/>
          </a:xfrm>
        </p:spPr>
        <p:txBody>
          <a:bodyPr anchor="t"/>
          <a:lstStyle/>
          <a:p>
            <a:pPr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യാഹെന്ന ദൈവം എൻ ഇടയനഹോ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യാതൊരു കുറവുമില്ലെനിക്കിനിയും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353800" y="0"/>
            <a:ext cx="838200" cy="333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FF0000"/>
                </a:solidFill>
                <a:latin typeface="+mn-lt"/>
                <a:cs typeface="+mn-cs"/>
              </a:rPr>
              <a:t>343</a:t>
            </a:r>
            <a:endParaRPr lang="en-US" sz="2000" b="1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EE5F2A-C7DF-41C3-9B9B-BEF54485046F}"/>
              </a:ext>
            </a:extLst>
          </p:cNvPr>
          <p:cNvSpPr/>
          <p:nvPr/>
        </p:nvSpPr>
        <p:spPr>
          <a:xfrm>
            <a:off x="0" y="3804269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Yaahenna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idayanaho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Yaathoru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kurhavumillenikkiniyum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6847353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1038</TotalTime>
  <Words>152</Words>
  <Application>Microsoft Office PowerPoint</Application>
  <PresentationFormat>Widescreen</PresentationFormat>
  <Paragraphs>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343 യാഹെന്ന ദൈവം എൻ ഇടയനഹോ</vt:lpstr>
      <vt:lpstr>യാഹെന്ന ദൈവം എൻ ഇടയനഹോ യാതൊരു കുറവുമില്ലെനിക്കിനിയും  പച്ചപ്പുൽപ്പുറത്തെന്നെ കിടത്തുന്നവൻ  നിശ്ചല ജലം എന്നെ കുടിപ്പിക്കുന്നു</vt:lpstr>
      <vt:lpstr>സന്തതമെന്നുള്ളം തണുപ്പിക്കുന്നു  തൻ തിരുപാതയിൽ നടത്തുന്നെന്നേ  കൂരിരുൾ താഴ്വരയതിൽ നടന്നാൽ  സാരമില്ലെനിക്കൊരു ഭയവുമില്ല </vt:lpstr>
      <vt:lpstr>യാഹെന്ന ദൈവം എൻ ഇടയനഹോ യാതൊരു കുറവുമില്ലെനിക്കിനിയും</vt:lpstr>
      <vt:lpstr>ഉന്നതന്നെന്നോടു കൂടെയുണ്ട്  തന്നിടുന്നാശ്വാസം തൻവടികോൽ  എനിക്കൊരു വിരുന്നു നീ ഒരുക്കിടുന്നു  എന്നുടെ വൈരികളിൻ നടുവിൽ </vt:lpstr>
      <vt:lpstr>യാഹെന്ന ദൈവം എൻ ഇടയനഹോ യാതൊരു കുറവുമില്ലെനിക്കിനിയും</vt:lpstr>
      <vt:lpstr>ശിരസ്സിനെ അഖിലവും അനുദിനവും  പൂശുന്നു സൗരഭ്യതൈലമതാൽ  എന്നുടെ പാനപാത്രം ദിനവും  ഉന്നതൻ കരുണയാൽ കവിഞ്ഞിടുന്നു </vt:lpstr>
      <vt:lpstr>യാഹെന്ന ദൈവം എൻ ഇടയനഹോ യാതൊരു കുറവുമില്ലെനിക്കിനിയും</vt:lpstr>
      <vt:lpstr>നന്മയും കരുണയും എന്നായുസ്സിൽ  ഉണ്മയായ് തുടർന്നിടും ദിനവുമഹോ സ്വർഗ്ഗീയ ആലയം തന്നിലേ ഞാൻ  ദീർഘകാലം വസിക്കും ശുഭമായ് </vt:lpstr>
      <vt:lpstr>യാഹെന്ന ദൈവം എൻ ഇടയനഹോ യാതൊരു കുറവുമില്ലെനിക്കിനിയും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Yaahenna daivam</dc:title>
  <dc:creator>Digital Input:; GM JOHN; Acsah Mathews</dc:creator>
  <cp:lastModifiedBy>Acsah Mathews</cp:lastModifiedBy>
  <cp:revision>220</cp:revision>
  <dcterms:created xsi:type="dcterms:W3CDTF">2013-04-25T00:28:25Z</dcterms:created>
  <dcterms:modified xsi:type="dcterms:W3CDTF">2018-11-20T17:58:52Z</dcterms:modified>
</cp:coreProperties>
</file>