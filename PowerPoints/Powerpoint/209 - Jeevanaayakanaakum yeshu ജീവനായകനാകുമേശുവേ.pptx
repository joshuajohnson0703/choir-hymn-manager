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70" r:id="rId3"/>
    <p:sldId id="274" r:id="rId4"/>
    <p:sldId id="275" r:id="rId5"/>
    <p:sldId id="276" r:id="rId6"/>
    <p:sldId id="277" r:id="rId7"/>
    <p:sldId id="278" r:id="rId8"/>
    <p:sldId id="279" r:id="rId9"/>
    <p:sldId id="280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66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2D0ED3-A7DA-403D-80FF-7C5AF31306AF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587EAD-12ED-469D-8FC7-03F046E5D0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2454F0-3D14-4D52-8D5A-F7A443E4BC92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4B4E54-2416-4EEB-A418-C4D639FE0B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A8071-D0E6-4187-94FA-64B765E3EBE7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179985-F36E-4694-ADE1-265E17D65A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B858D8-AD78-4BDD-A29E-2AB8AC5DEADF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56118F-E737-41DF-B188-AC52282ED8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B25EA1-F671-4B62-B132-1142496278C8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A4B43-6996-43A5-9E65-58343FABC9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45E49C-B82E-41D1-8ECC-CB1C8E8E8636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A4700F-24B7-4975-A4E0-A18F812B94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566C54-3348-4729-9D46-66FB179DB82F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29C9A8-B3FE-4AE3-BB47-B377438813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C64071-5A81-4B39-B921-CE766A26F513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280DEA-BD02-4240-85AB-4FE0ACEDE6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409BCC-C5F2-47F7-A0EB-8B242E44C991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4CAB4E-1712-496A-AFB2-FA0E937298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B8002F-4801-4582-8C2F-2671D9D800D9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A507AA-7EDA-4882-B256-8041CEC53A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C1829F-5559-4F7C-B313-5B4D296D198A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BF66D8-74DE-45D3-8940-71CC97CCB6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4F452F-56BD-4F4B-B84A-B70CF4836541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626939E-C003-42A8-9D64-5D0A2ED843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134A3-4762-4009-9FEE-28E9D74725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209 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ജീവനായകനാകുമേശുവേ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547B29-4667-4B32-B952-F7F681F947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8382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Jeeva </a:t>
            </a:r>
            <a:r>
              <a:rPr lang="en-US" sz="4000" b="1" dirty="0" err="1">
                <a:solidFill>
                  <a:schemeClr val="tx2"/>
                </a:solidFill>
              </a:rPr>
              <a:t>naayakanaakum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yeshuve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FB89D5-6C3C-4130-B089-16183BD777A5}"/>
              </a:ext>
            </a:extLst>
          </p:cNvPr>
          <p:cNvSpPr/>
          <p:nvPr/>
        </p:nvSpPr>
        <p:spPr>
          <a:xfrm>
            <a:off x="2526227" y="5118098"/>
            <a:ext cx="30059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solidFill>
                  <a:schemeClr val="accent2"/>
                </a:solidFill>
              </a:rPr>
              <a:t>(യുസ്തുസ് യൌസേഫ്)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D11448-65C2-4979-84EC-89355662C7FD}"/>
              </a:ext>
            </a:extLst>
          </p:cNvPr>
          <p:cNvSpPr/>
          <p:nvPr/>
        </p:nvSpPr>
        <p:spPr>
          <a:xfrm>
            <a:off x="7620000" y="5111749"/>
            <a:ext cx="21727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dirty="0" err="1">
                <a:solidFill>
                  <a:schemeClr val="accent2"/>
                </a:solidFill>
              </a:rPr>
              <a:t>Yusthus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Youseph</a:t>
            </a:r>
            <a:r>
              <a:rPr lang="en-US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97684494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0" y="762000"/>
            <a:ext cx="11430000" cy="2362200"/>
          </a:xfrm>
        </p:spPr>
        <p:txBody>
          <a:bodyPr anchor="t"/>
          <a:lstStyle/>
          <a:p>
            <a:pPr algn="l" defTabSz="463550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ജീവനായകനാകുമേശുവേ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പാപിയാകുമെന്‍ യാചന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കോപിയാതെ നീ കേട്ടരുളുക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ദാവീദ് രാജന്‍റെ നന്ദനാ!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DE7CDB-1059-425E-9D87-BA98591A7C7C}"/>
              </a:ext>
            </a:extLst>
          </p:cNvPr>
          <p:cNvSpPr/>
          <p:nvPr/>
        </p:nvSpPr>
        <p:spPr>
          <a:xfrm>
            <a:off x="762000" y="3733801"/>
            <a:ext cx="9525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1. Jeeva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naayakanaakum-eshuve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paapiyaakumen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yaachana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Kopiyaathe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kattarulhka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daaveedu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raajante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nandanaa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-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0" y="762000"/>
            <a:ext cx="11430000" cy="2362200"/>
          </a:xfrm>
        </p:spPr>
        <p:txBody>
          <a:bodyPr anchor="t"/>
          <a:lstStyle/>
          <a:p>
            <a:pPr algn="l" defTabSz="46355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2	ആദരവറ്റ പാപി ഞാനേശു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നാഥനേ എന്‍ സങ്കേതമേ!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ഭൂതലത്തിങ്കല്‍ നീ അല്ലാതെനി-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ക്കാദരവായിട്ടാരുള്ളൂ?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DE7CDB-1059-425E-9D87-BA98591A7C7C}"/>
              </a:ext>
            </a:extLst>
          </p:cNvPr>
          <p:cNvSpPr/>
          <p:nvPr/>
        </p:nvSpPr>
        <p:spPr>
          <a:xfrm>
            <a:off x="762000" y="3733801"/>
            <a:ext cx="9525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2.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Aadaravatta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naadhane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sankethame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Bhoothalathinkal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allaatheni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   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kkadaravaayittarulhu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1380945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0" y="762000"/>
            <a:ext cx="11430000" cy="2362200"/>
          </a:xfrm>
        </p:spPr>
        <p:txBody>
          <a:bodyPr anchor="t"/>
          <a:lstStyle/>
          <a:p>
            <a:pPr algn="l" defTabSz="46355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3	അപ്പനേ! പാപി വീണു കൂകുന്നു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തൃപ്പാദം തുണയെന്നയ്യോ!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ഇപ്പാതകന്‍റെ സങ്കടം കേള്‍ക്കാ-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തപ്പുറം തിരിഞ്ഞീടല്ലേ!-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DE7CDB-1059-425E-9D87-BA98591A7C7C}"/>
              </a:ext>
            </a:extLst>
          </p:cNvPr>
          <p:cNvSpPr/>
          <p:nvPr/>
        </p:nvSpPr>
        <p:spPr>
          <a:xfrm>
            <a:off x="762000" y="3733801"/>
            <a:ext cx="9525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3.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Appane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veenhu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kookunnu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thripaadam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thunhayennayyo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Ippathakante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sankadam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kelhkkaa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thappurham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thirinjeedalle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61705865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0" y="762000"/>
            <a:ext cx="11430000" cy="2362200"/>
          </a:xfrm>
        </p:spPr>
        <p:txBody>
          <a:bodyPr anchor="t"/>
          <a:lstStyle/>
          <a:p>
            <a:pPr algn="l" defTabSz="46355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4	പാപി യെന്നെന്നെചൊല്ലുകില്‍ നീയും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പാപിയെതേടിയല്ലയോ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ഭൂവില്‍ വന്നു നിന്‍ ജീവന്‍ വിട്ടതു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പാപികളിന്‍ സങ്കേതമേ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DE7CDB-1059-425E-9D87-BA98591A7C7C}"/>
              </a:ext>
            </a:extLst>
          </p:cNvPr>
          <p:cNvSpPr/>
          <p:nvPr/>
        </p:nvSpPr>
        <p:spPr>
          <a:xfrm>
            <a:off x="762000" y="3733801"/>
            <a:ext cx="9525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4.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Paapiyennenne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chollukil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thediyallayo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Bhoovil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vittathu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paapikalhin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sankethame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3654783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0" y="762000"/>
            <a:ext cx="11430000" cy="2362200"/>
          </a:xfrm>
        </p:spPr>
        <p:txBody>
          <a:bodyPr anchor="t"/>
          <a:lstStyle/>
          <a:p>
            <a:pPr algn="l" defTabSz="46355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5	ഉള്ളം നീറി വരുന്ന പാപിയെ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തള്ളുമോ കൃപാക്കണ്ണനേ!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ഉള്ളങ്ങളറിഞ്ഞീടുന്നോനെയെ-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ന്നുള്ളുനീറ്റലെ കാണുക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DE7CDB-1059-425E-9D87-BA98591A7C7C}"/>
              </a:ext>
            </a:extLst>
          </p:cNvPr>
          <p:cNvSpPr/>
          <p:nvPr/>
        </p:nvSpPr>
        <p:spPr>
          <a:xfrm>
            <a:off x="762000" y="3733801"/>
            <a:ext cx="9525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5.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Ullham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neerhi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varunna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thallhumo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kripaakkannhane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Ullhangalharhinjeedunnoneye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nnullhu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neettile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kaanhuka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961412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0" y="762000"/>
            <a:ext cx="11430000" cy="2362200"/>
          </a:xfrm>
        </p:spPr>
        <p:txBody>
          <a:bodyPr anchor="t"/>
          <a:lstStyle/>
          <a:p>
            <a:pPr algn="l" defTabSz="463550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6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തള്ള താന്‍ മറന്നീടുമോ ചെറു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പിള്ളയെ കനിവുള്ളോനേ!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തള്ളയെന്നെ മറക്കിലും -പൊന്നു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തള്ളയാം -നീ മറക്കുമോ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?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DE7CDB-1059-425E-9D87-BA98591A7C7C}"/>
              </a:ext>
            </a:extLst>
          </p:cNvPr>
          <p:cNvSpPr/>
          <p:nvPr/>
        </p:nvSpPr>
        <p:spPr>
          <a:xfrm>
            <a:off x="762000" y="3733801"/>
            <a:ext cx="9525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6.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Thallha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marhaneedumo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pillhaye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kanivullhone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Thallhayenne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marhakkillum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   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thallhayaam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marhakkumo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8977057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0" y="762000"/>
            <a:ext cx="11430000" cy="2362200"/>
          </a:xfrm>
        </p:spPr>
        <p:txBody>
          <a:bodyPr anchor="t"/>
          <a:lstStyle/>
          <a:p>
            <a:pPr algn="l" defTabSz="463550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7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പാദത്തില്‍ വീണപാപിയെ തിരു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പാദത്താൽ മെതിച്ചീടുമോ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?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പാദത്തില്‍ വീണപാപിയാം സ്ത്രീക്കു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മോദത്തെ കൊടുത്തില്ലയോ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?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DE7CDB-1059-425E-9D87-BA98591A7C7C}"/>
              </a:ext>
            </a:extLst>
          </p:cNvPr>
          <p:cNvSpPr/>
          <p:nvPr/>
        </p:nvSpPr>
        <p:spPr>
          <a:xfrm>
            <a:off x="762000" y="3733801"/>
            <a:ext cx="9525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7.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veenha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paadathaa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;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methicheedumo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veenha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paapiyaam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sthreekku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modathe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koduthillayo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6677332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0" y="762000"/>
            <a:ext cx="11430000" cy="2362200"/>
          </a:xfrm>
        </p:spPr>
        <p:txBody>
          <a:bodyPr anchor="t"/>
          <a:lstStyle/>
          <a:p>
            <a:pPr algn="l" defTabSz="463550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8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സാത്താ നായവനുള്ളില്‍ തീയമ്പു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ഏറ്റവും ചൊരിയുന്നതാല്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ഏറ്റവും തളര്‍ന്നീടുന്നേ നിതാ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ഏറ്റവും കനിവുള്ളോനേ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DE7CDB-1059-425E-9D87-BA98591A7C7C}"/>
              </a:ext>
            </a:extLst>
          </p:cNvPr>
          <p:cNvSpPr/>
          <p:nvPr/>
        </p:nvSpPr>
        <p:spPr>
          <a:xfrm>
            <a:off x="762000" y="3733801"/>
            <a:ext cx="9525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8.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Saathaanayavanullhil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theeyambi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aettavum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choriyunnathaal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Aettavum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thalharneedunnenithaa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Aettavum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kanivullhone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97636252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1009</TotalTime>
  <Words>177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209  ജീവനായകനാകുമേശുവേ</vt:lpstr>
      <vt:lpstr>1 ജീവനായകനാകുമേശുവേ  പാപിയാകുമെന്‍ യാചന  കോപിയാതെ നീ കേട്ടരുളുക  ദാവീദ് രാജന്‍റെ നന്ദനാ!</vt:lpstr>
      <vt:lpstr>2 ആദരവറ്റ പാപി ഞാനേശു  നാഥനേ എന്‍ സങ്കേതമേ!  ഭൂതലത്തിങ്കല്‍ നീ അല്ലാതെനി-  ക്കാദരവായിട്ടാരുള്ളൂ?</vt:lpstr>
      <vt:lpstr>3 അപ്പനേ! പാപി വീണു കൂകുന്നു  തൃപ്പാദം തുണയെന്നയ്യോ!  ഇപ്പാതകന്‍റെ സങ്കടം കേള്‍ക്കാ-  തപ്പുറം തിരിഞ്ഞീടല്ലേ!-</vt:lpstr>
      <vt:lpstr>4 പാപി യെന്നെന്നെചൊല്ലുകില്‍ നീയും  പാപിയെതേടിയല്ലയോ  ഭൂവില്‍ വന്നു നിന്‍ ജീവന്‍ വിട്ടതു   പാപികളിന്‍ സങ്കേതമേ</vt:lpstr>
      <vt:lpstr>5 ഉള്ളം നീറി വരുന്ന പാപിയെ  തള്ളുമോ കൃപാക്കണ്ണനേ!  ഉള്ളങ്ങളറിഞ്ഞീടുന്നോനെയെ-  ന്നുള്ളുനീറ്റലെ കാണുക</vt:lpstr>
      <vt:lpstr>6 തള്ള താന്‍ മറന്നീടുമോ ചെറു  പിള്ളയെ കനിവുള്ളോനേ!  തള്ളയെന്നെ മറക്കിലും -പൊന്നു  തള്ളയാം -നീ മറക്കുമോ?</vt:lpstr>
      <vt:lpstr>7 പാദത്തില്‍ വീണപാപിയെ തിരു   പാദത്താൽ മെതിച്ചീടുമോ?  പാദത്തില്‍ വീണപാപിയാം സ്ത്രീക്കു   മോദത്തെ കൊടുത്തില്ലയോ?</vt:lpstr>
      <vt:lpstr>8 സാത്താ നായവനുള്ളില്‍ തീയമ്പു  ഏറ്റവും ചൊരിയുന്നതാല്‍  ഏറ്റവും തളര്‍ന്നീടുന്നേ നിതാ  ഏറ്റവും കനിവുള്ളോനേ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Jeevanaayakan aakumyeshuve</dc:title>
  <dc:creator>Digital Input:; GM JOHN; Acsah Mathews</dc:creator>
  <cp:lastModifiedBy>Acsah Mathews</cp:lastModifiedBy>
  <cp:revision>326</cp:revision>
  <dcterms:created xsi:type="dcterms:W3CDTF">2013-04-19T09:19:07Z</dcterms:created>
  <dcterms:modified xsi:type="dcterms:W3CDTF">2018-11-08T16:44:50Z</dcterms:modified>
</cp:coreProperties>
</file>