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0" r:id="rId3"/>
    <p:sldId id="273" r:id="rId4"/>
    <p:sldId id="278" r:id="rId5"/>
    <p:sldId id="274" r:id="rId6"/>
    <p:sldId id="279" r:id="rId7"/>
    <p:sldId id="275" r:id="rId8"/>
    <p:sldId id="280" r:id="rId9"/>
    <p:sldId id="276" r:id="rId10"/>
    <p:sldId id="281" r:id="rId11"/>
    <p:sldId id="277" r:id="rId12"/>
    <p:sldId id="282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C44F1-66C0-44DE-976A-71AE365C7EC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A8401-E578-460F-9591-57AF8F1B84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B0E72-58C4-4066-B053-D5E85FCB3FD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AC9E2-AB1A-4861-BA85-F3D4F4ACB9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71CA7-7DA7-4EB5-8295-3AF3FC65D82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04843-4290-4109-B2A5-6C1925B51A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62503-7616-4D31-8E74-CE5915BE324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0B656-D037-45C1-8230-0AC8DEF9DC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3123E-B11A-4E3E-BC31-224D728CDB6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222B9-F6E7-430B-986E-CF204E08CD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2A8B9-ADC7-421C-9579-F7C8C817DD7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66C6E-C73C-42AE-B975-903587EC16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FF043-8249-4F6D-9308-1524D787C59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C4C26-B8D6-43BB-8EF7-3B40BE85D4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97C9F-76E6-443F-9276-7BBEFEFC314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8AE26-AACC-486D-B9A7-8F9F97C66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76B7D-520B-4D1D-9F7F-9DA99B839C2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69742-D6B1-4C57-9BDB-055C1EF4D0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58EA3-F674-45AD-8CC6-F0C13A9908E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3FCE8-B161-469E-99F7-31388E8B88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235AF-669F-4362-ACDA-A4022289228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26ED9-DDAA-48BB-BFBF-6C6343F188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94A160-6AA7-4C05-9B0D-399672377CB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474F4B-1FA1-4C52-BD5B-20F87163AD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C683-FF8E-457E-B6EA-4F2300DA4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76400"/>
            <a:ext cx="10363200" cy="1924051"/>
          </a:xfrm>
        </p:spPr>
        <p:txBody>
          <a:bodyPr/>
          <a:lstStyle/>
          <a:p>
            <a:r>
              <a:rPr lang="en-US" dirty="0"/>
              <a:t>243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 മതിയെനിക്കേശു മതി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B3F39-8576-4DBF-947A-4162FDDD6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1200149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Yeshu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mathiyeni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kkeshumathi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36BE5F-213E-4DE7-A5FD-B70303AB9957}"/>
              </a:ext>
            </a:extLst>
          </p:cNvPr>
          <p:cNvSpPr/>
          <p:nvPr/>
        </p:nvSpPr>
        <p:spPr>
          <a:xfrm>
            <a:off x="2819400" y="4615934"/>
            <a:ext cx="2443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(പി.വി. തൊമ്മി)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944763-609C-47C7-9921-B966DB396B3A}"/>
              </a:ext>
            </a:extLst>
          </p:cNvPr>
          <p:cNvSpPr/>
          <p:nvPr/>
        </p:nvSpPr>
        <p:spPr>
          <a:xfrm>
            <a:off x="7543800" y="4615934"/>
            <a:ext cx="19202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(P.V. </a:t>
            </a:r>
            <a:r>
              <a:rPr lang="en-US" sz="2000" b="1" dirty="0" err="1">
                <a:solidFill>
                  <a:schemeClr val="accent2"/>
                </a:solidFill>
              </a:rPr>
              <a:t>Thommi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3795823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3768"/>
            <a:ext cx="12192000" cy="1828800"/>
          </a:xfrm>
        </p:spPr>
        <p:txBody>
          <a:bodyPr anchor="t"/>
          <a:lstStyle/>
          <a:p>
            <a:pPr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മതിയെനി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മതിയെനിക്കെന്നേക്കും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മതിയെനിക്കെന്നേക്കും - എൻ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0" y="3276600"/>
            <a:ext cx="12169698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kkeshumathiyé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Yeshumaathram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197979"/>
            <a:ext cx="12192000" cy="2383423"/>
          </a:xfrm>
        </p:spPr>
        <p:txBody>
          <a:bodyPr anchor="t"/>
          <a:lstStyle/>
          <a:p>
            <a:pPr algn="l"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</a:rPr>
              <a:t>1.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ഏതു നേരത്തുമെൻ ഭീതിയകറ്റി സ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മ്മോദമോടെ നിത്യം കാക്കുവാൻ സ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മ്മോദമോടെ നിത്യം കാക്കുവാൻ - സമ്മോദ</a:t>
            </a:r>
            <a:r>
              <a:rPr lang="en-US" sz="3400" b="1" dirty="0">
                <a:latin typeface="Kartika" panose="02020503030404060203" pitchFamily="18" charset="0"/>
              </a:rPr>
              <a:t>…</a:t>
            </a:r>
            <a:r>
              <a:rPr lang="ml-IN" sz="3400" b="1" dirty="0">
                <a:latin typeface="Kartika" panose="02020503030404060203" pitchFamily="18" charset="0"/>
              </a:rPr>
              <a:t>															</a:t>
            </a:r>
            <a:r>
              <a:rPr lang="en-US" sz="3400" b="1" dirty="0">
                <a:latin typeface="Kartika" panose="02020503030404060203" pitchFamily="18" charset="0"/>
              </a:rPr>
              <a:t>														</a:t>
            </a:r>
            <a:r>
              <a:rPr lang="ml-IN" sz="3400" b="1" dirty="0">
                <a:latin typeface="Kartika" panose="02020503030404060203" pitchFamily="18" charset="0"/>
              </a:rPr>
              <a:t>-  യേശു മതി…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295507" y="3581402"/>
            <a:ext cx="11864898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Èthu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nèraththumen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bheethiyakatti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sammodamôdey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sammodamôdey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-Yeshu...</a:t>
            </a:r>
          </a:p>
        </p:txBody>
      </p:sp>
    </p:spTree>
    <p:extLst>
      <p:ext uri="{BB962C8B-B14F-4D97-AF65-F5344CB8AC3E}">
        <p14:creationId xmlns:p14="http://schemas.microsoft.com/office/powerpoint/2010/main" val="419254376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3768"/>
            <a:ext cx="12192000" cy="1828800"/>
          </a:xfrm>
        </p:spPr>
        <p:txBody>
          <a:bodyPr anchor="t"/>
          <a:lstStyle/>
          <a:p>
            <a:pPr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മതിയെനി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മതിയെനിക്കെന്നേക്കും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മതിയെനിക്കെന്നേക്കും - എൻ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0" y="3276600"/>
            <a:ext cx="12169698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kkeshumathiyé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Yeshumaathram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413044141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197979"/>
            <a:ext cx="12192000" cy="2383423"/>
          </a:xfrm>
        </p:spPr>
        <p:txBody>
          <a:bodyPr anchor="t"/>
          <a:lstStyle/>
          <a:p>
            <a:pPr algn="l"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2. 	ഘോരവൈരിയൊടു പോരിടുവതിന്നു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    	ധീരതയെനിക്കു നല്കുവാൻ നല്ല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    	ധീരതയെനിക്കു നിത്യം നല്കുവാൻ - നല്ലധീര….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														</a:t>
            </a:r>
            <a:r>
              <a:rPr lang="en-US" sz="3400" b="1" dirty="0">
                <a:latin typeface="Kartika" panose="02020503030404060203" pitchFamily="18" charset="0"/>
              </a:rPr>
              <a:t>									</a:t>
            </a:r>
            <a:r>
              <a:rPr lang="ml-IN" sz="3400" b="1" dirty="0">
                <a:latin typeface="Kartika" panose="02020503030404060203" pitchFamily="18" charset="0"/>
              </a:rPr>
              <a:t>-  യേശു മതി…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295507" y="3581402"/>
            <a:ext cx="11864898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Ghôravairiyôdu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pôriduvathinnu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Dheerathayenikku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Dheerathayenikku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-Yeshu...</a:t>
            </a:r>
          </a:p>
        </p:txBody>
      </p:sp>
    </p:spTree>
    <p:extLst>
      <p:ext uri="{BB962C8B-B14F-4D97-AF65-F5344CB8AC3E}">
        <p14:creationId xmlns:p14="http://schemas.microsoft.com/office/powerpoint/2010/main" val="19573630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3768"/>
            <a:ext cx="12192000" cy="1828800"/>
          </a:xfrm>
        </p:spPr>
        <p:txBody>
          <a:bodyPr anchor="t"/>
          <a:lstStyle/>
          <a:p>
            <a:pPr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മതിയെനി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മതിയെനിക്കെന്നേക്കും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മതിയെനിക്കെന്നേക്കും - എൻ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0" y="3276600"/>
            <a:ext cx="12169698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kkeshumathiyé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Yeshumaathram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23069795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197979"/>
            <a:ext cx="12192000" cy="2383423"/>
          </a:xfrm>
        </p:spPr>
        <p:txBody>
          <a:bodyPr anchor="t"/>
          <a:lstStyle/>
          <a:p>
            <a:pPr algn="l"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3. 	ക്ഷാമം വസന്തകളാലെ ലോകമെങ്ങും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 	ക്ഷേമമില്ലാതായി വന്നാലും-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ക്ഷേമമില്ലാത്തവനായി തീർന്നാലും - ഞാൻ ക്ഷേമ…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-  യേശു മതി…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295507" y="3581402"/>
            <a:ext cx="11864898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Kshaamam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vasanthakalhaaley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lôkamengum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Kshèmamillaathaayi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Kshèmamillaaththavanaayi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theernnaalum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	-Yeshu...</a:t>
            </a:r>
          </a:p>
        </p:txBody>
      </p:sp>
    </p:spTree>
    <p:extLst>
      <p:ext uri="{BB962C8B-B14F-4D97-AF65-F5344CB8AC3E}">
        <p14:creationId xmlns:p14="http://schemas.microsoft.com/office/powerpoint/2010/main" val="8408583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3768"/>
            <a:ext cx="12192000" cy="1828800"/>
          </a:xfrm>
        </p:spPr>
        <p:txBody>
          <a:bodyPr anchor="t"/>
          <a:lstStyle/>
          <a:p>
            <a:pPr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മതിയെനി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മതിയെനിക്കെന്നേക്കും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മതിയെനിക്കെന്നേക്കും - എൻ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0" y="3276600"/>
            <a:ext cx="12169698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kkeshumathiyé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Yeshumaathram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49038749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197979"/>
            <a:ext cx="12192000" cy="2383423"/>
          </a:xfrm>
        </p:spPr>
        <p:txBody>
          <a:bodyPr anchor="t"/>
          <a:lstStyle/>
          <a:p>
            <a:pPr algn="l"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</a:rPr>
              <a:t>4.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ലോകത്തിലെനിക്കു യാതൊന്നും ഇല്ലാതെ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വ്യാകുലപ്പെടേണ്ടി വന്നാലും -    ഞാൻ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വ്യാകുലപ്പെടുവാനിടവന്നാലും - ഞാൻ വ്യാകു....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									</a:t>
            </a:r>
            <a:r>
              <a:rPr lang="ml-IN" sz="3400" b="1" dirty="0">
                <a:latin typeface="Kartika" panose="02020503030404060203" pitchFamily="18" charset="0"/>
              </a:rPr>
              <a:t>														-  യേശു മതി…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295507" y="3581402"/>
            <a:ext cx="11864898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Lôkaththilenikku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yaathonnum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illaathey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Vyaakulappedèndi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Vyaakulappeduvaanida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 -Yeshu...</a:t>
            </a:r>
          </a:p>
        </p:txBody>
      </p:sp>
    </p:spTree>
    <p:extLst>
      <p:ext uri="{BB962C8B-B14F-4D97-AF65-F5344CB8AC3E}">
        <p14:creationId xmlns:p14="http://schemas.microsoft.com/office/powerpoint/2010/main" val="16247543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3768"/>
            <a:ext cx="12192000" cy="1828800"/>
          </a:xfrm>
        </p:spPr>
        <p:txBody>
          <a:bodyPr anchor="t"/>
          <a:lstStyle/>
          <a:p>
            <a:pPr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മതിയെനി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മതിയെനിക്കെന്നേക്കും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മതിയെനിക്കെന്നേക്കും - എൻ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0" y="3276600"/>
            <a:ext cx="12169698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kkeshumathiyé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Yeshumaathram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281489378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1595" y="1197979"/>
            <a:ext cx="12192000" cy="2383423"/>
          </a:xfrm>
        </p:spPr>
        <p:txBody>
          <a:bodyPr anchor="t"/>
          <a:lstStyle/>
          <a:p>
            <a:pPr algn="l"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</a:rPr>
              <a:t>5.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യേശു ഉള്ളതിനാൽ ക്ലേശിപ്പതിനായ്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ലേശമിടയില്ല നിശ്ചയം -    ലവ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ലേശമിടയില്ല അതു നിശ്ചയം - ലവ ലേശ....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										</a:t>
            </a:r>
            <a:r>
              <a:rPr lang="ml-IN" sz="3400" b="1" dirty="0">
                <a:latin typeface="Kartika" panose="02020503030404060203" pitchFamily="18" charset="0"/>
              </a:rPr>
              <a:t>													-  യേശു മതി…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295507" y="3581402"/>
            <a:ext cx="11864898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ullhathinaal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kleshippathinaayi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Lèshamidayilla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nishchayam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lava</a:t>
            </a: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Lèshamidayilla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nishchayam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lava (2)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-Yeshu...</a:t>
            </a:r>
          </a:p>
        </p:txBody>
      </p:sp>
    </p:spTree>
    <p:extLst>
      <p:ext uri="{BB962C8B-B14F-4D97-AF65-F5344CB8AC3E}">
        <p14:creationId xmlns:p14="http://schemas.microsoft.com/office/powerpoint/2010/main" val="93891314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3768"/>
            <a:ext cx="12192000" cy="1828800"/>
          </a:xfrm>
        </p:spPr>
        <p:txBody>
          <a:bodyPr anchor="t"/>
          <a:lstStyle/>
          <a:p>
            <a:pPr defTabSz="346075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മതിയെനി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ക്കേശു മതിയെനിക്കെന്നേക്കും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മതിയെനിക്കെന്നേക്കും - എൻ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A873B-A545-4231-B253-AD6E150D37BB}"/>
              </a:ext>
            </a:extLst>
          </p:cNvPr>
          <p:cNvSpPr/>
          <p:nvPr/>
        </p:nvSpPr>
        <p:spPr>
          <a:xfrm>
            <a:off x="0" y="3276600"/>
            <a:ext cx="12169698" cy="1818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kkeshumathiyeni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kkeshumathiyé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Yeshumaathram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mathiyenikkennèkum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67234680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220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243 യേശു മതിയെനിക്കേശു മതി</vt:lpstr>
      <vt:lpstr>യേശു മതിയെനി ക്കേശു മതിയെനി ക്കേശു മതിയെനിക്കെന്നേക്കും - എൻ  യേശു മാത്രം മതിയെനിക്കെന്നേക്കും - എൻ (2)</vt:lpstr>
      <vt:lpstr>1. ഏതു നേരത്തുമെൻ ഭീതിയകറ്റി സ   മ്മോദമോടെ നിത്യം കാക്കുവാൻ സ   മ്മോദമോടെ നിത്യം കാക്കുവാൻ - സമ്മോദ…                             -  യേശു മതി… </vt:lpstr>
      <vt:lpstr>യേശു മതിയെനി ക്കേശു മതിയെനി ക്കേശു മതിയെനിക്കെന്നേക്കും - എൻ  യേശു മാത്രം മതിയെനിക്കെന്നേക്കും - എൻ (2)</vt:lpstr>
      <vt:lpstr>2.  ഘോരവൈരിയൊടു പോരിടുവതിന്നു      ധീരതയെനിക്കു നല്കുവാൻ നല്ല       ധീരതയെനിക്കു നിത്യം നല്കുവാൻ - നല്ലധീര….                         -  യേശു മതി…</vt:lpstr>
      <vt:lpstr>യേശു മതിയെനി ക്കേശു മതിയെനി ക്കേശു മതിയെനിക്കെന്നേക്കും - എൻ  യേശു മാത്രം മതിയെനിക്കെന്നേക്കും - എൻ (2)</vt:lpstr>
      <vt:lpstr>3.  ക്ഷാമം വസന്തകളാലെ ലോകമെങ്ങും      ക്ഷേമമില്ലാതായി വന്നാലും- ഞാൻ    ക്ഷേമമില്ലാത്തവനായി തീർന്നാലും - ഞാൻ ക്ഷേമ…                          -  യേശു മതി… </vt:lpstr>
      <vt:lpstr>യേശു മതിയെനി ക്കേശു മതിയെനി ക്കേശു മതിയെനിക്കെന്നേക്കും - എൻ  യേശു മാത്രം മതിയെനിക്കെന്നേക്കും - എൻ (2)</vt:lpstr>
      <vt:lpstr>4. ലോകത്തിലെനിക്കു യാതൊന്നും ഇല്ലാതെ     വ്യാകുലപ്പെടേണ്ടി വന്നാലും -    ഞാൻ    വ്യാകുലപ്പെടുവാനിടവന്നാലും - ഞാൻ വ്യാകു....                          -  യേശു മതി… </vt:lpstr>
      <vt:lpstr>യേശു മതിയെനി ക്കേശു മതിയെനി ക്കേശു മതിയെനിക്കെന്നേക്കും - എൻ  യേശു മാത്രം മതിയെനിക്കെന്നേക്കും - എൻ (2)</vt:lpstr>
      <vt:lpstr>5. യേശു ഉള്ളതിനാൽ ക്ലേശിപ്പതിനായ്      ലേശമിടയില്ല നിശ്ചയം -    ലവ    ലേശമിടയില്ല അതു നിശ്ചയം - ലവ ലേശ....                          -  യേശു മതി…</vt:lpstr>
      <vt:lpstr>യേശു മതിയെനി ക്കേശു മതിയെനി ക്കേശു മതിയെനിക്കെന്നേക്കും - എൻ  യേശു മാത്രം മതിയെനിക്കെന്നേക്കും - എൻ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mathiyenikkeshu mathi</dc:title>
  <dc:creator>Digital Input:; GM JOHN; Acsah Mathews</dc:creator>
  <cp:lastModifiedBy>Acsah Mathews</cp:lastModifiedBy>
  <cp:revision>305</cp:revision>
  <dcterms:created xsi:type="dcterms:W3CDTF">2013-04-19T09:19:07Z</dcterms:created>
  <dcterms:modified xsi:type="dcterms:W3CDTF">2018-11-13T19:05:09Z</dcterms:modified>
</cp:coreProperties>
</file>