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0" r:id="rId3"/>
    <p:sldId id="272" r:id="rId4"/>
    <p:sldId id="276" r:id="rId5"/>
    <p:sldId id="273" r:id="rId6"/>
    <p:sldId id="277" r:id="rId7"/>
    <p:sldId id="274" r:id="rId8"/>
    <p:sldId id="278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FA6263-C8D4-46A3-910F-6E0695EEB02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9591B-6B7C-4F96-BACE-869C160DEB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D30C9-AFAD-4786-9DB9-6FE15C3BEE6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04834-EA36-495F-95CA-885312C59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1322B1-31A5-44F6-A952-F079567672D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FD449-635C-43CB-B641-F4B518DE9D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1B054-FB44-4A58-B70C-F58C38AFD45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38A5F-FA42-4BF6-B98D-56B747D6A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A63AF-1010-46A5-A855-B512C63C168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469510-41FF-448D-8592-35751893BA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F5C3D-925B-42B7-92F8-FEF1AA425F8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908D34-00D3-4CBB-8EBA-5B5652CB32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63F76-36E6-4509-A1D8-8C04A013330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18EF4D-D976-4597-96BA-66F9116702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263CE0-0DC5-4BA6-B2D5-AAB9F3FA06B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BF8E3F-04A8-435B-8627-C5F1FA89FA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0C3B10-460C-4448-A1F4-E070C8FCABA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766B41-4540-482D-9945-458DEDA9EA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F87495-2D8B-42A8-8643-C2A070F79CA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D58FE-3091-471F-8341-E718F82820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F00C1-2045-4AB3-9B9F-93F5DF006F2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638AEC-C3B2-49EE-ADDD-F099858B49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11F21B7-B9EC-41D8-8D7C-8C1231D7C49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6CCFD88-2073-4995-B7BC-18D161BCCA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48CE-089B-4A65-B8F3-71FE4205D6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408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യേശുവിൻ തിരുസഭയെ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F04A9-F2D1-459D-A9CF-42C5D0656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Yeshuvin </a:t>
            </a:r>
            <a:r>
              <a:rPr lang="en-US" sz="4000" b="1" dirty="0" err="1">
                <a:solidFill>
                  <a:srgbClr val="002060"/>
                </a:solidFill>
              </a:rPr>
              <a:t>thirusabhaye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857710-6BBA-4DA4-BFA3-CA424DF457EE}"/>
              </a:ext>
            </a:extLst>
          </p:cNvPr>
          <p:cNvSpPr/>
          <p:nvPr/>
        </p:nvSpPr>
        <p:spPr>
          <a:xfrm>
            <a:off x="8676503" y="4751288"/>
            <a:ext cx="26010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(Rev. V. M. Mathew)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130D9D-A8F5-474C-9902-D706ACD11B3F}"/>
              </a:ext>
            </a:extLst>
          </p:cNvPr>
          <p:cNvSpPr/>
          <p:nvPr/>
        </p:nvSpPr>
        <p:spPr>
          <a:xfrm>
            <a:off x="1112028" y="4751288"/>
            <a:ext cx="3122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Calibri" panose="020F0502020204030204" pitchFamily="34" charset="0"/>
              </a:rPr>
              <a:t>(റവ. വി. എം. മാത്യു)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23769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33822"/>
            <a:ext cx="12192000" cy="2743200"/>
          </a:xfrm>
        </p:spPr>
        <p:txBody>
          <a:bodyPr anchor="t"/>
          <a:lstStyle/>
          <a:p>
            <a:pPr defTabSz="346075">
              <a:lnSpc>
                <a:spcPct val="150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തിരുസഭയെ പരിശുദ്ധ ആലയമേ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വിശുദ്ധരിൻ വംശമതേ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 പുരോഹിതർ നാം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FF52F3-769C-4A99-A3E5-F20E64DC92C8}"/>
              </a:ext>
            </a:extLst>
          </p:cNvPr>
          <p:cNvSpPr/>
          <p:nvPr/>
        </p:nvSpPr>
        <p:spPr>
          <a:xfrm>
            <a:off x="0" y="3429000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thirusabhaye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parishudha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aalayame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Vishudhdharin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vamshamathe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vishudha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purohithar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0600"/>
            <a:ext cx="12192000" cy="2819400"/>
          </a:xfrm>
        </p:spPr>
        <p:txBody>
          <a:bodyPr anchor="t"/>
          <a:lstStyle/>
          <a:p>
            <a:pPr algn="l" defTabSz="346075">
              <a:lnSpc>
                <a:spcPct val="114000"/>
              </a:lnSpc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രക്തത്താൽ മോചിതരും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പുതിയൊരു നിയമത്തിൻ സേവകരും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വിശുദ്ധിയിൻ ആത്മാവാൽ നിറഞ്ഞിടുന്നോർ നാം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ആത്മിക ഗൃഹമാണേ -അവർ സ്വന്ത ജനമാണേ</a:t>
            </a:r>
            <a:br>
              <a:rPr lang="en-US" sz="3400" b="1" spc="-1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- </a:t>
            </a:r>
            <a:r>
              <a:rPr lang="ml-IN" sz="34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4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E145E4-B571-4A8D-B5C8-F5D19F2CF0D0}"/>
              </a:ext>
            </a:extLst>
          </p:cNvPr>
          <p:cNvSpPr/>
          <p:nvPr/>
        </p:nvSpPr>
        <p:spPr>
          <a:xfrm>
            <a:off x="381000" y="3886200"/>
            <a:ext cx="11811000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rakthathaal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mochitharum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Puthiyoru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niyamaththin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sevakarum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Vishudhiyin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niranjeedunor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Aathmika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grihamaanhe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swantha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janamaanhe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414625657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33822"/>
            <a:ext cx="12192000" cy="2743200"/>
          </a:xfrm>
        </p:spPr>
        <p:txBody>
          <a:bodyPr anchor="t"/>
          <a:lstStyle/>
          <a:p>
            <a:pPr defTabSz="346075">
              <a:lnSpc>
                <a:spcPct val="150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തിരുസഭയെ പരിശുദ്ധ ആലയമേ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വിശുദ്ധരിൻ വംശമതേ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 പുരോഹിതർ നാം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FF52F3-769C-4A99-A3E5-F20E64DC92C8}"/>
              </a:ext>
            </a:extLst>
          </p:cNvPr>
          <p:cNvSpPr/>
          <p:nvPr/>
        </p:nvSpPr>
        <p:spPr>
          <a:xfrm>
            <a:off x="0" y="3429000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thirusabhaye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parishudha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aalayame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Vishudhdharin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vamshamathe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vishudha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purohithar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863627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0600"/>
            <a:ext cx="12192000" cy="3040576"/>
          </a:xfrm>
        </p:spPr>
        <p:txBody>
          <a:bodyPr anchor="t"/>
          <a:lstStyle/>
          <a:p>
            <a:pPr algn="l" defTabSz="346075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രക്ഷയിൻ വാതിൽ കടന്നുവരും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രക്ഷകനേശുവെക്കണ്ടവരും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കാൽവറിസ്നേഹത്തിൻ പാതയിലെന്നെന്നും </a:t>
            </a: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കണ്ടിടും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പുതുജീവൻ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അവർ ക്രൂശിൽ പുതുജീവൻ					 - യേശു…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E145E4-B571-4A8D-B5C8-F5D19F2CF0D0}"/>
              </a:ext>
            </a:extLst>
          </p:cNvPr>
          <p:cNvSpPr/>
          <p:nvPr/>
        </p:nvSpPr>
        <p:spPr>
          <a:xfrm>
            <a:off x="381000" y="3886200"/>
            <a:ext cx="11811000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Rakshayin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kadannavarum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rakshakaneshuve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kandavarum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Kaalvary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paathayilennennum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puthujeevan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Avar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puthujeevan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7817624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33822"/>
            <a:ext cx="12192000" cy="2743200"/>
          </a:xfrm>
        </p:spPr>
        <p:txBody>
          <a:bodyPr anchor="t"/>
          <a:lstStyle/>
          <a:p>
            <a:pPr defTabSz="346075">
              <a:lnSpc>
                <a:spcPct val="150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തിരുസഭയെ പരിശുദ്ധ ആലയമേ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വിശുദ്ധരിൻ വംശമതേ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 പുരോഹിതർ നാം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FF52F3-769C-4A99-A3E5-F20E64DC92C8}"/>
              </a:ext>
            </a:extLst>
          </p:cNvPr>
          <p:cNvSpPr/>
          <p:nvPr/>
        </p:nvSpPr>
        <p:spPr>
          <a:xfrm>
            <a:off x="0" y="3429000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thirusabhaye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parishudha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aalayame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Vishudhdharin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vamshamathe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vishudha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purohithar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248622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895600"/>
          </a:xfrm>
        </p:spPr>
        <p:txBody>
          <a:bodyPr anchor="t"/>
          <a:lstStyle/>
          <a:p>
            <a:pPr algn="l" defTabSz="346075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പ്രതികൂലമനവധി ഉയർന്നിടുമ്പോൾ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അനുകൂലമായവാൻ കൂടെയുണ്ട്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അഗ്നിയിൽ ക്കൂടെയും കൂട്ടിനായ് വന്നിടും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ആത്മസഖിയെന്നുമവൻ അവൻ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തൻ ജീവൻ നൽകിയോൻ 						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യേശു…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E145E4-B571-4A8D-B5C8-F5D19F2CF0D0}"/>
              </a:ext>
            </a:extLst>
          </p:cNvPr>
          <p:cNvSpPr/>
          <p:nvPr/>
        </p:nvSpPr>
        <p:spPr>
          <a:xfrm>
            <a:off x="381000" y="3886200"/>
            <a:ext cx="11811000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Prathikoolam-anavadhi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uyarneedumbolh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Anukoolamaayavan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koodeyundu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Agniyil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koottinaai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vannidum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sakhiyennumavan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nalkiyon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8319937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33822"/>
            <a:ext cx="12192000" cy="2743200"/>
          </a:xfrm>
        </p:spPr>
        <p:txBody>
          <a:bodyPr anchor="t"/>
          <a:lstStyle/>
          <a:p>
            <a:pPr defTabSz="346075">
              <a:lnSpc>
                <a:spcPct val="150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തിരുസഭയെ പരിശുദ്ധ ആലയമേ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വിശുദ്ധരിൻ വംശമതേ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 പുരോഹിതർ നാം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FF52F3-769C-4A99-A3E5-F20E64DC92C8}"/>
              </a:ext>
            </a:extLst>
          </p:cNvPr>
          <p:cNvSpPr/>
          <p:nvPr/>
        </p:nvSpPr>
        <p:spPr>
          <a:xfrm>
            <a:off x="0" y="3429000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thirusabhaye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parishudha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aalayame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Vishudhdharin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vamshamathe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vishudha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purohithar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64125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125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408 യേശുവിൻ തിരുസഭയെ</vt:lpstr>
      <vt:lpstr>യേശുവിൻ തിരുസഭയെ പരിശുദ്ധ ആലയമേ  വിശുദ്ധരിൻ വംശമതേ  വിശുദ്ധ പുരോഹിതർ നാം</vt:lpstr>
      <vt:lpstr>1 യേശുവിൻ രക്തത്താൽ മോചിതരും   പുതിയൊരു നിയമത്തിൻ സേവകരും   വിശുദ്ധിയിൻ ആത്മാവാൽ നിറഞ്ഞിടുന്നോർ നാം   ആത്മിക ഗൃഹമാണേ -അവർ സ്വന്ത ജനമാണേ                              - യേശു…</vt:lpstr>
      <vt:lpstr>യേശുവിൻ തിരുസഭയെ പരിശുദ്ധ ആലയമേ  വിശുദ്ധരിൻ വംശമതേ  വിശുദ്ധ പുരോഹിതർ നാം</vt:lpstr>
      <vt:lpstr>2 രക്ഷയിൻ വാതിൽ കടന്നുവരും   രക്ഷകനേശുവെക്കണ്ടവരും    കാൽവറിസ്നേഹത്തിൻ പാതയിലെന്നെന്നും   കണ്ടിടും പുതുജീവൻ   അവർ ക്രൂശിൽ പുതുജീവൻ      - യേശു… </vt:lpstr>
      <vt:lpstr>യേശുവിൻ തിരുസഭയെ പരിശുദ്ധ ആലയമേ  വിശുദ്ധരിൻ വംശമതേ  വിശുദ്ധ പുരോഹിതർ നാം</vt:lpstr>
      <vt:lpstr>3 പ്രതികൂലമനവധി ഉയർന്നിടുമ്പോൾ   അനുകൂലമായവാൻ കൂടെയുണ്ട്   അഗ്നിയിൽ ക്കൂടെയും കൂട്ടിനായ് വന്നിടും   ആത്മസഖിയെന്നുമവൻ അവൻ   തൻ ജീവൻ നൽകിയോൻ           - യേശു…</vt:lpstr>
      <vt:lpstr>യേശുവിൻ തിരുസഭയെ പരിശുദ്ധ ആലയമേ  വിശുദ്ധരിൻ വംശമതേ  വിശുദ്ധ പുരോഹിതർ നാം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Yeshuvin thirusabhaye</dc:title>
  <dc:creator>Digital Input; GM JOHN; Acsah Mathews</dc:creator>
  <cp:lastModifiedBy>Acsah Mathews</cp:lastModifiedBy>
  <cp:revision>316</cp:revision>
  <dcterms:created xsi:type="dcterms:W3CDTF">2013-04-19T09:19:07Z</dcterms:created>
  <dcterms:modified xsi:type="dcterms:W3CDTF">2018-11-26T18:53:35Z</dcterms:modified>
</cp:coreProperties>
</file>