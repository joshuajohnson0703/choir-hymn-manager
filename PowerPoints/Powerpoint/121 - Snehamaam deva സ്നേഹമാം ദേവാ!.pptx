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9E2CD2-670F-47E9-89F6-DED0D57ED3BC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C43DE0-494B-4E8D-B79A-6DBEDDB422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63DAF-EEE6-459E-AE48-B1A58479607F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9BA358-9DC9-4608-B069-FF04199513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1582C-9E88-4B6A-9B2C-5D6BA457E66E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C90F4-E81C-43D1-BAA3-9C81F90999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BCB8A3-73E8-4FEE-A406-11CCD5D6A5AE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8CD93-7F57-4A73-96C6-9931877FB8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C0C33-2251-4E89-803E-08117D50E4C4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0FB0C-0AA1-4B1A-9EE5-145320A7D1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38689-FCFE-4004-8EE0-3653B042ECA7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B1E738-78F1-4E68-88BF-C36D700DE7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6D012-013C-408D-8998-A21E41B68C3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15C72D-DF8F-497C-9CB4-7A622770A4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CB437D-3490-401F-884A-0468D58BF117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5047C5-0E82-4FCD-A602-D93B44EB18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5237BE-3672-4542-8884-9BC5FB8150DF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FEEEC-8367-47A7-BDDC-B67DF8A29B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8EC5D-AD89-4881-BC3C-9DDC322B7EB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145BC9-4422-4698-A006-FD524DE20B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C3B87-0F6C-4BE4-9E3C-3435405BA97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5952E-5C68-45F7-B00B-79CE04F428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3450F39-AF1F-426E-B85A-07B4AB76A7B7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0E055BC-3A2F-4F4A-B113-5C1C04CA53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0D096-2365-403C-86B1-3CFE3E8170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121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സ്നേഹമാം ദേവാ!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C1293-CFFB-4DD5-ACE0-5B43781BB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Snehamam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devaa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7687C3-03C8-4532-A4D6-3AEE44D7ED39}"/>
              </a:ext>
            </a:extLst>
          </p:cNvPr>
          <p:cNvSpPr/>
          <p:nvPr/>
        </p:nvSpPr>
        <p:spPr>
          <a:xfrm>
            <a:off x="7620000" y="4615934"/>
            <a:ext cx="21555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(Rev. K.P. Philip) </a:t>
            </a:r>
          </a:p>
        </p:txBody>
      </p:sp>
    </p:spTree>
    <p:extLst>
      <p:ext uri="{BB962C8B-B14F-4D97-AF65-F5344CB8AC3E}">
        <p14:creationId xmlns:p14="http://schemas.microsoft.com/office/powerpoint/2010/main" val="293208620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94235"/>
            <a:ext cx="12174413" cy="2548464"/>
          </a:xfrm>
        </p:spPr>
        <p:txBody>
          <a:bodyPr anchor="t"/>
          <a:lstStyle/>
          <a:p>
            <a:pPr algn="l" defTabSz="457200">
              <a:defRPr/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സ്നേഹമാം ദേവാ! സ്വർഗ്ഗീയ താതാ!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അഹമഹ മായവനേ!...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യഹോവേ! ഇഹപരിപാലകനേ!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ബഹുലമാം കൃപയാൽ തിരുഹിതമതിനാൽ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മഹിതലെ സുതനെത്തന്ന - ദേവേശാ!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തവ പാദം കുമ്പിടുന്നേൻ -തവ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2B1D44-9E20-4256-AFAB-CE1B6E3D632C}"/>
              </a:ext>
            </a:extLst>
          </p:cNvPr>
          <p:cNvSpPr/>
          <p:nvPr/>
        </p:nvSpPr>
        <p:spPr>
          <a:xfrm>
            <a:off x="304800" y="3875782"/>
            <a:ext cx="1186961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Snehamam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Swargeeya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thaathaa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Ahamahamaayavane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!...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yahove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paripaalakane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Bahulamaam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kripayaal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thiruhithamathinaal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Mahithale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suthanethanna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deveshaa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kumbidunnen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AF9D9A-9668-41B1-B3A9-DA998D799469}"/>
              </a:ext>
            </a:extLst>
          </p:cNvPr>
          <p:cNvSpPr/>
          <p:nvPr/>
        </p:nvSpPr>
        <p:spPr>
          <a:xfrm>
            <a:off x="0" y="254730"/>
            <a:ext cx="121744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94235"/>
            <a:ext cx="12174413" cy="2548464"/>
          </a:xfrm>
        </p:spPr>
        <p:txBody>
          <a:bodyPr anchor="t"/>
          <a:lstStyle/>
          <a:p>
            <a:pPr algn="l" defTabSz="457200">
              <a:defRPr/>
            </a:pPr>
            <a:r>
              <a:rPr lang="ml-IN" sz="3200" b="1" dirty="0">
                <a:latin typeface="Kartika" panose="02020503030404060203" pitchFamily="18" charset="0"/>
              </a:rPr>
              <a:t>നാരിയിലുരുവായ് ബേതലേ ജനിച്ചു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പാരിടെ കൂരിരുൾ നീക്കിത്തന്നു – ആരിതു മാലോകരെ!-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വീരനാം ദൈവം നീതിയിൻ സൂര്യൻ,</a:t>
            </a:r>
            <a:r>
              <a:rPr lang="en-US" sz="3200" b="1" dirty="0">
                <a:latin typeface="Kartika" panose="02020503030404060203" pitchFamily="18" charset="0"/>
              </a:rPr>
              <a:t>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ഇരുന്നവൻ വചനമായ് നീ...ത്യകാലേ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തവ പാദം കുമ്പിടുന്നേൻ -തവ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2B1D44-9E20-4256-AFAB-CE1B6E3D632C}"/>
              </a:ext>
            </a:extLst>
          </p:cNvPr>
          <p:cNvSpPr/>
          <p:nvPr/>
        </p:nvSpPr>
        <p:spPr>
          <a:xfrm>
            <a:off x="304800" y="3875782"/>
            <a:ext cx="1186961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Naariyiluruvai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bethle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janichu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Paaride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koorirulh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neekkithannu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aarithu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maalaakhare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!-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Veeranaam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neethiyin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sooryan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Irunnavan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vachanamai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thyakaale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kumbidunnen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AF9D9A-9668-41B1-B3A9-DA998D799469}"/>
              </a:ext>
            </a:extLst>
          </p:cNvPr>
          <p:cNvSpPr/>
          <p:nvPr/>
        </p:nvSpPr>
        <p:spPr>
          <a:xfrm>
            <a:off x="0" y="254730"/>
            <a:ext cx="121744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5147718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94235"/>
            <a:ext cx="12174413" cy="2548464"/>
          </a:xfrm>
        </p:spPr>
        <p:txBody>
          <a:bodyPr anchor="t"/>
          <a:lstStyle/>
          <a:p>
            <a:pPr algn="l" defTabSz="457200">
              <a:defRPr/>
            </a:pPr>
            <a:r>
              <a:rPr lang="ml-IN" sz="3200" b="1" dirty="0"/>
              <a:t>'ഉന്നതേ മഹത്വം നരർക്കു സംപ്രീതി </a:t>
            </a:r>
            <a:br>
              <a:rPr lang="ml-IN" sz="3200" b="1" dirty="0"/>
            </a:br>
            <a:r>
              <a:rPr lang="ml-IN" sz="3200" b="1" dirty="0"/>
              <a:t>മന്നിടെ ശാന്തി' എന്നു പാടുന്നു –</a:t>
            </a:r>
            <a:r>
              <a:rPr lang="en-US" sz="3200" b="1" dirty="0"/>
              <a:t> </a:t>
            </a:r>
            <a:r>
              <a:rPr lang="ml-IN" sz="3200" b="1" dirty="0"/>
              <a:t>വിണ്ണിലെ മാലാഖമാർ-</a:t>
            </a:r>
            <a:br>
              <a:rPr lang="ml-IN" sz="3200" b="1" dirty="0"/>
            </a:br>
            <a:r>
              <a:rPr lang="ml-IN" sz="3200" b="1" dirty="0"/>
              <a:t>മണ്ണിലെ ജനത്തിൻ പാപങ്ങളഖിലം </a:t>
            </a:r>
            <a:br>
              <a:rPr lang="ml-IN" sz="3200" b="1" dirty="0"/>
            </a:br>
            <a:r>
              <a:rPr lang="ml-IN" sz="3200" b="1" dirty="0"/>
              <a:t>മന്നിപ്പാൻ വന്നവനായ നാഥാ!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തവ പാദം കുമ്പിടുന്നേൻ -തവ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2B1D44-9E20-4256-AFAB-CE1B6E3D632C}"/>
              </a:ext>
            </a:extLst>
          </p:cNvPr>
          <p:cNvSpPr/>
          <p:nvPr/>
        </p:nvSpPr>
        <p:spPr>
          <a:xfrm>
            <a:off x="304800" y="3875782"/>
            <a:ext cx="1186961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‘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Unnathe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mahathwam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nararkku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sampreethy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Mannide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shaanthi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’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ennumpaadunnu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vinnhile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maalakhamaar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Mannhile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janathin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paapangalhakhilam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Mannippan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vannavanaaya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kumbidunnen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AF9D9A-9668-41B1-B3A9-DA998D799469}"/>
              </a:ext>
            </a:extLst>
          </p:cNvPr>
          <p:cNvSpPr/>
          <p:nvPr/>
        </p:nvSpPr>
        <p:spPr>
          <a:xfrm>
            <a:off x="0" y="254730"/>
            <a:ext cx="121744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1118927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94235"/>
            <a:ext cx="12174413" cy="2548464"/>
          </a:xfrm>
        </p:spPr>
        <p:txBody>
          <a:bodyPr anchor="t"/>
          <a:lstStyle/>
          <a:p>
            <a:pPr algn="l" defTabSz="457200">
              <a:defRPr/>
            </a:pP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പ്രാണ നാഥാ! നീ താണിഹ വന്നു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9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ക്ഷോണിയെവീണ്ടെടുത്ത– മാസ്നേഹംകാണുന്നുദോഷിയാം ഞാൻ-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താണു വണങ്ങി നമിച്ചിടുന്നടിയാൻ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പണിയിൽ താങ്ങണമേ ... കൃപാലോ !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തവ പാദം കുമ്പിടുന്നേൻ -തവ 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2B1D44-9E20-4256-AFAB-CE1B6E3D632C}"/>
              </a:ext>
            </a:extLst>
          </p:cNvPr>
          <p:cNvSpPr/>
          <p:nvPr/>
        </p:nvSpPr>
        <p:spPr>
          <a:xfrm>
            <a:off x="304800" y="3875782"/>
            <a:ext cx="1186961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Praanhanaadha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Nee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thaanhihe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Kshoniye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veendedutha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maasneham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doshiyaam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Thaanhuvanhangi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namichidunnadiyaan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Paanhiyil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thaangenhame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…...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kripaalo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kumbidunnen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AF9D9A-9668-41B1-B3A9-DA998D799469}"/>
              </a:ext>
            </a:extLst>
          </p:cNvPr>
          <p:cNvSpPr/>
          <p:nvPr/>
        </p:nvSpPr>
        <p:spPr>
          <a:xfrm>
            <a:off x="0" y="254730"/>
            <a:ext cx="121744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6294417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118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121 സ്നേഹമാം ദേവാ!</vt:lpstr>
      <vt:lpstr>സ്നേഹമാം ദേവാ! സ്വർഗ്ഗീയ താതാ! അഹമഹ മായവനേ!... യഹോവേ! ഇഹപരിപാലകനേ! ബഹുലമാം കൃപയാൽ തിരുഹിതമതിനാൽ  മഹിതലെ സുതനെത്തന്ന - ദേവേശാ!         തവ പാദം കുമ്പിടുന്നേൻ -തവ </vt:lpstr>
      <vt:lpstr>നാരിയിലുരുവായ് ബേതലേ ജനിച്ചു  പാരിടെ കൂരിരുൾ നീക്കിത്തന്നു – ആരിതു മാലോകരെ!- വീരനാം ദൈവം നീതിയിൻ സൂര്യൻ,  ഇരുന്നവൻ വചനമായ് നീ...ത്യകാലേ        തവ പാദം കുമ്പിടുന്നേൻ -തവ </vt:lpstr>
      <vt:lpstr>'ഉന്നതേ മഹത്വം നരർക്കു സംപ്രീതി  മന്നിടെ ശാന്തി' എന്നു പാടുന്നു – വിണ്ണിലെ മാലാഖമാർ- മണ്ണിലെ ജനത്തിൻ പാപങ്ങളഖിലം  മന്നിപ്പാൻ വന്നവനായ നാഥാ!        തവ പാദം കുമ്പിടുന്നേൻ -തവ </vt:lpstr>
      <vt:lpstr>പ്രാണ നാഥാ! നീ താണിഹ വന്നു  ക്ഷോണിയെവീണ്ടെടുത്ത– മാസ്നേഹംകാണുന്നുദോഷിയാം ഞാൻ- താണു വണങ്ങി നമിച്ചിടുന്നടിയാൻ  പണിയിൽ താങ്ങണമേ ... കൃപാലോ !       തവ പാദം കുമ്പിടുന്നേൻ -തവ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Snehamaam devaa</dc:title>
  <dc:creator>Digital Input:; GM JOHN; Acsah Mathews</dc:creator>
  <cp:lastModifiedBy>Acsah Mathews</cp:lastModifiedBy>
  <cp:revision>217</cp:revision>
  <dcterms:created xsi:type="dcterms:W3CDTF">2013-04-19T09:19:07Z</dcterms:created>
  <dcterms:modified xsi:type="dcterms:W3CDTF">2018-11-02T17:42:43Z</dcterms:modified>
</cp:coreProperties>
</file>