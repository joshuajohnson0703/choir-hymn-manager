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5" r:id="rId4"/>
    <p:sldId id="276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22705-3408-45B7-BFFD-BA485377986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385B8-FF8B-4885-A90C-AF5E1D1E29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01490-925E-4DD5-8A99-88251DCB79D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74DA3-5780-45B8-9D8F-56FED6A434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AF559-1758-486D-9637-6F4AA16043F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3E731-CFA5-46BD-9AB6-8707B8B920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016B6-D1F8-41A3-BB2D-054C3947E2A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F0E76-CF62-47FA-AB5B-60293329F4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197A6-E7E0-46F3-A341-C13C7FBB2B7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90FC5-25C6-4EA8-B7F2-B1BE085297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AAA94-E93D-4B9F-BEDF-5F03C6421F6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4FD22-8E0E-40EF-86D9-91F410B2A9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586E4-3F7E-4E8F-848D-CCF665B3F76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40265-A8EA-481B-8CAE-48489608C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07BDD-42B4-4B3D-8CBE-C11971655D6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BC044-C426-4E05-941F-3E12D1A30B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BAE97-973E-4DE5-8AE7-A6C2A50969A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0AC10-467B-49BF-95F7-CED2670C90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EA57C6-3825-4396-902E-96D7EA23CB5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FEAA7-3102-4219-B6D9-EBAD65D7A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5CC41-0E57-4CDE-ADD8-01FFBF4DD83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12ED6-46F1-4F79-8E17-F73DE0BC3F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17363E-3618-431E-A910-5C4950B0B65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3CB2CD-9149-492C-B6E0-E82FC11C0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57EE-3A75-4738-91DA-D7C52FDAA4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മണ്‍ മയമാം ഈയുലകിൽ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7CDE8-E639-4FE9-8CBC-ED0CB55AC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Manhmayamaam </a:t>
            </a:r>
            <a:r>
              <a:rPr lang="en-US" sz="4000" b="1" dirty="0" err="1">
                <a:solidFill>
                  <a:schemeClr val="tx2"/>
                </a:solidFill>
              </a:rPr>
              <a:t>ee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ulakil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2FA66-4E96-40A3-BC06-732F9D1424C1}"/>
              </a:ext>
            </a:extLst>
          </p:cNvPr>
          <p:cNvSpPr/>
          <p:nvPr/>
        </p:nvSpPr>
        <p:spPr>
          <a:xfrm>
            <a:off x="1828800" y="5118615"/>
            <a:ext cx="3167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(എം. ഈ. ചെറിയാൻ)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866BA-535A-4AA0-A047-88E4D2041A7B}"/>
              </a:ext>
            </a:extLst>
          </p:cNvPr>
          <p:cNvSpPr/>
          <p:nvPr/>
        </p:nvSpPr>
        <p:spPr>
          <a:xfrm>
            <a:off x="8382000" y="5118615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32434053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12800" y="1326515"/>
            <a:ext cx="11353800" cy="2438400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മണ്‍ മയമാം ഈയുലകിൽ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കാണ്മതും മായ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വൻമഹിമ ധനം സുഖങ്ങൾ സകലവും മായ!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CB3C5-6F72-4BA6-AEDC-3F3D2F112F9F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C0AE1-12EA-4B33-9159-A4D01EAE6458}"/>
              </a:ext>
            </a:extLst>
          </p:cNvPr>
          <p:cNvSpPr/>
          <p:nvPr/>
        </p:nvSpPr>
        <p:spPr>
          <a:xfrm>
            <a:off x="0" y="3533676"/>
            <a:ext cx="1135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Manhmayamaam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ulakil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Kaanhmathum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mahima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sukhangalh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Sakalavum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5424" y="1102280"/>
            <a:ext cx="11966575" cy="1264285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മന്നിൽ നമ്മൾ ജീവിതമോ പുല്ലിനെപ്പോലെ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കണ്ടു നാളെ വാടും പൂക്കളെപ്പോലെ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CB3C5-6F72-4BA6-AEDC-3F3D2F112F9F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C0AE1-12EA-4B33-9159-A4D01EAE6458}"/>
              </a:ext>
            </a:extLst>
          </p:cNvPr>
          <p:cNvSpPr/>
          <p:nvPr/>
        </p:nvSpPr>
        <p:spPr>
          <a:xfrm>
            <a:off x="0" y="3768403"/>
            <a:ext cx="1181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Mannil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nammalh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jeevithamo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Pulliney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polèy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Innu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naalhey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Pookkalhey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polèy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3AA2284-BC4E-4809-A18A-A07D683C896E}"/>
              </a:ext>
            </a:extLst>
          </p:cNvPr>
          <p:cNvSpPr txBox="1">
            <a:spLocks/>
          </p:cNvSpPr>
          <p:nvPr/>
        </p:nvSpPr>
        <p:spPr bwMode="auto">
          <a:xfrm>
            <a:off x="1" y="2376644"/>
            <a:ext cx="1219199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2900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മണ്‍ മയമാം ഈയുലകിൽ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കാണ്മതും മായ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വൻമഹിമ ധനം സുഖങ്ങൾ സകലവും മായ!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4CA14-4DD7-4AB4-82DB-08A043966B2B}"/>
              </a:ext>
            </a:extLst>
          </p:cNvPr>
          <p:cNvSpPr/>
          <p:nvPr/>
        </p:nvSpPr>
        <p:spPr>
          <a:xfrm>
            <a:off x="0" y="511629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Manhmayamaam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Sakalavum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3079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5424" y="1102280"/>
            <a:ext cx="11966575" cy="1264285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600" b="1" dirty="0">
                <a:latin typeface="Kartika" panose="02020503030404060203" pitchFamily="18" charset="0"/>
              </a:rPr>
              <a:t>ധാന്യം ധനം ലാഭം കീർത്തി ഹാ! നഷ്ടമാകും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മാന്യ മിത്രരാകെ നമ്മെ പിരിഞ്ഞിനിം പോകും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CB3C5-6F72-4BA6-AEDC-3F3D2F112F9F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C0AE1-12EA-4B33-9159-A4D01EAE6458}"/>
              </a:ext>
            </a:extLst>
          </p:cNvPr>
          <p:cNvSpPr/>
          <p:nvPr/>
        </p:nvSpPr>
        <p:spPr>
          <a:xfrm>
            <a:off x="0" y="3768403"/>
            <a:ext cx="1181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Dhaanyam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laabham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keerthi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Nashtamaakum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Maanya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mithraraakey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Pirinjinim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pôkum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3AA2284-BC4E-4809-A18A-A07D683C896E}"/>
              </a:ext>
            </a:extLst>
          </p:cNvPr>
          <p:cNvSpPr txBox="1">
            <a:spLocks/>
          </p:cNvSpPr>
          <p:nvPr/>
        </p:nvSpPr>
        <p:spPr bwMode="auto">
          <a:xfrm>
            <a:off x="1" y="2376644"/>
            <a:ext cx="1219199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2900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മണ്‍ മയമാം ഈയുലകിൽ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കാണ്മതും മായ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വൻമഹിമ ധനം സുഖങ്ങൾ സകലവും മായ!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4CA14-4DD7-4AB4-82DB-08A043966B2B}"/>
              </a:ext>
            </a:extLst>
          </p:cNvPr>
          <p:cNvSpPr/>
          <p:nvPr/>
        </p:nvSpPr>
        <p:spPr>
          <a:xfrm>
            <a:off x="0" y="511629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Manhmayamaam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Sakalavum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151276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5424" y="1102280"/>
            <a:ext cx="11966575" cy="1264285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ഏഴുപത്തോ ഏറെയായാൽ എൺപതോ മാത്രം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നീളും ആയുസ്സതു  നിനച്ചാൽ കഷ്ടത മാത്രം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CB3C5-6F72-4BA6-AEDC-3F3D2F112F9F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C0AE1-12EA-4B33-9159-A4D01EAE6458}"/>
              </a:ext>
            </a:extLst>
          </p:cNvPr>
          <p:cNvSpPr/>
          <p:nvPr/>
        </p:nvSpPr>
        <p:spPr>
          <a:xfrm>
            <a:off x="0" y="3768403"/>
            <a:ext cx="1181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Èzhupaththo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èréyaayaal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enhpathu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aayussathu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ninachchaal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Kashtatha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3AA2284-BC4E-4809-A18A-A07D683C896E}"/>
              </a:ext>
            </a:extLst>
          </p:cNvPr>
          <p:cNvSpPr txBox="1">
            <a:spLocks/>
          </p:cNvSpPr>
          <p:nvPr/>
        </p:nvSpPr>
        <p:spPr bwMode="auto">
          <a:xfrm>
            <a:off x="1" y="2376644"/>
            <a:ext cx="1219199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2900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മണ്‍ മയമാം ഈയുലകിൽ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കാണ്മതും മായ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വൻമഹിമ ധനം സുഖങ്ങൾ സകലവും മായ!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4CA14-4DD7-4AB4-82DB-08A043966B2B}"/>
              </a:ext>
            </a:extLst>
          </p:cNvPr>
          <p:cNvSpPr/>
          <p:nvPr/>
        </p:nvSpPr>
        <p:spPr>
          <a:xfrm>
            <a:off x="0" y="511629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Manhmayamaam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Sakalavum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08124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5424" y="1102280"/>
            <a:ext cx="11966575" cy="1264285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ലോകമരുഭൂവിൽ മർത്യർ ആശ്രയം തേടി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ശോക കൊടും വെയിലിലയ്യോ വീഴുന്നു വാടി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CB3C5-6F72-4BA6-AEDC-3F3D2F112F9F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C0AE1-12EA-4B33-9159-A4D01EAE6458}"/>
              </a:ext>
            </a:extLst>
          </p:cNvPr>
          <p:cNvSpPr/>
          <p:nvPr/>
        </p:nvSpPr>
        <p:spPr>
          <a:xfrm>
            <a:off x="0" y="3768403"/>
            <a:ext cx="1181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Loka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marubhoovil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marthyar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Aashrayam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thèdi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Shôka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veyililayyo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Veezhunnu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vaadi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3AA2284-BC4E-4809-A18A-A07D683C896E}"/>
              </a:ext>
            </a:extLst>
          </p:cNvPr>
          <p:cNvSpPr txBox="1">
            <a:spLocks/>
          </p:cNvSpPr>
          <p:nvPr/>
        </p:nvSpPr>
        <p:spPr bwMode="auto">
          <a:xfrm>
            <a:off x="1" y="2376644"/>
            <a:ext cx="1219199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2900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മണ്‍ മയമാം ഈയുലകിൽ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കാണ്മതും മായ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വൻമഹിമ ധനം സുഖങ്ങൾ സകലവും മായ!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4CA14-4DD7-4AB4-82DB-08A043966B2B}"/>
              </a:ext>
            </a:extLst>
          </p:cNvPr>
          <p:cNvSpPr/>
          <p:nvPr/>
        </p:nvSpPr>
        <p:spPr>
          <a:xfrm>
            <a:off x="0" y="511629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Manhmayamaam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Sakalavum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39236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5424" y="1102280"/>
            <a:ext cx="11966575" cy="1264285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ദൈവമക്കൾ നമുക്ക് സ്വർഗ്ഗം ഹാ! സ്വന്ത ദേശം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കേവലമിപ്പാരിടമോ  വെറും പരദേശം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CB3C5-6F72-4BA6-AEDC-3F3D2F112F9F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C0AE1-12EA-4B33-9159-A4D01EAE6458}"/>
              </a:ext>
            </a:extLst>
          </p:cNvPr>
          <p:cNvSpPr/>
          <p:nvPr/>
        </p:nvSpPr>
        <p:spPr>
          <a:xfrm>
            <a:off x="0" y="3768403"/>
            <a:ext cx="1181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makkalh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namukku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swarggam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dèsham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Kèvalamippaaridamo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verum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paradèsham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3AA2284-BC4E-4809-A18A-A07D683C896E}"/>
              </a:ext>
            </a:extLst>
          </p:cNvPr>
          <p:cNvSpPr txBox="1">
            <a:spLocks/>
          </p:cNvSpPr>
          <p:nvPr/>
        </p:nvSpPr>
        <p:spPr bwMode="auto">
          <a:xfrm>
            <a:off x="1" y="2376644"/>
            <a:ext cx="1219199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2900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മണ്‍ മയമാം ഈയുലകിൽ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കാണ്മതും മായ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വൻമഹിമ ധനം സുഖങ്ങൾ സകലവും മായ!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4CA14-4DD7-4AB4-82DB-08A043966B2B}"/>
              </a:ext>
            </a:extLst>
          </p:cNvPr>
          <p:cNvSpPr/>
          <p:nvPr/>
        </p:nvSpPr>
        <p:spPr>
          <a:xfrm>
            <a:off x="0" y="511629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Manhmayamaam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Sakalavum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E4528-3CB2-4A36-AE33-A9F1967A4A89}"/>
              </a:ext>
            </a:extLst>
          </p:cNvPr>
          <p:cNvSpPr/>
          <p:nvPr/>
        </p:nvSpPr>
        <p:spPr>
          <a:xfrm>
            <a:off x="9317494" y="3429000"/>
            <a:ext cx="2874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(എം. ഈ. ചെറിയാൻ)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84801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212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165 മണ്‍ മയമാം ഈയുലകിൽ</vt:lpstr>
      <vt:lpstr>മണ്‍ മയമാം ഈയുലകിൽ കാണ്മതും മായ  വൻമഹിമ ധനം സുഖങ്ങൾ സകലവും മായ! </vt:lpstr>
      <vt:lpstr>മന്നിൽ നമ്മൾ ജീവിതമോ പുല്ലിനെപ്പോലെ ഇന്നു കണ്ടു നാളെ വാടും പൂക്കളെപ്പോലെ</vt:lpstr>
      <vt:lpstr>ധാന്യം ധനം ലാഭം കീർത്തി ഹാ! നഷ്ടമാകും  മാന്യ മിത്രരാകെ നമ്മെ പിരിഞ്ഞിനിം പോകും </vt:lpstr>
      <vt:lpstr>ഏഴുപത്തോ ഏറെയായാൽ എൺപതോ മാത്രം  നീളും ആയുസ്സതു  നിനച്ചാൽ കഷ്ടത മാത്രം </vt:lpstr>
      <vt:lpstr>ലോകമരുഭൂവിൽ മർത്യർ ആശ്രയം തേടി  ശോക കൊടും വെയിലിലയ്യോ വീഴുന്നു വാടി </vt:lpstr>
      <vt:lpstr>ദൈവമക്കൾ നമുക്ക് സ്വർഗ്ഗം ഹാ! സ്വന്ത ദേശം  കേവലമിപ്പാരിടമോ  വെറും പരദേശം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Manmayaam ee ulakil</dc:title>
  <dc:creator>Digital Input:; GM JOHN; Acsah Mathews</dc:creator>
  <cp:lastModifiedBy>Acsah Mathews</cp:lastModifiedBy>
  <cp:revision>298</cp:revision>
  <dcterms:created xsi:type="dcterms:W3CDTF">2013-04-19T09:19:07Z</dcterms:created>
  <dcterms:modified xsi:type="dcterms:W3CDTF">2018-11-06T18:05:53Z</dcterms:modified>
</cp:coreProperties>
</file>