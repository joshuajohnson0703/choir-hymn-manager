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6E84-7CBB-42B4-A352-2FB4E7785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28FF8-C2B2-4492-8DE1-6FE847E60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5048-CFAD-4019-9BBD-905D3D912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10541-D971-4FDC-9F59-ED5EB671D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EE5FF-695C-4136-9B38-DD5684D3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5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A78E-F578-4A75-8FB8-C2CF1F38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3D42B-E78A-4B15-A04D-6E4FB048D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D3C1D-52C5-4373-B4DE-B3F8D9D3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D3ED1-046B-4714-A7EA-D35C3F7F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E8A65-1E1B-44ED-A4B1-6180EC8A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3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04C0E-A9DF-4105-8424-FF0316C7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3AB05-27FB-4532-8E68-3893FE50E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5CDB5-E57B-48EF-903E-A4EED949A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46AA8-3B3F-44CB-A0DA-631ACC61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85909-8508-4263-83A8-F4CD779A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3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ED8D-9140-4DE4-A3F0-4EF5132C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82BD3-DE85-41CF-BCC1-B0B8460A1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1D7E6-D92C-46AE-8407-3AEF138A5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82002-1879-4DE6-803C-1BD8EF0A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C900A-6A5C-4D24-B0F9-27B161F1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F3F34-BF82-421B-9912-F0A0B53F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BACD-760F-4356-932A-FD768AE21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B4EC5-369B-400C-9032-C91DE269D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28587-24F8-4DE5-8270-DA68A6AE3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F48764-2202-4364-9A42-219E82EC2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96F5E-4F10-4621-B458-06DB6E3B9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4CDE1-016D-4730-9FD2-C0D3FD17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6A205-B7D7-42EB-9358-DAA38775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C1CB5C-6C80-43C3-88DD-1ECB3D6F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2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A0F8-08BB-42A6-BE7A-D3425B1D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DF2B7-D779-48F3-AE51-D9DA8913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EFC82-3FB1-46A0-8231-6BC4692D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C1215-EF32-410F-8F9D-17C03086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1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77949-8FE6-42AC-B935-1934C997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84CC2-0A91-4CD3-B0E6-10B6A2E53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D7132-0472-4C31-B6E4-8B0184DA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0FBD-5A76-4314-8CCB-8C2B51FDC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09AC5-378A-4EC9-BC0D-FAB55C4A4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66A1E-1B63-4F71-9C1D-96BE5C3FE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C98B6-6E33-4C46-BC3B-D44C0A46F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D9EED-891F-4CD7-B0CB-A4325870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BBD42-2E87-4C29-943B-29202BE8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56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9937-49EF-424C-8608-EC643B13A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49B143-2A08-4B4D-80DB-57E6F6699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B7A2D-FD2E-4297-A6C3-620B20103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0912E-E16E-488D-9B0D-F4B0FF79D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C012C-C2BE-452F-80E0-E41698A9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2426C-6269-4BA9-8944-A215F2DF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3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9A67-FD05-40CE-9049-9D7F9D3A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AF66-961F-4036-9190-55F757B21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5C84-7590-421D-84A5-B684DC63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0CBD4-C6B1-4352-A4DB-2F309B8BE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AFD25-D73D-4466-8E40-3B905275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0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4FD48-6E82-44D4-8262-985E6C19C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9BBD3-30CD-4244-AE45-6C0A412D0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E7C1-24B1-4E2E-A402-1B64928E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5B02D-0499-45F4-9A0F-7FE104074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F925D-05A4-4C1D-A14C-03D6E5AE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32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43D663-DA3C-47E7-A35B-2CBD010B5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EDEF3-1DB1-4804-93C5-0D8D587B1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49180-E848-4CC9-A0FB-67C83CBEE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87B69-1429-4F01-BE1F-ED8E86CFEDF1}" type="datetimeFigureOut">
              <a:rPr lang="en-US" smtClean="0"/>
              <a:t>6/4/2022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8D0B3-2184-426C-916D-57F83B260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3112-43D7-4F3A-BD5C-A9250792E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E701D-FF6A-43D8-ACC0-D34EC1DAC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6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A7C86-D627-48DF-80BD-FBFFFD7BA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180" y="1122363"/>
            <a:ext cx="11567160" cy="2387600"/>
          </a:xfrm>
        </p:spPr>
        <p:txBody>
          <a:bodyPr>
            <a:normAutofit/>
          </a:bodyPr>
          <a:lstStyle/>
          <a:p>
            <a:r>
              <a:rPr lang="en-US" dirty="0"/>
              <a:t>436</a:t>
            </a:r>
            <a:br>
              <a:rPr lang="en-US" dirty="0"/>
            </a:br>
            <a:r>
              <a:rPr lang="ml-IN" sz="49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നിൻ  ദാനം ഞാൻ അനുഭവിച്ചു</a:t>
            </a:r>
            <a:endParaRPr lang="en-US" sz="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D42FB-D019-4281-89E9-F6FBE049D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876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Nin </a:t>
            </a:r>
            <a:r>
              <a:rPr lang="en-US" sz="4000" b="1" dirty="0" err="1">
                <a:solidFill>
                  <a:srgbClr val="002060"/>
                </a:solidFill>
              </a:rPr>
              <a:t>daanam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njaan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anubhavichchu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52648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0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2553D-78AB-4709-A0DD-63B026E8DDCA}"/>
              </a:ext>
            </a:extLst>
          </p:cNvPr>
          <p:cNvSpPr/>
          <p:nvPr/>
        </p:nvSpPr>
        <p:spPr>
          <a:xfrm>
            <a:off x="0" y="677316"/>
            <a:ext cx="12192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നിൻ  ദാനം ഞാൻ അനുഭവിച്ചു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നിൻ  സ്നേഹം ഞാൻ രുചിച്ചറിഞ്ഞു</a:t>
            </a:r>
            <a:endParaRPr lang="en-US" sz="3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br>
              <a:rPr lang="ml-IN" sz="20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യേശുവേ എൻ  ദൈവമേ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നീയെന്നും മതിയായവൻ (2)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									-</a:t>
            </a: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നിൻ  ദാനം…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8EC72-3D52-4780-830F-F17E800F524E}"/>
              </a:ext>
            </a:extLst>
          </p:cNvPr>
          <p:cNvSpPr/>
          <p:nvPr/>
        </p:nvSpPr>
        <p:spPr>
          <a:xfrm>
            <a:off x="0" y="3693526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daanam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anubhavichchu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sneham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ruchichcharinju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/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Daivamey 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mathiyaayavan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722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0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2553D-78AB-4709-A0DD-63B026E8DDCA}"/>
              </a:ext>
            </a:extLst>
          </p:cNvPr>
          <p:cNvSpPr/>
          <p:nvPr/>
        </p:nvSpPr>
        <p:spPr>
          <a:xfrm>
            <a:off x="365760" y="1052870"/>
            <a:ext cx="1171194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ദൈവമേ നിന്‍റെ സ്നേഹം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എത്രനാൾ തള്ളി നീക്കി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അന്നു ഞാൻ അന്യനായ് അനാഥനായ്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എന്നാൽ, ഇന്നോ ഞാൻ ധന്യനായ്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8EC72-3D52-4780-830F-F17E800F524E}"/>
              </a:ext>
            </a:extLst>
          </p:cNvPr>
          <p:cNvSpPr/>
          <p:nvPr/>
        </p:nvSpPr>
        <p:spPr>
          <a:xfrm>
            <a:off x="251460" y="3693526"/>
            <a:ext cx="1088898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Daivamey </a:t>
            </a:r>
            <a:r>
              <a:rPr lang="en-US" sz="3400" b="1" dirty="0" err="1">
                <a:solidFill>
                  <a:srgbClr val="002060"/>
                </a:solidFill>
              </a:rPr>
              <a:t>Nintey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Ethranaalh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thallhi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neekki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anyanaai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anaathanaai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inno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dhanyanaai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68C6C-9AB4-4E4B-99BA-B9F4139AA679}"/>
              </a:ext>
            </a:extLst>
          </p:cNvPr>
          <p:cNvSpPr/>
          <p:nvPr/>
        </p:nvSpPr>
        <p:spPr>
          <a:xfrm>
            <a:off x="0" y="129540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34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8906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0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2553D-78AB-4709-A0DD-63B026E8DDCA}"/>
              </a:ext>
            </a:extLst>
          </p:cNvPr>
          <p:cNvSpPr/>
          <p:nvPr/>
        </p:nvSpPr>
        <p:spPr>
          <a:xfrm>
            <a:off x="0" y="211596"/>
            <a:ext cx="12192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ml-IN" sz="20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യേശുവേ എൻ  ദൈവമേ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നീയെന്നും മതിയായവൻ (2)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									</a:t>
            </a:r>
          </a:p>
          <a:p>
            <a:pPr algn="ctr"/>
            <a:r>
              <a:rPr lang="ml-IN" sz="3400" b="1" dirty="0"/>
              <a:t>നിൻ  ദാനം ഞാൻ അനുഭവിച്ചു</a:t>
            </a:r>
            <a:br>
              <a:rPr lang="ml-IN" sz="3400" b="1" dirty="0"/>
            </a:br>
            <a:r>
              <a:rPr lang="ml-IN" sz="3400" b="1" dirty="0"/>
              <a:t>നിൻ  സ്നേഹം ഞാൻ രുചിച്ചറിഞ്ഞു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8EC72-3D52-4780-830F-F17E800F524E}"/>
              </a:ext>
            </a:extLst>
          </p:cNvPr>
          <p:cNvSpPr/>
          <p:nvPr/>
        </p:nvSpPr>
        <p:spPr>
          <a:xfrm>
            <a:off x="0" y="3341625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Daivamey 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mathiyaayavan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/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daanam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anubhavichchu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sneham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ruchichcharinju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/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118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0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2553D-78AB-4709-A0DD-63B026E8DDCA}"/>
              </a:ext>
            </a:extLst>
          </p:cNvPr>
          <p:cNvSpPr/>
          <p:nvPr/>
        </p:nvSpPr>
        <p:spPr>
          <a:xfrm>
            <a:off x="365760" y="1052870"/>
            <a:ext cx="1171194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എൻ ജീവൻ പോയെന്നാലും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എനിക്കതിൽ ഭാരമില്ല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എന്‍റെ  ആത്മാവിനു നിത്യജീവൻ</a:t>
            </a:r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 - </a:t>
            </a: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എൻ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യേശു താൻ ഒരുക്കിയല്ലോ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8EC72-3D52-4780-830F-F17E800F524E}"/>
              </a:ext>
            </a:extLst>
          </p:cNvPr>
          <p:cNvSpPr/>
          <p:nvPr/>
        </p:nvSpPr>
        <p:spPr>
          <a:xfrm>
            <a:off x="251460" y="3693526"/>
            <a:ext cx="1088898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jeevan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pôyennaalum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Enikkathil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bhaaramilla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Entey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aathmaavinu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nithya</a:t>
            </a:r>
            <a:r>
              <a:rPr lang="en-US" sz="3400" b="1" dirty="0">
                <a:solidFill>
                  <a:srgbClr val="002060"/>
                </a:solidFill>
              </a:rPr>
              <a:t> Jeevan -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orukkiyallo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68C6C-9AB4-4E4B-99BA-B9F4139AA679}"/>
              </a:ext>
            </a:extLst>
          </p:cNvPr>
          <p:cNvSpPr/>
          <p:nvPr/>
        </p:nvSpPr>
        <p:spPr>
          <a:xfrm>
            <a:off x="0" y="129540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34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986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0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2553D-78AB-4709-A0DD-63B026E8DDCA}"/>
              </a:ext>
            </a:extLst>
          </p:cNvPr>
          <p:cNvSpPr/>
          <p:nvPr/>
        </p:nvSpPr>
        <p:spPr>
          <a:xfrm>
            <a:off x="0" y="211596"/>
            <a:ext cx="12192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ml-IN" sz="20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യേശുവേ എൻ  ദൈവമേ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നീയെന്നും മതിയായവൻ (2)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									</a:t>
            </a:r>
          </a:p>
          <a:p>
            <a:pPr algn="ctr"/>
            <a:r>
              <a:rPr lang="ml-IN" sz="3400" b="1" dirty="0"/>
              <a:t>നിൻ  ദാനം ഞാൻ അനുഭവിച്ചു</a:t>
            </a:r>
            <a:br>
              <a:rPr lang="ml-IN" sz="3400" b="1" dirty="0"/>
            </a:br>
            <a:r>
              <a:rPr lang="ml-IN" sz="3400" b="1" dirty="0"/>
              <a:t>നിൻ  സ്നേഹം ഞാൻ രുചിച്ചറിഞ്ഞു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8EC72-3D52-4780-830F-F17E800F524E}"/>
              </a:ext>
            </a:extLst>
          </p:cNvPr>
          <p:cNvSpPr/>
          <p:nvPr/>
        </p:nvSpPr>
        <p:spPr>
          <a:xfrm>
            <a:off x="0" y="3341625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Daivamey 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mathiyaayavan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/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daanam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anubhavichchu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sneham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ruchichcharinju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/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367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0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2553D-78AB-4709-A0DD-63B026E8DDCA}"/>
              </a:ext>
            </a:extLst>
          </p:cNvPr>
          <p:cNvSpPr/>
          <p:nvPr/>
        </p:nvSpPr>
        <p:spPr>
          <a:xfrm>
            <a:off x="365760" y="1052870"/>
            <a:ext cx="1171194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നിത്യത ഓർത്തിടുമ്പോൾ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ഹൃത്തടം ആനന്ദിക്കും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സ്വർഗ്ഗീയ സന്തോഷ ജീവിതം</a:t>
            </a:r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വിശ്വാസ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കണ്ണാൽ  ഞാൻ കണ്ടിടുന്നു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8EC72-3D52-4780-830F-F17E800F524E}"/>
              </a:ext>
            </a:extLst>
          </p:cNvPr>
          <p:cNvSpPr/>
          <p:nvPr/>
        </p:nvSpPr>
        <p:spPr>
          <a:xfrm>
            <a:off x="251460" y="3693526"/>
            <a:ext cx="1088898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Nithyatha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ôrtheedumbolh</a:t>
            </a:r>
            <a:r>
              <a:rPr lang="en-US" sz="3400" b="1" dirty="0">
                <a:solidFill>
                  <a:srgbClr val="002060"/>
                </a:solidFill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Hriththadam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aanandikkum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Swargeeya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santhoshajeevitham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Vishwaasa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kannhaal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kandeedunnu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68C6C-9AB4-4E4B-99BA-B9F4139AA679}"/>
              </a:ext>
            </a:extLst>
          </p:cNvPr>
          <p:cNvSpPr/>
          <p:nvPr/>
        </p:nvSpPr>
        <p:spPr>
          <a:xfrm>
            <a:off x="0" y="129540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34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6536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1C8C06-758B-41D5-8A9C-A442ABC4A9EB}"/>
              </a:ext>
            </a:extLst>
          </p:cNvPr>
          <p:cNvSpPr/>
          <p:nvPr/>
        </p:nvSpPr>
        <p:spPr>
          <a:xfrm>
            <a:off x="11140440" y="0"/>
            <a:ext cx="1051560" cy="4231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sz="2000" b="1" dirty="0">
                <a:solidFill>
                  <a:srgbClr val="FF0000"/>
                </a:solidFill>
              </a:rPr>
              <a:t>436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2553D-78AB-4709-A0DD-63B026E8DDCA}"/>
              </a:ext>
            </a:extLst>
          </p:cNvPr>
          <p:cNvSpPr/>
          <p:nvPr/>
        </p:nvSpPr>
        <p:spPr>
          <a:xfrm>
            <a:off x="0" y="211596"/>
            <a:ext cx="12192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ml-IN" sz="20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യേശുവേ എൻ  ദൈവമേ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നീയെന്നും മതിയായവൻ (2)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									</a:t>
            </a:r>
          </a:p>
          <a:p>
            <a:pPr algn="ctr"/>
            <a:r>
              <a:rPr lang="ml-IN" sz="3400" b="1" dirty="0"/>
              <a:t>നിൻ  ദാനം ഞാൻ അനുഭവിച്ചു</a:t>
            </a:r>
            <a:br>
              <a:rPr lang="ml-IN" sz="3400" b="1" dirty="0"/>
            </a:br>
            <a:r>
              <a:rPr lang="ml-IN" sz="3400" b="1" dirty="0"/>
              <a:t>നിൻ  സ്നേഹം ഞാൻ രുചിച്ചറിഞ്ഞു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8EC72-3D52-4780-830F-F17E800F524E}"/>
              </a:ext>
            </a:extLst>
          </p:cNvPr>
          <p:cNvSpPr/>
          <p:nvPr/>
        </p:nvSpPr>
        <p:spPr>
          <a:xfrm>
            <a:off x="0" y="3341625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Daivamey 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mathiyaayavan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/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daanam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anubhavichchu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sneham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ruchichcharinju</a:t>
            </a:r>
            <a:endParaRPr lang="en-US" sz="3400" b="1" dirty="0">
              <a:solidFill>
                <a:srgbClr val="002060"/>
              </a:solidFill>
            </a:endParaRPr>
          </a:p>
          <a:p>
            <a:pPr algn="ctr"/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036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276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436 നിൻ  ദാനം ഞാൻ അനുഭവിച്ചു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 daanam njan anubhavichu</dc:title>
  <dc:creator>Acsah Mathews</dc:creator>
  <cp:lastModifiedBy>Manu Abraham</cp:lastModifiedBy>
  <cp:revision>3</cp:revision>
  <dcterms:created xsi:type="dcterms:W3CDTF">2018-11-29T13:05:53Z</dcterms:created>
  <dcterms:modified xsi:type="dcterms:W3CDTF">2022-06-04T21:38:20Z</dcterms:modified>
</cp:coreProperties>
</file>