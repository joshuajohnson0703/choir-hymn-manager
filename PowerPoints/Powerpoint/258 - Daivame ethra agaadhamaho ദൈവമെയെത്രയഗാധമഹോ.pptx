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474D56-061A-40D7-A3BC-75B8A08B222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064E6-CB85-4D16-8AC7-EF568AD94D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4060F-1E4D-4A1B-AD17-9EAE4AA2B2E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42FA2-738D-4828-B920-EF00218C87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B44A2-A620-4D2F-9A7A-B9FF08B0704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BD1A5-EA3E-4EDF-8B29-7C205A970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772D5-C36D-4AF5-8ED8-36D6EF0092C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27928-D9D9-4479-A62B-12FEF3C6D8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50239-1158-4671-8117-52367DB9EA8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5848B-D6AE-4810-9EA9-1B8A4F70AD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BECFD-BD6A-4350-B8E2-D755BBEF4B8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32F93B-A0E4-4018-822F-908FE1858E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B2A33-80E6-43EC-824B-3DACB62AE59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3057B-C52C-4965-A56C-7152BDA748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0B886-48D6-4B44-80B8-AA089658822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8D3E6-B9D7-484A-8C07-DE97266EE7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A5817-A2ED-411A-A8F8-06BFE9DA685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C4E25-EE1E-4545-A188-21777D2BE4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C23D9-40F3-44BA-84D4-30E6BB7837A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712A7-BBFE-496F-9BDF-AA9A999CED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497D7-4E1D-45E6-888C-BB21DB798A9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47313-8DB4-4D45-AEF9-714854B92D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C0E55E7-FF09-4619-9C5A-C1B8F89651D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AD20F3E-0D7A-4EA0-8E2A-FF1EA97F3B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96C5-348A-4D2A-B90C-36CBF09776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ദൈവമെയെത്രയഗാധമഹോ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C8652-9715-4DF0-BC4B-CC90A6A4E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Daivameyethrayagaadhamaho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59E56-707E-4DE5-9DFA-2BD342B4F127}"/>
              </a:ext>
            </a:extLst>
          </p:cNvPr>
          <p:cNvSpPr/>
          <p:nvPr/>
        </p:nvSpPr>
        <p:spPr>
          <a:xfrm>
            <a:off x="1828800" y="4754880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>
                    <a:lumMod val="75000"/>
                  </a:schemeClr>
                </a:solidFill>
              </a:rPr>
              <a:t>(വിവ. റ്റി. ജെ. ആൻഡ്രൂസ്)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E7BD9-3013-460F-A593-7F9320FD483B}"/>
              </a:ext>
            </a:extLst>
          </p:cNvPr>
          <p:cNvSpPr/>
          <p:nvPr/>
        </p:nvSpPr>
        <p:spPr>
          <a:xfrm>
            <a:off x="8058145" y="4754880"/>
            <a:ext cx="2305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(Rev. T.G. Andrews)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68538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1980" y="1066800"/>
            <a:ext cx="11582400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ദൈവമെയെത്രയഗാധമഹോ 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 വിചാരണകൾ-ഓർക്കിൽ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എവ്വിധമതിലെദിവ്യരഹസ്യങ്ങൾ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ചൊവ്വോടറിഞ്ഞിടുന്നു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01F0E-0DC9-4AB2-9143-2A35FD5F6956}"/>
              </a:ext>
            </a:extLst>
          </p:cNvPr>
          <p:cNvSpPr/>
          <p:nvPr/>
        </p:nvSpPr>
        <p:spPr>
          <a:xfrm>
            <a:off x="0" y="3810000"/>
            <a:ext cx="10896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Daivameyethrayagaadhamaho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vichaaranhakalh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orkkil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Evvidhamathile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divyarahasyangalh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Chovvodarhinjidunnu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9477E-A9F7-4B6D-933B-D1303D17EC43}"/>
              </a:ext>
            </a:extLst>
          </p:cNvPr>
          <p:cNvSpPr txBox="1"/>
          <p:nvPr/>
        </p:nvSpPr>
        <p:spPr>
          <a:xfrm>
            <a:off x="0" y="387976"/>
            <a:ext cx="12184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5103784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1980" y="1066800"/>
            <a:ext cx="11582400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വാനവും ഭൂമിയുമാഴവുമൊരു പോൽ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വാണരുളുന്നു സദാ മഹാ-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ജ്ഞാനമോടവയെ നിന്മഹത്വത്തിനായ്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നീ നടത്തിടുന്നഹോ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01F0E-0DC9-4AB2-9143-2A35FD5F6956}"/>
              </a:ext>
            </a:extLst>
          </p:cNvPr>
          <p:cNvSpPr/>
          <p:nvPr/>
        </p:nvSpPr>
        <p:spPr>
          <a:xfrm>
            <a:off x="0" y="3810000"/>
            <a:ext cx="10896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Vaanavum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bhoomiyum-aazhavumoru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pol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Vaanharulhunnu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Jnjaanamodavaye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ninmahathwathinnaai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nadaththidunnaho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9477E-A9F7-4B6D-933B-D1303D17EC43}"/>
              </a:ext>
            </a:extLst>
          </p:cNvPr>
          <p:cNvSpPr txBox="1"/>
          <p:nvPr/>
        </p:nvSpPr>
        <p:spPr>
          <a:xfrm>
            <a:off x="0" y="387976"/>
            <a:ext cx="12184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722010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1980" y="1066800"/>
            <a:ext cx="11582400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നിൻ പ്രിയമക്കടെ നന്മയിലേക്കായ്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അമ്പിയലും പരനേ-എല്ലാം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ഇമ്പമോടൊന്നായ് വ്യാപരിച്ചീടുന്നു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തുമ്പമവർക്കു വൃഥാ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01F0E-0DC9-4AB2-9143-2A35FD5F6956}"/>
              </a:ext>
            </a:extLst>
          </p:cNvPr>
          <p:cNvSpPr/>
          <p:nvPr/>
        </p:nvSpPr>
        <p:spPr>
          <a:xfrm>
            <a:off x="0" y="3810000"/>
            <a:ext cx="10896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priyamakkade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nanmayillekkaai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Ambiyalum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elaam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Imbamodonnaai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vyaaparicheedunnu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Thumbamavarkku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vridhaa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9477E-A9F7-4B6D-933B-D1303D17EC43}"/>
              </a:ext>
            </a:extLst>
          </p:cNvPr>
          <p:cNvSpPr txBox="1"/>
          <p:nvPr/>
        </p:nvSpPr>
        <p:spPr>
          <a:xfrm>
            <a:off x="0" y="387976"/>
            <a:ext cx="12184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29338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1980" y="1066800"/>
            <a:ext cx="11582400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മൊട്ടിന് കൈപ്പുരുചിക്കിലുമായതു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പൊട്ടി വിടർന്നിടുമ്പോൾ-അതു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കാട്ടുമതിൻ മധുരാകൃതിയും തേനിൻ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കട്ടയുമുണ്ടകമേ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01F0E-0DC9-4AB2-9143-2A35FD5F6956}"/>
              </a:ext>
            </a:extLst>
          </p:cNvPr>
          <p:cNvSpPr/>
          <p:nvPr/>
        </p:nvSpPr>
        <p:spPr>
          <a:xfrm>
            <a:off x="0" y="3810000"/>
            <a:ext cx="10896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Mottinu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kaippuruchikkilumaayathu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Potti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vidarnnidumbolh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athu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Kaattumathin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maadhuryaakrithiyum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thenin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Kattayumundakame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9477E-A9F7-4B6D-933B-D1303D17EC43}"/>
              </a:ext>
            </a:extLst>
          </p:cNvPr>
          <p:cNvSpPr txBox="1"/>
          <p:nvPr/>
        </p:nvSpPr>
        <p:spPr>
          <a:xfrm>
            <a:off x="0" y="387976"/>
            <a:ext cx="12184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3724324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1980" y="1066800"/>
            <a:ext cx="11582400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ശിക്ഷയിലും ബഹുകഷ്ടത തന്നിലും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അക്ഷയനാം പരനേ-നിന്‍റെ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രക്ഷയിൻ മധുരം രുചിക്കാമായതു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നിശ്ചയമീയെനിക്കു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01F0E-0DC9-4AB2-9143-2A35FD5F6956}"/>
              </a:ext>
            </a:extLst>
          </p:cNvPr>
          <p:cNvSpPr/>
          <p:nvPr/>
        </p:nvSpPr>
        <p:spPr>
          <a:xfrm>
            <a:off x="0" y="3810000"/>
            <a:ext cx="10896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Shikshayilum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bahukashtatha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thannilum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Akshayanaam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ninte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ruchikkamaayathu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Nishchayameeyenikku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9477E-A9F7-4B6D-933B-D1303D17EC43}"/>
              </a:ext>
            </a:extLst>
          </p:cNvPr>
          <p:cNvSpPr txBox="1"/>
          <p:nvPr/>
        </p:nvSpPr>
        <p:spPr>
          <a:xfrm>
            <a:off x="0" y="387976"/>
            <a:ext cx="12184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0651351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1980" y="1066800"/>
            <a:ext cx="11582400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എന്തിനു പൊങ്ങി വരുന്നൊരു കാറിനാൽ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 തളർന്നിടുന്നു-വരം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ചിന്തിടുമാറതു പൂർണ്ണമതോർത്താൽ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സന്തോഷമേയെനിക്കു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01F0E-0DC9-4AB2-9143-2A35FD5F6956}"/>
              </a:ext>
            </a:extLst>
          </p:cNvPr>
          <p:cNvSpPr/>
          <p:nvPr/>
        </p:nvSpPr>
        <p:spPr>
          <a:xfrm>
            <a:off x="0" y="3810000"/>
            <a:ext cx="10896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Enthinu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pongivarunnoru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kaarhinaal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Chintha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thalharneedunnu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varam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Chinthidumaarhathu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poorhnamathorththaal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Santhoshameyenikku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9477E-A9F7-4B6D-933B-D1303D17EC43}"/>
              </a:ext>
            </a:extLst>
          </p:cNvPr>
          <p:cNvSpPr txBox="1"/>
          <p:nvPr/>
        </p:nvSpPr>
        <p:spPr>
          <a:xfrm>
            <a:off x="0" y="387976"/>
            <a:ext cx="12184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3817209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1980" y="1066800"/>
            <a:ext cx="11582400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കറുത്തൊരിരുട്ടിലുമീ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കർത്തനേ നിൻ വലങ്കൈ-കണ്ടെൻ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അത്തലടക്കി മനോസുഖമെപ്പോഴും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എത്തിടാമേ പരനേ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01F0E-0DC9-4AB2-9143-2A35FD5F6956}"/>
              </a:ext>
            </a:extLst>
          </p:cNvPr>
          <p:cNvSpPr/>
          <p:nvPr/>
        </p:nvSpPr>
        <p:spPr>
          <a:xfrm>
            <a:off x="0" y="3810000"/>
            <a:ext cx="10896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karhuthoriruttilumee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Karthane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valankai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kanden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Atthaladakkimanosukham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enppozhum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Ethidaame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parane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9477E-A9F7-4B6D-933B-D1303D17EC43}"/>
              </a:ext>
            </a:extLst>
          </p:cNvPr>
          <p:cNvSpPr txBox="1"/>
          <p:nvPr/>
        </p:nvSpPr>
        <p:spPr>
          <a:xfrm>
            <a:off x="0" y="387976"/>
            <a:ext cx="12184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6622985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1980" y="1066800"/>
            <a:ext cx="11582400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മന്നനേ നിന്നുടെ വൻ ക്രിയയെ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ഒന്നിനെ കണ്ടുടനെ-മഹാ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മന്ദനായി വിധി ചെയ്യാതിരിപ്പാനായ്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തന്നീടേണം കൃപയെ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01F0E-0DC9-4AB2-9143-2A35FD5F6956}"/>
              </a:ext>
            </a:extLst>
          </p:cNvPr>
          <p:cNvSpPr/>
          <p:nvPr/>
        </p:nvSpPr>
        <p:spPr>
          <a:xfrm>
            <a:off x="0" y="3810000"/>
            <a:ext cx="10896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Mannane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ninnude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vankriyaye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Onnine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kandudane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mahaa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Mandanai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vidhicheyyaathirippanaai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Thanneedenham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kripaye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9477E-A9F7-4B6D-933B-D1303D17EC43}"/>
              </a:ext>
            </a:extLst>
          </p:cNvPr>
          <p:cNvSpPr txBox="1"/>
          <p:nvPr/>
        </p:nvSpPr>
        <p:spPr>
          <a:xfrm>
            <a:off x="0" y="387976"/>
            <a:ext cx="12184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797096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145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258 ദൈവമെയെത്രയഗാധമഹോ</vt:lpstr>
      <vt:lpstr>ദൈവമെയെത്രയഗാധമഹോ നിന്‍റെ ദിവ്യ വിചാരണകൾ-ഓർക്കിൽ  എവ്വിധമതിലെദിവ്യരഹസ്യങ്ങൾ  ചൊവ്വോടറിഞ്ഞിടുന്നു</vt:lpstr>
      <vt:lpstr>വാനവും ഭൂമിയുമാഴവുമൊരു പോൽ  വാണരുളുന്നു സദാ മഹാ- ജ്ഞാനമോടവയെ നിന്മഹത്വത്തിനായ്  നീ നടത്തിടുന്നഹോ </vt:lpstr>
      <vt:lpstr>നിൻ പ്രിയമക്കടെ നന്മയിലേക്കായ്  അമ്പിയലും പരനേ-എല്ലാം  ഇമ്പമോടൊന്നായ് വ്യാപരിച്ചീടുന്നു  തുമ്പമവർക്കു വൃഥാ</vt:lpstr>
      <vt:lpstr>മൊട്ടിന് കൈപ്പുരുചിക്കിലുമായതു  പൊട്ടി വിടർന്നിടുമ്പോൾ-അതു  കാട്ടുമതിൻ മധുരാകൃതിയും തേനിൻ  കട്ടയുമുണ്ടകമേ </vt:lpstr>
      <vt:lpstr>ശിക്ഷയിലും ബഹുകഷ്ടത തന്നിലും  അക്ഷയനാം പരനേ-നിന്‍റെ രക്ഷയിൻ മധുരം രുചിക്കാമായതു  നിശ്ചയമീയെനിക്കു </vt:lpstr>
      <vt:lpstr>എന്തിനു പൊങ്ങി വരുന്നൊരു കാറിനാൽ  ചിന്ത തളർന്നിടുന്നു-വരം  ചിന്തിടുമാറതു പൂർണ്ണമതോർത്താൽ  സന്തോഷമേയെനിക്കു </vt:lpstr>
      <vt:lpstr>എത്ര കറുത്തൊരിരുട്ടിലുമീ ഞാൻ  കർത്തനേ നിൻ വലങ്കൈ-കണ്ടെൻ  അത്തലടക്കി മനോസുഖമെപ്പോഴും  എത്തിടാമേ പരനേ </vt:lpstr>
      <vt:lpstr>മന്നനേ നിന്നുടെ വൻ ക്രിയയെ ഞാൻ  ഒന്നിനെ കണ്ടുടനെ-മഹാ  മന്ദനായി വിധി ചെയ്യാതിരിപ്പാനായ്  തന്നീടേണം കൃപയെ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Daivame ethra agadhamaho</dc:title>
  <dc:creator>Digital Input:; GM JOHN; Acsah Mathews</dc:creator>
  <cp:lastModifiedBy>Acsah Mathews</cp:lastModifiedBy>
  <cp:revision>225</cp:revision>
  <dcterms:created xsi:type="dcterms:W3CDTF">2013-04-19T09:19:07Z</dcterms:created>
  <dcterms:modified xsi:type="dcterms:W3CDTF">2018-11-14T17:10:11Z</dcterms:modified>
</cp:coreProperties>
</file>