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4" r:id="rId4"/>
    <p:sldId id="279" r:id="rId5"/>
    <p:sldId id="275" r:id="rId6"/>
    <p:sldId id="280" r:id="rId7"/>
    <p:sldId id="276" r:id="rId8"/>
    <p:sldId id="281" r:id="rId9"/>
    <p:sldId id="277" r:id="rId10"/>
    <p:sldId id="282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614FC-6394-4687-A473-96F38308C03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C31A8-7638-4409-9677-68A2A9EF6A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6FF4F-9B46-4255-B5E2-5C90075471D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618296-8C19-48CB-9779-A684217CB6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D72209-5EC4-40BC-8186-BB03EEE6C73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BE62E1-9A5C-4576-AAFE-96A75B2650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1A2F8-CE3B-4D69-B552-2070CEFACCF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6CE9C5-6AFC-425B-BF77-0D33AAE129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6B2B2-FBF2-4BA6-B3F9-2F1007C2599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C7AD9-25B9-44A6-ADEE-1214D6055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2C72F6-0328-4008-B6F3-79999F1B69C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79C34-D329-4DD6-AA9F-9DEC345F0D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0746D1-C01A-450A-B6A5-ECFC9E50E72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B2E61-C786-4321-9BF7-0CC515D6F7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53C9E-73B4-4ACF-8A59-B33978090B9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C738F-4500-4592-8C16-C17BF65FDB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732C7-B8A3-462C-9C28-FF7F0CF68E6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D6AF54-1EBE-4D6A-B29E-4B5841247F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35769-09EE-4EDB-AB61-07345868841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4A082-1B65-4832-AADD-3AD0BBC739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0AAFC-C28B-4EA3-AA6E-DFA27608EA6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6DD43B-F59A-4DF8-A35C-8A2E38481D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0CEC68B-DB67-49C5-AB5C-471C531BC98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4FA63D4-DEF2-4E75-98AF-02B86568E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484BA-8491-4FE2-B309-E3E814612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130426"/>
            <a:ext cx="11430000" cy="1470025"/>
          </a:xfrm>
        </p:spPr>
        <p:txBody>
          <a:bodyPr/>
          <a:lstStyle/>
          <a:p>
            <a:r>
              <a:rPr lang="en-US" dirty="0"/>
              <a:t>277</a:t>
            </a:r>
            <a:br>
              <a:rPr lang="en-US" dirty="0"/>
            </a:br>
            <a:r>
              <a:rPr lang="ml-IN" sz="5000" b="1" dirty="0"/>
              <a:t>ഒന്നേയുള്ളെനിക്കാനന്ദമുലകിൽ</a:t>
            </a:r>
            <a:endParaRPr lang="en-US" sz="5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D0694-92AA-4FA2-B16F-45534E92BE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Onneyullhenikaanandamulakil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CBFB43-858F-4EC2-BB94-275563F0798D}"/>
              </a:ext>
            </a:extLst>
          </p:cNvPr>
          <p:cNvSpPr/>
          <p:nvPr/>
        </p:nvSpPr>
        <p:spPr>
          <a:xfrm>
            <a:off x="2286000" y="5859778"/>
            <a:ext cx="3352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(എം. ഈ.  ചെറിയാൻ)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8FFBDD-A275-4CF6-A1C9-B1D11328A0CA}"/>
              </a:ext>
            </a:extLst>
          </p:cNvPr>
          <p:cNvSpPr/>
          <p:nvPr/>
        </p:nvSpPr>
        <p:spPr>
          <a:xfrm>
            <a:off x="8278723" y="5859778"/>
            <a:ext cx="19207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(M.E. Cherian)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02629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528346"/>
            <a:ext cx="11788140" cy="2362200"/>
          </a:xfrm>
        </p:spPr>
        <p:txBody>
          <a:bodyPr anchor="t"/>
          <a:lstStyle/>
          <a:p>
            <a:pPr algn="l" defTabSz="3429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ഒന്നേയുള്ളെനിക്കാനന്ദമുലകിൽ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സന്നിധി അണയുവതേ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അന്നേരം മമ മാനസ ഖേദം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ഒന്നായകലും വെയിലില്‍ ഹിമം പോല്‍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27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A82-3349-4A78-9C0E-7D9066B5B95E}"/>
              </a:ext>
            </a:extLst>
          </p:cNvPr>
          <p:cNvSpPr/>
          <p:nvPr/>
        </p:nvSpPr>
        <p:spPr>
          <a:xfrm>
            <a:off x="381000" y="4129325"/>
            <a:ext cx="11277274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Onneyullhenik-aanandam-ulakil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sannidhi-yanhayuvathe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Anneram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mama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maanasa-khedam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Onnaaya-kalum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veyilil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himam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pol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528346"/>
            <a:ext cx="11788140" cy="2362200"/>
          </a:xfrm>
        </p:spPr>
        <p:txBody>
          <a:bodyPr anchor="t"/>
          <a:lstStyle/>
          <a:p>
            <a:pPr algn="l" defTabSz="3429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മാനം ധനമീ മണ്ണിന്‍ മഹിമക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ളൊന്നും ശാന്തിയെ നല്‍കാതെ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ദാഹം പെരുകും തണ്ണീരൊഴികെ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ലോകം വേറെ തരികില്ലറിക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27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A82-3349-4A78-9C0E-7D9066B5B95E}"/>
              </a:ext>
            </a:extLst>
          </p:cNvPr>
          <p:cNvSpPr/>
          <p:nvPr/>
        </p:nvSpPr>
        <p:spPr>
          <a:xfrm>
            <a:off x="381000" y="4129325"/>
            <a:ext cx="11277274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dhanamee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mannin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mahimaka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llhonnum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shaanthiye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nalkaathe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perukum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thanheerozhike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tharikillarhika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72073-EB19-4390-ACF9-EB511871E983}"/>
              </a:ext>
            </a:extLst>
          </p:cNvPr>
          <p:cNvSpPr txBox="1"/>
          <p:nvPr/>
        </p:nvSpPr>
        <p:spPr>
          <a:xfrm>
            <a:off x="0" y="8382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j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232983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452146"/>
            <a:ext cx="11788140" cy="1752600"/>
          </a:xfrm>
        </p:spPr>
        <p:txBody>
          <a:bodyPr anchor="t"/>
          <a:lstStyle/>
          <a:p>
            <a:pPr defTabSz="34290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ഒന്നേയുള്ളെനി ക്കാനന്ദ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മുലകില്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സന്നിധി അണയുവതേ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27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A82-3349-4A78-9C0E-7D9066B5B95E}"/>
              </a:ext>
            </a:extLst>
          </p:cNvPr>
          <p:cNvSpPr/>
          <p:nvPr/>
        </p:nvSpPr>
        <p:spPr>
          <a:xfrm>
            <a:off x="201930" y="3515379"/>
            <a:ext cx="11277274" cy="131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Onneyullheni-kaananda-mulakil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sannidhi-yanhayuvathe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36230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528346"/>
            <a:ext cx="11788140" cy="2362200"/>
          </a:xfrm>
        </p:spPr>
        <p:txBody>
          <a:bodyPr anchor="t"/>
          <a:lstStyle/>
          <a:p>
            <a:pPr algn="l" defTabSz="3429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നീർത്തോടുകളിൽ മാനേപ്പോലെൻ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മാനസമീശനിൽ സുഖം തേടി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വറ്റാ ജീവജലത്തിൻ നദിയെൻ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വറുമൈയകറ്റി നിർവൃതിയരുളി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27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A82-3349-4A78-9C0E-7D9066B5B95E}"/>
              </a:ext>
            </a:extLst>
          </p:cNvPr>
          <p:cNvSpPr/>
          <p:nvPr/>
        </p:nvSpPr>
        <p:spPr>
          <a:xfrm>
            <a:off x="381000" y="4129325"/>
            <a:ext cx="11277274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Neerthodukalhil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maaneppolen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Maanasam-eeshanil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sukham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thedi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Vataa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jeevajalatthin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nadiyen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Varhumaiyakatti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nirvrithiyarulhi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72073-EB19-4390-ACF9-EB511871E983}"/>
              </a:ext>
            </a:extLst>
          </p:cNvPr>
          <p:cNvSpPr txBox="1"/>
          <p:nvPr/>
        </p:nvSpPr>
        <p:spPr>
          <a:xfrm>
            <a:off x="0" y="102108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j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0669110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452146"/>
            <a:ext cx="11788140" cy="1752600"/>
          </a:xfrm>
        </p:spPr>
        <p:txBody>
          <a:bodyPr anchor="t"/>
          <a:lstStyle/>
          <a:p>
            <a:pPr defTabSz="34290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ഒന്നേയുള്ളെനി ക്കാനന്ദ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മുലകില്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സന്നിധി അണയുവതേ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27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A82-3349-4A78-9C0E-7D9066B5B95E}"/>
              </a:ext>
            </a:extLst>
          </p:cNvPr>
          <p:cNvSpPr/>
          <p:nvPr/>
        </p:nvSpPr>
        <p:spPr>
          <a:xfrm>
            <a:off x="201930" y="3515379"/>
            <a:ext cx="11277274" cy="131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Onneyullheni-kaananda-mulakil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sannidhi-yanhayuvathe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937449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528345"/>
            <a:ext cx="11788140" cy="2444131"/>
          </a:xfrm>
        </p:spPr>
        <p:txBody>
          <a:bodyPr anchor="t"/>
          <a:lstStyle/>
          <a:p>
            <a:pPr algn="l" defTabSz="3429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 ബലിവേദിയിൽ കുരികിലുംമീവലും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വീടും കൂടും കണ്ടതു പോൽ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ബലമാം സർവേശ്വരനിൽ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സാനന്ദമഭയം തേടും സതതം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27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A82-3349-4A78-9C0E-7D9066B5B95E}"/>
              </a:ext>
            </a:extLst>
          </p:cNvPr>
          <p:cNvSpPr/>
          <p:nvPr/>
        </p:nvSpPr>
        <p:spPr>
          <a:xfrm>
            <a:off x="381000" y="4129325"/>
            <a:ext cx="11277274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bali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vediyil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kurikilum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meevalum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kandathupol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balamaamsarveshwaranil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Saanandamabhayam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sathatham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72073-EB19-4390-ACF9-EB511871E983}"/>
              </a:ext>
            </a:extLst>
          </p:cNvPr>
          <p:cNvSpPr txBox="1"/>
          <p:nvPr/>
        </p:nvSpPr>
        <p:spPr>
          <a:xfrm>
            <a:off x="0" y="8382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j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2457373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452146"/>
            <a:ext cx="11788140" cy="1752600"/>
          </a:xfrm>
        </p:spPr>
        <p:txBody>
          <a:bodyPr anchor="t"/>
          <a:lstStyle/>
          <a:p>
            <a:pPr defTabSz="34290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ഒന്നേയുള്ളെനി ക്കാനന്ദ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മുലകില്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സന്നിധി അണയുവതേ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27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A82-3349-4A78-9C0E-7D9066B5B95E}"/>
              </a:ext>
            </a:extLst>
          </p:cNvPr>
          <p:cNvSpPr/>
          <p:nvPr/>
        </p:nvSpPr>
        <p:spPr>
          <a:xfrm>
            <a:off x="201930" y="3515379"/>
            <a:ext cx="11277274" cy="131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Onneyullheni-kaananda-mulakil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sannidhi-yanhayuvathe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245125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528346"/>
            <a:ext cx="11788140" cy="2362200"/>
          </a:xfrm>
        </p:spPr>
        <p:txBody>
          <a:bodyPr anchor="t"/>
          <a:lstStyle/>
          <a:p>
            <a:pPr algn="l" defTabSz="3429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കണ്ണീർ താഴ്വരയുണ്ടെനിക്കനവധി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മന്നിൽ ജീവിതപാതയതിൽ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എന്നാലും ഭയമെന്തിനെന്നരികിൽ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നന്നായവൻ കൃപ മഴ പോൽ ചൊരികിൽ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27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A82-3349-4A78-9C0E-7D9066B5B95E}"/>
              </a:ext>
            </a:extLst>
          </p:cNvPr>
          <p:cNvSpPr/>
          <p:nvPr/>
        </p:nvSpPr>
        <p:spPr>
          <a:xfrm>
            <a:off x="381000" y="4129325"/>
            <a:ext cx="11277274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Kannheer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thaazhvarayundenikkanavadhi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jeevithapaathayathil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Ennaalum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bhayamenthinennarikil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Nannayavan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kripamazha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pol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chirikil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72073-EB19-4390-ACF9-EB511871E983}"/>
              </a:ext>
            </a:extLst>
          </p:cNvPr>
          <p:cNvSpPr txBox="1"/>
          <p:nvPr/>
        </p:nvSpPr>
        <p:spPr>
          <a:xfrm>
            <a:off x="0" y="8382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j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8976068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452146"/>
            <a:ext cx="11788140" cy="1752600"/>
          </a:xfrm>
        </p:spPr>
        <p:txBody>
          <a:bodyPr anchor="t"/>
          <a:lstStyle/>
          <a:p>
            <a:pPr defTabSz="342900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ഒന്നേയുള്ളെനി ക്കാനന്ദ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മുലകില്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സന്നിധി അണയുവതേ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27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A82-3349-4A78-9C0E-7D9066B5B95E}"/>
              </a:ext>
            </a:extLst>
          </p:cNvPr>
          <p:cNvSpPr/>
          <p:nvPr/>
        </p:nvSpPr>
        <p:spPr>
          <a:xfrm>
            <a:off x="201930" y="3515379"/>
            <a:ext cx="11277274" cy="1319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Onneyullheni-kaananda-mulakil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sannidhi-yanhayuvathe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763548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124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277 ഒന്നേയുള്ളെനിക്കാനന്ദമുലകിൽ</vt:lpstr>
      <vt:lpstr>ഒന്നേയുള്ളെനിക്കാനന്ദമുലകിൽ യേശുവിന്‍ സന്നിധി അണയുവതേ അന്നേരം മമ മാനസ ഖേദം ഒന്നായകലും വെയിലില്‍ ഹിമം പോല്‍  </vt:lpstr>
      <vt:lpstr>മാനം ധനമീ മണ്ണിന്‍ മഹിമക ളൊന്നും ശാന്തിയെ നല്‍കാതെ  ദാഹം പെരുകും തണ്ണീരൊഴികെ ലോകം വേറെ തരികില്ലറിക </vt:lpstr>
      <vt:lpstr>ഒന്നേയുള്ളെനി ക്കാനന്ദ  മുലകില്‍ യേശുവിന്‍ സന്നിധി അണയുവതേ</vt:lpstr>
      <vt:lpstr>നീർത്തോടുകളിൽ മാനേപ്പോലെൻ  മാനസമീശനിൽ സുഖം തേടി  വറ്റാ ജീവജലത്തിൻ നദിയെൻ വറുമൈയകറ്റി നിർവൃതിയരുളി </vt:lpstr>
      <vt:lpstr>ഒന്നേയുള്ളെനി ക്കാനന്ദ  മുലകില്‍ യേശുവിന്‍ സന്നിധി അണയുവതേ</vt:lpstr>
      <vt:lpstr>തൻ ബലിവേദിയിൽ കുരികിലുംമീവലും  വീടും കൂടും കണ്ടതു പോൽ  എൻ ബലമാം സർവേശ്വരനിൽ ഞാൻ  സാനന്ദമഭയം തേടും സതതം </vt:lpstr>
      <vt:lpstr>ഒന്നേയുള്ളെനി ക്കാനന്ദ  മുലകില്‍ യേശുവിന്‍ സന്നിധി അണയുവതേ</vt:lpstr>
      <vt:lpstr>കണ്ണീർ താഴ്വരയുണ്ടെനിക്കനവധി  മന്നിൽ ജീവിതപാതയതിൽ  എന്നാലും ഭയമെന്തിനെന്നരികിൽ  നന്നായവൻ കൃപ മഴ പോൽ ചൊരികിൽ </vt:lpstr>
      <vt:lpstr>ഒന്നേയുള്ളെനി ക്കാനന്ദ  മുലകില്‍ യേശുവിന്‍ സന്നിധി അണയുവതേ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Onne ullenikkaanandam ulakil</dc:title>
  <dc:creator>Digital Input:; GM JOHN; Acsah Mathews</dc:creator>
  <cp:lastModifiedBy>Acsah Mathews</cp:lastModifiedBy>
  <cp:revision>130</cp:revision>
  <dcterms:created xsi:type="dcterms:W3CDTF">2013-04-19T09:19:07Z</dcterms:created>
  <dcterms:modified xsi:type="dcterms:W3CDTF">2018-11-15T15:58:13Z</dcterms:modified>
</cp:coreProperties>
</file>