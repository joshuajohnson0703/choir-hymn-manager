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86" r:id="rId3"/>
    <p:sldId id="289" r:id="rId4"/>
    <p:sldId id="290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48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7FB1D1-143F-4962-A37A-419431D4B51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157E8-83B4-4AFB-A3A2-1F8A2B7E4D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EFB56-143F-4EFE-B708-40B95C02CD5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E3261-623C-40FA-BAC2-84E07CA6FC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AC10D-1288-40B2-BE1F-8D30A319BF9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2286D9-82EF-4D34-9787-652EF7C3D9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CDF5E-E4E3-4823-BAB6-DFBE44D8F9F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E61EB-4C2A-4745-933F-B746632988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6DAB6-67F0-4C64-A97D-50E4DB5CD9F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9A262-A378-4FA6-8B9D-A9D6C17383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51519-EBEA-4E03-B24C-7C8211B98C3A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926BB3-03CF-4D4E-B732-9B86566FF9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C6DB80-82AC-4957-9D3D-BA09EC70C4D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13361-D370-450C-BFBE-F9427CE6D4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6C40A-2517-49C7-AA5D-F86F345C929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8FBF6-B5DE-4A53-A97D-716C6017DF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5D365-D42E-4A6F-9841-A42162D08FB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053C9-C490-4799-B4FD-0AA8795031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ECEA0-E0CE-44CC-AF63-6880DA7B54F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DE746-2BEF-40AC-A742-EFEC52C565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EF2FF-76F4-4A8E-B395-B723386B83C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62EED9-A0FB-4D6F-A1B4-1986576D8B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72BC98D-C958-46A1-B1DA-EFD5FBF942C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1126A3B-263B-4850-9078-AE2684FDD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B5A3-2943-4C3E-8DCF-B7E05E9E1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പ്രാർത്ഥനയിൻ നൽ നേരമേ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9D2859-0156-4728-A4A5-3EDE76643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470024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Prarthanayin </a:t>
            </a:r>
            <a:r>
              <a:rPr lang="en-US" sz="4000" b="1" dirty="0" err="1">
                <a:solidFill>
                  <a:srgbClr val="002060"/>
                </a:solidFill>
              </a:rPr>
              <a:t>nal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neramey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>
                <a:solidFill>
                  <a:srgbClr val="002060"/>
                </a:solidFill>
              </a:rPr>
              <a:t>Sweet hour of prayer – W.W. Walford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62705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329155"/>
            <a:ext cx="12158870" cy="2164936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 നയിൻ നൽ നേരമേ, ലോക ചിന്ത കളകറ്റി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എന്നാഗ്രഹാവശ്യങ്ങളെ പിതാ മുൻപിൽ കേൾപ്പിക്കും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ആപൽ ദു:ഖ കാലങ്ങളിൽ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ആശ്വാസം കണ്ടതും ആത്മം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പേക്കണിയിൽ വീഴാഞ്ഞതും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ഇൻപസഖീ! നിന്നാൽ തന്നെ (2)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43F34-5C02-484F-957C-8340A1F920A5}"/>
              </a:ext>
            </a:extLst>
          </p:cNvPr>
          <p:cNvSpPr/>
          <p:nvPr/>
        </p:nvSpPr>
        <p:spPr>
          <a:xfrm>
            <a:off x="0" y="3702464"/>
            <a:ext cx="1215887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Prarthanayin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Lôka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chintha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kalhakatti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grahaa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vashyangalhey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munpil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kèlhppikkum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Aapal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dukkha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aashwaasam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Pèkkanhiyil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veezhaanjathum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inpa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sakhee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5B715-B2D3-430B-AF57-647946241B7D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329155"/>
            <a:ext cx="12158870" cy="2164936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പ്രാർത്ഥനയിൻ നൽനേരമേ, കാത്തിടുന്നാത്മാവേ</a:t>
            </a:r>
            <a:r>
              <a:rPr lang="en-US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വാഴ്ത്താൻ </a:t>
            </a:r>
            <a:b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നിത്യം കാത്തിരിപ്പോൻ മുമ്പിൽ എത്തിക്കുമേന്നാഗ്രഹം നീ </a:t>
            </a:r>
            <a:b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തന്മുഖം തേടി വചനം വിശ്വസിപ്പാൻ താൻ ചൊന്നതാൽ </a:t>
            </a:r>
            <a:b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 മുറ്റുമാശ്രയിച്ചു നിന്നെ കാപ്പാൻ നൽനേരമേ! (2)</a:t>
            </a:r>
            <a:endParaRPr lang="en-US" sz="32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43F34-5C02-484F-957C-8340A1F920A5}"/>
              </a:ext>
            </a:extLst>
          </p:cNvPr>
          <p:cNvSpPr/>
          <p:nvPr/>
        </p:nvSpPr>
        <p:spPr>
          <a:xfrm>
            <a:off x="0" y="3702464"/>
            <a:ext cx="1215887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Prarthanayin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kaaththidunnaathmaavey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vaazhththaan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kaaththirippôn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munbil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eththikku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mennaagraham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Thanmukham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thèdi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vishwasippan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muttumaashrayichcu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nalneramey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5B715-B2D3-430B-AF57-647946241B7D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3138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329155"/>
            <a:ext cx="12158870" cy="2164936"/>
          </a:xfrm>
        </p:spPr>
        <p:txBody>
          <a:bodyPr anchor="t"/>
          <a:lstStyle/>
          <a:p>
            <a:pPr algn="l" defTabSz="463550">
              <a:lnSpc>
                <a:spcPct val="110000"/>
              </a:lnSpc>
            </a:pP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പ്രാർത്ഥ നയിൻ നൽ നേരമേ, പിസ്ഗാമേൽ നിന്നെൻ വീടിനെ </a:t>
            </a:r>
            <a:b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 ഞാൻ പറക്കും വരെ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താ നിന്നാശ്വാസപങ്കിനെ </a:t>
            </a:r>
            <a:b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ഇജ്ജഡ വസ്ത്രം വിട്ടു ഞാൻ ലാക്കിനായ് പറന്നു യർന്നു </a:t>
            </a:r>
            <a:b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വാനം കടക്കുമ്പോൾ നിന്നെ വിട്ടുപോകും നൽനേരമേ! (2)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243F34-5C02-484F-957C-8340A1F920A5}"/>
              </a:ext>
            </a:extLst>
          </p:cNvPr>
          <p:cNvSpPr/>
          <p:nvPr/>
        </p:nvSpPr>
        <p:spPr>
          <a:xfrm>
            <a:off x="0" y="3702464"/>
            <a:ext cx="12158870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Prarthanayin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Pisgaa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mèl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veediney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Nôkki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ninnaashwaasapankiney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Ijjada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laakkinaai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parannuyarnnu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kadakkumbolh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vittupôkum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neramey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95B715-B2D3-430B-AF57-647946241B7D}"/>
              </a:ext>
            </a:extLst>
          </p:cNvPr>
          <p:cNvSpPr txBox="1"/>
          <p:nvPr/>
        </p:nvSpPr>
        <p:spPr>
          <a:xfrm>
            <a:off x="0" y="5334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161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1834</TotalTime>
  <Words>124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378 പ്രാർത്ഥനയിൻ നൽ നേരമേ</vt:lpstr>
      <vt:lpstr>പ്രാർത്ഥ നയിൻ നൽ നേരമേ, ലോക ചിന്ത കളകറ്റി എന്നാഗ്രഹാവശ്യങ്ങളെ പിതാ മുൻപിൽ കേൾപ്പിക്കും നീ ആപൽ ദു:ഖ കാലങ്ങളിൽ ആശ്വാസം കണ്ടതും ആത്മം  പേക്കണിയിൽ വീഴാഞ്ഞതും ഇൻപസഖീ! നിന്നാൽ തന്നെ (2)</vt:lpstr>
      <vt:lpstr>പ്രാർത്ഥനയിൻ നൽനേരമേ, കാത്തിടുന്നാത്മാവേ വാഴ്ത്താൻ  നിത്യം കാത്തിരിപ്പോൻ മുമ്പിൽ എത്തിക്കുമേന്നാഗ്രഹം നീ  തന്മുഖം തേടി വചനം വിശ്വസിപ്പാൻ താൻ ചൊന്നതാൽ  തന്നിൽ മുറ്റുമാശ്രയിച്ചു നിന്നെ കാപ്പാൻ നൽനേരമേ! (2)</vt:lpstr>
      <vt:lpstr>പ്രാർത്ഥ നയിൻ നൽ നേരമേ, പിസ്ഗാമേൽ നിന്നെൻ വീടിനെ  നോക്കി ഞാൻ പറക്കും വരെ താ നിന്നാശ്വാസപങ്കിനെ  ഇജ്ജഡ വസ്ത്രം വിട്ടു ഞാൻ ലാക്കിനായ് പറന്നു യർന്നു  വാനം കടക്കുമ്പോൾ നിന്നെ വിട്ടുപോകും നൽനേരമേ!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Prarthanayin nal nerame പ്രാർത്ഥ നയിൻ നൽ നേരമേ</dc:title>
  <dc:creator>Digital Input; GM JOHN; Acsah Mathews</dc:creator>
  <cp:lastModifiedBy>Acsah Mathews</cp:lastModifiedBy>
  <cp:revision>507</cp:revision>
  <dcterms:created xsi:type="dcterms:W3CDTF">2013-04-19T09:19:07Z</dcterms:created>
  <dcterms:modified xsi:type="dcterms:W3CDTF">2018-11-23T18:16:28Z</dcterms:modified>
</cp:coreProperties>
</file>