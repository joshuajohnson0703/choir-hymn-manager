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0" r:id="rId3"/>
    <p:sldId id="283" r:id="rId4"/>
    <p:sldId id="288" r:id="rId5"/>
    <p:sldId id="284" r:id="rId6"/>
    <p:sldId id="289" r:id="rId7"/>
    <p:sldId id="285" r:id="rId8"/>
    <p:sldId id="290" r:id="rId9"/>
    <p:sldId id="286" r:id="rId10"/>
    <p:sldId id="29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F1EA9-4487-495C-914F-5AF98A5B989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AD4E8-10E0-4ED7-AEC1-AF5E87758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C22C8-E5D4-4273-A9EF-1159118830B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7C603-EA37-4703-96E3-0F83B0A9E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AE8D4-66F4-4C3D-8567-B98A199F936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176F1-19A4-45B7-BF00-9D1D4D6B7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767E6-3956-45BE-8CC5-9F4D83C7E1D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50876-B68F-4E37-ADC6-BC7052926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7BAE0-1210-4FC6-A4F1-5845C56358E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8FB51-360E-4AF6-953A-E6E961442F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4670F-EBE8-45D6-908E-6EE696A7472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EAED6-E87C-4F7A-80FC-042EDB11A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22545-C128-493A-9F56-28F7DBA6E37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47418-8897-4A3B-AA26-CECF32C4F6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71BAD-7A31-498F-B37D-B464EFDC9C2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D2A15-0E58-475C-9258-043F75995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2DEF5-2C29-4EC3-A7A7-FDF03FC1B1C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FD7D1-47F9-4182-9044-593CB9D5E2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AC79A-5A5F-415E-95E5-674F97430F1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92558-13A3-4761-B6B6-AAE6630EAC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F05B1E-2A73-48B2-8A4F-D416AEC6235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3FA74-F252-4C87-AAA9-043CEFDE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A95661-9323-40A5-B0CA-65CCC35B9F0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850277-B1BB-419A-865B-6F3F7E8FE4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7CEA-0D8C-4CB7-B58F-A4306CAE14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ആരിവർ ആരിവർ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884D6-8249-4534-BFFF-3BCAA29CE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Aarivarh </a:t>
            </a:r>
            <a:r>
              <a:rPr lang="en-US" sz="4000" b="1" dirty="0" err="1">
                <a:solidFill>
                  <a:srgbClr val="002060"/>
                </a:solidFill>
              </a:rPr>
              <a:t>aarivarh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0814B1-84F5-44B4-870E-940B35CED33C}"/>
              </a:ext>
            </a:extLst>
          </p:cNvPr>
          <p:cNvSpPr/>
          <p:nvPr/>
        </p:nvSpPr>
        <p:spPr>
          <a:xfrm>
            <a:off x="1844040" y="4431268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റവ. റ്റി. കോശി) </a:t>
            </a:r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E3155-D626-456D-ACE7-823446D2EDC9}"/>
              </a:ext>
            </a:extLst>
          </p:cNvPr>
          <p:cNvSpPr/>
          <p:nvPr/>
        </p:nvSpPr>
        <p:spPr>
          <a:xfrm>
            <a:off x="8527802" y="4431268"/>
            <a:ext cx="1982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15390992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807720"/>
            <a:ext cx="113538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ആരിവർ ആരിവർ - നിലയങ്കി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ധരിച്ച ഇവരാർ?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അല്ലയോ ഏറിയ ഉപദ്രവ-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മതിൽ നിന്നു വന്ന മനുജരിവർ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838200" y="3581400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Aarivarh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nilayanki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dharicha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ivaraarh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Allayo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aerhiya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upadrava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manujarivarh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807720"/>
            <a:ext cx="118110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അങ്കികൾ കുഞ്ഞാട്ടിൻ -തിരു-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ചങ്കതിൽ- നിന്നൊഴുകും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തങ്കച്ചോരയിൽ കഴുകി അവർ നന്നായ്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അങ്കികൾ വെളുപ്പിച്ചഹോ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381000" y="3581400"/>
            <a:ext cx="10134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Ankikalh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kunjaattin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chankathil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ninnozhukum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Thankchorayil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kazhuki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nannai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Ankikalh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velhippichaho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74714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807720"/>
            <a:ext cx="113538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ആരിവർ ആരിവർ - നിലയങ്കി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ധരിച്ച ഇവരാർ?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അല്ലയോ ഏറിയ ഉപദ്രവ-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മതിൽ നിന്നു വന്ന മനുജരിവർ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838200" y="3581400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Aarivarh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nilayanki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dharicha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ivaraarh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Allayo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aerhiya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upadrava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manujarivarh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171847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807720"/>
            <a:ext cx="118110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ആകയാൽ അവർ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ഇനിയും- ദൈവ-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സിംഹാസനത്തിൻ മുന്നിൽ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ആകവെ ഇരുന്നുതന്നാലയ-ത്തിൽ രാ-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പ്പകലവർ സേവ ചെയ്യും-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381000" y="3581400"/>
            <a:ext cx="10134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Aakayaal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iniyum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Simhaasanathin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munnil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Aakave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irunnu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thannaalayaththil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ppakalavarh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cheyyum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47788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807720"/>
            <a:ext cx="113538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ആരിവർ ആരിവർ - നിലയങ്കി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ധരിച്ച ഇവരാർ?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അല്ലയോ ഏറിയ ഉപദ്രവ-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മതിൽ നിന്നു വന്ന മനുജരിവർ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838200" y="3581400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Aarivarh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nilayanki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dharicha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ivaraarh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Allayo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aerhiya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upadrava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manujarivarh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07131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807720"/>
            <a:ext cx="118110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സിംഹാസനസ്ഥനീശൻ വാസ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മാകുമവർ നടുവിൽ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ദാഹം വിശപ്പുമില്ല വെയിൽ ചൂടുമില്ല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സുഖം അവർക്കെന്നും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അഹോ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381000" y="3581400"/>
            <a:ext cx="10134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Simhaasanasthan-eeshan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vaasa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maakumavarh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naduvil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Daaham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vishappumilla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choodumilla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avarhkennum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aho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556213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807720"/>
            <a:ext cx="113538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ആരിവർ ആരിവർ - നിലയങ്കി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ധരിച്ച ഇവരാർ?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അല്ലയോ ഏറിയ ഉപദ്രവ-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മതിൽ നിന്നു വന്ന മനുജരിവർ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838200" y="3581400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Aarivarh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nilayanki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dharicha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ivaraarh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Allayo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aerhiya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upadrava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manujarivarh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16676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807720"/>
            <a:ext cx="118110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ജീവ നീരുറവകൾക്കുവഴി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ജീവനായകൻ നടത്തും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ദൈവം തുടച്ചീടും കൺകളിൽ നിന്നു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അവരുടെ കണ്ണുനീർ താൻ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381000" y="3581400"/>
            <a:ext cx="10134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Jeevaneerurhavakalhkku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Jeevanaayakan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nadaththum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thudacheedum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kanhkalhil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Avarude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kannhuneerh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83667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807720"/>
            <a:ext cx="11353800" cy="277368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ആരിവർ ആരിവർ - നിലയങ്കി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ധരിച്ച ഇവരാർ?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അല്ലയോ ഏറിയ ഉപദ്രവ-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മതിൽ നിന്നു വന്ന മനുജരിവർ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876F-9C84-4D49-9805-4E0FEEBE0320}"/>
              </a:ext>
            </a:extLst>
          </p:cNvPr>
          <p:cNvSpPr/>
          <p:nvPr/>
        </p:nvSpPr>
        <p:spPr>
          <a:xfrm>
            <a:off x="838200" y="3581400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Aarivarh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nilayanki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dharicha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ivaraarh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Allayo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aerhiya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upadrava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manujarivarh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90423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130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297 ആരിവർ ആരിവർ</vt:lpstr>
      <vt:lpstr>ആരിവർ ആരിവർ - നിലയങ്കി  ധരിച്ച ഇവരാർ?      അല്ലയോ ഏറിയ ഉപദ്രവ-      മതിൽ നിന്നു വന്ന മനുജരിവർ</vt:lpstr>
      <vt:lpstr>1 അങ്കികൾ കുഞ്ഞാട്ടിൻ -തിരു-  ചങ്കതിൽ- നിന്നൊഴുകും  തങ്കച്ചോരയിൽ കഴുകി അവർ നന്നായ്  അങ്കികൾ വെളുപ്പിച്ചഹോ</vt:lpstr>
      <vt:lpstr>ആരിവർ ആരിവർ - നിലയങ്കി  ധരിച്ച ഇവരാർ?      അല്ലയോ ഏറിയ ഉപദ്രവ-      മതിൽ നിന്നു വന്ന മനുജരിവർ</vt:lpstr>
      <vt:lpstr>2 ആകയാൽ അവർ ഇനിയും- ദൈവ-  സിംഹാസനത്തിൻ മുന്നിൽ  ആകവെ ഇരുന്നുതന്നാലയ-ത്തിൽ രാ-  പ്പകലവർ സേവ ചെയ്യും- </vt:lpstr>
      <vt:lpstr>ആരിവർ ആരിവർ - നിലയങ്കി  ധരിച്ച ഇവരാർ?      അല്ലയോ ഏറിയ ഉപദ്രവ-      മതിൽ നിന്നു വന്ന മനുജരിവർ</vt:lpstr>
      <vt:lpstr>3 സിംഹാസനസ്ഥനീശൻ വാസ  മാകുമവർ നടുവിൽ  ദാഹം വിശപ്പുമില്ല വെയിൽ ചൂടുമില്ല   സുഖം അവർക്കെന്നും – അഹോ </vt:lpstr>
      <vt:lpstr>ആരിവർ ആരിവർ - നിലയങ്കി  ധരിച്ച ഇവരാർ?      അല്ലയോ ഏറിയ ഉപദ്രവ-      മതിൽ നിന്നു വന്ന മനുജരിവർ</vt:lpstr>
      <vt:lpstr>4 ജീവ നീരുറവകൾക്കുവഴി   ജീവനായകൻ നടത്തും  ദൈവം തുടച്ചീടും കൺകളിൽ നിന്നു  അവരുടെ കണ്ണുനീർ താൻ   </vt:lpstr>
      <vt:lpstr>ആരിവർ ആരിവർ - നിലയങ്കി  ധരിച്ച ഇവരാർ?      അല്ലയോ ഏറിയ ഉപദ്രവ-      മതിൽ നിന്നു വന്ന മനുജരിവർ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Aarivar Aarivar</dc:title>
  <dc:creator>Digital Input; GM JOHN; Acsah Mathews</dc:creator>
  <cp:lastModifiedBy>Acsah Mathews</cp:lastModifiedBy>
  <cp:revision>400</cp:revision>
  <dcterms:created xsi:type="dcterms:W3CDTF">2013-04-19T09:19:07Z</dcterms:created>
  <dcterms:modified xsi:type="dcterms:W3CDTF">2018-11-16T14:40:17Z</dcterms:modified>
</cp:coreProperties>
</file>