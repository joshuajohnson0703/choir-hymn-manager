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4" r:id="rId4"/>
    <p:sldId id="281" r:id="rId5"/>
    <p:sldId id="275" r:id="rId6"/>
    <p:sldId id="282" r:id="rId7"/>
    <p:sldId id="276" r:id="rId8"/>
    <p:sldId id="283" r:id="rId9"/>
    <p:sldId id="277" r:id="rId10"/>
    <p:sldId id="284" r:id="rId11"/>
    <p:sldId id="278" r:id="rId12"/>
    <p:sldId id="285" r:id="rId13"/>
    <p:sldId id="279" r:id="rId14"/>
    <p:sldId id="28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C6623-D3EF-409F-BD20-E525C16C6AD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E4144-C0B2-4DAC-B179-5E6628EB9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2E13B-31D9-4A9D-9DE8-DD152F72F89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5DD1A-CAC4-4855-96DD-D4C76BA662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57C8A-4934-459B-8ECD-351BAD4F2A8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33FCC-DFB6-4E5F-B73E-1FCF8D9DE2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A1137-E4D2-42CB-A987-B3F835C58E5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D80F5-5E74-478C-93A8-FFBE327CAF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A2A91-7CAD-4045-AF60-62941C54AB3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08A5B-D665-4450-B58E-A40535808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71C9F-4D1F-4D56-BA0C-12FF33B03E3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3BFF4-ADBD-4A7B-9176-D2394B92EB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D867-D06A-4EB9-90F6-6B6A7DB984D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61B95-03F6-4170-A46F-367D4CCD88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CA37F-BEAB-4BB0-84EA-50F7E98630C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8DAC-29FF-421F-BB38-9132F6C037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4BE4F-7C5E-4255-BCA6-1AEFB7057B9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2965E-ED97-461B-93E9-73120254C4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1BBF2-26AC-44EE-8EAA-47FA4DA62E4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95B7D-2A1A-4AF5-A475-FE1C44AB7E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C8573-98A2-4FD7-80BD-76B25E37EE6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EA2BE-C0A0-4A0B-A592-FB98868B9B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CC8CC8-721F-4DCF-A019-B382DC1E871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9583E6-8F5A-4391-BEBB-C6BB0F9C8D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585C-8433-4384-BABD-46A16A5B2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305051"/>
          </a:xfrm>
        </p:spPr>
        <p:txBody>
          <a:bodyPr/>
          <a:lstStyle/>
          <a:p>
            <a:r>
              <a:rPr lang="en-US" dirty="0"/>
              <a:t>255</a:t>
            </a:r>
            <a:br>
              <a:rPr lang="en-US" dirty="0"/>
            </a:br>
            <a:r>
              <a:rPr lang="ml-IN" sz="4200" b="1" dirty="0">
                <a:latin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B8A4E-EA4A-43FE-809D-D13885D68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5283"/>
            <a:ext cx="121920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Daivaththin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raajyam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snehaththin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raajyam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20B98-A8A4-4992-AC38-77443C0A557B}"/>
              </a:ext>
            </a:extLst>
          </p:cNvPr>
          <p:cNvSpPr/>
          <p:nvPr/>
        </p:nvSpPr>
        <p:spPr>
          <a:xfrm>
            <a:off x="1460810" y="4215828"/>
            <a:ext cx="3239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(റവ. കെ. പി. ഫിലിപ്പ്)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0A38F-1589-449A-8EF2-750EECC05601}"/>
              </a:ext>
            </a:extLst>
          </p:cNvPr>
          <p:cNvSpPr/>
          <p:nvPr/>
        </p:nvSpPr>
        <p:spPr>
          <a:xfrm>
            <a:off x="8229600" y="4215828"/>
            <a:ext cx="22260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(Rev. K. P. Philip)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24473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സ്വർഗ്ഗീയരാജ്യം സ്വായത്തമാക്കാൻ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ഭാഗ്യമുള്ളോർ തൻ - യോഗ്യതയരുളി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മാർഗ്ഗത്തെക്കാട്ടി മോക്ഷത്തെ നൽകി - യേശു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Swargeeya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swaayaththamaakkaan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Bhaagyamullhôr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yôgyathayarulhi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Maargaththeykkaatti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môkshaththey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280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36818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ദരിദ്രാത്മാക്കൾ പ്രാപിക്കും രാജ്യം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കരയുന്നവർക്കു - ലഭിക്കുമാശ്വാസം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കരുണയുള്ളവർക്കു-കരുണ ലഭിക്കും 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യേശു</a:t>
            </a:r>
            <a:r>
              <a:rPr lang="en-US" sz="3600" b="1" dirty="0">
                <a:latin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Daridraathmakkalh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Karayunnavarkku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labhikkumaashwaasam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Karunhayullhavarkku-Karunha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85683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5651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നിർമ്മല ഹൃദയം ദൈവത്തെ കാണും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സൗമ്യതയുള്ളോർ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ഭൂമിയിൽ വാഴും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താഴ്മയുള്ളവർക്കോ ഉയർച്ച ലഭിക്കും  - യേശു</a:t>
            </a:r>
            <a:r>
              <a:rPr lang="en-US" sz="3600" b="1" dirty="0">
                <a:latin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Nirmalahridayam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Soumyathayullhor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bhoomiyil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Thaazhmayullhavarkko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uyarcha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02610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9326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രമ്യതയുളവാക്കുന്നോർ ശ്രേഷ്ഠർ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നാമമവർക്കു ദൈവപുത്രന്മാർ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നന്മ നിമിത്തം-പീഢകൾ ഉളവാം </a:t>
            </a:r>
            <a:r>
              <a:rPr lang="en-US" sz="3600" b="1" dirty="0">
                <a:latin typeface="Kartika" panose="02020503030404060203" pitchFamily="18" charset="0"/>
              </a:rPr>
              <a:t>			</a:t>
            </a:r>
            <a:r>
              <a:rPr lang="ml-IN" sz="3600" b="1" dirty="0">
                <a:latin typeface="Kartika" panose="02020503030404060203" pitchFamily="18" charset="0"/>
              </a:rPr>
              <a:t>- യേശു</a:t>
            </a:r>
            <a:r>
              <a:rPr lang="en-US" sz="3600" b="1" dirty="0">
                <a:latin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Ramyathayulhavaakkunnor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Naamamavarkku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Daivaputhranmaar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nimiththam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peedakalh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ulhavaam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40864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69918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ദുഷിക്കുന്നവർക്കായ് പ്രാർത്ഥിച്ചീടുക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പഴിക്കുന്നവരെ-അനുഗ്രഹിച്ചീടുക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ദ്വേഷിക്കുന്നവർക്കു-ഗുണം ചെയ്തീടുക – യേശു</a:t>
            </a:r>
            <a:r>
              <a:rPr lang="en-US" sz="3600" b="1" dirty="0">
                <a:latin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Dushikkunnavarkkaai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prarthichcheeduka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Pazhikkunnavarey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anugrahichcheeduka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Dweshikkunnavarkku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gunham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01863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89692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994946"/>
            <a:ext cx="11811000" cy="2205454"/>
          </a:xfrm>
        </p:spPr>
        <p:txBody>
          <a:bodyPr anchor="t"/>
          <a:lstStyle/>
          <a:p>
            <a:pPr algn="l"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കുറവുകളെല്ലാം സമ്മതിച്ചാകിൽ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കരുണയിൻ നാഥൻ-മോചനം നൽകും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മര്രുരൂപമാക്കും-നവ ജീവൻ നൽകും 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– യേശു</a:t>
            </a:r>
            <a:r>
              <a:rPr lang="en-US" sz="3600" b="1" dirty="0">
                <a:latin typeface="Kartika" panose="02020503030404060203" pitchFamily="18" charset="0"/>
              </a:rPr>
              <a:t>…</a:t>
            </a:r>
            <a:r>
              <a:rPr lang="ml-IN" sz="3600" b="1" dirty="0">
                <a:latin typeface="Kartika" panose="02020503030404060203" pitchFamily="18" charset="0"/>
              </a:rPr>
              <a:t>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381000" y="3766052"/>
            <a:ext cx="115062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Kuravukalhellaam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sammathichchaakil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Karunhayin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môchanam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Maruroopamaakkum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C1DB4-933F-4D08-A76F-52A2A15C006E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6734015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4946"/>
            <a:ext cx="12192000" cy="2205454"/>
          </a:xfrm>
        </p:spPr>
        <p:txBody>
          <a:bodyPr anchor="t"/>
          <a:lstStyle/>
          <a:p>
            <a:pPr defTabSz="46513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യേശുരാജൻ ഘോഷിച്ച നൽ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വാർത്ത നിങ്ങൾ ഓർത്തീടുക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രാജ്യം സ്നേഹത്തിൻ രാജ്യം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4F7A2-4340-4E8C-B69F-F5FCFC325474}"/>
              </a:ext>
            </a:extLst>
          </p:cNvPr>
          <p:cNvSpPr/>
          <p:nvPr/>
        </p:nvSpPr>
        <p:spPr>
          <a:xfrm>
            <a:off x="0" y="3766052"/>
            <a:ext cx="12192000" cy="2163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Vaarththa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ôrththeeduka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lvl="0" algn="ctr">
              <a:lnSpc>
                <a:spcPct val="114000"/>
              </a:lnSpc>
            </a:pP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Daivaththin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snehaththin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4F81BD">
                    <a:lumMod val="75000"/>
                  </a:srgbClr>
                </a:solidFill>
                <a:latin typeface="Calibri"/>
              </a:rPr>
              <a:t>raajyam</a:t>
            </a:r>
            <a:r>
              <a:rPr lang="en-US" sz="3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2805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212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255 ദൈവത്തിൻ രാജ്യം സ്നേഹത്തിൻ രാജ്യം</vt:lpstr>
      <vt:lpstr>ദൈവത്തിൻ രാജ്യം സ്നേഹത്തിൻ രാജ്യം  യേശുരാജൻ ഘോഷിച്ച നൽ  വാർത്ത നിങ്ങൾ ഓർത്തീടുക</vt:lpstr>
      <vt:lpstr>സ്വർഗ്ഗീയരാജ്യം സ്വായത്തമാക്കാൻ  ഭാഗ്യമുള്ളോർ തൻ - യോഗ്യതയരുളി  മാർഗ്ഗത്തെക്കാട്ടി മോക്ഷത്തെ നൽകി - യേശു </vt:lpstr>
      <vt:lpstr>യേശുരാജൻ ഘോഷിച്ച നൽ  വാർത്ത നിങ്ങൾ ഓർത്തീടുക  ദൈവത്തിൻ രാജ്യം സ്നേഹത്തിൻ രാജ്യം</vt:lpstr>
      <vt:lpstr>ദരിദ്രാത്മാക്കൾ പ്രാപിക്കും രാജ്യം  കരയുന്നവർക്കു - ലഭിക്കുമാശ്വാസം  കരുണയുള്ളവർക്കു-കരുണ ലഭിക്കും  - യേശു… </vt:lpstr>
      <vt:lpstr>യേശുരാജൻ ഘോഷിച്ച നൽ  വാർത്ത നിങ്ങൾ ഓർത്തീടുക  ദൈവത്തിൻ രാജ്യം സ്നേഹത്തിൻ രാജ്യം</vt:lpstr>
      <vt:lpstr>നിർമ്മല ഹൃദയം ദൈവത്തെ കാണും  സൗമ്യതയുള്ളോർ ഭൂമിയിൽ വാഴും  താഴ്മയുള്ളവർക്കോ ഉയർച്ച ലഭിക്കും  - യേശു… </vt:lpstr>
      <vt:lpstr>യേശുരാജൻ ഘോഷിച്ച നൽ  വാർത്ത നിങ്ങൾ ഓർത്തീടുക  ദൈവത്തിൻ രാജ്യം സ്നേഹത്തിൻ രാജ്യം</vt:lpstr>
      <vt:lpstr>രമ്യതയുളവാക്കുന്നോർ ശ്രേഷ്ഠർ  നാമമവർക്കു ദൈവപുത്രന്മാർ  നന്മ നിമിത്തം-പീഢകൾ ഉളവാം    - യേശു… </vt:lpstr>
      <vt:lpstr>യേശുരാജൻ ഘോഷിച്ച നൽ  വാർത്ത നിങ്ങൾ ഓർത്തീടുക  ദൈവത്തിൻ രാജ്യം സ്നേഹത്തിൻ രാജ്യം</vt:lpstr>
      <vt:lpstr>ദുഷിക്കുന്നവർക്കായ് പ്രാർത്ഥിച്ചീടുക  പഴിക്കുന്നവരെ-അനുഗ്രഹിച്ചീടുക  ദ്വേഷിക്കുന്നവർക്കു-ഗുണം ചെയ്തീടുക – യേശു… </vt:lpstr>
      <vt:lpstr>യേശുരാജൻ ഘോഷിച്ച നൽ  വാർത്ത നിങ്ങൾ ഓർത്തീടുക  ദൈവത്തിൻ രാജ്യം സ്നേഹത്തിൻ രാജ്യം</vt:lpstr>
      <vt:lpstr>കുറവുകളെല്ലാം സമ്മതിച്ചാകിൽ  കരുണയിൻ നാഥൻ-മോചനം നൽകും  മര്രുരൂപമാക്കും-നവ ജീവൻ നൽകും  – യേശു… </vt:lpstr>
      <vt:lpstr>യേശുരാജൻ ഘോഷിച്ച നൽ  വാർത്ത നിങ്ങൾ ഓർത്തീടുക  ദൈവത്തിൻ രാജ്യം സ്നേഹത്തിൻ രാജ്യം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 rajyam</dc:title>
  <dc:creator>Digital Input:; GM JOHN; Acsah Mathews</dc:creator>
  <cp:lastModifiedBy>Acsah Mathews</cp:lastModifiedBy>
  <cp:revision>222</cp:revision>
  <dcterms:created xsi:type="dcterms:W3CDTF">2013-04-19T09:19:07Z</dcterms:created>
  <dcterms:modified xsi:type="dcterms:W3CDTF">2018-11-14T16:30:20Z</dcterms:modified>
</cp:coreProperties>
</file>