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5EDA-EB18-45BE-AE7D-621F53770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8585B-5ECB-4A9F-9923-4DCDB545E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F93DC-4530-4652-8EFF-9774479A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9571C-0F39-4A3A-89EE-08C1AC51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2066C-02AE-4120-B859-0A214468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4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1D35-94A3-4FF5-BDC2-7B44B4ED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216F-D61D-4B69-9659-1D4EA73BE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23C3-D39E-4F90-B7CB-D8D5EEA55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7743-2FDD-4941-BE9F-E4B3E84B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BB2A1-022A-4ACE-AB84-F17BA8FD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5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1801-579D-49C1-A9D6-506480CA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BBF8A-D657-4C44-AEF7-3DF88C390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D597-93CD-4DEC-A52B-FABF6B34D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31555-5AE4-4AF2-A5F4-84B12B19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29B2A-D896-4E6B-9FB6-7A80102D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1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C44E-7F31-41A7-A4F4-4E4C3408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98E3-5F11-4610-9B2F-587F8F488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04121-5225-468A-8F39-B7C32ACED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03687-14F0-4EF9-80DF-E3936E4C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93830-0ED5-40EB-8C48-833CF4F9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4DB85-F70F-47BE-8685-463714E6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5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DD7E-F224-400F-A499-AA67D5FE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2014-8242-469C-B485-517E17A5D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294E0-C750-4E57-AAB4-6C2C22300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0C567-8293-4325-A7F7-43923D6A1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56AF7-2F04-467E-929F-8C8600E93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933DA-CD1E-43EC-B12C-5EE54763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918DA-16D1-4B93-8965-1D910733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63747-623F-4EE1-BDB6-CC49BC2A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1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A715-7FF0-49E5-A124-A377826C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4BD61-3C7C-46DF-A8A4-2A84BF66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12768-EE4F-485A-9E8F-EC31EC3C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0B53F-1D05-4F89-8A34-7D824A8A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28D8F-0958-42F9-9942-149841EA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B82F5-F38A-48EB-9384-66B18AF7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C14AB-398F-4CE1-93F2-03D3A128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866E-A3B0-469A-897B-74FD7998A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5C10-329A-4532-814E-70F00AFF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7FE07-DB61-4C91-87F3-3FB0ABA13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7AE39-2293-42A7-95F0-AF20528D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2320C-182E-4CF7-B443-FE64F0DB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94105-E091-41C2-9729-BE84D1CB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9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6DF6-DA7D-4DFE-A465-9DAABF9D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13EFC-DBC5-41CC-BE70-59F0BC475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41D4D-B882-4030-8C30-E68D23CA4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3B3D1-6992-4AE5-B576-483D2618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14590-4802-43B6-A506-8565C715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33FA9-EA72-47F1-AA5E-7108227B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8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E931-BD2A-4271-912D-4A0BEFE2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D0B01-DF4D-4396-B279-D156CCE9A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0629B-259D-477A-99AC-756F80EF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7D568-540B-4848-9F84-70E573AA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A5594-A26A-419C-81F3-A69F831F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1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9D494-CAAC-4E8C-8F6A-6B1FBE3E3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E3E04-EF32-4874-BA12-D9ED75BB3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40A42-81A3-4886-B467-F512B86F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EB47A-DF22-469E-9E82-46D78F54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ABF9-F24A-49B4-A715-74B41A8D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1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8BCC-2C58-4455-9016-F54E1EC9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24A6C-DFD8-41C1-9EC7-F9FF5D385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9D64F-83E5-4595-9D24-2A6C0BE68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D14FB-1F5B-47AD-BD44-A812B13F21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E33F-5EDE-4177-844F-C179B15B3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BC9B-77A2-4AAB-A143-690434D3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6DAC7-E919-4319-814C-7CDDA89F4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453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തിരുക്കരത്താൽ വഹിച്ചു എന്നെ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309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Thirukkarathaal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vahichu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8A94E-2F50-4B92-B146-3C171D3306D6}"/>
              </a:ext>
            </a:extLst>
          </p:cNvPr>
          <p:cNvSpPr/>
          <p:nvPr/>
        </p:nvSpPr>
        <p:spPr>
          <a:xfrm>
            <a:off x="4700554" y="4828495"/>
            <a:ext cx="1612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(J. V. Peter)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417184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തിരുക്കരത്താൽ വഹിച്ചു എന്നെ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തിരുഹിതംപോൽ നടത്തണമേ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കുശവൻ കയ്യിൽ കളിമണ്ണു ഞാൻ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അനുദിനം നീ പണിയണമേ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Thirukkarathaal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vahichu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hiruhitham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pol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nadathenhame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Kushavan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kaiyil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kalhimannhu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nudinam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panhiyanhame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44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263767" y="1241526"/>
            <a:ext cx="11617569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നിൻവചനം ധ്യാനിക്കുമ്പോൾ,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എൻഹൃദയം ആശ്വസിക്കും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കൂരിരുളിൻ താഴ്വരയിൽ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ദീപമതായ് നിൻമൊഴികൾ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9" y="3845316"/>
            <a:ext cx="10949350" cy="2561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dhyanikkumbol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hridayam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aashwasikkum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Koorirulin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thaazhvarayil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deepamathai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mozhikal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417184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തിരുക്കരത്താൽ വഹിച്ചു എന്നെ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തിരുഹിതംപോൽ നടത്തണമേ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കുശവൻ കയ്യിൽ കളിമണ്ണു ഞാൻ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അനുദിനം നീ പണിയണമേ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Thirukkarathaal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vahichu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hiruhitham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pol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nadathenhame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Kushavan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kaiyil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kalhimannhu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nudinam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panhiyanhame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22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263767" y="1241526"/>
            <a:ext cx="11617569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ആഴിയതിൽ ഓളങ്ങളാൽ,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അലഞ്ഞിടുമ്പോൾ എൻ പടകിൽ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പ്രിയൻ യേശുവുണ്ട്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ചേർന്നിടുമേ ഭവനമതിൽ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9" y="3845316"/>
            <a:ext cx="10949350" cy="2561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Aazhiyathin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olhangalhaal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alanjindumbolh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padakil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priyan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yeshuvundu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chernnidume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bhavanam-athil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</p:spTree>
    <p:extLst>
      <p:ext uri="{BB962C8B-B14F-4D97-AF65-F5344CB8AC3E}">
        <p14:creationId xmlns:p14="http://schemas.microsoft.com/office/powerpoint/2010/main" val="171768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417184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തിരുക്കരത്താൽ വഹിച്ചു എന്നെ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തിരുഹിതംപോൽ നടത്തണമേ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കുശവൻ കയ്യിൽ കളിമണ്ണു ഞാൻ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അനുദിനം നീ പണിയണമേ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Thirukkarathaal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vahichu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hiruhitham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pol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nadathenhame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Kushavan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kaiyil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kalhimannhu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nudinam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panhiyanhame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80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263767" y="1241526"/>
            <a:ext cx="11617569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അവൻ നമുക്കായ് ജീവൻ നൽകി,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ഒരുക്കിയല്ലോ വലിയ രക്ഷ 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ദൃഷ്ടികളാൽ കാണുന്നു ഞാൻ</a:t>
            </a:r>
          </a:p>
          <a:p>
            <a:pPr>
              <a:lnSpc>
                <a:spcPct val="12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സ്വർഗ്ഗകനാൻ ദേശമതിൽ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9" y="3845316"/>
            <a:ext cx="10949350" cy="2561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Avan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nammukkai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nalki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orukkiyallo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valiya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Deepthikalhaal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kaanhunnu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swarga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kanaan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deshamathil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</p:spTree>
    <p:extLst>
      <p:ext uri="{BB962C8B-B14F-4D97-AF65-F5344CB8AC3E}">
        <p14:creationId xmlns:p14="http://schemas.microsoft.com/office/powerpoint/2010/main" val="234384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417184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തിരുക്കരത്താൽ വഹിച്ചു എന്നെ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തിരുഹിതംപോൽ നടത്തണമേ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കുശവൻ കയ്യിൽ കളിമണ്ണു ഞാൻ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അനുദിനം നീ പണിയണമേ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23448" y="3613120"/>
            <a:ext cx="12168552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Thirukkarathaal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vahichu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hiruhitham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pol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nadathenhame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Kushavan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kaiyil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kalhimannhu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nudinam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panhiyanhame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32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206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Kartika</vt:lpstr>
      <vt:lpstr>Office Theme</vt:lpstr>
      <vt:lpstr>453 തിരുക്കരത്താൽ വഹിച്ചു എന്നെ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Thirukarathaal vahichu enne</dc:title>
  <dc:creator>Acsah Mathews</dc:creator>
  <cp:lastModifiedBy>Acsah Mathews</cp:lastModifiedBy>
  <cp:revision>1</cp:revision>
  <dcterms:created xsi:type="dcterms:W3CDTF">2018-11-30T13:35:42Z</dcterms:created>
  <dcterms:modified xsi:type="dcterms:W3CDTF">2018-11-30T13:43:45Z</dcterms:modified>
</cp:coreProperties>
</file>