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70" r:id="rId3"/>
    <p:sldId id="274" r:id="rId4"/>
    <p:sldId id="275" r:id="rId5"/>
    <p:sldId id="276" r:id="rId6"/>
    <p:sldId id="277" r:id="rId7"/>
    <p:sldId id="278" r:id="rId8"/>
    <p:sldId id="279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78" y="8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0012A8-209F-4BF2-9800-51B7FAAE7A66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D518A9-10EC-4472-9C06-6D6EFB2CBA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CC6C88-BA0C-41B1-AB57-6296A2925224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A24764-6152-43ED-B06E-2EC233C541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3C29B4-0850-4B65-A900-EDC0CA1BA357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55F22D-010E-453C-8C06-9EF91FE429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9CAE68-7527-472E-9731-BF3E09273FB3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1305B2-C432-4A54-995E-496DE87999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9286AF-F24C-4AC9-8796-0E60C4A2CAD4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6B5952-A334-495E-8E91-FC9975268B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188817-F310-4DD1-9B3D-7F268AB53E75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1BA865-E64E-474A-BB93-56B8FC9955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ADDCD8-87AC-4FDD-BF21-D527956B40E6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4FA946-0203-4598-8678-90DC5824B4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6931A6-7B46-4F71-A859-21585686DA08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15D1D-8D87-4F11-A3AD-8061B3D816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0E40A0-B2E3-448D-B56A-516A2F7C9EF5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76DDD3-D215-455F-9956-F46B8361CD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C873B4-59D7-409B-ADE3-B88C5C2F7456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671583-9F1C-45E5-8D38-05B62F4B54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5199EB-AD43-4392-A30D-843F6EAE1BC8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6CE7AC-91A6-4BE6-B9EC-930F435B02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8E004F7-37ED-4F5C-A785-2BB340E6DBCB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544CCF9-C205-4A07-B996-81A587D32F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9130D-593B-4092-9285-8291567974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004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ഉണരുക നീയെന്നാത്മാവേ!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3C2511-F944-48AD-8E93-1E7DAA2B1D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Unharuka </a:t>
            </a:r>
            <a:r>
              <a:rPr lang="en-US" sz="4000" b="1" dirty="0" err="1">
                <a:solidFill>
                  <a:srgbClr val="002060"/>
                </a:solidFill>
              </a:rPr>
              <a:t>neeyenaathmave</a:t>
            </a:r>
            <a:r>
              <a:rPr lang="en-US" sz="4000" b="1" dirty="0">
                <a:solidFill>
                  <a:srgbClr val="002060"/>
                </a:solidFill>
              </a:rPr>
              <a:t>! </a:t>
            </a:r>
          </a:p>
          <a:p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CE8114-C8BE-4A1C-9132-FBDA2ACFB191}"/>
              </a:ext>
            </a:extLst>
          </p:cNvPr>
          <p:cNvSpPr/>
          <p:nvPr/>
        </p:nvSpPr>
        <p:spPr>
          <a:xfrm>
            <a:off x="7112304" y="4886294"/>
            <a:ext cx="49872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C00000"/>
                </a:solidFill>
                <a:latin typeface="Arial" panose="020B0604020202020204" pitchFamily="34" charset="0"/>
              </a:rPr>
              <a:t>Muthampakkal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C00000"/>
                </a:solidFill>
                <a:latin typeface="Arial" panose="020B0604020202020204" pitchFamily="34" charset="0"/>
              </a:rPr>
              <a:t>Kochukunju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C00000"/>
                </a:solidFill>
                <a:latin typeface="Arial" panose="020B0604020202020204" pitchFamily="34" charset="0"/>
              </a:rPr>
              <a:t>Upadeshi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</a:rPr>
              <a:t>) 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245E6F-BBB1-49F2-9CF2-86B32EE0387F}"/>
              </a:ext>
            </a:extLst>
          </p:cNvPr>
          <p:cNvSpPr/>
          <p:nvPr/>
        </p:nvSpPr>
        <p:spPr>
          <a:xfrm>
            <a:off x="92433" y="4886294"/>
            <a:ext cx="60035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rgbClr val="C00000"/>
                </a:solidFill>
                <a:latin typeface="Calibri" panose="020F0502020204030204" pitchFamily="34" charset="0"/>
              </a:rPr>
              <a:t>(മൂത്താംപാക്കല്‍ കൊച്ചുകുഞ്ഞ് </a:t>
            </a:r>
            <a:r>
              <a:rPr lang="ml-IN" sz="2000" b="1" dirty="0">
                <a:solidFill>
                  <a:srgbClr val="C00000"/>
                </a:solidFill>
                <a:latin typeface="Arial" panose="020B0604020202020204" pitchFamily="34" charset="0"/>
              </a:rPr>
              <a:t>ഉപദേശി</a:t>
            </a:r>
            <a:r>
              <a:rPr lang="ml-IN" sz="2000" b="1" dirty="0">
                <a:solidFill>
                  <a:srgbClr val="C00000"/>
                </a:solidFill>
                <a:latin typeface="Calibri" panose="020F0502020204030204" pitchFamily="34" charset="0"/>
              </a:rPr>
              <a:t>)</a:t>
            </a:r>
            <a:endParaRPr 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829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754380"/>
            <a:ext cx="10972800" cy="2667000"/>
          </a:xfrm>
        </p:spPr>
        <p:txBody>
          <a:bodyPr anchor="t"/>
          <a:lstStyle/>
          <a:p>
            <a:pPr algn="l" defTabSz="288925">
              <a:lnSpc>
                <a:spcPct val="114000"/>
              </a:lnSpc>
              <a:tabLst>
                <a:tab pos="463550" algn="l"/>
              </a:tabLst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ഉണരുക നീയെന്നാത്മാവേ!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ചേരുകെന്നേശുവിന്നരികിൽ നീ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തുണയവനല്ലാതാരുള്ളീ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ഏഴകൾ നമ്മെ പാലിപ്പാൻ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82400" y="0"/>
            <a:ext cx="609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B07870-715A-4075-965C-B52FDDAEFE3A}"/>
              </a:ext>
            </a:extLst>
          </p:cNvPr>
          <p:cNvSpPr/>
          <p:nvPr/>
        </p:nvSpPr>
        <p:spPr>
          <a:xfrm>
            <a:off x="609600" y="3657600"/>
            <a:ext cx="10972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+mn-lt"/>
              </a:rPr>
              <a:t>Unharuka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neeyenaathmave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Chèrukenneshuvinnarikil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nee </a:t>
            </a: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Thunhayavanallaathaarullhee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Èzhakalh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nammeypaalippaan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754380"/>
            <a:ext cx="10972800" cy="2667000"/>
          </a:xfrm>
        </p:spPr>
        <p:txBody>
          <a:bodyPr anchor="t"/>
          <a:lstStyle/>
          <a:p>
            <a:pPr algn="l" defTabSz="288925">
              <a:lnSpc>
                <a:spcPct val="114000"/>
              </a:lnSpc>
              <a:tabLst>
                <a:tab pos="463550" algn="l"/>
              </a:tabLst>
            </a:pPr>
            <a:r>
              <a:rPr lang="ml-IN" sz="3400" b="1" dirty="0">
                <a:latin typeface="Kartika" panose="02020503030404060203" pitchFamily="18" charset="0"/>
              </a:rPr>
              <a:t>2	പുതിയൊരു ദിവസം വന്നതിനാൽ-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എങ്ങനെ നമ്മുടെ ജീവിതത്തെ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ഭൂതലമതിലെ നയിച്ചീടേണം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ആയതറിയിക്ക താതനോടു</a:t>
            </a:r>
            <a:endParaRPr lang="ml-IN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82400" y="0"/>
            <a:ext cx="609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B07870-715A-4075-965C-B52FDDAEFE3A}"/>
              </a:ext>
            </a:extLst>
          </p:cNvPr>
          <p:cNvSpPr/>
          <p:nvPr/>
        </p:nvSpPr>
        <p:spPr>
          <a:xfrm>
            <a:off x="609600" y="3657600"/>
            <a:ext cx="10972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+mn-lt"/>
              </a:rPr>
              <a:t>Puthiyoru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divasam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vannathinaal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Enganey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nammudey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jeevithaththey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Bhoothalamathiley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nayicheedenham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Aayathariyikka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Thaathanodu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61371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754380"/>
            <a:ext cx="10972800" cy="2667000"/>
          </a:xfrm>
        </p:spPr>
        <p:txBody>
          <a:bodyPr anchor="t"/>
          <a:lstStyle/>
          <a:p>
            <a:pPr algn="l" defTabSz="288925">
              <a:lnSpc>
                <a:spcPct val="114000"/>
              </a:lnSpc>
              <a:tabLst>
                <a:tab pos="463550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പോയൊരു ദിവസമതുപോലെ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ഭൂവിലെവാസവും നീങ്ങിപ്പോം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നീയതു ധ്യാനിച്ചീശങ്കൽ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ആശ്രയം പുതുക്കണണമീക്ഷണത്തിൽ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82400" y="0"/>
            <a:ext cx="609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B07870-715A-4075-965C-B52FDDAEFE3A}"/>
              </a:ext>
            </a:extLst>
          </p:cNvPr>
          <p:cNvSpPr/>
          <p:nvPr/>
        </p:nvSpPr>
        <p:spPr>
          <a:xfrm>
            <a:off x="609600" y="3657600"/>
            <a:ext cx="10972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Poyoru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divasam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athupoley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Bhooviley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vaasavum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neengipom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Neeyathu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dhyaanicheeshankal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Aashrayam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puthukkanham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eekshanathil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2838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754380"/>
            <a:ext cx="10972800" cy="2667000"/>
          </a:xfrm>
        </p:spPr>
        <p:txBody>
          <a:bodyPr anchor="t"/>
          <a:lstStyle/>
          <a:p>
            <a:pPr algn="l" defTabSz="288925">
              <a:lnSpc>
                <a:spcPct val="114000"/>
              </a:lnSpc>
              <a:tabLst>
                <a:tab pos="463550" algn="l"/>
              </a:tabLst>
            </a:pPr>
            <a:r>
              <a:rPr lang="ml-IN" sz="3400" b="1" dirty="0">
                <a:latin typeface="Kartika" panose="02020503030404060203" pitchFamily="18" charset="0"/>
              </a:rPr>
              <a:t>4	വീടുമില്ലാരുമില്ലൊന്നുമില്ലീ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ലോകത്തിലെനിക്കെന്നോർക്കുക നീ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വിട്ടകലും നീ ഒരുനാളിൽ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ഉണ്ടെന്നുതോന്നുന്ന സകലത്തേയും</a:t>
            </a:r>
            <a:endParaRPr lang="ml-IN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82400" y="0"/>
            <a:ext cx="609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B07870-715A-4075-965C-B52FDDAEFE3A}"/>
              </a:ext>
            </a:extLst>
          </p:cNvPr>
          <p:cNvSpPr/>
          <p:nvPr/>
        </p:nvSpPr>
        <p:spPr>
          <a:xfrm>
            <a:off x="609600" y="3657600"/>
            <a:ext cx="10972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Veedumillaarumillonnumillee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Lokaththilenikkennorkuka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nee</a:t>
            </a: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Vittakalum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orunaalhil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Undennuthonunna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sakalaththeyum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89202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754380"/>
            <a:ext cx="10972800" cy="2667000"/>
          </a:xfrm>
        </p:spPr>
        <p:txBody>
          <a:bodyPr anchor="t"/>
          <a:lstStyle/>
          <a:p>
            <a:pPr algn="l" defTabSz="288925">
              <a:lnSpc>
                <a:spcPct val="114000"/>
              </a:lnSpc>
              <a:tabLst>
                <a:tab pos="463550" algn="l"/>
              </a:tabLst>
            </a:pPr>
            <a:r>
              <a:rPr lang="ml-IN" sz="3400" b="1" dirty="0">
                <a:latin typeface="Kartika" panose="02020503030404060203" pitchFamily="18" charset="0"/>
              </a:rPr>
              <a:t>5	നിത്യ സൗഭാഗ്യങ്ങളനുഭവിപ്പാൻ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സ്വർഗ്ഗത്തിൽ നമുക്കുള്ള വീടുമതി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നിത്യജീവാമൃതമോദമണി-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ഞ്ഞപ്പന്‍റെ മടിയിൽ വസിക്കരുതോ</a:t>
            </a:r>
            <a:endParaRPr lang="ml-IN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82400" y="0"/>
            <a:ext cx="609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B07870-715A-4075-965C-B52FDDAEFE3A}"/>
              </a:ext>
            </a:extLst>
          </p:cNvPr>
          <p:cNvSpPr/>
          <p:nvPr/>
        </p:nvSpPr>
        <p:spPr>
          <a:xfrm>
            <a:off x="609600" y="3657600"/>
            <a:ext cx="10972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+mn-lt"/>
              </a:rPr>
              <a:t>Nithya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soubhaagyangalh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anubhavippaan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Swargathil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namukkullha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veedumathi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Nithyajeevaamruthamodamanhinj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appantey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madiyil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vasikkarutho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92705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754380"/>
            <a:ext cx="10972800" cy="2667000"/>
          </a:xfrm>
        </p:spPr>
        <p:txBody>
          <a:bodyPr anchor="t"/>
          <a:lstStyle/>
          <a:p>
            <a:pPr algn="l" defTabSz="288925">
              <a:lnSpc>
                <a:spcPct val="114000"/>
              </a:lnSpc>
              <a:tabLst>
                <a:tab pos="463550" algn="l"/>
              </a:tabLst>
            </a:pPr>
            <a:r>
              <a:rPr lang="ml-IN" sz="3400" b="1" dirty="0">
                <a:latin typeface="Kartika" panose="02020503030404060203" pitchFamily="18" charset="0"/>
              </a:rPr>
              <a:t>6	സ്നേഹിതർ നമുക്കുണ്ടു സ്വർഗ്ഗത്തിൽ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ദൈവത്തിൻ ദൂതരും പരിശുദ്ധരും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സ്നേഹംകൊണ്ടേശുവെ വാഴ്ത്തിപ്പാടു-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ന്നവിടെ നമുക്കും പാടരുതോ?</a:t>
            </a:r>
            <a:endParaRPr lang="ml-IN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82400" y="0"/>
            <a:ext cx="609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B07870-715A-4075-965C-B52FDDAEFE3A}"/>
              </a:ext>
            </a:extLst>
          </p:cNvPr>
          <p:cNvSpPr/>
          <p:nvPr/>
        </p:nvSpPr>
        <p:spPr>
          <a:xfrm>
            <a:off x="609600" y="3657600"/>
            <a:ext cx="10972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Snehithar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namukkundu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swargaththil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Daivathin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dootharum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parishudharum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Sneham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kondeshuvé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vaazhthipaadun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avidey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namukkum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paadarutho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90128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754380"/>
            <a:ext cx="10972800" cy="2667000"/>
          </a:xfrm>
        </p:spPr>
        <p:txBody>
          <a:bodyPr anchor="t"/>
          <a:lstStyle/>
          <a:p>
            <a:pPr algn="l" defTabSz="288925">
              <a:lnSpc>
                <a:spcPct val="114000"/>
              </a:lnSpc>
              <a:tabLst>
                <a:tab pos="463550" algn="l"/>
              </a:tabLst>
            </a:pPr>
            <a:r>
              <a:rPr lang="ml-IN" sz="3400" b="1" dirty="0">
                <a:latin typeface="Kartika" panose="02020503030404060203" pitchFamily="18" charset="0"/>
              </a:rPr>
              <a:t>7	ക്രിസ്തന്‍റെ കാഹളമൂതും ധ്വനി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കേൾക്കുമോ ഈ ദിനമാരറിഞ്ഞു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വിശ്രമവാസത്തിലാകുമോ നാം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ഏതിനുമൊരുങ്ങുകെന്നാത്മാവേ!</a:t>
            </a:r>
            <a:br>
              <a:rPr lang="ml-IN" sz="3400" b="1" dirty="0">
                <a:latin typeface="Kartika" panose="02020503030404060203" pitchFamily="18" charset="0"/>
              </a:rPr>
            </a:br>
            <a:endParaRPr lang="ml-IN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82400" y="0"/>
            <a:ext cx="609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B07870-715A-4075-965C-B52FDDAEFE3A}"/>
              </a:ext>
            </a:extLst>
          </p:cNvPr>
          <p:cNvSpPr/>
          <p:nvPr/>
        </p:nvSpPr>
        <p:spPr>
          <a:xfrm>
            <a:off x="609600" y="3657600"/>
            <a:ext cx="10972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Kristhantey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kaahalhamoothum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dhwani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Kelhkumo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dinamaararinju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Vishramavaasaththilaakumo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Aethinumorungukenn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aathmavey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20709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98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004 ഉണരുക നീയെന്നാത്മാവേ!</vt:lpstr>
      <vt:lpstr>1 ഉണരുക നീയെന്നാത്മാവേ!  ചേരുകെന്നേശുവിന്നരികിൽ നീ  തുണയവനല്ലാതാരുള്ളീ  ഏഴകൾ നമ്മെ പാലിപ്പാൻ</vt:lpstr>
      <vt:lpstr>2 പുതിയൊരു ദിവസം വന്നതിനാൽ-  എങ്ങനെ നമ്മുടെ ജീവിതത്തെ  ഭൂതലമതിലെ നയിച്ചീടേണം  ആയതറിയിക്ക താതനോടു</vt:lpstr>
      <vt:lpstr>3 പോയൊരു ദിവസമതുപോലെ  ഭൂവിലെവാസവും നീങ്ങിപ്പോം  നീയതു ധ്യാനിച്ചീശങ്കൽ  ആശ്രയം പുതുക്കണണമീക്ഷണത്തിൽ</vt:lpstr>
      <vt:lpstr>4 വീടുമില്ലാരുമില്ലൊന്നുമില്ലീ  ലോകത്തിലെനിക്കെന്നോർക്കുക നീ  വിട്ടകലും നീ ഒരുനാളിൽ  ഉണ്ടെന്നുതോന്നുന്ന സകലത്തേയും</vt:lpstr>
      <vt:lpstr>5 നിത്യ സൗഭാഗ്യങ്ങളനുഭവിപ്പാൻ  സ്വർഗ്ഗത്തിൽ നമുക്കുള്ള വീടുമതി  നിത്യജീവാമൃതമോദമണി-  ഞ്ഞപ്പന്‍റെ മടിയിൽ വസിക്കരുതോ</vt:lpstr>
      <vt:lpstr>6 സ്നേഹിതർ നമുക്കുണ്ടു സ്വർഗ്ഗത്തിൽ  ദൈവത്തിൻ ദൂതരും പരിശുദ്ധരും  സ്നേഹംകൊണ്ടേശുവെ വാഴ്ത്തിപ്പാടു-  ന്നവിടെ നമുക്കും പാടരുതോ?</vt:lpstr>
      <vt:lpstr>7 ക്രിസ്തന്‍റെ കാഹളമൂതും ധ്വനി  കേൾക്കുമോ ഈ ദിനമാരറിഞ്ഞു  വിശ്രമവാസത്തിലാകുമോ നാം  ഏതിനുമൊരുങ്ങുകെന്നാത്മാവേ!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Unaruka neeyen aathmave</dc:title>
  <dc:creator>Digital Input:; GM JOHN; Acsah Mathews</dc:creator>
  <cp:lastModifiedBy>Acsah Mathews</cp:lastModifiedBy>
  <cp:revision>103</cp:revision>
  <dcterms:created xsi:type="dcterms:W3CDTF">2013-04-19T09:19:07Z</dcterms:created>
  <dcterms:modified xsi:type="dcterms:W3CDTF">2018-12-03T18:37:27Z</dcterms:modified>
</cp:coreProperties>
</file>