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80" r:id="rId5"/>
    <p:sldId id="276" r:id="rId6"/>
    <p:sldId id="281" r:id="rId7"/>
    <p:sldId id="277" r:id="rId8"/>
    <p:sldId id="282" r:id="rId9"/>
    <p:sldId id="278" r:id="rId10"/>
    <p:sldId id="283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0909A-95FA-4B54-8794-A8A94B59A61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9386A-DAD7-4097-AD50-73E0E1F2BF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24B0-FC1E-4360-8745-AFADA2931D3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50EC3-1FC4-4FBB-8AB6-50CF51F198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0B7B9-31D0-426D-93C4-3336140F486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0BF4F-2ED3-45EB-ABA2-6E341D3B6F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52851-E473-4340-9D2F-6DE13E514A0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BC030-20B6-4F7E-8DB5-0317BE30C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062F1-700A-4B96-B4B2-34972355212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E979D-2605-4351-BACD-ED9A3ABE6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F1318-CBA4-42F4-BA1C-29AE5BECD3A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E9EBD-095D-4851-989F-B0C47800C2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60218-93DE-4E47-BABA-3B6330F91BA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02977-1405-45C8-BFA1-83A9D83EBD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EB056-A430-4E20-B64E-6F803222F06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72B2A-424E-47AE-8486-93A4871F9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9F531-BF65-4D06-B869-F9B375251E8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B075E-6FAF-4576-AA5A-8DB3DE316F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AF8600-7569-4E60-8CF1-8F3E8C79EAF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12A1E-E6A1-4568-B016-8EFDDF40B0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0C04C-233D-4235-89B5-8B26063695C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182C2-AEFC-4939-A8C2-B089F26AC6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C52817-71DB-4641-AD7B-4AA0527B5CE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0FEA31-03B9-4880-AB3F-A9B46AD1A1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6EFB-9868-490B-9993-E64868656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10363200" cy="2076451"/>
          </a:xfrm>
        </p:spPr>
        <p:txBody>
          <a:bodyPr/>
          <a:lstStyle/>
          <a:p>
            <a:r>
              <a:rPr lang="en-US" dirty="0"/>
              <a:t>387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ഞാനുമെന്‍റെ ഭവനവുമോ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A041A-7C24-4CE7-82BB-31E82456B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371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Njaanum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entey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bhavanavumo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3ECA7A-2B24-4384-BCE4-AE45C5D86650}"/>
              </a:ext>
            </a:extLst>
          </p:cNvPr>
          <p:cNvSpPr/>
          <p:nvPr/>
        </p:nvSpPr>
        <p:spPr>
          <a:xfrm>
            <a:off x="1219200" y="4431268"/>
            <a:ext cx="31935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(റവ. വി.  എം. മാത്യു)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59F739-0629-4E3F-84A5-A6CB6149F0E3}"/>
              </a:ext>
            </a:extLst>
          </p:cNvPr>
          <p:cNvSpPr/>
          <p:nvPr/>
        </p:nvSpPr>
        <p:spPr>
          <a:xfrm>
            <a:off x="8686800" y="4431268"/>
            <a:ext cx="26010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(Rev. V. M. Mathew) </a:t>
            </a:r>
          </a:p>
        </p:txBody>
      </p:sp>
    </p:spTree>
    <p:extLst>
      <p:ext uri="{BB962C8B-B14F-4D97-AF65-F5344CB8AC3E}">
        <p14:creationId xmlns:p14="http://schemas.microsoft.com/office/powerpoint/2010/main" val="216472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514600"/>
          </a:xfrm>
        </p:spPr>
        <p:txBody>
          <a:bodyPr anchor="t"/>
          <a:lstStyle/>
          <a:p>
            <a:pPr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ഞാനുമെന്‍റെ ഭവനവുമോ ഞങ്ങൾ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യഹോവയെ സേവിക്കും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 ചെയ്തു ജീവിക്കും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നന്മകൾ ഘോഷിക്കും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-7434" y="381497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bhavanavumo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Yehovayé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914400"/>
            <a:ext cx="11353800" cy="2811090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ഭാരങ്ങൾ നേരിടും നേരത്തിൽ-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ഒന്നായ് വന്നിടും നിൻസവിധേ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ഭാരങ്ങളെല്ലാമകന്നു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പാലിക്കും അന്ത്യത്തോളവും 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0" y="96414"/>
            <a:ext cx="12192000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25A71-EFD7-452B-81D0-D372A77DF7E7}"/>
              </a:ext>
            </a:extLst>
          </p:cNvPr>
          <p:cNvSpPr/>
          <p:nvPr/>
        </p:nvSpPr>
        <p:spPr>
          <a:xfrm>
            <a:off x="144966" y="3967375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Bhaarangal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nèridum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nèrathil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onnaai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savidhey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Bhaarangalhellaamakannu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paalikkum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anthyaththolhavum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617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514600"/>
          </a:xfrm>
        </p:spPr>
        <p:txBody>
          <a:bodyPr anchor="t"/>
          <a:lstStyle/>
          <a:p>
            <a:pPr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ഞാനുമെന്‍റെ ഭവനവുമോ ഞങ്ങൾ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യഹോവയെ സേവിക്കും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 ചെയ്തു ജീവിക്കും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നന്മകൾ ഘോഷിക്കും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-7434" y="381497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bhavanavumo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Yehovayé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784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914400"/>
            <a:ext cx="11353800" cy="2811090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കാർമേഘ ജാലങ്ങ ളേറിലും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കാണാതെൻ ചാരത്തെത്തുന്നു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ഭവനത്തിലെന്നേശു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പാർത്തിടും നല്ല നാഥനായ്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0" y="96414"/>
            <a:ext cx="12192000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25A71-EFD7-452B-81D0-D372A77DF7E7}"/>
              </a:ext>
            </a:extLst>
          </p:cNvPr>
          <p:cNvSpPr/>
          <p:nvPr/>
        </p:nvSpPr>
        <p:spPr>
          <a:xfrm>
            <a:off x="144966" y="3967375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Kaarmegha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jaalangalherilum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kaanhaathen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chaaraththeyththunnu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bhavanaththilenneshu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paarthidum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nalla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naadhanaay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420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514600"/>
          </a:xfrm>
        </p:spPr>
        <p:txBody>
          <a:bodyPr anchor="t"/>
          <a:lstStyle/>
          <a:p>
            <a:pPr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ഞാനുമെന്‍റെ ഭവനവുമോ ഞങ്ങൾ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യഹോവയെ സേവിക്കും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 ചെയ്തു ജീവിക്കും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നന്മകൾ ഘോഷിക്കും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-7434" y="381497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bhavanavumo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Yehovayé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160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914400"/>
            <a:ext cx="11353800" cy="2811090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വീട്ടിലെന്നേശുവുണ്ട്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ജയത്തിൻ ഉല്ലാസഘോഷമുണ്ട്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ഗീതം പാടി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വാഴ്ത്തിടും എന്നെന്നേക്കുമായ് 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0" y="96414"/>
            <a:ext cx="12192000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25A71-EFD7-452B-81D0-D372A77DF7E7}"/>
              </a:ext>
            </a:extLst>
          </p:cNvPr>
          <p:cNvSpPr/>
          <p:nvPr/>
        </p:nvSpPr>
        <p:spPr>
          <a:xfrm>
            <a:off x="144966" y="3967375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Entey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veettilenneshuvund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jayaththin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ullaasa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ghoshamund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geetham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vaazththidum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ennennekumaay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058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514600"/>
          </a:xfrm>
        </p:spPr>
        <p:txBody>
          <a:bodyPr anchor="t"/>
          <a:lstStyle/>
          <a:p>
            <a:pPr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ഞാനുമെന്‍റെ ഭവനവുമോ ഞങ്ങൾ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യഹോവയെ സേവിക്കും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 ചെയ്തു ജീവിക്കും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നന്മകൾ ഘോഷിക്കും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-7434" y="381497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bhavanavumo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Yehovayé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630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914400"/>
            <a:ext cx="11353800" cy="2811090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വിശ്വാസ വീരരായ്ത്തീരുന്ന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വീര സാക്ഷികളേറിടുവാൻ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എൻ ഭവനത്തിലെൻ സാക്ഷ്യം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പാലിക്കും നന്നായ് എന്നുമേ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0" y="96414"/>
            <a:ext cx="12192000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25A71-EFD7-452B-81D0-D372A77DF7E7}"/>
              </a:ext>
            </a:extLst>
          </p:cNvPr>
          <p:cNvSpPr/>
          <p:nvPr/>
        </p:nvSpPr>
        <p:spPr>
          <a:xfrm>
            <a:off x="144966" y="3967375"/>
            <a:ext cx="11353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Vishwaasa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veeraraayththeerunna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Veera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Saakshikalheyriduvaan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bhavanaththilen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saakshyam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paalikkum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nannaay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ennumey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841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2514600"/>
          </a:xfrm>
        </p:spPr>
        <p:txBody>
          <a:bodyPr anchor="t"/>
          <a:lstStyle/>
          <a:p>
            <a:pPr defTabSz="3460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ഞാനുമെന്‍റെ ഭവനവുമോ ഞങ്ങൾ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യഹോവയെ സേവിക്കും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 ചെയ്തു ജീവിക്കും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നന്മകൾ ഘോഷിക്കും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A827F-7FAD-4703-9427-B945901EAF1B}"/>
              </a:ext>
            </a:extLst>
          </p:cNvPr>
          <p:cNvSpPr/>
          <p:nvPr/>
        </p:nvSpPr>
        <p:spPr>
          <a:xfrm>
            <a:off x="-7434" y="3814975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bhavanavumo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Yehovayé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023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163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387 ഞാനുമെന്‍റെ ഭവനവുമോ</vt:lpstr>
      <vt:lpstr>ഞാനുമെന്‍റെ ഭവനവുമോ ഞങ്ങൾ  യഹോവയെ സേവിക്കും  നന്മ ചെയ്തു ജീവിക്കും  തൻ നന്മകൾ ഘോഷിക്കും</vt:lpstr>
      <vt:lpstr>ഭാരങ്ങൾ നേരിടും നേരത്തിൽ- ഒന്നായ് വന്നിടും നിൻസവിധേ  ഭാരങ്ങളെല്ലാമകന്നു  പാലിക്കും അന്ത്യത്തോളവും </vt:lpstr>
      <vt:lpstr>ഞാനുമെന്‍റെ ഭവനവുമോ ഞങ്ങൾ  യഹോവയെ സേവിക്കും  നന്മ ചെയ്തു ജീവിക്കും  തൻ നന്മകൾ ഘോഷിക്കും</vt:lpstr>
      <vt:lpstr>കാർമേഘ ജാലങ്ങ ളേറിലും   കാണാതെൻ ചാരത്തെത്തുന്നു  എൻ ഭവനത്തിലെന്നേശു  പാർത്തിടും നല്ല നാഥനായ്</vt:lpstr>
      <vt:lpstr>ഞാനുമെന്‍റെ ഭവനവുമോ ഞങ്ങൾ  യഹോവയെ സേവിക്കും  നന്മ ചെയ്തു ജീവിക്കും  തൻ നന്മകൾ ഘോഷിക്കും</vt:lpstr>
      <vt:lpstr>എന്‍റെ വീട്ടിലെന്നേശുവുണ്ട് ജയത്തിൻ ഉല്ലാസഘോഷമുണ്ട് ഹല്ലേലുയ്യാ ഗീതം പാടി വാഴ്ത്തിടും എന്നെന്നേക്കുമായ് </vt:lpstr>
      <vt:lpstr>ഞാനുമെന്‍റെ ഭവനവുമോ ഞങ്ങൾ  യഹോവയെ സേവിക്കും  നന്മ ചെയ്തു ജീവിക്കും  തൻ നന്മകൾ ഘോഷിക്കും</vt:lpstr>
      <vt:lpstr>വിശ്വാസ വീരരായ്ത്തീരുന്ന  വീര സാക്ഷികളേറിടുവാൻ  എൻ ഭവനത്തിലെൻ സാക്ഷ്യം  പാലിക്കും നന്നായ് എന്നുമേ</vt:lpstr>
      <vt:lpstr>ഞാനുമെന്‍റെ ഭവനവുമോ ഞങ്ങൾ  യഹോവയെ സേവിക്കും  നന്മ ചെയ്തു ജീവിക്കും  തൻ നന്മകൾ ഘോഷിക്കും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Njanum ente bhavanavumo</dc:title>
  <dc:creator>Digital Input; GM JOHN; Acsah Mathews</dc:creator>
  <cp:lastModifiedBy>Acsah Mathews</cp:lastModifiedBy>
  <cp:revision>288</cp:revision>
  <dcterms:created xsi:type="dcterms:W3CDTF">2013-04-19T09:19:07Z</dcterms:created>
  <dcterms:modified xsi:type="dcterms:W3CDTF">2018-11-26T13:50:02Z</dcterms:modified>
</cp:coreProperties>
</file>