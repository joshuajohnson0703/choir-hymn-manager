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34" autoAdjust="0"/>
    <p:restoredTop sz="94660"/>
  </p:normalViewPr>
  <p:slideViewPr>
    <p:cSldViewPr snapToGrid="0">
      <p:cViewPr varScale="1">
        <p:scale>
          <a:sx n="44" d="100"/>
          <a:sy n="44" d="100"/>
        </p:scale>
        <p:origin x="66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482A9-C248-4375-BC5B-AC4DAD258C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8B396-1A77-435B-BBD1-4244C34855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38662-1505-4395-9E17-BA04512FB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91E9-7569-4FB4-8494-76265BE0D26F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6523B-8CA1-49C6-8487-DA2BEB244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4746C-E65F-4789-8C26-184FA205B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D81F-BA7E-46A5-BC5E-C9442EB4F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11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1DE6D-10A0-4EEE-89A2-80504CE6E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2E6B7-B43B-4AA6-8E3A-22E166AD7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10C7A-964B-4273-9278-210456E8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91E9-7569-4FB4-8494-76265BE0D26F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2BFB4-CBCD-4C0A-85B1-63E981764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32FB7-5223-43BF-8FC5-7FFA9844C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D81F-BA7E-46A5-BC5E-C9442EB4F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86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B4C0A-D795-4B3B-A2D6-BEA4AD135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3E1BB-7B35-466D-AB5F-0E990FD4B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C8F39-3963-485F-97E7-8FCA10D3E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91E9-7569-4FB4-8494-76265BE0D26F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C89FC-A404-4647-872D-4F405F516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8BCAD-9D43-418A-B7BC-1456D9E9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D81F-BA7E-46A5-BC5E-C9442EB4F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181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7BFCF-233C-4DBD-A1A6-815DAA07F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A1CEA-D77E-401B-90E3-8EC6FB3396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F15B2-41E1-4326-85F7-8BEE1F3925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3C01A-85C8-4D69-9B8D-1F7BB96E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91E9-7569-4FB4-8494-76265BE0D26F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3C37F-7486-4A41-889A-CD826CA94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6E290-205F-4671-AD34-40183C3FB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D81F-BA7E-46A5-BC5E-C9442EB4F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41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8797B-C293-4D3C-A2E2-304CB0C50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C9ECD-DB05-4CD7-9DE6-DE2FCBEA6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97D92-24E7-42F7-81DF-510F05881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B70F37-CADD-45FC-9509-4B9EB3CAAA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C773EF-EF75-4F0C-9B3A-6BAA98DE5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4E2791-C752-4104-8D98-896D93FA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91E9-7569-4FB4-8494-76265BE0D26F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3EB9-9156-442C-8562-C120FAD35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270CE8-FAEF-4343-87AD-3382BA55A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D81F-BA7E-46A5-BC5E-C9442EB4F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94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08636-EED7-4A72-BEDF-B25D90BCE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DF855-EAA3-4ECA-B870-F781CE1D5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91E9-7569-4FB4-8494-76265BE0D26F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90D06E-DC89-4580-9AEC-FAF4F55C9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C35C6C-F101-4B73-A2FB-A58FDEFD1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D81F-BA7E-46A5-BC5E-C9442EB4F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144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FA9B72-680F-4AD7-B91C-C56E6573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91E9-7569-4FB4-8494-76265BE0D26F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0A32FB-DB46-4D29-8D24-328B0C2C9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B9739-EEFC-4602-9336-AFF9A662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D81F-BA7E-46A5-BC5E-C9442EB4F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30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DF0A1-7635-4356-AEDE-42D9B7252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C9EBB-C30F-4BAB-8B47-468ACA9DB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780E9A-B9ED-4CBE-8BF4-C4F0BFB83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47925-B539-4AFA-968C-0BB37C667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91E9-7569-4FB4-8494-76265BE0D26F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FBED4-EB0C-4BEB-8655-DD664C589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32136-C9A8-46DD-B923-A1489BA8D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D81F-BA7E-46A5-BC5E-C9442EB4F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004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7E441-8608-4D17-B786-59A95E51F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4F3D36-5A14-4EC6-BE49-C52187664C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58FE2-044C-4576-9879-35D82759B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37F97-5FF0-499B-8266-9B1557D09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91E9-7569-4FB4-8494-76265BE0D26F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A6B627-D4FD-4351-9096-275144E40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65526-2097-4F3A-BEEE-FF88325AF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D81F-BA7E-46A5-BC5E-C9442EB4F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38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E97CE-BD03-4DFD-8D34-676B4B164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779BC6-AAED-42DE-B34B-0B4F81A76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9ECF6-D131-437E-841D-DBDB2AF1F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91E9-7569-4FB4-8494-76265BE0D26F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8404F-1EB3-449A-91A5-95D951E22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9E90C-3016-45BD-BA52-ED76D3AD2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D81F-BA7E-46A5-BC5E-C9442EB4F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306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EB2AC5-7EFA-4D1E-BC3E-001BCB9CD0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567DF-B498-4FB8-8AA7-DFF63C4A9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7FE0C-7B0E-4828-9627-089890144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91E9-7569-4FB4-8494-76265BE0D26F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61168-3C20-4FE8-B933-D51768FC6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234CF-EF9A-41C1-AE14-34CC234AA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BD81F-BA7E-46A5-BC5E-C9442EB4F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36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44FB87-A34B-4C20-962E-831124C6F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6E23E-4C80-4781-BD76-2AC382117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5D4E5-A2F5-45FC-8A4E-1EB961B2A9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691E9-7569-4FB4-8494-76265BE0D26F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5C7F5-768C-4BA3-BDFD-D0AEE3915A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57F6C-8CB9-4291-9AF5-CF398552E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BD81F-BA7E-46A5-BC5E-C9442EB4F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966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004CD-FA63-4E82-A222-1DF43DCF2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432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Calibri" panose="020F0502020204030204" pitchFamily="34" charset="0"/>
              </a:rPr>
              <a:t>എൻ കർത്താവേ നിൻ കരങ്ങൾ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EFE7ED-C709-4699-A881-526666F560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002060"/>
                </a:solidFill>
              </a:rPr>
              <a:t>En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karththave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nin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karangalh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4000" i="1" dirty="0">
                <a:solidFill>
                  <a:srgbClr val="002060"/>
                </a:solidFill>
              </a:rPr>
              <a:t>O Lord My God </a:t>
            </a:r>
            <a:r>
              <a:rPr lang="en-US" sz="3800" i="1" dirty="0">
                <a:solidFill>
                  <a:srgbClr val="002060"/>
                </a:solidFill>
              </a:rPr>
              <a:t>– Stuart K. Hine</a:t>
            </a:r>
            <a:endParaRPr lang="en-US" sz="3800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6EC4EE-EE56-453F-A29D-A93D8AD758A1}"/>
              </a:ext>
            </a:extLst>
          </p:cNvPr>
          <p:cNvSpPr/>
          <p:nvPr/>
        </p:nvSpPr>
        <p:spPr>
          <a:xfrm>
            <a:off x="4434840" y="5257800"/>
            <a:ext cx="33223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(Translation: Molly John) </a:t>
            </a:r>
          </a:p>
        </p:txBody>
      </p:sp>
    </p:spTree>
    <p:extLst>
      <p:ext uri="{BB962C8B-B14F-4D97-AF65-F5344CB8AC3E}">
        <p14:creationId xmlns:p14="http://schemas.microsoft.com/office/powerpoint/2010/main" val="1237280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ED5E6A-2991-4141-900B-08FC08D4DE21}"/>
              </a:ext>
            </a:extLst>
          </p:cNvPr>
          <p:cNvSpPr/>
          <p:nvPr/>
        </p:nvSpPr>
        <p:spPr>
          <a:xfrm>
            <a:off x="0" y="351086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1 </a:t>
            </a: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എൻ കർത്താവേ നിൻ കരങ്ങൾ നിർമിച്ച </a:t>
            </a:r>
            <a:endParaRPr lang="ml-IN" sz="3400" b="1" dirty="0">
              <a:effectLst/>
            </a:endParaRPr>
          </a:p>
          <a:p>
            <a:r>
              <a:rPr lang="en-US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   </a:t>
            </a: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ലോകമെല്ലാം എൻ കൺകൾ കാൺകയിൽ  </a:t>
            </a:r>
            <a:endParaRPr lang="ml-IN" sz="3400" b="1" dirty="0">
              <a:effectLst/>
            </a:endParaRPr>
          </a:p>
          <a:p>
            <a:r>
              <a:rPr lang="en-US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   </a:t>
            </a: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ഇടിമിന്നൽ താരഗണങ്ങൾ കണ്ടാൽ </a:t>
            </a:r>
            <a:endParaRPr lang="ml-IN" sz="3400" b="1" dirty="0">
              <a:effectLst/>
            </a:endParaRPr>
          </a:p>
          <a:p>
            <a:r>
              <a:rPr lang="en-US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   </a:t>
            </a: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എൻ ദൈവമേ നീ എത്ര ഉന്നതൻ </a:t>
            </a:r>
            <a:endParaRPr lang="en-US" sz="34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E4B81C-A7CA-40E9-9D7F-4B89DEFA1EE6}"/>
              </a:ext>
            </a:extLst>
          </p:cNvPr>
          <p:cNvSpPr/>
          <p:nvPr/>
        </p:nvSpPr>
        <p:spPr>
          <a:xfrm>
            <a:off x="0" y="2452693"/>
            <a:ext cx="1182188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പാടും എന്നും എന്നുള്ളം ദൈവമേ </a:t>
            </a:r>
            <a:endParaRPr lang="ml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r>
              <a:rPr lang="ml-I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തുല്യമില്ലാ ഉന്നതൻ നീ (2) </a:t>
            </a:r>
            <a:endParaRPr lang="ml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762385-5759-40DC-8BAD-D92B2B1F879B}"/>
              </a:ext>
            </a:extLst>
          </p:cNvPr>
          <p:cNvSpPr/>
          <p:nvPr/>
        </p:nvSpPr>
        <p:spPr>
          <a:xfrm>
            <a:off x="-1" y="3464598"/>
            <a:ext cx="1201782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1. </a:t>
            </a:r>
            <a:r>
              <a:rPr lang="en-US" sz="3400" b="1" dirty="0" err="1">
                <a:solidFill>
                  <a:srgbClr val="002060"/>
                </a:solidFill>
              </a:rPr>
              <a:t>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karththave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karangalh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nirmichcha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Lokamellaam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kanhkalh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kaanhkayil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Idiminnal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thaaraganhangalh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kandaal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r>
              <a:rPr lang="nl-NL" sz="3400" b="1" dirty="0">
                <a:solidFill>
                  <a:srgbClr val="002060"/>
                </a:solidFill>
              </a:rPr>
              <a:t>    En daivame nee ethra unnatham 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CD5E75-8AF5-4434-8EEA-8AD8DCF0A288}"/>
              </a:ext>
            </a:extLst>
          </p:cNvPr>
          <p:cNvSpPr/>
          <p:nvPr/>
        </p:nvSpPr>
        <p:spPr>
          <a:xfrm>
            <a:off x="4027716" y="5523677"/>
            <a:ext cx="779417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Paadum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ennullham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daivame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Thulyamillaa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unnathan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nee (2) 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59D95445-2A72-40BD-8C4F-A4214C3C6289}"/>
              </a:ext>
            </a:extLst>
          </p:cNvPr>
          <p:cNvSpPr txBox="1"/>
          <p:nvPr/>
        </p:nvSpPr>
        <p:spPr>
          <a:xfrm>
            <a:off x="11384280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432</a:t>
            </a:r>
          </a:p>
        </p:txBody>
      </p:sp>
    </p:spTree>
    <p:extLst>
      <p:ext uri="{BB962C8B-B14F-4D97-AF65-F5344CB8AC3E}">
        <p14:creationId xmlns:p14="http://schemas.microsoft.com/office/powerpoint/2010/main" val="2284353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ED5E6A-2991-4141-900B-08FC08D4DE21}"/>
              </a:ext>
            </a:extLst>
          </p:cNvPr>
          <p:cNvSpPr/>
          <p:nvPr/>
        </p:nvSpPr>
        <p:spPr>
          <a:xfrm>
            <a:off x="0" y="351086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2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കാട്ടിലൂടെ ഞാനലഞ്ഞു തിരിഞ്ഞു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പക്ഷികളിന്‍ മൃദുസ്വരം കേട്ടു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വഹിനികള്‍ ഒഴുകും ശബ്ദം കേട്ടു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തെന്നലില്‍ ഞാന്‍ നിന്‍ ശക്തി കാണ്‍കയില്‍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E4B81C-A7CA-40E9-9D7F-4B89DEFA1EE6}"/>
              </a:ext>
            </a:extLst>
          </p:cNvPr>
          <p:cNvSpPr/>
          <p:nvPr/>
        </p:nvSpPr>
        <p:spPr>
          <a:xfrm>
            <a:off x="0" y="2452693"/>
            <a:ext cx="1182188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പാടും എന്നും എന്നുള്ളം ദൈവമേ </a:t>
            </a:r>
            <a:endParaRPr lang="ml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r>
              <a:rPr lang="ml-I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തുല്യമില്ലാ ഉന്നതൻ നീ (2) </a:t>
            </a:r>
            <a:endParaRPr lang="ml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762385-5759-40DC-8BAD-D92B2B1F879B}"/>
              </a:ext>
            </a:extLst>
          </p:cNvPr>
          <p:cNvSpPr/>
          <p:nvPr/>
        </p:nvSpPr>
        <p:spPr>
          <a:xfrm>
            <a:off x="-1" y="3464598"/>
            <a:ext cx="1201782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2. </a:t>
            </a:r>
            <a:r>
              <a:rPr lang="en-US" sz="3400" b="1" dirty="0" err="1">
                <a:solidFill>
                  <a:srgbClr val="002060"/>
                </a:solidFill>
              </a:rPr>
              <a:t>Kaattiloode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alanju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thirinju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Pakshikalhin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mriduswaram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kettu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Vaahinikalh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ozhukum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shabdam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kettu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Thennalil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shakthi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kaanhkayil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CD5E75-8AF5-4434-8EEA-8AD8DCF0A288}"/>
              </a:ext>
            </a:extLst>
          </p:cNvPr>
          <p:cNvSpPr/>
          <p:nvPr/>
        </p:nvSpPr>
        <p:spPr>
          <a:xfrm>
            <a:off x="4027716" y="5523677"/>
            <a:ext cx="779417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Paadum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ennullham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daivame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Thulyamillaa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unnathan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nee (2) 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663A6089-BF45-4FD0-907D-8184904E2CCF}"/>
              </a:ext>
            </a:extLst>
          </p:cNvPr>
          <p:cNvSpPr txBox="1"/>
          <p:nvPr/>
        </p:nvSpPr>
        <p:spPr>
          <a:xfrm>
            <a:off x="11384280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432</a:t>
            </a:r>
          </a:p>
        </p:txBody>
      </p:sp>
    </p:spTree>
    <p:extLst>
      <p:ext uri="{BB962C8B-B14F-4D97-AF65-F5344CB8AC3E}">
        <p14:creationId xmlns:p14="http://schemas.microsoft.com/office/powerpoint/2010/main" val="1128223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ED5E6A-2991-4141-900B-08FC08D4DE21}"/>
              </a:ext>
            </a:extLst>
          </p:cNvPr>
          <p:cNvSpPr/>
          <p:nvPr/>
        </p:nvSpPr>
        <p:spPr>
          <a:xfrm>
            <a:off x="0" y="351086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3  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തന്‍സുനുവെ ആദരിയാതെ ദൈവം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   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ശാപമാക്കിയ ദൈവപുത്രനെ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   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വന്‍ ക്രൂശില്‍ തന്‍ പുണ്യാഹ രക്തം ചിന്തി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   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എന്‍ മഹാ പാപഭാരം നീക്കിയ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E4B81C-A7CA-40E9-9D7F-4B89DEFA1EE6}"/>
              </a:ext>
            </a:extLst>
          </p:cNvPr>
          <p:cNvSpPr/>
          <p:nvPr/>
        </p:nvSpPr>
        <p:spPr>
          <a:xfrm>
            <a:off x="0" y="2452693"/>
            <a:ext cx="1182188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പാടും എന്നും എന്നുള്ളം ദൈവമേ </a:t>
            </a:r>
            <a:endParaRPr lang="ml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r>
              <a:rPr lang="ml-I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തുല്യമില്ലാ ഉന്നതൻ നീ (2) </a:t>
            </a:r>
            <a:endParaRPr lang="ml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762385-5759-40DC-8BAD-D92B2B1F879B}"/>
              </a:ext>
            </a:extLst>
          </p:cNvPr>
          <p:cNvSpPr/>
          <p:nvPr/>
        </p:nvSpPr>
        <p:spPr>
          <a:xfrm>
            <a:off x="-1" y="3464598"/>
            <a:ext cx="1201782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3. Than </a:t>
            </a:r>
            <a:r>
              <a:rPr lang="en-US" sz="3400" b="1" dirty="0" err="1">
                <a:solidFill>
                  <a:srgbClr val="002060"/>
                </a:solidFill>
              </a:rPr>
              <a:t>soonuve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aadariyaathe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daivam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Shaapamaakkiya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daivaputhrane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    Van </a:t>
            </a:r>
            <a:r>
              <a:rPr lang="en-US" sz="3400" b="1" dirty="0" err="1">
                <a:solidFill>
                  <a:srgbClr val="002060"/>
                </a:solidFill>
              </a:rPr>
              <a:t>krooshil</a:t>
            </a:r>
            <a:r>
              <a:rPr lang="en-US" sz="3400" b="1" dirty="0">
                <a:solidFill>
                  <a:srgbClr val="002060"/>
                </a:solidFill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</a:rPr>
              <a:t>punhyaaha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raktham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chinthi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mahaa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paapabhaaram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neekkiya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CD5E75-8AF5-4434-8EEA-8AD8DCF0A288}"/>
              </a:ext>
            </a:extLst>
          </p:cNvPr>
          <p:cNvSpPr/>
          <p:nvPr/>
        </p:nvSpPr>
        <p:spPr>
          <a:xfrm>
            <a:off x="4027716" y="5523677"/>
            <a:ext cx="779417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Paadum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ennullham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daivame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Thulyamillaa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unnathan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nee (2) 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537CF6EB-5439-46AF-9D3A-75210CE417DE}"/>
              </a:ext>
            </a:extLst>
          </p:cNvPr>
          <p:cNvSpPr txBox="1"/>
          <p:nvPr/>
        </p:nvSpPr>
        <p:spPr>
          <a:xfrm>
            <a:off x="11384280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432</a:t>
            </a:r>
          </a:p>
        </p:txBody>
      </p:sp>
    </p:spTree>
    <p:extLst>
      <p:ext uri="{BB962C8B-B14F-4D97-AF65-F5344CB8AC3E}">
        <p14:creationId xmlns:p14="http://schemas.microsoft.com/office/powerpoint/2010/main" val="9539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ED5E6A-2991-4141-900B-08FC08D4DE21}"/>
              </a:ext>
            </a:extLst>
          </p:cNvPr>
          <p:cNvSpPr/>
          <p:nvPr/>
        </p:nvSpPr>
        <p:spPr>
          <a:xfrm>
            <a:off x="0" y="351086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4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 വരും വിജയാരവത്തോടെ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വാനത്തില്‍ എന്നെ ചേര്‍ത്തു കൊള്ളുമ്പോള്‍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ആനന്ദത്തിന്‍ കണ്ണീര്‍ കണങ്ങള്‍ വീഴ്ത്തി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ആരാധിചീടും പോന്നു നാഥനെ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E4B81C-A7CA-40E9-9D7F-4B89DEFA1EE6}"/>
              </a:ext>
            </a:extLst>
          </p:cNvPr>
          <p:cNvSpPr/>
          <p:nvPr/>
        </p:nvSpPr>
        <p:spPr>
          <a:xfrm>
            <a:off x="0" y="2452693"/>
            <a:ext cx="1182188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പാടും എന്നും എന്നുള്ളം ദൈവമേ </a:t>
            </a:r>
            <a:endParaRPr lang="ml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r>
              <a:rPr lang="ml-I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തുല്യമില്ലാ ഉന്നതൻ നീ (2) </a:t>
            </a:r>
            <a:endParaRPr lang="ml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762385-5759-40DC-8BAD-D92B2B1F879B}"/>
              </a:ext>
            </a:extLst>
          </p:cNvPr>
          <p:cNvSpPr/>
          <p:nvPr/>
        </p:nvSpPr>
        <p:spPr>
          <a:xfrm>
            <a:off x="-1" y="3464598"/>
            <a:ext cx="1201782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4. </a:t>
            </a:r>
            <a:r>
              <a:rPr lang="en-US" sz="3400" b="1" dirty="0" err="1">
                <a:solidFill>
                  <a:srgbClr val="002060"/>
                </a:solidFill>
              </a:rPr>
              <a:t>Yeshu</a:t>
            </a:r>
            <a:r>
              <a:rPr lang="en-US" sz="3400" b="1" dirty="0">
                <a:solidFill>
                  <a:srgbClr val="002060"/>
                </a:solidFill>
              </a:rPr>
              <a:t> varum </a:t>
            </a:r>
            <a:r>
              <a:rPr lang="en-US" sz="3400" b="1" dirty="0" err="1">
                <a:solidFill>
                  <a:srgbClr val="002060"/>
                </a:solidFill>
              </a:rPr>
              <a:t>vijayaaravaththode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Vaanaththil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cherththu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kollhumbolh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Aanandaththin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kannheer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kannhangalh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veezthi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Aaradhicheedum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ponnu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naadhane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CD5E75-8AF5-4434-8EEA-8AD8DCF0A288}"/>
              </a:ext>
            </a:extLst>
          </p:cNvPr>
          <p:cNvSpPr/>
          <p:nvPr/>
        </p:nvSpPr>
        <p:spPr>
          <a:xfrm>
            <a:off x="4027716" y="5523677"/>
            <a:ext cx="7794171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Paadum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ennullham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daivame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Thulyamillaa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unnathan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nee (2) 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8B45322-02AC-4FB8-ADBD-5C37004229B9}"/>
              </a:ext>
            </a:extLst>
          </p:cNvPr>
          <p:cNvSpPr txBox="1"/>
          <p:nvPr/>
        </p:nvSpPr>
        <p:spPr>
          <a:xfrm>
            <a:off x="11384280" y="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432</a:t>
            </a:r>
          </a:p>
        </p:txBody>
      </p:sp>
    </p:spTree>
    <p:extLst>
      <p:ext uri="{BB962C8B-B14F-4D97-AF65-F5344CB8AC3E}">
        <p14:creationId xmlns:p14="http://schemas.microsoft.com/office/powerpoint/2010/main" val="2991558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210</Words>
  <Application>Microsoft Office PowerPoint</Application>
  <PresentationFormat>Widescreen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Kartika</vt:lpstr>
      <vt:lpstr>Office Theme</vt:lpstr>
      <vt:lpstr>432 എൻ കർത്താവേ നിൻ കരങ്ങൾ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 karthave nin karangal nirmicha</dc:title>
  <dc:creator>Acsah Mathews</dc:creator>
  <cp:lastModifiedBy>Acsah Mathews</cp:lastModifiedBy>
  <cp:revision>3</cp:revision>
  <dcterms:created xsi:type="dcterms:W3CDTF">2018-11-27T19:16:35Z</dcterms:created>
  <dcterms:modified xsi:type="dcterms:W3CDTF">2018-11-27T19:56:23Z</dcterms:modified>
</cp:coreProperties>
</file>