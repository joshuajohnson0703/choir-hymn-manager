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70" r:id="rId3"/>
    <p:sldId id="274" r:id="rId4"/>
    <p:sldId id="275" r:id="rId5"/>
    <p:sldId id="276" r:id="rId6"/>
    <p:sldId id="277" r:id="rId7"/>
    <p:sldId id="278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324" autoAdjust="0"/>
    <p:restoredTop sz="94660"/>
  </p:normalViewPr>
  <p:slideViewPr>
    <p:cSldViewPr>
      <p:cViewPr varScale="1">
        <p:scale>
          <a:sx n="37" d="100"/>
          <a:sy n="37" d="100"/>
        </p:scale>
        <p:origin x="60" y="94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31993C-87E0-43C2-83C6-08E2067E8C8E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9B7AC9-1F8E-470B-A6E0-92A2B6D873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3CD6AD-5C5F-4E84-861D-C4BC94983DDD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95AB70-C095-4376-99E3-F8C689D7D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5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A2B618-1878-475D-B770-BCD997C0D9C8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770E8A-CE78-4059-8040-068DD63142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928C4A-F498-4269-93DB-9CD4A4899E05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81D1AF-C4B3-4E26-9EC5-1A36A145DC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B66EAE-D886-41BD-9872-F8542A3F9C84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73A361-FB76-4B3E-B6E6-B1598562F2B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D1D13B-2F15-4CA8-8B93-65D19114B7DE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62705E-DBAC-4145-B3BC-A9566EFF10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31EBEE-5F77-49C5-9907-743DC6940E72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7AFA72-80F8-4DDD-8FEB-7CE9FD1FC8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E4CEFC-C101-4F45-A032-D8A6DC0D8B33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CB0FDA-3A10-4FAC-9E97-0517E6838B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2EA0CF-44A4-4542-A2A4-9EB35243A3DB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77FAFC-DABC-4B6E-9715-5303B7CECE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53440E-2443-4CB0-B2F0-A1DE515B0D53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7BB6D7-44D9-4F3B-BC56-8B2C1AC22B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CEA28B-0278-4BCE-967C-97A56614AB44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945AE8-8BF0-4688-8400-4D7F2B743EF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739123F-DD8F-433C-93B2-D5B85A3821CF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6B71B20-F632-4FDB-A4F3-842B5DB30A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30B2A-4D78-4D99-8EFC-BBDA37ABD9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44</a:t>
            </a:r>
            <a:br>
              <a:rPr lang="en-US" dirty="0"/>
            </a:br>
            <a:r>
              <a:rPr lang="ml-IN" sz="4800" b="1" dirty="0">
                <a:latin typeface="Kartika" panose="02020503030404060203" pitchFamily="18" charset="0"/>
              </a:rPr>
              <a:t>യേശുവിൻ നാമം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4219B7-86AD-4730-ADC1-9AF189ED45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Yeshuvin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naamam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456507823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206845"/>
            <a:ext cx="12192000" cy="2590800"/>
          </a:xfrm>
        </p:spPr>
        <p:txBody>
          <a:bodyPr anchor="t"/>
          <a:lstStyle/>
          <a:p>
            <a:pPr algn="l" defTabSz="463550">
              <a:defRPr/>
            </a:pP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		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യേശുവിൻ നാമം മധുരിമ നാമം</a:t>
            </a:r>
            <a:b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			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ഇണയില്ലാ നാമം ഇമ്പനാമം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പാപത്തിൻ ഭാരവും ശാപവും നീക്കും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പരമസന്തോഷം ഏകിടും നാമം</a:t>
            </a:r>
            <a:r>
              <a:rPr lang="en-US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  (2)				-  </a:t>
            </a:r>
            <a:r>
              <a:rPr lang="ml-IN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യേശു</a:t>
            </a:r>
            <a:r>
              <a:rPr lang="en-US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….</a:t>
            </a:r>
            <a:endParaRPr lang="ml-IN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44200" y="0"/>
            <a:ext cx="1447800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+mn-lt"/>
                <a:cs typeface="+mn-cs"/>
              </a:rPr>
              <a:t>044</a:t>
            </a:r>
            <a:endParaRPr lang="en-US" sz="1600" b="1" dirty="0"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6DB576-A714-472D-8205-7DA9EA16E608}"/>
              </a:ext>
            </a:extLst>
          </p:cNvPr>
          <p:cNvSpPr/>
          <p:nvPr/>
        </p:nvSpPr>
        <p:spPr>
          <a:xfrm>
            <a:off x="23948" y="3004490"/>
            <a:ext cx="12168051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Yeshuvin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madhurima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Inhayillaa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imbanaamam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1. Paapaththin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bhaaravum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shaapavum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neekkum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pt-BR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 Parama santhosham ekidum naamam	(2)		-Yeshu...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838200"/>
            <a:ext cx="12192000" cy="1295400"/>
          </a:xfrm>
        </p:spPr>
        <p:txBody>
          <a:bodyPr anchor="t"/>
          <a:lstStyle/>
          <a:p>
            <a:pPr algn="l" defTabSz="463550">
              <a:defRPr/>
            </a:pP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 പരിമള തൈലംപോൽ യേശുവിൻ നാമം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പാരെങ്ങും വാസന വീശിടും നാമം</a:t>
            </a:r>
            <a:r>
              <a:rPr lang="en-US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 	</a:t>
            </a:r>
            <a:r>
              <a:rPr lang="en-US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(2)	</a:t>
            </a:r>
            <a:endParaRPr lang="ml-IN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44200" y="0"/>
            <a:ext cx="1447800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+mn-lt"/>
                <a:cs typeface="+mn-cs"/>
              </a:rPr>
              <a:t>044</a:t>
            </a:r>
            <a:endParaRPr lang="en-US" sz="1600" b="1" dirty="0"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6DB576-A714-472D-8205-7DA9EA16E608}"/>
              </a:ext>
            </a:extLst>
          </p:cNvPr>
          <p:cNvSpPr/>
          <p:nvPr/>
        </p:nvSpPr>
        <p:spPr>
          <a:xfrm>
            <a:off x="0" y="3657600"/>
            <a:ext cx="12168051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2. Parimala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thailampol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Yeshuvin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Paarengum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vaasana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veeshidum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	(2)</a:t>
            </a:r>
          </a:p>
          <a:p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Yeshuvin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madhurima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Inhayillaa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imbanaamam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2200EF-09DF-42BA-B3DA-DC48C82A4C4C}"/>
              </a:ext>
            </a:extLst>
          </p:cNvPr>
          <p:cNvSpPr/>
          <p:nvPr/>
        </p:nvSpPr>
        <p:spPr>
          <a:xfrm>
            <a:off x="4114800" y="2033081"/>
            <a:ext cx="70866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യേശുവിൻ നാമം മധുരിമ നാമം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ഇണയില്ലാ നാമം ഇമ്പനാമം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75811654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838200"/>
            <a:ext cx="12192000" cy="1295400"/>
          </a:xfrm>
        </p:spPr>
        <p:txBody>
          <a:bodyPr anchor="t"/>
          <a:lstStyle/>
          <a:p>
            <a:pPr algn="l" defTabSz="463550">
              <a:defRPr/>
            </a:pP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 വാനിലും  ഭൂവിലും  മേലായ നാമം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	വാനവര്‍ വാഴ്ത്തിടും  യേശുവിന്‍ നാമം </a:t>
            </a:r>
            <a:r>
              <a:rPr lang="en-US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(2)	</a:t>
            </a:r>
            <a:endParaRPr lang="ml-IN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44200" y="0"/>
            <a:ext cx="1447800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+mn-lt"/>
                <a:cs typeface="+mn-cs"/>
              </a:rPr>
              <a:t>044</a:t>
            </a:r>
            <a:endParaRPr lang="en-US" sz="1600" b="1" dirty="0"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6DB576-A714-472D-8205-7DA9EA16E608}"/>
              </a:ext>
            </a:extLst>
          </p:cNvPr>
          <p:cNvSpPr/>
          <p:nvPr/>
        </p:nvSpPr>
        <p:spPr>
          <a:xfrm>
            <a:off x="0" y="3657600"/>
            <a:ext cx="12168051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3. Vaanilum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bhoovilum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melaaya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Vaanavar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vaazhthidum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Yeshuvin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(2)</a:t>
            </a:r>
          </a:p>
          <a:p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Yeshuvin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madhurima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Inhayillaa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imbanaamam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2200EF-09DF-42BA-B3DA-DC48C82A4C4C}"/>
              </a:ext>
            </a:extLst>
          </p:cNvPr>
          <p:cNvSpPr/>
          <p:nvPr/>
        </p:nvSpPr>
        <p:spPr>
          <a:xfrm>
            <a:off x="4114800" y="2033081"/>
            <a:ext cx="70866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യേശുവിൻ നാമം മധുരിമ നാമം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ഇണയില്ലാ നാമം ഇമ്പനാമം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3065719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838200"/>
            <a:ext cx="12192000" cy="1295400"/>
          </a:xfrm>
        </p:spPr>
        <p:txBody>
          <a:bodyPr anchor="t"/>
          <a:lstStyle/>
          <a:p>
            <a:pPr algn="l" defTabSz="463550">
              <a:defRPr/>
            </a:pP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r>
              <a:rPr lang="ml-IN" sz="3200" b="1" spc="-100" dirty="0">
                <a:latin typeface="Kartika" panose="02020503030404060203" pitchFamily="18" charset="0"/>
                <a:cs typeface="Kartika" panose="02020503030404060203" pitchFamily="18" charset="0"/>
              </a:rPr>
              <a:t>വഗ്ദത്ത മഖിലവും നൽകിടും നാമം</a:t>
            </a:r>
            <a:br>
              <a:rPr lang="ml-IN" sz="3200" b="1" spc="-1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spc="-10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spc="-100" dirty="0">
                <a:latin typeface="Kartika" panose="02020503030404060203" pitchFamily="18" charset="0"/>
                <a:cs typeface="Kartika" panose="02020503030404060203" pitchFamily="18" charset="0"/>
              </a:rPr>
              <a:t>അശ്രിതർക്കാലംബ ദായക നാമം </a:t>
            </a:r>
            <a:r>
              <a:rPr lang="en-US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(2)	</a:t>
            </a:r>
            <a:endParaRPr lang="ml-IN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44200" y="0"/>
            <a:ext cx="1447800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+mn-lt"/>
                <a:cs typeface="+mn-cs"/>
              </a:rPr>
              <a:t>044</a:t>
            </a:r>
            <a:endParaRPr lang="en-US" sz="1600" b="1" dirty="0"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6DB576-A714-472D-8205-7DA9EA16E608}"/>
              </a:ext>
            </a:extLst>
          </p:cNvPr>
          <p:cNvSpPr/>
          <p:nvPr/>
        </p:nvSpPr>
        <p:spPr>
          <a:xfrm>
            <a:off x="0" y="3657600"/>
            <a:ext cx="12168051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4. Vaagdaththa-makhilavum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nalkeedum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Aashritharkkaalamba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daayaka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(2)</a:t>
            </a:r>
          </a:p>
          <a:p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Yeshuvin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madhurima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Inhayillaa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imbanaamam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2200EF-09DF-42BA-B3DA-DC48C82A4C4C}"/>
              </a:ext>
            </a:extLst>
          </p:cNvPr>
          <p:cNvSpPr/>
          <p:nvPr/>
        </p:nvSpPr>
        <p:spPr>
          <a:xfrm>
            <a:off x="4114800" y="2033081"/>
            <a:ext cx="70866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യേശുവിൻ നാമം മധുരിമ നാമം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ഇണയില്ലാ നാമം ഇമ്പനാമം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86208693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838200"/>
            <a:ext cx="12192000" cy="1295400"/>
          </a:xfrm>
        </p:spPr>
        <p:txBody>
          <a:bodyPr anchor="t"/>
          <a:lstStyle/>
          <a:p>
            <a:pPr algn="l" defTabSz="463550">
              <a:defRPr/>
            </a:pP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5	</a:t>
            </a:r>
            <a:r>
              <a:rPr lang="ml-IN" sz="3200" b="1" spc="-100" dirty="0">
                <a:latin typeface="Kartika" panose="02020503030404060203" pitchFamily="18" charset="0"/>
                <a:cs typeface="Kartika" panose="02020503030404060203" pitchFamily="18" charset="0"/>
              </a:rPr>
              <a:t> മുഴങ്കാലുകൾ എല്ലാം മടങ്ങിടും നാമം</a:t>
            </a:r>
            <a:br>
              <a:rPr lang="ml-IN" sz="3200" b="1" spc="-1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എവരും ഒരുപോല്‍ വണങ്ങിടും നാമം</a:t>
            </a:r>
            <a:r>
              <a:rPr lang="en-US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en-US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(2)	</a:t>
            </a:r>
            <a:endParaRPr lang="ml-IN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44200" y="0"/>
            <a:ext cx="1447800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+mn-lt"/>
                <a:cs typeface="+mn-cs"/>
              </a:rPr>
              <a:t>044</a:t>
            </a:r>
            <a:endParaRPr lang="en-US" sz="1600" b="1" dirty="0"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6DB576-A714-472D-8205-7DA9EA16E608}"/>
              </a:ext>
            </a:extLst>
          </p:cNvPr>
          <p:cNvSpPr/>
          <p:nvPr/>
        </p:nvSpPr>
        <p:spPr>
          <a:xfrm>
            <a:off x="0" y="3657600"/>
            <a:ext cx="12168051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5. Muzhankaalukalh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ellaam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madangeedum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Evarum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orupol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vanhangeedum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(2)</a:t>
            </a:r>
          </a:p>
          <a:p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Yeshuvin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madhurima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Inhayillaa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imbanaamam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2200EF-09DF-42BA-B3DA-DC48C82A4C4C}"/>
              </a:ext>
            </a:extLst>
          </p:cNvPr>
          <p:cNvSpPr/>
          <p:nvPr/>
        </p:nvSpPr>
        <p:spPr>
          <a:xfrm>
            <a:off x="4114800" y="2033081"/>
            <a:ext cx="70866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യേശുവിൻ നാമം മധുരിമ നാമം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ഇണയില്ലാ നാമം ഇമ്പനാമം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408920500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838200"/>
            <a:ext cx="12192000" cy="1295400"/>
          </a:xfrm>
        </p:spPr>
        <p:txBody>
          <a:bodyPr anchor="t"/>
          <a:lstStyle/>
          <a:p>
            <a:pPr algn="l" defTabSz="463550">
              <a:defRPr/>
            </a:pP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6	</a:t>
            </a:r>
            <a:r>
              <a:rPr lang="ml-IN" sz="3200" b="1" spc="-1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100" dirty="0"/>
              <a:t>എത്ര മഹാത്ഭുതം യേശുവിൻ നാമം</a:t>
            </a:r>
            <a:br>
              <a:rPr lang="ml-IN" sz="3200" b="1" spc="-100" dirty="0"/>
            </a:br>
            <a:r>
              <a:rPr lang="en-US" sz="3200" b="1" spc="-100" dirty="0"/>
              <a:t>	</a:t>
            </a:r>
            <a:r>
              <a:rPr lang="ml-IN" sz="3200" b="1" spc="-300" dirty="0"/>
              <a:t>പരിശുദ്ധൻ പരിശുദ്ധൻ പരിശുദ്ധ നാമം</a:t>
            </a:r>
            <a:r>
              <a:rPr lang="en-US" sz="3200" b="1" spc="-300" dirty="0"/>
              <a:t> </a:t>
            </a:r>
            <a:r>
              <a:rPr lang="en-US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(2)	</a:t>
            </a:r>
            <a:endParaRPr lang="ml-IN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44200" y="0"/>
            <a:ext cx="1447800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+mn-lt"/>
                <a:cs typeface="+mn-cs"/>
              </a:rPr>
              <a:t>044</a:t>
            </a:r>
            <a:endParaRPr lang="en-US" sz="1600" b="1" dirty="0"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6DB576-A714-472D-8205-7DA9EA16E608}"/>
              </a:ext>
            </a:extLst>
          </p:cNvPr>
          <p:cNvSpPr/>
          <p:nvPr/>
        </p:nvSpPr>
        <p:spPr>
          <a:xfrm>
            <a:off x="0" y="3657600"/>
            <a:ext cx="12168051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6.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Ethra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mahaathbhutham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Yeshuvin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Parishudhdhan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parishudhdhan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parishudhdha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(2)</a:t>
            </a:r>
          </a:p>
          <a:p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Yeshuvin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madhurima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Inhayillaa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imbanaamam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2200EF-09DF-42BA-B3DA-DC48C82A4C4C}"/>
              </a:ext>
            </a:extLst>
          </p:cNvPr>
          <p:cNvSpPr/>
          <p:nvPr/>
        </p:nvSpPr>
        <p:spPr>
          <a:xfrm>
            <a:off x="4114800" y="2033081"/>
            <a:ext cx="70866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യേശുവിൻ നാമം മധുരിമ നാമം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ഇണയില്ലാ നാമം ഇമ്പനാമം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79316562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85</Words>
  <Application>Microsoft Office PowerPoint</Application>
  <PresentationFormat>Widescreen</PresentationFormat>
  <Paragraphs>49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Kartika</vt:lpstr>
      <vt:lpstr>Office Theme</vt:lpstr>
      <vt:lpstr>44 യേശുവിൻ നാമം</vt:lpstr>
      <vt:lpstr>    യേശുവിൻ നാമം മധുരിമ നാമം     ഇണയില്ലാ നാമം ഇമ്പനാമം  1 പാപത്തിൻ ഭാരവും ശാപവും നീക്കും  പരമസന്തോഷം ഏകിടും നാമം   (2)    -  യേശു….</vt:lpstr>
      <vt:lpstr>2  പരിമള തൈലംപോൽ യേശുവിൻ നാമം  പാരെങ്ങും വാസന വീശിടും നാമം   (2) </vt:lpstr>
      <vt:lpstr>3  വാനിലും  ഭൂവിലും  മേലായ നാമം   വാനവര്‍ വാഴ്ത്തിടും  യേശുവിന്‍ നാമം  (2) </vt:lpstr>
      <vt:lpstr>4 വഗ്ദത്ത മഖിലവും നൽകിടും നാമം  അശ്രിതർക്കാലംബ ദായക നാമം  (2) </vt:lpstr>
      <vt:lpstr>5  മുഴങ്കാലുകൾ എല്ലാം മടങ്ങിടും നാമം  എവരും ഒരുപോല്‍ വണങ്ങിടും നാമം  (2) </vt:lpstr>
      <vt:lpstr>6  എത്ര മഹാത്ഭുതം യേശുവിൻ നാമം  പരിശുദ്ധൻ പരിശുദ്ധൻ പരിശുദ്ധ നാമം  (2)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Yeshuvin naamam madhurima naamam</dc:title>
  <dc:creator>Digital Input:;GM JOHN</dc:creator>
  <cp:lastModifiedBy>Acsah Mathews</cp:lastModifiedBy>
  <cp:revision>89</cp:revision>
  <dcterms:created xsi:type="dcterms:W3CDTF">2013-04-25T00:28:25Z</dcterms:created>
  <dcterms:modified xsi:type="dcterms:W3CDTF">2018-10-26T18:33:29Z</dcterms:modified>
</cp:coreProperties>
</file>