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EE815-AD55-423C-B2A2-3003C2ACDD2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65E17-20BF-4513-B897-01159ABE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49885-5E11-454E-A45A-6A2CD405BEE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4DAB28-68E3-4536-9D91-282D59A664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8AF1-8B44-4221-8A5B-7F904D0AE51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11AFE-9B0C-451E-9AC4-932C70EFA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9286D-DF21-4946-B1B5-ED4F9F8E0AD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05650-AD16-47B1-82FB-4AC3A3192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1C011-C6D9-4F26-8096-EA009428618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3DA83-5B0D-4F8F-86E9-3476B7AA5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3C8B6-6740-4D4E-AACE-2457539D8BD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6DFB0-A7AA-457E-95F3-5F16C2F816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EC891-70CA-4BDE-9887-0969B13F5CC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C4131-BFED-4EF2-BB7C-1948D9002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BD795-D463-48BB-99C0-CB481AE1125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2BB74-1D6A-42A9-8D25-933277F395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91695-F376-46FF-BFE0-5EE5A58B9B4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CEDBA-285C-41BF-AC44-B8D539BD08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DC215-1444-49D6-BB07-3767844CD4A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88937-0291-45F8-BD31-3F563B13FB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4D034-BB8D-46C1-93F8-422D468B45E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AA954-4C15-466A-A69C-0B82137AB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154C672-7705-4BF1-BCC3-D0BABBDCB99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F8758C-8ECB-43DA-8088-232F1A04A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473E-BB4B-4270-A67C-8324CEF13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351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ദൈവകൃപമനോഹരമേ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4DC3E-2643-45A5-BD0C-126863DE1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Daiva </a:t>
            </a:r>
            <a:r>
              <a:rPr lang="en-US" sz="4000" b="1" dirty="0" err="1">
                <a:solidFill>
                  <a:srgbClr val="002060"/>
                </a:solidFill>
              </a:rPr>
              <a:t>kripa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manoharame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355CED-1B72-4BC1-B181-C975F43C0F98}"/>
              </a:ext>
            </a:extLst>
          </p:cNvPr>
          <p:cNvSpPr/>
          <p:nvPr/>
        </p:nvSpPr>
        <p:spPr>
          <a:xfrm>
            <a:off x="1525022" y="4770357"/>
            <a:ext cx="2513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(പി. വി. തൊമ്മി)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D3B23-F1E2-4771-8432-6C9B01CC221D}"/>
              </a:ext>
            </a:extLst>
          </p:cNvPr>
          <p:cNvSpPr/>
          <p:nvPr/>
        </p:nvSpPr>
        <p:spPr>
          <a:xfrm>
            <a:off x="8001000" y="4770357"/>
            <a:ext cx="1915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(P. V.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Thommi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879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286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ദൈവകൃപമനോഹരമേ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പ്രാണനായകൻ എനിക്കു ചെയ്യുന്ന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0" y="3501225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21081"/>
            <a:ext cx="12192000" cy="244413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പാപിയായിരുന്ന - എന്‍റെ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കഠിനപാപങ്ങള്‍ മോചനം ചെയ്ത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ശത്രുവായിരുന്ന എന്നെ -നിന്‍റെ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പുത്രനാക്കി നീ തീര്‍ത്ത നിന്‍ കൃപ എത്ര മനോഹരമേ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304800" y="3787141"/>
            <a:ext cx="11887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Kodum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paapiyaayirunna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Kadina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Shathruvaayirunna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Puthranaakki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3017C-7E71-43CD-8D02-46BD1597427D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35128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286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ദൈവകൃപമനോഹരമേ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പ്രാണനായകൻ എനിക്കു ചെയ്യുന്ന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0" y="3501225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0413345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21081"/>
            <a:ext cx="12192000" cy="244413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പല പീഡകളെതിര്‍ത്തു-വരും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കാലമെനിക്കു സഹിഷ്ണുത തരും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കൃപമനോഹരമേ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ബലഹീന നാകുമെന്നില്‍-കരളലിഞ്ഞ</a:t>
            </a:r>
            <a:r>
              <a:rPr lang="en-US" sz="3400" b="1" dirty="0">
                <a:latin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നുദിനം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താങ്ങിടും കൃപ എത്ര മനോഹരമേ!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304800" y="3787141"/>
            <a:ext cx="11887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peedakalhethirthu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varum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sahishnhatha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Balaheenan-aakumennil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karalhalinja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nudinam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thaangidum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3017C-7E71-43CD-8D02-46BD1597427D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38377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286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ദൈവകൃപമനോഹരമേ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പ്രാണനായകൻ എനിക്കു ചെയ്യുന്ന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0" y="3501225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0198149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21081"/>
            <a:ext cx="12192000" cy="244413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നാശ ലോകം തന്നിലെന്നെ-സൽപ്ര-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കാശ മായ് നടത്തിടും നിന്‍ കൃപ എത്ര മനോഹരമേ!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അരി സഞ്ചയ നടുവില്‍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തിരുച്ചിറകുള്ളില്‍ മറച്ചു കാക്കുന്ന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കൃപ മനോഹരമേ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304800" y="3787141"/>
            <a:ext cx="11887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salpra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Kaashamaai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Arisanchaya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Thiruchirakullhil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3017C-7E71-43CD-8D02-46BD1597427D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907919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286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ദൈവകൃപമനോഹരമേ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പ്രാണനായകൻ എനിക്കു ചെയ്യുന്ന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0" y="3501225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5584628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21081"/>
            <a:ext cx="12192000" cy="244413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ചതി നിറഞ്ഞ ലോകമതില്‍- നിന്‍റെ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പുതുജീവനില്‍ ഞാന്‍ സ്ഥിതി ചെയവാന്‍</a:t>
            </a:r>
            <a:r>
              <a:rPr lang="en-US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കൃപയധികം നല്‍കണമെ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പരിശ്രമത്തിനാലെയൊന്നും-എന്നാല്‍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 നാഥനേ കഴികയില്ല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കൃപ ചൊരിയണമേ!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304800" y="3787141"/>
            <a:ext cx="11887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Puthujeevanil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sthithi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kripyadhikam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Parishramaththinaale-yonnum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kazhikayilla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choriyanhame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3017C-7E71-43CD-8D02-46BD1597427D}"/>
              </a:ext>
            </a:extLst>
          </p:cNvPr>
          <p:cNvSpPr txBox="1"/>
          <p:nvPr/>
        </p:nvSpPr>
        <p:spPr>
          <a:xfrm>
            <a:off x="0" y="381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688031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2860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ദൈവകൃപമനോഹരമേ എന്‍റെ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പ്രാണനായകൻ എനിക്കു ചെയ്യുന്ന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കൃപമനോഹരമേ!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E75C3-CEA5-411F-842E-E958AB5B07A0}"/>
              </a:ext>
            </a:extLst>
          </p:cNvPr>
          <p:cNvSpPr/>
          <p:nvPr/>
        </p:nvSpPr>
        <p:spPr>
          <a:xfrm>
            <a:off x="0" y="3501225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55684856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200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351 ദൈവകൃപമനോഹരമേ</vt:lpstr>
      <vt:lpstr>ദൈവകൃപമനോഹരമേ എന്‍റെ പ്രാണനായകൻ എനിക്കു ചെയ്യുന്ന കൃപമനോഹരമേ!</vt:lpstr>
      <vt:lpstr>കൊടും പാപിയായിരുന്ന - എന്‍റെ കഠിനപാപങ്ങള്‍ മോചനം ചെയ്ത കൃപമനോഹരമേ! ശത്രുവായിരുന്ന എന്നെ -നിന്‍റെ പുത്രനാക്കി നീ തീര്‍ത്ത നിന്‍ കൃപ എത്ര മനോഹരമേ</vt:lpstr>
      <vt:lpstr>ദൈവകൃപമനോഹരമേ എന്‍റെ പ്രാണനായകൻ എനിക്കു ചെയ്യുന്ന കൃപമനോഹരമേ!</vt:lpstr>
      <vt:lpstr>പല പീഡകളെതിര്‍ത്തു-വരും കാലമെനിക്കു സഹിഷ്ണുത തരും കൃപമനോഹരമേ ബലഹീന നാകുമെന്നില്‍-കരളലിഞ്ഞ- നുദിനം താങ്ങിടും കൃപ എത്ര മനോഹരമേ!</vt:lpstr>
      <vt:lpstr>ദൈവകൃപമനോഹരമേ എന്‍റെ പ്രാണനായകൻ എനിക്കു ചെയ്യുന്ന കൃപമനോഹരമേ!</vt:lpstr>
      <vt:lpstr>നാശ ലോകം തന്നിലെന്നെ-സൽപ്ര- കാശ മായ് നടത്തിടും നിന്‍ കൃപ എത്ര മനോഹരമേ! അരി സഞ്ചയ നടുവില്‍ - എന്നെ തിരുച്ചിറകുള്ളില്‍ മറച്ചു കാക്കുന്ന കൃപ മനോഹരമേ</vt:lpstr>
      <vt:lpstr>ദൈവകൃപമനോഹരമേ എന്‍റെ പ്രാണനായകൻ എനിക്കു ചെയ്യുന്ന കൃപമനോഹരമേ!</vt:lpstr>
      <vt:lpstr>ചതി നിറഞ്ഞ ലോകമതില്‍- നിന്‍റെ പുതുജീവനില്‍ ഞാന്‍ സ്ഥിതി ചെയവാന്‍ കൃപയധികം നല്‍കണമെ  പരിശ്രമത്തിനാലെയൊന്നും-എന്നാല്‍ പരമ നാഥനേ കഴികയില്ല നിന്‍ കൃപ ചൊരിയണമേ!</vt:lpstr>
      <vt:lpstr>ദൈവകൃപമനോഹരമേ എന്‍റെ പ്രാണനായകൻ എനിക്കു ചെയ്യുന്ന കൃപമനോഹരമേ!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Daivakripa manoharame</dc:title>
  <dc:creator>Digital Input:; GM JOHN; Acsah Mathews</dc:creator>
  <cp:lastModifiedBy>Acsah Mathews</cp:lastModifiedBy>
  <cp:revision>328</cp:revision>
  <dcterms:created xsi:type="dcterms:W3CDTF">2013-04-19T09:19:07Z</dcterms:created>
  <dcterms:modified xsi:type="dcterms:W3CDTF">2018-11-20T19:24:00Z</dcterms:modified>
</cp:coreProperties>
</file>