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5" r:id="rId2"/>
    <p:sldId id="270" r:id="rId3"/>
    <p:sldId id="278" r:id="rId4"/>
    <p:sldId id="279" r:id="rId5"/>
    <p:sldId id="286" r:id="rId6"/>
    <p:sldId id="280" r:id="rId7"/>
    <p:sldId id="287" r:id="rId8"/>
    <p:sldId id="281" r:id="rId9"/>
    <p:sldId id="288" r:id="rId10"/>
    <p:sldId id="282" r:id="rId11"/>
    <p:sldId id="289" r:id="rId12"/>
    <p:sldId id="283" r:id="rId13"/>
    <p:sldId id="290" r:id="rId14"/>
    <p:sldId id="284" r:id="rId15"/>
    <p:sldId id="291" r:id="rId1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66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D8D61C-1390-4576-AA74-2DF0072F6EB6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0482F2-3DBF-48EE-BC5C-D8C6CB2130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23DEAD-E201-4B19-AB50-26010756C2CE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2C9FC1-779B-4259-B1D8-1C112FA294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3C8DF7-9E31-4921-ACBD-DADCBADA3D18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4282DD-F86C-4453-B8E0-045EFCE087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8BE632-3695-4164-A8B2-0034B76D334C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781B6D-440C-455A-95B2-1392A929AD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58F052-9ED3-4CE4-959B-BF17A287BCE5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366EAB-98BF-4ADB-962A-9CE6690245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36C4D1-5750-44F2-880A-FB6A278D4CED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C04848-79AF-4430-8CA4-B2C5E08F1E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2EA88-BD13-4094-BE1B-F39F5754D92E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8701C2-C273-4DC3-B4C4-C093ACA2B0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5FE5E5-B2E4-4387-B948-E3D044ECC03F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727932-B895-479F-B0FA-2A8E89AB63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DF107E-B659-4F1F-806D-CBD3196E7167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F8D792-E0A9-4910-AD2B-C904DB2AFA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8B13D4-35F1-46CA-ABCA-8C0AD08CBF9D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631FE8-C297-4340-8378-626D8AA129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3000E9-1EA3-488A-8D41-4526394149EE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187FB7-40AC-4189-8161-0D6DA76017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D2D4476-37A2-4AA0-A522-25D3D49EBF1C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C370183-69B2-4EFC-9201-C20E1C7C52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3F97C-0DD8-44CE-92B6-A61556BDB5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203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ദൈവമേ നിൻ അറിവാലെ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1D6D0E-F2EA-4264-B334-77C1BF917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470025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Daivamey Nin </a:t>
            </a:r>
            <a:r>
              <a:rPr lang="en-US" sz="4000" b="1" dirty="0" err="1">
                <a:solidFill>
                  <a:schemeClr val="tx2"/>
                </a:solidFill>
              </a:rPr>
              <a:t>arivaaley</a:t>
            </a:r>
            <a:endParaRPr lang="en-US" sz="4000" dirty="0"/>
          </a:p>
          <a:p>
            <a:r>
              <a:rPr lang="en-US" sz="4000" i="1" dirty="0"/>
              <a:t>Tune: How I Praise Thee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F32AA7-06B5-48A3-8C7A-E804B2513DD4}"/>
              </a:ext>
            </a:extLst>
          </p:cNvPr>
          <p:cNvSpPr/>
          <p:nvPr/>
        </p:nvSpPr>
        <p:spPr>
          <a:xfrm>
            <a:off x="2667000" y="5356225"/>
            <a:ext cx="16690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(വി. നാഗൽ)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D3209A-C5E1-41B8-AA12-CD816994384E}"/>
              </a:ext>
            </a:extLst>
          </p:cNvPr>
          <p:cNvSpPr/>
          <p:nvPr/>
        </p:nvSpPr>
        <p:spPr>
          <a:xfrm>
            <a:off x="9096828" y="5924549"/>
            <a:ext cx="1266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(V. </a:t>
            </a:r>
            <a:r>
              <a:rPr lang="en-US" dirty="0" err="1">
                <a:solidFill>
                  <a:srgbClr val="000000"/>
                </a:solidFill>
              </a:rPr>
              <a:t>Nagal</a:t>
            </a:r>
            <a:r>
              <a:rPr lang="en-US" dirty="0">
                <a:solidFill>
                  <a:srgbClr val="000000"/>
                </a:solidFill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41009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87400" y="1066800"/>
            <a:ext cx="11404600" cy="2811091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ദൈവമേ നിൻ അറിവാലെ-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ഹൃദയം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നിറയ്ക്കുകെ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ജീവനാം നിൻ കൃപയാലെ-</a:t>
            </a:r>
            <a:r>
              <a:rPr lang="en-US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ആത്മക്കൺ തുറക്കുകെ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203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3E355D-2493-4EA5-B7B1-55227DE3EC0F}"/>
              </a:ext>
            </a:extLst>
          </p:cNvPr>
          <p:cNvSpPr/>
          <p:nvPr/>
        </p:nvSpPr>
        <p:spPr>
          <a:xfrm>
            <a:off x="0" y="3661827"/>
            <a:ext cx="10668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Daivamey Nin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arivaaley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Hridayam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niraikkukey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Jeevanaam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kripayaaley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Aathmakkanh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thurakkukey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2E279C-248E-4919-B391-0C9605D4C30E}"/>
              </a:ext>
            </a:extLst>
          </p:cNvPr>
          <p:cNvSpPr txBox="1"/>
          <p:nvPr/>
        </p:nvSpPr>
        <p:spPr>
          <a:xfrm>
            <a:off x="0" y="381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203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E43B63-E81E-4FC1-A456-890D15AA04DD}"/>
              </a:ext>
            </a:extLst>
          </p:cNvPr>
          <p:cNvSpPr/>
          <p:nvPr/>
        </p:nvSpPr>
        <p:spPr>
          <a:xfrm>
            <a:off x="0" y="609600"/>
            <a:ext cx="12192000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ദൈവജ്ഞാനം ശ്രേഷ്ഠ ദാനം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ഭക്തൻ സത്യ സമ്പത്തും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വാഞ്ഛിക്കേണം, കെഞ്ചിടേണം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ക്രിസ്തുവിങ്കൽ കണ്ടെത്തും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A824DA-D3D3-4890-A33B-D0945AA9B10A}"/>
              </a:ext>
            </a:extLst>
          </p:cNvPr>
          <p:cNvSpPr/>
          <p:nvPr/>
        </p:nvSpPr>
        <p:spPr>
          <a:xfrm>
            <a:off x="25400" y="3657600"/>
            <a:ext cx="12166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Daiva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jnjaanam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shreshta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daanam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Bhakthan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sathya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sambaththum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Vaanchikkenham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kenchidenham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Kristhuvinkal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kandeththum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1478953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87400" y="1066800"/>
            <a:ext cx="11404600" cy="2811091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ഒരു ബാലൻ തന്‍റെ പാത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നിർമ്മലമാക്കീടുവാൻ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കരുതേണം നിൻപ്രമാണം-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കേട്ടു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കാത്തു സൂക്ഷിപ്പാൻ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203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3E355D-2493-4EA5-B7B1-55227DE3EC0F}"/>
              </a:ext>
            </a:extLst>
          </p:cNvPr>
          <p:cNvSpPr/>
          <p:nvPr/>
        </p:nvSpPr>
        <p:spPr>
          <a:xfrm>
            <a:off x="0" y="3661827"/>
            <a:ext cx="10668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Oru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baalan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thantey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Nirmalam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aakkeeduvaan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Karuthènham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pramaanham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Kèttu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kaaththu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sookshippaan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2E279C-248E-4919-B391-0C9605D4C30E}"/>
              </a:ext>
            </a:extLst>
          </p:cNvPr>
          <p:cNvSpPr txBox="1"/>
          <p:nvPr/>
        </p:nvSpPr>
        <p:spPr>
          <a:xfrm>
            <a:off x="0" y="381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0699688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203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E43B63-E81E-4FC1-A456-890D15AA04DD}"/>
              </a:ext>
            </a:extLst>
          </p:cNvPr>
          <p:cNvSpPr/>
          <p:nvPr/>
        </p:nvSpPr>
        <p:spPr>
          <a:xfrm>
            <a:off x="0" y="609600"/>
            <a:ext cx="12192000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ദൈവജ്ഞാനം ശ്രേഷ്ഠ ദാനം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ഭക്തൻ സത്യ സമ്പത്തും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വാഞ്ഛിക്കേണം, കെഞ്ചിടേണം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ക്രിസ്തുവിങ്കൽ കണ്ടെത്തും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A824DA-D3D3-4890-A33B-D0945AA9B10A}"/>
              </a:ext>
            </a:extLst>
          </p:cNvPr>
          <p:cNvSpPr/>
          <p:nvPr/>
        </p:nvSpPr>
        <p:spPr>
          <a:xfrm>
            <a:off x="25400" y="3657600"/>
            <a:ext cx="12166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Daiva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jnjaanam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shreshta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daanam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Bhakthan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sathya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sambaththum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Vaanchikkenham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kenchidenham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Kristhuvinkal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kandeththum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8592858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87400" y="1066800"/>
            <a:ext cx="11404600" cy="2811091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തേടിയൊരു ശലോമോനും-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ഈ നിക്ഷേപം ദർശനേ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നേടി കർത്തൻ സുപ്രസാദം-	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കേട്ടു തൻ രഹസ്യത്തെ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203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3E355D-2493-4EA5-B7B1-55227DE3EC0F}"/>
              </a:ext>
            </a:extLst>
          </p:cNvPr>
          <p:cNvSpPr/>
          <p:nvPr/>
        </p:nvSpPr>
        <p:spPr>
          <a:xfrm>
            <a:off x="0" y="3661827"/>
            <a:ext cx="10668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Thèdiyôru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Shalomonum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nikshèpam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darshaney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Nèdi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Karthan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suprasaatham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Kèttu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than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rahasyaththey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2E279C-248E-4919-B391-0C9605D4C30E}"/>
              </a:ext>
            </a:extLst>
          </p:cNvPr>
          <p:cNvSpPr txBox="1"/>
          <p:nvPr/>
        </p:nvSpPr>
        <p:spPr>
          <a:xfrm>
            <a:off x="0" y="381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3167309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203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E43B63-E81E-4FC1-A456-890D15AA04DD}"/>
              </a:ext>
            </a:extLst>
          </p:cNvPr>
          <p:cNvSpPr/>
          <p:nvPr/>
        </p:nvSpPr>
        <p:spPr>
          <a:xfrm>
            <a:off x="0" y="609600"/>
            <a:ext cx="12192000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ദൈവജ്ഞാനം ശ്രേഷ്ഠ ദാനം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ഭക്തൻ സത്യ സമ്പത്തും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വാഞ്ഛിക്കേണം, കെഞ്ചിടേണം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ക്രിസ്തുവിങ്കൽ കണ്ടെത്തും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A824DA-D3D3-4890-A33B-D0945AA9B10A}"/>
              </a:ext>
            </a:extLst>
          </p:cNvPr>
          <p:cNvSpPr/>
          <p:nvPr/>
        </p:nvSpPr>
        <p:spPr>
          <a:xfrm>
            <a:off x="25400" y="3657600"/>
            <a:ext cx="12166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Daiva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jnjaanam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shreshta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daanam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Bhakthan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sathya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sambaththum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Vaanchikkenham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kenchidenham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Kristhuvinkal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kandeththum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2772040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87400" y="1066800"/>
            <a:ext cx="11404600" cy="2811091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ദൈവ ഭക്ത ർക്കടിസ്ഥാനം-	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സത്യത്തിൻ പ്രകാശനം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ജീവശക്തി അതിൻ ദാനം-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ഫലം 	ദിവ്യ സ്വാതന്ത്ര്യം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203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3E355D-2493-4EA5-B7B1-55227DE3EC0F}"/>
              </a:ext>
            </a:extLst>
          </p:cNvPr>
          <p:cNvSpPr/>
          <p:nvPr/>
        </p:nvSpPr>
        <p:spPr>
          <a:xfrm>
            <a:off x="0" y="3661827"/>
            <a:ext cx="10668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Daiva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bhaktharkadisthaanam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Sathyaththin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prakaashanam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Jeeva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shakthi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athin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daanam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Phalam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divya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swaathanthryam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2E279C-248E-4919-B391-0C9605D4C30E}"/>
              </a:ext>
            </a:extLst>
          </p:cNvPr>
          <p:cNvSpPr txBox="1"/>
          <p:nvPr/>
        </p:nvSpPr>
        <p:spPr>
          <a:xfrm>
            <a:off x="0" y="381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4328331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203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E43B63-E81E-4FC1-A456-890D15AA04DD}"/>
              </a:ext>
            </a:extLst>
          </p:cNvPr>
          <p:cNvSpPr/>
          <p:nvPr/>
        </p:nvSpPr>
        <p:spPr>
          <a:xfrm>
            <a:off x="0" y="609600"/>
            <a:ext cx="12192000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ദൈവജ്ഞാനം ശ്രേഷ്ഠ ദാനം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ഭക്തൻ സത്യ സമ്പത്തും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വാഞ്ഛിക്കേണം, കെഞ്ചിടേണം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ക്രിസ്തുവിങ്കൽ കണ്ടെത്തും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A824DA-D3D3-4890-A33B-D0945AA9B10A}"/>
              </a:ext>
            </a:extLst>
          </p:cNvPr>
          <p:cNvSpPr/>
          <p:nvPr/>
        </p:nvSpPr>
        <p:spPr>
          <a:xfrm>
            <a:off x="25400" y="3657600"/>
            <a:ext cx="12166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Daiva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jnjaanam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shreshta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daanam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Bhakthan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sathya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sambaththum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Vaanchikkenham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kenchidenham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Kristhuvinkal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kandeththum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8677984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87400" y="1066800"/>
            <a:ext cx="11404600" cy="2811091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നടക്കുമ്പോൾ ഇടറാതെ-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ജ്ഞാനം, 	കാൽകൾ സൂക്ഷിക്കും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കിടക്കുമ്പോൾ കൈവിടാതെ-	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ചുറ്റും കാവൽ നിന്നീടും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203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3E355D-2493-4EA5-B7B1-55227DE3EC0F}"/>
              </a:ext>
            </a:extLst>
          </p:cNvPr>
          <p:cNvSpPr/>
          <p:nvPr/>
        </p:nvSpPr>
        <p:spPr>
          <a:xfrm>
            <a:off x="0" y="3661827"/>
            <a:ext cx="10668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Nadakkumbolh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idaraathey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Jnjaanam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kaalkalh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sookshikkum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Kidakkumbolh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kaividaathey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Chuttum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kaaval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ninnidum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2E279C-248E-4919-B391-0C9605D4C30E}"/>
              </a:ext>
            </a:extLst>
          </p:cNvPr>
          <p:cNvSpPr txBox="1"/>
          <p:nvPr/>
        </p:nvSpPr>
        <p:spPr>
          <a:xfrm>
            <a:off x="0" y="381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51096313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203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E43B63-E81E-4FC1-A456-890D15AA04DD}"/>
              </a:ext>
            </a:extLst>
          </p:cNvPr>
          <p:cNvSpPr/>
          <p:nvPr/>
        </p:nvSpPr>
        <p:spPr>
          <a:xfrm>
            <a:off x="0" y="609600"/>
            <a:ext cx="12192000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ദൈവജ്ഞാനം ശ്രേഷ്ഠ ദാനം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ഭക്തൻ സത്യ സമ്പത്തും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വാഞ്ഛിക്കേണം, കെഞ്ചിടേണം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ക്രിസ്തുവിങ്കൽ കണ്ടെത്തും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A824DA-D3D3-4890-A33B-D0945AA9B10A}"/>
              </a:ext>
            </a:extLst>
          </p:cNvPr>
          <p:cNvSpPr/>
          <p:nvPr/>
        </p:nvSpPr>
        <p:spPr>
          <a:xfrm>
            <a:off x="25400" y="3657600"/>
            <a:ext cx="12166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Daiva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jnjaanam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shreshta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daanam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Bhakthan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sathya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sambaththum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Vaanchikkenham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kenchidenham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Kristhuvinkal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kandeththum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9896234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87400" y="1066800"/>
            <a:ext cx="11404600" cy="2811091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മണ്ണും പൊന്നും നീങ്ങിപ്പോകും-	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കണ്ണിൻ മോഹം നീങ്ങുമേ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വിണ്ണിൻ ദാനം ആത്മ ജ്ഞാനം-	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നില നില്ക്കും എന്നുമേ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203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3E355D-2493-4EA5-B7B1-55227DE3EC0F}"/>
              </a:ext>
            </a:extLst>
          </p:cNvPr>
          <p:cNvSpPr/>
          <p:nvPr/>
        </p:nvSpPr>
        <p:spPr>
          <a:xfrm>
            <a:off x="0" y="3661827"/>
            <a:ext cx="10668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Mannhum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ponnum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neengippokum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Kannhin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moham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neengumey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Vinnhin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daanam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athma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gnaanam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Nila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nilkkum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ennumey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2E279C-248E-4919-B391-0C9605D4C30E}"/>
              </a:ext>
            </a:extLst>
          </p:cNvPr>
          <p:cNvSpPr txBox="1"/>
          <p:nvPr/>
        </p:nvSpPr>
        <p:spPr>
          <a:xfrm>
            <a:off x="0" y="381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4410967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203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E43B63-E81E-4FC1-A456-890D15AA04DD}"/>
              </a:ext>
            </a:extLst>
          </p:cNvPr>
          <p:cNvSpPr/>
          <p:nvPr/>
        </p:nvSpPr>
        <p:spPr>
          <a:xfrm>
            <a:off x="0" y="609600"/>
            <a:ext cx="12192000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ദൈവജ്ഞാനം ശ്രേഷ്ഠ ദാനം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ഭക്തൻ സത്യ സമ്പത്തും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വാഞ്ഛിക്കേണം, കെഞ്ചിടേണം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ക്രിസ്തുവിങ്കൽ കണ്ടെത്തും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A824DA-D3D3-4890-A33B-D0945AA9B10A}"/>
              </a:ext>
            </a:extLst>
          </p:cNvPr>
          <p:cNvSpPr/>
          <p:nvPr/>
        </p:nvSpPr>
        <p:spPr>
          <a:xfrm>
            <a:off x="25400" y="3657600"/>
            <a:ext cx="12166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Daiva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jnjaanam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shreshta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daanam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Bhakthan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sathya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sambaththum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Vaanchikkenham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kenchidenham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Kristhuvinkal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kandeththum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1854113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787400" y="1066800"/>
            <a:ext cx="11404600" cy="2811091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  <a:defRPr/>
            </a:pPr>
            <a:r>
              <a:rPr lang="ml-IN" sz="3600" b="1" dirty="0">
                <a:latin typeface="Kartika" panose="02020503030404060203" pitchFamily="18" charset="0"/>
              </a:rPr>
              <a:t>ദൈവമേ നിൻ വെളിപ്പാടിൻ-	</a:t>
            </a:r>
            <a:br>
              <a:rPr lang="en-US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ആത്മാവിങ്ങു നൽകുകെ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നിൻപ്രകശം അവകാശം 	</a:t>
            </a:r>
            <a:br>
              <a:rPr lang="en-US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ആക്കുവാൻ തന്നരുൾകെ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203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3E355D-2493-4EA5-B7B1-55227DE3EC0F}"/>
              </a:ext>
            </a:extLst>
          </p:cNvPr>
          <p:cNvSpPr/>
          <p:nvPr/>
        </p:nvSpPr>
        <p:spPr>
          <a:xfrm>
            <a:off x="0" y="3661827"/>
            <a:ext cx="10668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Daivamey Nin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velhippaadin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Aathamaavingu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nalkukey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Nin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prakaasham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avakaasham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Aakkuvaan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thannarulhka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2E279C-248E-4919-B391-0C9605D4C30E}"/>
              </a:ext>
            </a:extLst>
          </p:cNvPr>
          <p:cNvSpPr txBox="1"/>
          <p:nvPr/>
        </p:nvSpPr>
        <p:spPr>
          <a:xfrm>
            <a:off x="0" y="381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54362814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972800" y="0"/>
            <a:ext cx="1219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203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E43B63-E81E-4FC1-A456-890D15AA04DD}"/>
              </a:ext>
            </a:extLst>
          </p:cNvPr>
          <p:cNvSpPr/>
          <p:nvPr/>
        </p:nvSpPr>
        <p:spPr>
          <a:xfrm>
            <a:off x="0" y="609600"/>
            <a:ext cx="12192000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ദൈവജ്ഞാനം ശ്രേഷ്ഠ ദാനം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ഭക്തൻ സത്യ സമ്പത്തും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വാഞ്ഛിക്കേണം, കെഞ്ചിടേണം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ക്രിസ്തുവിങ്കൽ കണ്ടെത്തും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A824DA-D3D3-4890-A33B-D0945AA9B10A}"/>
              </a:ext>
            </a:extLst>
          </p:cNvPr>
          <p:cNvSpPr/>
          <p:nvPr/>
        </p:nvSpPr>
        <p:spPr>
          <a:xfrm>
            <a:off x="25400" y="3657600"/>
            <a:ext cx="12166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Daiva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jnjaanam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shreshta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daanam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Bhakthan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sathya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sambaththum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Vaanchikkenham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kenchidenham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Kristhuvinkal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kandeththum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3357096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</TotalTime>
  <Words>239</Words>
  <Application>Microsoft Office PowerPoint</Application>
  <PresentationFormat>Widescreen</PresentationFormat>
  <Paragraphs>96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Kartika</vt:lpstr>
      <vt:lpstr>Office Theme</vt:lpstr>
      <vt:lpstr>203 ദൈവമേ നിൻ അറിവാലെ</vt:lpstr>
      <vt:lpstr>ദൈവമേ നിൻ അറിവാലെ-  ഹൃദയം നിറയ്ക്കുകെ ജീവനാം നിൻ കൃപയാലെ-  ആത്മക്കൺ തുറക്കുകെ</vt:lpstr>
      <vt:lpstr>PowerPoint Presentation</vt:lpstr>
      <vt:lpstr>ഒരു ബാലൻ തന്‍റെ പാത  നിർമ്മലമാക്കീടുവാൻ കരുതേണം നിൻപ്രമാണം- കേട്ടു കാത്തു സൂക്ഷിപ്പാൻ</vt:lpstr>
      <vt:lpstr>PowerPoint Presentation</vt:lpstr>
      <vt:lpstr>തേടിയൊരു ശലോമോനും- ഈ നിക്ഷേപം ദർശനേ നേടി കർത്തൻ സുപ്രസാദം-  കേട്ടു തൻ രഹസ്യത്തെ</vt:lpstr>
      <vt:lpstr>PowerPoint Presentation</vt:lpstr>
      <vt:lpstr>ദൈവ ഭക്ത ർക്കടിസ്ഥാനം-  സത്യത്തിൻ പ്രകാശനം ജീവശക്തി അതിൻ ദാനം- ഫലം  ദിവ്യ സ്വാതന്ത്ര്യം</vt:lpstr>
      <vt:lpstr>PowerPoint Presentation</vt:lpstr>
      <vt:lpstr>നടക്കുമ്പോൾ ഇടറാതെ- ജ്ഞാനം,  കാൽകൾ സൂക്ഷിക്കും കിടക്കുമ്പോൾ കൈവിടാതെ-  ചുറ്റും കാവൽ നിന്നീടും</vt:lpstr>
      <vt:lpstr>PowerPoint Presentation</vt:lpstr>
      <vt:lpstr>മണ്ണും പൊന്നും നീങ്ങിപ്പോകും-  കണ്ണിൻ മോഹം നീങ്ങുമേ വിണ്ണിൻ ദാനം ആത്മ ജ്ഞാനം-  നില നില്ക്കും എന്നുമേ</vt:lpstr>
      <vt:lpstr>PowerPoint Presentation</vt:lpstr>
      <vt:lpstr>ദൈവമേ നിൻ വെളിപ്പാടിൻ-  ആത്മാവിങ്ങു നൽകുകെ നിൻപ്രകശം അവകാശം   ആക്കുവാൻ തന്നരുൾകെ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Daivame nin arivaale</dc:title>
  <dc:creator>Digital Input:; GM JOHN; Acsah Mathews</dc:creator>
  <cp:lastModifiedBy>Acsah Mathews</cp:lastModifiedBy>
  <cp:revision>292</cp:revision>
  <dcterms:created xsi:type="dcterms:W3CDTF">2013-04-19T09:19:07Z</dcterms:created>
  <dcterms:modified xsi:type="dcterms:W3CDTF">2018-11-08T15:01:19Z</dcterms:modified>
</cp:coreProperties>
</file>