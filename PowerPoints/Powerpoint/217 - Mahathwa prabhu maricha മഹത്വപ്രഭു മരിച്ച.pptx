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2" r:id="rId4"/>
    <p:sldId id="273" r:id="rId5"/>
    <p:sldId id="274" r:id="rId6"/>
    <p:sldId id="275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84" y="7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E6A7E5-D5F8-45BE-9314-3E194D6C1C5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2429A9-8232-47F0-94B5-E28EBAB340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B4F98-47EA-4644-8E9E-B8863F07773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80EDB-20BB-46E2-93B6-3891E64DE0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AC504-3258-4B2E-A38E-4E6F84C6127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68E07-2431-412A-ACCA-19B36B92F8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98419-73DB-43FB-A751-4C3FB20C3533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01DF9-0734-4B01-82A7-804701BFC5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4BD6AD-D782-4D42-A635-EAEC68BDEBD3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2FC69-7F61-4108-8A04-260D6C6FC3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B2446-CB3E-4034-83F8-69B96782611F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4F980-F645-4FF3-8A85-F5DD102975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F9990-3067-4997-8304-E65E6B2C02BA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5D389-E9C6-4E50-81AB-D6A3C8A6D0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580B6-762B-4840-A0B6-E4F46BA0494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154008-9515-4182-A8A3-D1488DE83D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EAB51-AB16-4CDA-971F-E2F014D5BD8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EF8F5-0EBD-4B3A-AA48-8C099BFD38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EAE3B-041D-4AB6-A3C6-54645400D4AA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0D1BE-62D4-4E25-9DB7-19E3046FD0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7E686-8147-4228-8724-6C15FCFBD2E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B20F4-7A76-4765-953A-449BCF6529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34A9B07-35B6-47C2-8CD9-4B8F5B6F952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C23B30-262B-4689-8423-095F73435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41E11-A995-4EC3-A1DE-59D36CE9AC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217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മഹത്വപ്രഭു മരിച്ച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AB5EF-FEE6-4E98-822F-881B3FCA7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Mahathwa </a:t>
            </a:r>
            <a:r>
              <a:rPr lang="en-US" sz="4000" b="1" dirty="0" err="1">
                <a:solidFill>
                  <a:schemeClr val="tx2"/>
                </a:solidFill>
              </a:rPr>
              <a:t>prabhu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maricha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EF49BA-FD3E-471E-ACCE-46E4564DA904}"/>
              </a:ext>
            </a:extLst>
          </p:cNvPr>
          <p:cNvSpPr/>
          <p:nvPr/>
        </p:nvSpPr>
        <p:spPr>
          <a:xfrm>
            <a:off x="3124200" y="5202367"/>
            <a:ext cx="2060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(മോശവത്സലം)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D12857-05DC-4E65-B427-1E59EC2880F6}"/>
              </a:ext>
            </a:extLst>
          </p:cNvPr>
          <p:cNvSpPr/>
          <p:nvPr/>
        </p:nvSpPr>
        <p:spPr>
          <a:xfrm>
            <a:off x="7543800" y="5202367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Moshavatsalam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)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0253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1828800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മഹത്വപ്രഭു മരിച്ച വൻകുരിശെ പാർത്തേൻ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ഇഹത്തിൽ ലാഭം ഉയർച്ച - ഹീനമെന്നെണ്ണുന്നേൻ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D144C9-E59D-4B31-9BD0-50BFB329518F}"/>
              </a:ext>
            </a:extLst>
          </p:cNvPr>
          <p:cNvSpPr/>
          <p:nvPr/>
        </p:nvSpPr>
        <p:spPr>
          <a:xfrm>
            <a:off x="0" y="34290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Mahathwa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prabhu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van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paarththen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Ihaththin laabham uyarcha - heena mennennhunnen 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834A-4733-431C-91E6-CBDE61AFD407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1828800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എൻ പരൻ യേശു മരിച്ച-തെന്നും ഞാൻ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കൊണ്ടാടും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ഇമ്പമിങ്ങുള്ളവ വിട്ടെൻ യേശു രക്തം നേടാൻ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D144C9-E59D-4B31-9BD0-50BFB329518F}"/>
              </a:ext>
            </a:extLst>
          </p:cNvPr>
          <p:cNvSpPr/>
          <p:nvPr/>
        </p:nvSpPr>
        <p:spPr>
          <a:xfrm>
            <a:off x="0" y="34290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marichcha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kondaadum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Inpa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mingullhava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nèdaan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834A-4733-431C-91E6-CBDE61AFD407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0249058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1828800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ഖേദം, അന്‍പും തൻ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മുറിവുതോറും ഒഴുകുന്നു-</a:t>
            </a:r>
            <a:b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വേദന മുൾ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തന്‍ മഹത്വവൻ മുടിയാകുന്നു</a:t>
            </a: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D144C9-E59D-4B31-9BD0-50BFB329518F}"/>
              </a:ext>
            </a:extLst>
          </p:cNvPr>
          <p:cNvSpPr/>
          <p:nvPr/>
        </p:nvSpPr>
        <p:spPr>
          <a:xfrm>
            <a:off x="0" y="34290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Khèdam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anpum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murivu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thôrum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ozhukunnu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Vèdana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mahathwa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van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mudiyaakunnu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834A-4733-431C-91E6-CBDE61AFD407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7817876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1828800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ദിവ്യപക്ഷം-നേടുവാന്‍-എന്‍-ജീവന്‍ ദേഹി-യേയും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5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 സ്വത്തിനേയും ഏൽപിക്കുന്നു ഞാന്‍ എന്നേയും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D144C9-E59D-4B31-9BD0-50BFB329518F}"/>
              </a:ext>
            </a:extLst>
          </p:cNvPr>
          <p:cNvSpPr/>
          <p:nvPr/>
        </p:nvSpPr>
        <p:spPr>
          <a:xfrm>
            <a:off x="0" y="34290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Divya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paksham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nèduvaan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dèhiyeyum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swaththineyum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elpikkunnu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enneyum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834A-4733-431C-91E6-CBDE61AFD407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428024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1828800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ഏക കര്‍ത്താവാം ക്രിസ്തുവിന്‍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കുരിശതു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മാത്രം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ദേഹിയുള്ള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കാലം എല്ലാം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എന്മഹത്വ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സ്തോത്രം</a:t>
            </a:r>
            <a:endParaRPr lang="ml-IN" sz="35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D144C9-E59D-4B31-9BD0-50BFB329518F}"/>
              </a:ext>
            </a:extLst>
          </p:cNvPr>
          <p:cNvSpPr/>
          <p:nvPr/>
        </p:nvSpPr>
        <p:spPr>
          <a:xfrm>
            <a:off x="0" y="34290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Èka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Karththaavaam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Kristhuvin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maathram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Dèhiyullha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enmahathwa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sthothram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2834A-4733-431C-91E6-CBDE61AFD407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8013006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106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217 മഹത്വപ്രഭു മരിച്ച</vt:lpstr>
      <vt:lpstr>മഹത്വപ്രഭു മരിച്ച വൻകുരിശെ പാർത്തേൻ  ഇഹത്തിൽ ലാഭം ഉയർച്ച - ഹീനമെന്നെണ്ണുന്നേൻ </vt:lpstr>
      <vt:lpstr>എൻ പരൻ യേശു മരിച്ച-തെന്നും ഞാൻ കൊണ്ടാടും ഇമ്പമിങ്ങുള്ളവ വിട്ടെൻ യേശു രക്തം നേടാൻ </vt:lpstr>
      <vt:lpstr>ഖേദം, അന്‍പും തൻ മുറിവുതോറും ഒഴുകുന്നു- വേദന മുൾ തന്‍ മഹത്വവൻ മുടിയാകുന്നു</vt:lpstr>
      <vt:lpstr>ദിവ്യപക്ഷം-നേടുവാന്‍-എന്‍-ജീവന്‍ ദേഹി-യേയും സര്‍വ്വ സ്വത്തിനേയും ഏൽപിക്കുന്നു ഞാന്‍ എന്നേയും</vt:lpstr>
      <vt:lpstr>ഏക കര്‍ത്താവാം ക്രിസ്തുവിന്‍ കുരിശതു മാത്രം ദേഹിയുള്ള കാലം എല്ലാം എന്മഹത്വ സ്തോത്രം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ക്രിസ്തീയ കീർത്തനങ്ങൾ</dc:title>
  <dc:creator>Digital Input:;GM JOHN</dc:creator>
  <cp:lastModifiedBy>Acsah Mathews</cp:lastModifiedBy>
  <cp:revision>178</cp:revision>
  <dcterms:created xsi:type="dcterms:W3CDTF">2013-04-19T09:19:07Z</dcterms:created>
  <dcterms:modified xsi:type="dcterms:W3CDTF">2018-11-09T15:21:45Z</dcterms:modified>
</cp:coreProperties>
</file>