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80" r:id="rId3"/>
    <p:sldId id="283" r:id="rId4"/>
    <p:sldId id="284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72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417CE3-9C3A-47BA-9E70-5AA3B53BC3AA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1AE20C-CE6A-40FA-8F8A-FCAEF183C9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230921-642D-4770-AD66-7D1E0E7CAC6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3570BD-C393-42F3-A841-934BB9CD0F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7DF21-3419-4252-82C6-91C64CEE60A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98CCD7-E31F-4797-8A82-22BBF3E01E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8C338-59F7-4010-B654-76F7B119108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332BBD-71BE-4186-903C-88AFDD2E7D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3C2B97-12AD-43F7-8736-48B6C7E1567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42CFBA-F605-4B34-8AD6-80F192866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84A930-ACC9-4E83-ACE0-383347D1657E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A1985-1B87-49F0-9A5B-AE31C738B8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84AE4-88AD-4D5C-B474-4B69DE2D35E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670A48-A389-4A2A-8D27-C0AA2F122F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B82A9-EFE4-4061-9667-A20E50022ABF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59DE9-818A-4970-A6D5-2A59A7248E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6927AB-88CB-4DEF-9DD3-F9B109A9D200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93FB-B49D-4693-8CE9-25D1F6B6B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E6215-D11F-44EA-A6A0-42B2E4BC4E1B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2E934-B6AC-4807-A6EC-F4623079BB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86118-F499-460A-8AA9-715E5973A9C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275CF-40A8-43D1-9147-8D3119ECB5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3C01684-6463-4D5C-83D1-6E68E8FC2FA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91D2909-6BDA-42B4-913B-A2D827192B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1D3A-0687-477D-98BA-4A325095E3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നിത്യ വീടോന്നുണ്ടതു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EF14-E48D-4461-84B4-3CD657299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Nithya </a:t>
            </a:r>
            <a:r>
              <a:rPr lang="en-US" sz="4000" b="1" dirty="0" err="1">
                <a:solidFill>
                  <a:srgbClr val="002060"/>
                </a:solidFill>
              </a:rPr>
              <a:t>veedonnundathu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600" i="1" dirty="0">
                <a:solidFill>
                  <a:srgbClr val="002060"/>
                </a:solidFill>
              </a:rPr>
              <a:t>There is a home eternal – H.R. Palmer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118832651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609600"/>
            <a:ext cx="12131040" cy="2514600"/>
          </a:xfrm>
        </p:spPr>
        <p:txBody>
          <a:bodyPr anchor="t"/>
          <a:lstStyle/>
          <a:p>
            <a:pPr algn="l" defTabSz="56832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 വീടോന്നു ണ്ടതു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ശോഭ സുന്ദരം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തത്ര സ്വർഗ്ഗ ഭാഗ്യം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മൂടപ്പെടാ രാവാൽ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വസ്ത്ര ശുദ്ധരാം ദൂതർ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പാടും സിംഹാസന മുൻ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 നിന്നെ ഞാൻ കാണും?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സുന്ദര മന്ദിരമേ?!...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541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8C042-C272-4E02-B5CD-4DEB14D6F019}"/>
              </a:ext>
            </a:extLst>
          </p:cNvPr>
          <p:cNvSpPr/>
          <p:nvPr/>
        </p:nvSpPr>
        <p:spPr>
          <a:xfrm>
            <a:off x="30480" y="2786694"/>
            <a:ext cx="11604934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സുന്ദരവീടേ!...ശോഭിതവീടേ!...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നൽ വീടേ! ശോഭിത മന്ദിരമേ!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83257-231E-42F4-BE5F-5527BFA5D362}"/>
              </a:ext>
            </a:extLst>
          </p:cNvPr>
          <p:cNvSpPr/>
          <p:nvPr/>
        </p:nvSpPr>
        <p:spPr>
          <a:xfrm>
            <a:off x="0" y="3810000"/>
            <a:ext cx="121310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Nithya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veedonnu-ndathu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shobha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sundaram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Thathra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swarga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bhagyam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moodapedaaraaval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Vasthra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shudharaam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doothar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simhaasane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?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Sundara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mandirame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4D689-D02E-42D4-B29E-10937682A461}"/>
              </a:ext>
            </a:extLst>
          </p:cNvPr>
          <p:cNvSpPr/>
          <p:nvPr/>
        </p:nvSpPr>
        <p:spPr>
          <a:xfrm>
            <a:off x="0" y="5638800"/>
            <a:ext cx="1120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Sundaraveede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nalveede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mandirame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31040" cy="2514600"/>
          </a:xfrm>
        </p:spPr>
        <p:txBody>
          <a:bodyPr anchor="t"/>
          <a:lstStyle/>
          <a:p>
            <a:pPr algn="l" defTabSz="56832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</a:rPr>
              <a:t>2	നിത്യം ആ മന്ദിരത്തിൽ</a:t>
            </a:r>
            <a:r>
              <a:rPr lang="en-US" sz="3400" b="1" dirty="0">
                <a:latin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</a:rPr>
              <a:t>പുഷ്പങ്ങളുണ്ടേ!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സ്തോത്രം പാടി ബാലർ 	യേശുവിൻ നാമത്തിൽ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സിംഹാസനം ചുറ്റുമായ്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നിത്യം സ്തുതിമുഴക്കും 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	എന്നു നിന്നെ ഞാൻ കാണും? സുന്ദര മന്ദിരമേ!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541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8C042-C272-4E02-B5CD-4DEB14D6F019}"/>
              </a:ext>
            </a:extLst>
          </p:cNvPr>
          <p:cNvSpPr/>
          <p:nvPr/>
        </p:nvSpPr>
        <p:spPr>
          <a:xfrm>
            <a:off x="30480" y="2667000"/>
            <a:ext cx="11604934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സുന്ദരവീടേ!...ശോഭിതവീടേ!...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നൽ വീടേ! ശോഭിത മന്ദിരമേ!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83257-231E-42F4-BE5F-5527BFA5D362}"/>
              </a:ext>
            </a:extLst>
          </p:cNvPr>
          <p:cNvSpPr/>
          <p:nvPr/>
        </p:nvSpPr>
        <p:spPr>
          <a:xfrm>
            <a:off x="0" y="3810000"/>
            <a:ext cx="121310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+mn-lt"/>
              </a:rPr>
              <a:t>Nithyam aa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mandirathil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pushpangalhunde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Sthothram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paadi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baalar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naamathil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Simhaasanam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chuttumai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nithyam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sthuthi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muzhakkum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Enni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?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Sundara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mandirame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4D689-D02E-42D4-B29E-10937682A461}"/>
              </a:ext>
            </a:extLst>
          </p:cNvPr>
          <p:cNvSpPr/>
          <p:nvPr/>
        </p:nvSpPr>
        <p:spPr>
          <a:xfrm>
            <a:off x="0" y="5638800"/>
            <a:ext cx="1120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Sundaraveede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nalveede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mandirame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39766299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12131040" cy="2514600"/>
          </a:xfrm>
        </p:spPr>
        <p:txBody>
          <a:bodyPr anchor="t"/>
          <a:lstStyle/>
          <a:p>
            <a:pPr algn="l" defTabSz="56832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രക്ഷിതർ കൂട്ടത്തിൽ ഞാൻ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സ്വർഗ്ഗത്തിൽ ചേരും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രക്ഷ, എന്നിൽ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മൃത്യു ഭയമില്ല!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വേഗം നിന്നെ ഞാൻ കാണും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ശോഭ സിംഹാസനത്തിൽ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അന്നു നിന്നെ ഞാൻ കാണും?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സുന്ദര മന്ദിരമേ!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541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08C042-C272-4E02-B5CD-4DEB14D6F019}"/>
              </a:ext>
            </a:extLst>
          </p:cNvPr>
          <p:cNvSpPr/>
          <p:nvPr/>
        </p:nvSpPr>
        <p:spPr>
          <a:xfrm>
            <a:off x="30480" y="2667000"/>
            <a:ext cx="11604934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സുന്ദരവീടേ!...ശോഭിതവീടേ!...</a:t>
            </a:r>
            <a:b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യേശുവിൻ നൽ വീടേ! ശോഭിത മന്ദിരമേ!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683257-231E-42F4-BE5F-5527BFA5D362}"/>
              </a:ext>
            </a:extLst>
          </p:cNvPr>
          <p:cNvSpPr/>
          <p:nvPr/>
        </p:nvSpPr>
        <p:spPr>
          <a:xfrm>
            <a:off x="0" y="3810000"/>
            <a:ext cx="1213104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Rakshithar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koottathil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swargathil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cherum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Kristhu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raksha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ennil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mrithyu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bhayamilla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!</a:t>
            </a: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shobha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simhaasanathil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Annu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sundara</a:t>
            </a:r>
            <a:r>
              <a:rPr lang="en-US" sz="32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latin typeface="+mn-lt"/>
              </a:rPr>
              <a:t>mandirame</a:t>
            </a:r>
            <a:endParaRPr lang="en-US" sz="32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74D689-D02E-42D4-B29E-10937682A461}"/>
              </a:ext>
            </a:extLst>
          </p:cNvPr>
          <p:cNvSpPr/>
          <p:nvPr/>
        </p:nvSpPr>
        <p:spPr>
          <a:xfrm>
            <a:off x="0" y="5638800"/>
            <a:ext cx="11201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Sundaraveede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  <a:p>
            <a:pPr algn="r"/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Yeshuvin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nalveede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Shobhitha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+mn-lt"/>
              </a:rPr>
              <a:t>mandirame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46944985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143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292 നിത്യ വീടോന്നുണ്ടതു</vt:lpstr>
      <vt:lpstr>1 നിത്യ വീടോന്നു ണ്ടതു - ശോഭ സുന്ദരം   തത്ര സ്വർഗ്ഗ ഭാഗ്യം - മൂടപ്പെടാ രാവാൽ   വസ്ത്ര ശുദ്ധരാം ദൂതർ - പാടും സിംഹാസന മുൻ   എന്നു നിന്നെ ഞാൻ കാണും? സുന്ദര മന്ദിരമേ?!...</vt:lpstr>
      <vt:lpstr>2 നിത്യം ആ മന്ദിരത്തിൽ - പുഷ്പങ്ങളുണ്ടേ!  സ്തോത്രം പാടി ബാലർ  യേശുവിൻ നാമത്തിൽ   സിംഹാസനം ചുറ്റുമായ് - നിത്യം സ്തുതിമുഴക്കും   എന്നു നിന്നെ ഞാൻ കാണും? സുന്ദര മന്ദിരമേ! </vt:lpstr>
      <vt:lpstr>3 രക്ഷിതർ കൂട്ടത്തിൽ ഞാൻ - സ്വർഗ്ഗത്തിൽ ചേരും   ക്രിസ്തു രക്ഷ, എന്നിൽ -  മൃത്യു ഭയമില്ല!  വേഗം നിന്നെ ഞാൻ കാണും - ശോഭ സിംഹാസനത്തിൽ   അന്നു നിന്നെ ഞാൻ കാണും? സുന്ദര മന്ദിരമേ!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Nithya veedonnundathu</dc:title>
  <dc:creator>Digital Input; GM JOHN; Acsah Mathews</dc:creator>
  <cp:lastModifiedBy>Acsah Mathews</cp:lastModifiedBy>
  <cp:revision>403</cp:revision>
  <dcterms:created xsi:type="dcterms:W3CDTF">2013-04-19T09:19:07Z</dcterms:created>
  <dcterms:modified xsi:type="dcterms:W3CDTF">2018-11-15T19:16:10Z</dcterms:modified>
</cp:coreProperties>
</file>