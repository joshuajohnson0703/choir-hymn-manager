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5" r:id="rId2"/>
    <p:sldId id="271" r:id="rId3"/>
    <p:sldId id="275" r:id="rId4"/>
    <p:sldId id="280" r:id="rId5"/>
    <p:sldId id="276" r:id="rId6"/>
    <p:sldId id="281" r:id="rId7"/>
    <p:sldId id="277" r:id="rId8"/>
    <p:sldId id="282" r:id="rId9"/>
    <p:sldId id="278" r:id="rId10"/>
    <p:sldId id="283" r:id="rId11"/>
    <p:sldId id="279" r:id="rId12"/>
    <p:sldId id="284" r:id="rId13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6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47A02D-70A4-4A50-885D-DE6F01157B0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49C907-CE34-4325-B6AE-43333F739C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DF10D-901E-4468-BB8F-4FAC38F32A3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E905E3-52D4-47D7-B4C4-5E07808C2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CF6448-1007-453A-A588-61E88771A84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8F4A5-EE58-4641-AE0B-22BDC0F7D0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FC69D0-74A5-4F13-BFE3-F24EBF6175E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079E41-D540-404F-BB9E-03E01907D5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76F43-ECD0-46D8-9BEB-E7890205BE8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D7BD7-9B76-4E87-BB01-39E84D225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0AE91E-19CA-4F79-8E03-46405258DC66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27DC1-5C9B-452C-8FB8-61E1599473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C7865-F6B5-4367-9CDB-D6E06BEA2E3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DEBCE-76EC-47FA-A75E-310478E421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06ACD-59DF-4C95-B505-DA4DE5A67748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C8A75-7A2F-4BE6-AB27-D40D4C16FEF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9FD78-B3C7-4058-86F1-447BE4FA16CA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5D8E5C-2DC2-422F-816B-89E2B363F4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15014D-48C6-4883-B99A-B1F5660D613E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572E01-5E40-4B90-8B88-0C80F61F9D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CB936-CCF8-4016-8474-E05C8281B4BB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990691-135C-4925-9821-6BF44FA584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4C26291-7261-49BA-8EE6-96478A28EB0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EF45AAD-FC9F-42BF-9D38-7D79EC4821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40A31-5B01-423D-B7B2-FD3BC489A9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371600"/>
            <a:ext cx="10363200" cy="2228851"/>
          </a:xfrm>
        </p:spPr>
        <p:txBody>
          <a:bodyPr/>
          <a:lstStyle/>
          <a:p>
            <a:r>
              <a:rPr lang="en-US" dirty="0"/>
              <a:t>347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സീയോനെ നീ ഉണര്‍ന്നെഴുന്നേല്‍ക്കുക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347D-6FE9-40CB-B1EC-F77E2241D9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Seeyone nee </a:t>
            </a:r>
            <a:r>
              <a:rPr lang="en-US" sz="4000" b="1" dirty="0" err="1">
                <a:solidFill>
                  <a:srgbClr val="002060"/>
                </a:solidFill>
              </a:rPr>
              <a:t>unharnezhunelkkuka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7373722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457201"/>
            <a:ext cx="12192000" cy="2971799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സീയോനെ നീ ഉണര്‍ന്നെഴുന്നേല്‍ക്കുക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ശാലേം രാജനിതാ വരുവാറായ്‌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ശീലഗുണമുള്ള സ്നേഹസ്വരൂപന്‍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ആകാശമേഘത്തില്‍ എഴുന്നള്ളി വരുമേ 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സീയോ…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. </a:t>
            </a: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0" y="3547647"/>
            <a:ext cx="12192000" cy="304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Seeyone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unharnezhunelkkuka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varuvaarhaayi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Sheela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gunhamullha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swaroopan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Aaakasha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meghaththil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ezhunnelhi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7348"/>
            <a:ext cx="11353800" cy="24383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പകലുള്ള കാലങ്ങള്‍ അണഞ്ഞണഞ്ഞു പോയ്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‌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കൂരിരുള്‍ നാളുകള്‍ അടുത്തടുത്തെ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ഝടുതിയായ്‌ ജീവിതം പുതുക്കി നിന്നീടുകില്‍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മണവാളനോടു നാം മറുരൂപമാകും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838200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Pakalullha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kaalangalh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anhanjanhanju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poi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Koorirulh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naalhukalh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aduththaduththe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Jhaduthiyay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puthukki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ninneedukil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Manhavaalhanodu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marhuroopamaakum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4E2A1-7364-4438-B6AD-819F6DB12A6B}"/>
              </a:ext>
            </a:extLst>
          </p:cNvPr>
          <p:cNvSpPr/>
          <p:nvPr/>
        </p:nvSpPr>
        <p:spPr>
          <a:xfrm>
            <a:off x="495300" y="415553"/>
            <a:ext cx="112014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8970091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81686"/>
            <a:ext cx="12192000" cy="1447799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സീയോനെ നീ ഉണര്‍ന്നെഴുന്നേല്‍ക്കുക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ശാലേം രാജനിതാ വരുവാറായ്‌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0" y="3547647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Seeyone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unharnezhunelkkuka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varuvaarhaayi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9017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7348"/>
            <a:ext cx="11353800" cy="24383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</a:rPr>
              <a:t>അന്ത്യ സമയങ്ങള്‍ അടുത്തുപോയ്‌ പ്രിയരെ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സ്വന്തമെന്നേ ശുവെ സാക്ഷിക്കുവിന്‍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അന്ധകാര പ്രഭു വെളിപ്പെടും മുമ്പേ</a:t>
            </a:r>
            <a:br>
              <a:rPr lang="ml-IN" sz="3400" b="1" dirty="0">
                <a:latin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</a:rPr>
              <a:t>സന്തോഷരാജ്യത്തില്‍ ചേര്‍ന്നിടുമെ നാം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838200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Anthya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samayangalh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aduththupoi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priyare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Swanthamenneshuve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saakshikkuvin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Andhakaara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velhippedum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mumbe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4E2A1-7364-4438-B6AD-819F6DB12A6B}"/>
              </a:ext>
            </a:extLst>
          </p:cNvPr>
          <p:cNvSpPr/>
          <p:nvPr/>
        </p:nvSpPr>
        <p:spPr>
          <a:xfrm>
            <a:off x="495300" y="415553"/>
            <a:ext cx="112014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5235304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81686"/>
            <a:ext cx="12192000" cy="1447799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സീയോനെ നീ ഉണര്‍ന്നെഴുന്നേല്‍ക്കുക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ശാലേം രാജനിതാ വരുവാറായ്‌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0" y="3547647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Seeyone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unharnezhunelkkuka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varuvaarhaayi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6088334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7348"/>
            <a:ext cx="11353800" cy="24383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ഭൂമണ്ഡലങ്ങൾ ഉലഞ്ഞിളകിടുന്നു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വാനങ്ങൾ ആകവെ നടുങ്ങീടുന്നു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പ്രേമമറ്റുള്ള നിൻ സാധുക്കൾ കരളിൽ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ഖേദം പൂണ്ടങ്ങിങ്ങു വീണുഴലുന്നു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838200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Bhoomandalangalh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ulanjilhakidunnu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Vaanangalh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aakave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nadungidunnu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Premamattullha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saadhukkalh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karalhil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Khedam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poondingu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veenhuzhalunnu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4E2A1-7364-4438-B6AD-819F6DB12A6B}"/>
              </a:ext>
            </a:extLst>
          </p:cNvPr>
          <p:cNvSpPr/>
          <p:nvPr/>
        </p:nvSpPr>
        <p:spPr>
          <a:xfrm>
            <a:off x="495300" y="415553"/>
            <a:ext cx="112014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009241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81686"/>
            <a:ext cx="12192000" cy="1447799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സീയോനെ നീ ഉണര്‍ന്നെഴുന്നേല്‍ക്കുക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ശാലേം രാജനിതാ വരുവാറായ്‌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0" y="3547647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Seeyone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unharnezhunelkkuka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varuvaarhaayi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4766436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7348"/>
            <a:ext cx="11353800" cy="24383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സൈന്യത്തിൻ ശക്തിയാൽ രാജ്യങ്ങൾ ആകവെ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തകർന്നുടഞ്ഞീടുന്നു ദിനം ദിനമായ്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സൈന്യത്തിൻ ശക്തിയാൽ ഒന്നാലുമല്ലേ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അത്മബലത്താൽ ജയം നേടുക നാം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838200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raajyangalh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aakave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Thakarnnudanjeedunnu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dinamaai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Sainyaththin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onnilumalle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balathaal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neduka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4E2A1-7364-4438-B6AD-819F6DB12A6B}"/>
              </a:ext>
            </a:extLst>
          </p:cNvPr>
          <p:cNvSpPr/>
          <p:nvPr/>
        </p:nvSpPr>
        <p:spPr>
          <a:xfrm>
            <a:off x="495300" y="415553"/>
            <a:ext cx="112014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5896834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81686"/>
            <a:ext cx="12192000" cy="1447799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സീയോനെ നീ ഉണര്‍ന്നെഴുന്നേല്‍ക്കുക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ശാലേം രാജനിതാ വരുവാറായ്‌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0" y="3547647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Seeyone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unharnezhunelkkuka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varuvaarhaayi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4539593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838200" y="1147348"/>
            <a:ext cx="11353800" cy="2438399"/>
          </a:xfrm>
        </p:spPr>
        <p:txBody>
          <a:bodyPr anchor="t"/>
          <a:lstStyle/>
          <a:p>
            <a:pPr algn="l">
              <a:lnSpc>
                <a:spcPct val="114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തിരുസഭയെ നിന്‍ ദീപങ്ങളെന്നുമേ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സൂര്യപ്രഭ പോല്‍ വിളങ്ങിടട്ടെ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മഹിതന്‍ തന്‍തേജസ്സില്‍ എഴുന്നള്ളി വരുമ്പോള്‍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ഉടലോടെ പ്രിയനെ എതിരേല്പാന്‍ പോകാം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838200" y="3810000"/>
            <a:ext cx="11201400" cy="2444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sabhaye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deepangalhennume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Surya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prabha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pol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vilhangeedatte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Mahithan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thejjassil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azhunnellhi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varumbolh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Udalode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priyane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ethirelppaan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54E2A1-7364-4438-B6AD-819F6DB12A6B}"/>
              </a:ext>
            </a:extLst>
          </p:cNvPr>
          <p:cNvSpPr/>
          <p:nvPr/>
        </p:nvSpPr>
        <p:spPr>
          <a:xfrm>
            <a:off x="495300" y="415553"/>
            <a:ext cx="11201400" cy="6547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50906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1581686"/>
            <a:ext cx="12192000" cy="1447799"/>
          </a:xfrm>
        </p:spPr>
        <p:txBody>
          <a:bodyPr anchor="t"/>
          <a:lstStyle/>
          <a:p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സീയോനെ നീ ഉണര്‍ന്നെഴുന്നേല്‍ക്കുക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ശാലേം രാജനിതാ വരുവാറായ്‌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5"/>
          <p:cNvSpPr txBox="1">
            <a:spLocks noChangeArrowheads="1"/>
          </p:cNvSpPr>
          <p:nvPr/>
        </p:nvSpPr>
        <p:spPr bwMode="auto">
          <a:xfrm>
            <a:off x="11201400" y="0"/>
            <a:ext cx="9906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8F65CF-64F5-4888-9EE3-C165556ACA6E}"/>
              </a:ext>
            </a:extLst>
          </p:cNvPr>
          <p:cNvSpPr/>
          <p:nvPr/>
        </p:nvSpPr>
        <p:spPr>
          <a:xfrm>
            <a:off x="0" y="3547647"/>
            <a:ext cx="12192000" cy="12512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Seeyone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unharnezhunelkkuka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14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Shaalem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varuvaarhaayi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78005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173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Kartika</vt:lpstr>
      <vt:lpstr>Office Theme</vt:lpstr>
      <vt:lpstr>347 സീയോനെ നീ ഉണര്‍ന്നെഴുന്നേല്‍ക്കുക</vt:lpstr>
      <vt:lpstr>സീയോനെ നീ ഉണര്‍ന്നെഴുന്നേല്‍ക്കുക ശാലേം രാജനിതാ വരുവാറായ്‌  ശീലഗുണമുള്ള സ്നേഹസ്വരൂപന്‍ ആകാശമേഘത്തില്‍ എഴുന്നള്ളി വരുമേ -സീയോ…. </vt:lpstr>
      <vt:lpstr>പകലുള്ള കാലങ്ങള്‍ അണഞ്ഞണഞ്ഞു പോയ്‌ കൂരിരുള്‍ നാളുകള്‍ അടുത്തടുത്തെ ഝടുതിയായ്‌ ജീവിതം പുതുക്കി നിന്നീടുകില്‍ മണവാളനോടു നാം മറുരൂപമാകും</vt:lpstr>
      <vt:lpstr>സീയോനെ നീ ഉണര്‍ന്നെഴുന്നേല്‍ക്കുക ശാലേം രാജനിതാ വരുവാറായ്‌</vt:lpstr>
      <vt:lpstr>അന്ത്യ സമയങ്ങള്‍ അടുത്തുപോയ്‌ പ്രിയരെ സ്വന്തമെന്നേ ശുവെ സാക്ഷിക്കുവിന്‍ അന്ധകാര പ്രഭു വെളിപ്പെടും മുമ്പേ സന്തോഷരാജ്യത്തില്‍ ചേര്‍ന്നിടുമെ നാം </vt:lpstr>
      <vt:lpstr>സീയോനെ നീ ഉണര്‍ന്നെഴുന്നേല്‍ക്കുക ശാലേം രാജനിതാ വരുവാറായ്‌</vt:lpstr>
      <vt:lpstr>ഭൂമണ്ഡലങ്ങൾ ഉലഞ്ഞിളകിടുന്നു  വാനങ്ങൾ ആകവെ നടുങ്ങീടുന്നു പ്രേമമറ്റുള്ള നിൻ സാധുക്കൾ കരളിൽ ഖേദം പൂണ്ടങ്ങിങ്ങു വീണുഴലുന്നു</vt:lpstr>
      <vt:lpstr>സീയോനെ നീ ഉണര്‍ന്നെഴുന്നേല്‍ക്കുക ശാലേം രാജനിതാ വരുവാറായ്‌</vt:lpstr>
      <vt:lpstr>സൈന്യത്തിൻ ശക്തിയാൽ രാജ്യങ്ങൾ ആകവെ  തകർന്നുടഞ്ഞീടുന്നു ദിനം ദിനമായ്  സൈന്യത്തിൻ ശക്തിയാൽ ഒന്നാലുമല്ലേ  അത്മബലത്താൽ ജയം നേടുക നാം </vt:lpstr>
      <vt:lpstr>സീയോനെ നീ ഉണര്‍ന്നെഴുന്നേല്‍ക്കുക ശാലേം രാജനിതാ വരുവാറായ്‌</vt:lpstr>
      <vt:lpstr>തിരുസഭയെ നിന്‍ ദീപങ്ങളെന്നുമേ  സൂര്യപ്രഭ പോല്‍ വിളങ്ങിടട്ടെ മഹിതന്‍ തന്‍തേജസ്സില്‍ എഴുന്നള്ളി വരുമ്പോള്‍ ഉടലോടെ പ്രിയനെ എതിരേല്പാന്‍ പോകാം </vt:lpstr>
      <vt:lpstr>സീയോനെ നീ ഉണര്‍ന്നെഴുന്നേല്‍ക്കുക ശാലേം രാജനിതാ വരുവാറായ്‌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Seeyone nee</dc:title>
  <dc:creator>Digital Input; GM JOHN; Acsah Mathews</dc:creator>
  <cp:lastModifiedBy>Acsah Mathews</cp:lastModifiedBy>
  <cp:revision>254</cp:revision>
  <dcterms:created xsi:type="dcterms:W3CDTF">2013-04-19T09:19:07Z</dcterms:created>
  <dcterms:modified xsi:type="dcterms:W3CDTF">2018-11-20T18:49:55Z</dcterms:modified>
</cp:coreProperties>
</file>