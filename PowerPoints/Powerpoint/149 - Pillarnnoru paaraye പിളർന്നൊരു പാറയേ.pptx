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4" r:id="rId4"/>
    <p:sldId id="275" r:id="rId5"/>
    <p:sldId id="276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713229-560D-4134-B2D7-EEE98636496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972CC3-5D6B-4568-BFEE-3AD8DBA0D3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4F4EBC-5AD1-44ED-A543-19079095AF1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028CCE-BB59-4C1D-9D9E-3E7ADE1FC2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F30D5E-E5F8-42FD-932A-1D5D8B68C19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27C37F-18E8-4649-AE61-1AD5A8F566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50638-39AA-45BA-A958-EAD4FB1A20D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C3752-9C22-45F3-AE2E-D9B1E6A0B7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32EA6-5DF8-43B7-A955-72AF7ADC1A8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637F3F-D447-46A3-B4B3-385D04C82B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3F8D1A-F8CC-4D7F-A3E1-AE42A068143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2DAB2-6D44-4D6B-931C-4BBC6DB83D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55B09-ED5E-410E-89D8-F3DE6808A2F5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40CF50-4B01-487D-B068-38525869EB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C0CFD-04BF-444D-9B56-FC3BC43715C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FA7957-F475-4442-9274-52565640FA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6411D-A1F7-4848-88C5-A747C6FECAF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84105-A48F-401C-B309-8464227750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32EA5B-070D-4FB4-93FB-A5C0769F48C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F2276-994A-4BC4-9F01-3E6004646A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3C92F7-6252-4718-B5ED-33EC615D5D80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A06EF3-1D29-45D4-BBEB-42C66C3D2E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C572675-5753-4561-95CE-9FF8372E634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D56BE67-3BE8-41B7-88EE-B48599177B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7ED3-9291-4DEE-9FCE-8F6634C050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149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പിളർന്നൊരു പാറയേ!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C2E54C-D924-48CE-B062-87B3CF9ED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358385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en-US" sz="4000" b="1" dirty="0">
                <a:solidFill>
                  <a:schemeClr val="tx2"/>
                </a:solidFill>
              </a:rPr>
              <a:t>Pilharnnoru </a:t>
            </a:r>
            <a:r>
              <a:rPr lang="en-US" sz="4000" b="1" dirty="0" err="1">
                <a:solidFill>
                  <a:schemeClr val="tx2"/>
                </a:solidFill>
              </a:rPr>
              <a:t>paarayé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br>
              <a:rPr lang="en-US" sz="4000" b="1" dirty="0">
                <a:solidFill>
                  <a:schemeClr val="tx2"/>
                </a:solidFill>
              </a:rPr>
            </a:br>
            <a:r>
              <a:rPr lang="en-US" sz="3600" i="1" dirty="0">
                <a:solidFill>
                  <a:schemeClr val="tx2"/>
                </a:solidFill>
              </a:rPr>
              <a:t>Rock of Ages, cleft for me – A.M. </a:t>
            </a:r>
            <a:r>
              <a:rPr lang="en-US" sz="3600" i="1" dirty="0" err="1">
                <a:solidFill>
                  <a:schemeClr val="tx2"/>
                </a:solidFill>
              </a:rPr>
              <a:t>Topaldy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49D5BC-0C67-47A4-BA1D-24E81CCA6DF2}"/>
              </a:ext>
            </a:extLst>
          </p:cNvPr>
          <p:cNvSpPr/>
          <p:nvPr/>
        </p:nvSpPr>
        <p:spPr>
          <a:xfrm>
            <a:off x="1828800" y="5395434"/>
            <a:ext cx="24288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(റവ. റ്റി. കോശി)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8AC323-3A8F-40B6-97C0-C918E84869AD}"/>
              </a:ext>
            </a:extLst>
          </p:cNvPr>
          <p:cNvSpPr/>
          <p:nvPr/>
        </p:nvSpPr>
        <p:spPr>
          <a:xfrm>
            <a:off x="8839200" y="5395434"/>
            <a:ext cx="19824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(Rev. T. Koshy) </a:t>
            </a:r>
          </a:p>
        </p:txBody>
      </p:sp>
    </p:spTree>
    <p:extLst>
      <p:ext uri="{BB962C8B-B14F-4D97-AF65-F5344CB8AC3E}">
        <p14:creationId xmlns:p14="http://schemas.microsoft.com/office/powerpoint/2010/main" val="4256036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609600"/>
            <a:ext cx="11582400" cy="3429000"/>
          </a:xfrm>
        </p:spPr>
        <p:txBody>
          <a:bodyPr anchor="t"/>
          <a:lstStyle/>
          <a:p>
            <a:pPr algn="l" defTabSz="519113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പിളർന്നൊരു പാറയേ!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നിന്നിൽ ഞാൻ മറയട്ടെ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തുറന്ന നിൻ ചങ്കിലെ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രക്തം ജലം പാപത്തെ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നീക്കി സുഖം നൽകട്ടെ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മുറ്റും രക്ഷിക്ക എന്നെ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11AF9C-0F75-4377-AF21-7E23A5A47AF7}"/>
              </a:ext>
            </a:extLst>
          </p:cNvPr>
          <p:cNvSpPr/>
          <p:nvPr/>
        </p:nvSpPr>
        <p:spPr>
          <a:xfrm>
            <a:off x="0" y="3522246"/>
            <a:ext cx="11201400" cy="3366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Pilharnnoru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paarayé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marayattey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Thuranna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Nin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chankiley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Raktham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jalam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paapathey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Neekki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sukham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nalkattey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Muttum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rakshikka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819C8F-6FF9-44E9-BA91-DED8032865F8}"/>
              </a:ext>
            </a:extLst>
          </p:cNvPr>
          <p:cNvSpPr/>
          <p:nvPr/>
        </p:nvSpPr>
        <p:spPr>
          <a:xfrm>
            <a:off x="0" y="76200"/>
            <a:ext cx="12192000" cy="619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533400"/>
            <a:ext cx="11811000" cy="3429000"/>
          </a:xfrm>
        </p:spPr>
        <p:txBody>
          <a:bodyPr anchor="t"/>
          <a:lstStyle/>
          <a:p>
            <a:pPr algn="l" defTabSz="519113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കല്പന കാത്തിടുവാൻ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ഒട്ടും പ്രാപ്തനല്ലേ ഞാൻ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വൈരാഗ്യം ഏറിയാലും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കണ്ണുനീർ ചൊരിഞ്ഞാലും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വന്നിടാ പാപനാശം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 താൻ രക്ഷിക്ക വേണം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11AF9C-0F75-4377-AF21-7E23A5A47AF7}"/>
              </a:ext>
            </a:extLst>
          </p:cNvPr>
          <p:cNvSpPr/>
          <p:nvPr/>
        </p:nvSpPr>
        <p:spPr>
          <a:xfrm>
            <a:off x="0" y="3522246"/>
            <a:ext cx="11201400" cy="3366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Kalpana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kaaththiduvaan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Ottum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praapthanalley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Vairaagyam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eriyaalum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Kannhuneer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chorinjaalum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Vannidaa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paapanaasham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Nee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rakshikka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venham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819C8F-6FF9-44E9-BA91-DED8032865F8}"/>
              </a:ext>
            </a:extLst>
          </p:cNvPr>
          <p:cNvSpPr/>
          <p:nvPr/>
        </p:nvSpPr>
        <p:spPr>
          <a:xfrm>
            <a:off x="0" y="76200"/>
            <a:ext cx="12192000" cy="619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64933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533400"/>
            <a:ext cx="11582400" cy="3429000"/>
          </a:xfrm>
        </p:spPr>
        <p:txBody>
          <a:bodyPr anchor="t"/>
          <a:lstStyle/>
          <a:p>
            <a:pPr algn="l" defTabSz="519113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വെറും കൈയ്യായ് ഞാനങ്ങു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ക്രൂശിൽ മാത്രം നമ്പുന്നു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നഗ്നൻ ഞാൻ നിൻ വസ്ത്രം താ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ഹീനൻ ഞാൻ നിൻ കൃപതാ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മ്ളേച്ഛനായ് വരുന്നിതാ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സ്വച്ഛനാക്കു രക്ഷകാ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11AF9C-0F75-4377-AF21-7E23A5A47AF7}"/>
              </a:ext>
            </a:extLst>
          </p:cNvPr>
          <p:cNvSpPr/>
          <p:nvPr/>
        </p:nvSpPr>
        <p:spPr>
          <a:xfrm>
            <a:off x="0" y="3522246"/>
            <a:ext cx="11201400" cy="3366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Verum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kayyaai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njaanangu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Krooshil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maathram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nambunnu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Nagnan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Nin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vasthram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Heenan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Mlechchanaai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varunnithaa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Swachchanaakku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rakshakaa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819C8F-6FF9-44E9-BA91-DED8032865F8}"/>
              </a:ext>
            </a:extLst>
          </p:cNvPr>
          <p:cNvSpPr/>
          <p:nvPr/>
        </p:nvSpPr>
        <p:spPr>
          <a:xfrm>
            <a:off x="0" y="76200"/>
            <a:ext cx="12192000" cy="619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53972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533400"/>
            <a:ext cx="11582400" cy="3429000"/>
          </a:xfrm>
        </p:spPr>
        <p:txBody>
          <a:bodyPr anchor="t"/>
          <a:lstStyle/>
          <a:p>
            <a:pPr algn="l" defTabSz="519113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എന്നിലോടുന്നീ ശ്വാസം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വിട്ടെൻ കൺ മങ്ങും നേരം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സ്വർലോക ഭാഗ്യം ചേർന്നു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 ഞാൻ കാണുന്നന്നു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പിളർന്നൊരു പാറയേ!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നിന്നിൽ ഞാൻ മറയട്ടെ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11AF9C-0F75-4377-AF21-7E23A5A47AF7}"/>
              </a:ext>
            </a:extLst>
          </p:cNvPr>
          <p:cNvSpPr/>
          <p:nvPr/>
        </p:nvSpPr>
        <p:spPr>
          <a:xfrm>
            <a:off x="0" y="3522246"/>
            <a:ext cx="11201400" cy="3366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Ennilodunnee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shwaasam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Vitten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mangum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neram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Swarloka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bhaagyam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chernnu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kanhunnannu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Pilharnnoru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paarayé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marayattey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819C8F-6FF9-44E9-BA91-DED8032865F8}"/>
              </a:ext>
            </a:extLst>
          </p:cNvPr>
          <p:cNvSpPr/>
          <p:nvPr/>
        </p:nvSpPr>
        <p:spPr>
          <a:xfrm>
            <a:off x="0" y="76200"/>
            <a:ext cx="12192000" cy="619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34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39983C-C61C-4681-91F0-B3DC921CE2A9}"/>
              </a:ext>
            </a:extLst>
          </p:cNvPr>
          <p:cNvSpPr/>
          <p:nvPr/>
        </p:nvSpPr>
        <p:spPr>
          <a:xfrm>
            <a:off x="9958944" y="3212068"/>
            <a:ext cx="2207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(റവ. റ്റി. കോശി)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D04EDD-EBDE-4017-9257-C3F1F6A06DE6}"/>
              </a:ext>
            </a:extLst>
          </p:cNvPr>
          <p:cNvSpPr/>
          <p:nvPr/>
        </p:nvSpPr>
        <p:spPr>
          <a:xfrm>
            <a:off x="609600" y="6383754"/>
            <a:ext cx="1804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(Rev. T. Koshy)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31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118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149 പിളർന്നൊരു പാറയേ!</vt:lpstr>
      <vt:lpstr>പിളർന്നൊരു പാറയേ!  നിന്നിൽ ഞാൻ മറയട്ടെ  തുറന്ന നിൻ ചങ്കിലെ  രക്തം ജലം പാപത്തെ  നീക്കി സുഖം നൽകട്ടെ  മുറ്റും രക്ഷിക്ക എന്നെ</vt:lpstr>
      <vt:lpstr>കല്പന കാത്തിടുവാൻ  ഒട്ടും പ്രാപ്തനല്ലേ ഞാൻ  വൈരാഗ്യം ഏറിയാലും  കണ്ണുനീർ ചൊരിഞ്ഞാലും  വന്നിടാ പാപനാശം  നീ താൻ രക്ഷിക്ക വേണം</vt:lpstr>
      <vt:lpstr>വെറും കൈയ്യായ് ഞാനങ്ങു  ക്രൂശിൽ മാത്രം നമ്പുന്നു  നഗ്നൻ ഞാൻ നിൻ വസ്ത്രം താ!  ഹീനൻ ഞാൻ നിൻ കൃപതാ  മ്ളേച്ഛനായ് വരുന്നിതാ  സ്വച്ഛനാക്കു രക്ഷകാ</vt:lpstr>
      <vt:lpstr>എന്നിലോടുന്നീ ശ്വാസം  വിട്ടെൻ കൺ മങ്ങും നേരം  സ്വർലോക ഭാഗ്യം ചേർന്നു  നിന്നെ ഞാൻ കാണുന്നന്നു  പിളർന്നൊരു പാറയേ!  നിന്നിൽ ഞാൻ മറയട്ടെ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Pillarnnoru paaraye</dc:title>
  <dc:creator>Digital Input:; GM JOHN; Acsah Mathews</dc:creator>
  <cp:lastModifiedBy>Acsah Mathews</cp:lastModifiedBy>
  <cp:revision>255</cp:revision>
  <dcterms:created xsi:type="dcterms:W3CDTF">2013-04-19T09:19:07Z</dcterms:created>
  <dcterms:modified xsi:type="dcterms:W3CDTF">2018-11-06T14:15:36Z</dcterms:modified>
</cp:coreProperties>
</file>