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60" y="79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76797-D08F-4538-AC72-22BBCE5C1A79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56D9A-4FC0-436C-B06F-360DD58667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5B188-BF8C-489E-9489-D8DC5C7D8931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19813-A178-4D33-91AA-A35B145B33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EEA1D-DAF6-4A3A-9539-BD7C69033F88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E4BDA0-2D07-4305-A054-F3881A89D1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2A43ED-5EF1-43D0-B4E5-85B1EE8C03FB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4885EF-612A-4977-8CA7-D6DF27C646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38569-402C-4E45-9969-201337C1D96A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839D60-D2B9-49AA-95A3-6A1DFD52E8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4A7AEB-1BFC-4EE6-A60C-5498549F2525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80730-6671-41DE-B6AD-4483B065E1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813A6-50BC-4D30-8ED4-C52167FDF91F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C2FC4-4030-484D-B9E4-90403E601A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F5FD0-5430-4C3C-A948-24FCCAEBE2DB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CD5059-62A2-4970-BF9D-FDB34D6883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D4F9F-33E8-4359-A5F8-34FD478109C6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7FD881-0C17-4043-BD4E-86BE162A00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9CCA9-7E45-4B13-9C8A-B14A6869C791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C3C06-8304-4A75-B5B4-7C7BF041D1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6C8DD-CC43-4A4D-9E3C-CE0329317E26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AB310-F4F8-4C0D-A14F-D9874BB4C9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CC31E1E-F400-4167-9533-72CFDE36C54C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917A47B-D430-478E-8AAD-AD35815DF4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F999-1CE0-40E5-BB02-D830694D98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361</a:t>
            </a:r>
            <a:br>
              <a:rPr lang="en-US" sz="4000" dirty="0"/>
            </a:br>
            <a:r>
              <a:rPr lang="ml-IN" sz="4000" b="1" dirty="0"/>
              <a:t>ഞാൻ പാപിയായിരുന്നെൻ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7C357A-450A-4185-A714-895F50B4D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Njaan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paapi</a:t>
            </a:r>
            <a:endParaRPr lang="en-US" sz="4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EAA6E8-D48B-4029-960C-82D3A9D87303}"/>
              </a:ext>
            </a:extLst>
          </p:cNvPr>
          <p:cNvSpPr/>
          <p:nvPr/>
        </p:nvSpPr>
        <p:spPr>
          <a:xfrm>
            <a:off x="8305800" y="4738788"/>
            <a:ext cx="1762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(Charles John) 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FA7C7A-7370-4D76-B2C0-52652173CEB5}"/>
              </a:ext>
            </a:extLst>
          </p:cNvPr>
          <p:cNvSpPr/>
          <p:nvPr/>
        </p:nvSpPr>
        <p:spPr>
          <a:xfrm>
            <a:off x="1457221" y="4738788"/>
            <a:ext cx="33077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ml-IN" dirty="0">
                <a:solidFill>
                  <a:srgbClr val="000000"/>
                </a:solidFill>
                <a:latin typeface="Calibri" panose="020F0502020204030204" pitchFamily="34" charset="0"/>
              </a:rPr>
              <a:t>(ചാൾസ് ജോൺ)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97847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62001"/>
            <a:ext cx="12192000" cy="1192378"/>
          </a:xfrm>
        </p:spPr>
        <p:txBody>
          <a:bodyPr anchor="t"/>
          <a:lstStyle/>
          <a:p>
            <a:pPr algn="l" eaLnBrk="1" hangingPunct="1">
              <a:lnSpc>
                <a:spcPct val="125000"/>
              </a:lnSpc>
              <a:tabLst>
                <a:tab pos="288925" algn="l"/>
              </a:tabLst>
            </a:pP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ഞാൻ പാപിയായിരുന്നെൻ യേശു എന്നെ തേടി വന്നല്ലോ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എന്നുടെ പാപം വഹിച്ചവൻ കുരിശിൽ തന്നുയിർ തന്നല്ലോ</a:t>
            </a:r>
            <a:endParaRPr lang="ml-IN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7C2DB7-D987-4E1F-B28D-5FE11E409DD3}"/>
              </a:ext>
            </a:extLst>
          </p:cNvPr>
          <p:cNvSpPr/>
          <p:nvPr/>
        </p:nvSpPr>
        <p:spPr>
          <a:xfrm>
            <a:off x="0" y="2155049"/>
            <a:ext cx="12039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എന്തത്ഭുതം ദൈവസ്നേഹത്തിൻ - ആഴം അറിവാനെളുതല്ല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സങ്കടത്തിൽ താങ്ങി നടത്തും - തൻകൃപ ചെറുതല്ല</a:t>
            </a:r>
            <a:endParaRPr lang="en-US" sz="30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6A2734E-4097-46DB-B08B-23EE043BDFDE}"/>
              </a:ext>
            </a:extLst>
          </p:cNvPr>
          <p:cNvGrpSpPr/>
          <p:nvPr/>
        </p:nvGrpSpPr>
        <p:grpSpPr>
          <a:xfrm>
            <a:off x="152400" y="3548097"/>
            <a:ext cx="12039600" cy="2231996"/>
            <a:chOff x="152400" y="3548097"/>
            <a:chExt cx="12039600" cy="223199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8B8680A-F59B-46F9-826B-48C40440337F}"/>
                </a:ext>
              </a:extLst>
            </p:cNvPr>
            <p:cNvSpPr/>
            <p:nvPr/>
          </p:nvSpPr>
          <p:spPr>
            <a:xfrm>
              <a:off x="152400" y="3548097"/>
              <a:ext cx="12039600" cy="11923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Njaan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paapi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yaayirunne-neshu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enney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thèdi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vannallo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Ennudey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paapam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vahichavan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kurishil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thannuyir-thannallo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50CFCA-5BFC-445B-AC38-CB012A1CB32C}"/>
                </a:ext>
              </a:extLst>
            </p:cNvPr>
            <p:cNvSpPr/>
            <p:nvPr/>
          </p:nvSpPr>
          <p:spPr>
            <a:xfrm>
              <a:off x="1524000" y="4764430"/>
              <a:ext cx="1051560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Enthathbhutham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Daiva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snehaththin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aazham-arivaanelhuthalla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Sankadaththil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thaangi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nadaththum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Thankripa-cheruthalla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1066800"/>
          </a:xfrm>
        </p:spPr>
        <p:txBody>
          <a:bodyPr anchor="t"/>
          <a:lstStyle/>
          <a:p>
            <a:pPr algn="l" eaLnBrk="1" hangingPunct="1">
              <a:tabLst>
                <a:tab pos="288925" algn="l"/>
              </a:tabLst>
            </a:pP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രക്താംബരംപോൽ കടുംചുവപ്പായിരുന്നെന്നുടെ പാപങ്ങൾ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കർത്തവതു ഹിമസമമായ് മാറ്റി തൻപ്രിയ മകനാക്കി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73A7C7-1F22-40BC-AFD9-3F499E3662CB}"/>
              </a:ext>
            </a:extLst>
          </p:cNvPr>
          <p:cNvSpPr/>
          <p:nvPr/>
        </p:nvSpPr>
        <p:spPr>
          <a:xfrm>
            <a:off x="0" y="2155049"/>
            <a:ext cx="12039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എന്തത്ഭുതം ദൈവസ്നേഹത്തിൻ - ആഴം അറിവാനെളുതല്ല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സങ്കടത്തിൽ താങ്ങി നടത്തും - തൻകൃപ ചെറുതല്ല</a:t>
            </a:r>
            <a:endParaRPr lang="en-US" sz="30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70E647-40EA-440C-8ED6-76F70A399048}"/>
              </a:ext>
            </a:extLst>
          </p:cNvPr>
          <p:cNvGrpSpPr/>
          <p:nvPr/>
        </p:nvGrpSpPr>
        <p:grpSpPr>
          <a:xfrm>
            <a:off x="152400" y="3548097"/>
            <a:ext cx="12039600" cy="2231996"/>
            <a:chOff x="152400" y="3548097"/>
            <a:chExt cx="12039600" cy="223199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3B1989-1738-446F-BDE6-E4849DCA56FA}"/>
                </a:ext>
              </a:extLst>
            </p:cNvPr>
            <p:cNvSpPr/>
            <p:nvPr/>
          </p:nvSpPr>
          <p:spPr>
            <a:xfrm>
              <a:off x="152400" y="3548097"/>
              <a:ext cx="12039600" cy="11923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Rakthaambaram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pôl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kadum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chuvappaayiru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nnennudey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paapangalh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Karthaavathu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hima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samamaai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maatti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Than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priya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makanaakki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B2F96C-110E-47F9-9A07-8BE398F60FC1}"/>
                </a:ext>
              </a:extLst>
            </p:cNvPr>
            <p:cNvSpPr/>
            <p:nvPr/>
          </p:nvSpPr>
          <p:spPr>
            <a:xfrm>
              <a:off x="1524000" y="4764430"/>
              <a:ext cx="1051560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Enthathbhutham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Daiva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snehaththin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aazham-arivaanelhuthalla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Sankadaththil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thaangi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nadaththum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Thankripa-cheruthalla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51411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6213" y="914401"/>
            <a:ext cx="12192000" cy="1295399"/>
          </a:xfrm>
        </p:spPr>
        <p:txBody>
          <a:bodyPr anchor="t"/>
          <a:lstStyle/>
          <a:p>
            <a:pPr algn="l" eaLnBrk="1" hangingPunct="1">
              <a:tabLst>
                <a:tab pos="288925" algn="l"/>
              </a:tabLst>
            </a:pP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കാർമേഘമുയരാമെന്നാൽ കർത്തൻ തള്ളുകയില്ലെന്നെ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കാണും ഞാനതിൻ നടുവിൽ കൃപയെഴും തൻ മഴവില്ലൊന്ന്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endParaRPr lang="ml-IN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BEC516-3266-4043-ADB8-4276DFB19BF4}"/>
              </a:ext>
            </a:extLst>
          </p:cNvPr>
          <p:cNvSpPr/>
          <p:nvPr/>
        </p:nvSpPr>
        <p:spPr>
          <a:xfrm>
            <a:off x="0" y="2155049"/>
            <a:ext cx="12039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എന്തത്ഭുതം ദൈവസ്നേഹത്തിൻ - ആഴം അറിവാനെളുതല്ല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സങ്കടത്തിൽ താങ്ങി നടത്തും - തൻകൃപ ചെറുതല്ല</a:t>
            </a:r>
            <a:endParaRPr lang="en-US" sz="30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D5D462-DD09-41C8-8748-F1BFFBF5172F}"/>
              </a:ext>
            </a:extLst>
          </p:cNvPr>
          <p:cNvGrpSpPr/>
          <p:nvPr/>
        </p:nvGrpSpPr>
        <p:grpSpPr>
          <a:xfrm>
            <a:off x="152400" y="3548097"/>
            <a:ext cx="12039600" cy="2231996"/>
            <a:chOff x="152400" y="3548097"/>
            <a:chExt cx="12039600" cy="223199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B985ED7-9641-4344-AAAA-D133437B148D}"/>
                </a:ext>
              </a:extLst>
            </p:cNvPr>
            <p:cNvSpPr/>
            <p:nvPr/>
          </p:nvSpPr>
          <p:spPr>
            <a:xfrm>
              <a:off x="152400" y="3548097"/>
              <a:ext cx="12039600" cy="11923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Kaarmègha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muyaraa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mennaal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Karthan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thallhuka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yillenney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Kaanhum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njaanathin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naduvil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kripayezhum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than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mazhavillonnu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9D645B9-B130-44A6-A290-C8152090543F}"/>
                </a:ext>
              </a:extLst>
            </p:cNvPr>
            <p:cNvSpPr/>
            <p:nvPr/>
          </p:nvSpPr>
          <p:spPr>
            <a:xfrm>
              <a:off x="1524000" y="4764430"/>
              <a:ext cx="1051560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Enthathbhutham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Daiva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snehaththin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aazham-arivaanelhuthalla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Sankadaththil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thaangi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nadaththum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Thankripa-cheruthalla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073268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1066800"/>
          </a:xfrm>
        </p:spPr>
        <p:txBody>
          <a:bodyPr anchor="t"/>
          <a:lstStyle/>
          <a:p>
            <a:pPr algn="l" eaLnBrk="1" hangingPunct="1">
              <a:tabLst>
                <a:tab pos="288925" algn="l"/>
              </a:tabLst>
            </a:pP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അത്യുന്നതൻ തൻമറവിൽ വാസം ചെയ്തിടും ഞാനിന്ന്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അത്യാദരം ഞാൻ പാടുന്നഭയവും കോട്ടയുമവനെന്ന്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2F7F23-BA52-48A3-83DB-0DDE748C27A5}"/>
              </a:ext>
            </a:extLst>
          </p:cNvPr>
          <p:cNvSpPr/>
          <p:nvPr/>
        </p:nvSpPr>
        <p:spPr>
          <a:xfrm>
            <a:off x="0" y="2155049"/>
            <a:ext cx="12039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എന്തത്ഭുതം ദൈവസ്നേഹത്തിൻ - ആഴം അറിവാനെളുതല്ല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സങ്കടത്തിൽ താങ്ങി നടത്തും - തൻകൃപ ചെറുതല്ല</a:t>
            </a:r>
            <a:endParaRPr lang="en-US" sz="30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3E8C2FF-336E-4EA9-897F-259D6011F819}"/>
              </a:ext>
            </a:extLst>
          </p:cNvPr>
          <p:cNvGrpSpPr/>
          <p:nvPr/>
        </p:nvGrpSpPr>
        <p:grpSpPr>
          <a:xfrm>
            <a:off x="152400" y="3548097"/>
            <a:ext cx="12039600" cy="2231996"/>
            <a:chOff x="152400" y="3548097"/>
            <a:chExt cx="12039600" cy="223199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73BAE7D-DC14-4AAB-8042-DC31FFB2A4BF}"/>
                </a:ext>
              </a:extLst>
            </p:cNvPr>
            <p:cNvSpPr/>
            <p:nvPr/>
          </p:nvSpPr>
          <p:spPr>
            <a:xfrm>
              <a:off x="152400" y="3548097"/>
              <a:ext cx="12039600" cy="11923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Athyunnathan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Than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maravil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vaasam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cheithidum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njaaninnu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Athyaadaram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njaan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paadu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mennabhayavum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kôttayumavanennu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55319DB-7D7C-465A-9413-029687C313AF}"/>
                </a:ext>
              </a:extLst>
            </p:cNvPr>
            <p:cNvSpPr/>
            <p:nvPr/>
          </p:nvSpPr>
          <p:spPr>
            <a:xfrm>
              <a:off x="1524000" y="4764430"/>
              <a:ext cx="1051560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Enthathbhutham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Daiva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snehaththin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aazham-arivaanelhuthalla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Sankadaththil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thaangi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nadaththum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Thankripa-cheruthalla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367996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1066800"/>
          </a:xfrm>
        </p:spPr>
        <p:txBody>
          <a:bodyPr anchor="t"/>
          <a:lstStyle/>
          <a:p>
            <a:pPr algn="l" eaLnBrk="1" hangingPunct="1">
              <a:tabLst>
                <a:tab pos="288925" algn="l"/>
              </a:tabLst>
            </a:pP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സീയോൻഗിരിയിലൊരിക്കലിനീ ഞാൻ നിൽക്കും സാനന്ദം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കാണും പ്രിയനെ, സ്തുതിയിൻ പല്ലവി പാടും ഞാനെന്നും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7FE35A-295B-461B-A4F5-D342846568A0}"/>
              </a:ext>
            </a:extLst>
          </p:cNvPr>
          <p:cNvSpPr/>
          <p:nvPr/>
        </p:nvSpPr>
        <p:spPr>
          <a:xfrm>
            <a:off x="0" y="2155049"/>
            <a:ext cx="12039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എന്തത്ഭുതം ദൈവസ്നേഹത്തിൻ - ആഴം അറിവാനെളുതല്ല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സങ്കടത്തിൽ താങ്ങി നടത്തും - തൻകൃപ ചെറുതല്ല</a:t>
            </a:r>
            <a:endParaRPr lang="en-US" sz="30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B912A27-757D-49D4-A044-B1C390BEB157}"/>
              </a:ext>
            </a:extLst>
          </p:cNvPr>
          <p:cNvGrpSpPr/>
          <p:nvPr/>
        </p:nvGrpSpPr>
        <p:grpSpPr>
          <a:xfrm>
            <a:off x="152400" y="3548097"/>
            <a:ext cx="12039600" cy="2231996"/>
            <a:chOff x="152400" y="3548097"/>
            <a:chExt cx="12039600" cy="223199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1585D25-635B-46A3-8261-EED527CDF297}"/>
                </a:ext>
              </a:extLst>
            </p:cNvPr>
            <p:cNvSpPr/>
            <p:nvPr/>
          </p:nvSpPr>
          <p:spPr>
            <a:xfrm>
              <a:off x="152400" y="3548097"/>
              <a:ext cx="12039600" cy="11923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Seeyon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giriyilorikkal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njaan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nilkum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saanandam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Kaanhum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Priyaney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sthuthiyin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pallavi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paadum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njaanennum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E162610-D2B2-40BE-A68F-45FCE8EEF4F4}"/>
                </a:ext>
              </a:extLst>
            </p:cNvPr>
            <p:cNvSpPr/>
            <p:nvPr/>
          </p:nvSpPr>
          <p:spPr>
            <a:xfrm>
              <a:off x="1524000" y="4764430"/>
              <a:ext cx="1051560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Enthathbhutham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Daiva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snehaththin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aazham-arivaanelhuthalla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Sankadaththil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thaangi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nadaththum</a:t>
              </a:r>
              <a:r>
                <a:rPr lang="en-US" sz="3000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000" dirty="0" err="1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Thankripa-cheruthalla</a:t>
              </a:r>
              <a:endParaRPr lang="en-US" sz="3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293886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156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Kartika</vt:lpstr>
      <vt:lpstr>Times New Roman</vt:lpstr>
      <vt:lpstr>Office Theme</vt:lpstr>
      <vt:lpstr>361 ഞാൻ പാപിയായിരുന്നെൻ</vt:lpstr>
      <vt:lpstr>ഞാൻ പാപിയായിരുന്നെൻ യേശു എന്നെ തേടി വന്നല്ലോ എന്നുടെ പാപം വഹിച്ചവൻ കുരിശിൽ തന്നുയിർ തന്നല്ലോ</vt:lpstr>
      <vt:lpstr>രക്താംബരംപോൽ കടുംചുവപ്പായിരുന്നെന്നുടെ പാപങ്ങൾ  കർത്തവതു ഹിമസമമായ് മാറ്റി തൻപ്രിയ മകനാക്കി</vt:lpstr>
      <vt:lpstr>കാർമേഘമുയരാമെന്നാൽ കർത്തൻ തള്ളുകയില്ലെന്നെ  കാണും ഞാനതിൻ നടുവിൽ കൃപയെഴും തൻ മഴവില്ലൊന്ന്     </vt:lpstr>
      <vt:lpstr>അത്യുന്നതൻ തൻമറവിൽ വാസം ചെയ്തിടും ഞാനിന്ന്  അത്യാദരം ഞാൻ പാടുന്നഭയവും കോട്ടയുമവനെന്ന്</vt:lpstr>
      <vt:lpstr>സീയോൻഗിരിയിലൊരിക്കലിനീ ഞാൻ നിൽക്കും സാനന്ദം  കാണും പ്രിയനെ, സ്തുതിയിൻ പല്ലവി പാടും ഞാനെന്നും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Njan paapiyayirunnen</dc:title>
  <dc:creator>Digital Input:; GM JOHN; Acsah Mathews</dc:creator>
  <cp:lastModifiedBy>Acsah Mathews</cp:lastModifiedBy>
  <cp:revision>16</cp:revision>
  <dcterms:created xsi:type="dcterms:W3CDTF">2013-07-17T10:28:54Z</dcterms:created>
  <dcterms:modified xsi:type="dcterms:W3CDTF">2018-11-21T18:01:12Z</dcterms:modified>
</cp:coreProperties>
</file>