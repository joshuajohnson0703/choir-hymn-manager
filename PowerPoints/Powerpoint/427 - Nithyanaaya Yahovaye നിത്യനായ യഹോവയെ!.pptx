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3" r:id="rId3"/>
    <p:sldId id="286" r:id="rId4"/>
    <p:sldId id="287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31ED4D-38AB-4EF2-8FC9-74CEA41B6F50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78AA63-CF38-466C-8F8D-E5F8F65A5A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B2429-4EA4-4A5A-BE2B-8C70D65787A6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9AE1F-7CB2-4A81-AAD7-148E3FDB40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CB1C5-6578-4BE8-8E86-C7939888DAAA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6C360-AD52-41D8-8614-BDEE3A18FF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39C44-0959-42FA-ACC5-B6C6183EAB9A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950B2-FB84-4084-B359-682681F80D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21374-6FBD-4D7C-BF5E-E6A41DFCAB15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1377C0-7C43-4197-B67D-B48816117A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56780-EACC-417A-B8E3-2C94D5BC21A7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D616E-E63F-4F61-897D-E3D22395A2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CCB71A-6FCB-46DB-9CEE-F1A3BE5445DA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DA4D5-04E8-496E-8971-2670FCFBA3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81E03C-4355-4D5B-A537-5A9D75C406F5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5FD31-A5AF-45E6-9FB0-741ADE1893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5E9B34-C4A8-40DA-B830-B6B2F63F80EA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E35374-33BB-4298-A797-4429DE184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B7C821-4F65-4A06-8551-F06AEE5F0C7A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5CE7E-1B65-48FD-BF74-0359188061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7153CA-8618-46E5-A821-67ACFFBEF3B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45C98E-D4BA-4197-BC36-1D89E276F9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A79A225-2C12-48A0-AA83-E7654617A873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2C5BFF9-92A5-41F6-BBD8-9FCCB21507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FAD6A-84F1-4690-8F7C-AECB1F03A0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427</a:t>
            </a:r>
            <a:br>
              <a:rPr lang="en-US" dirty="0"/>
            </a:br>
            <a:r>
              <a:rPr lang="ml-IN" b="1" spc="-150" dirty="0">
                <a:latin typeface="Kartika" panose="02020503030404060203" pitchFamily="18" charset="0"/>
              </a:rPr>
              <a:t>നിത്യനായ യഹോവയെ!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FCEDF-347E-403D-849A-BAB6BA9916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Nithyanaaya </a:t>
            </a:r>
            <a:r>
              <a:rPr lang="en-US" sz="4000" b="1" dirty="0" err="1">
                <a:solidFill>
                  <a:srgbClr val="002060"/>
                </a:solidFill>
              </a:rPr>
              <a:t>Yehovaayé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Guide me O Thou great Jehovah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286791441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90500" y="1024354"/>
            <a:ext cx="11811000" cy="2209800"/>
          </a:xfrm>
        </p:spPr>
        <p:txBody>
          <a:bodyPr anchor="t"/>
          <a:lstStyle/>
          <a:p>
            <a:pPr algn="l" defTabSz="4635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നിത്യനായ യഹോവയെ!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ലോക വൻകാട്ടിൽ കൂടെ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ബലഹീനൻ ആയ എന്നെ നടത്തി താങ്ങേണമേ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 അപ്പം സ്വർഗ്ഗ അപ്പം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എനിക്കു തരേണമേ 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E28364-4F1E-423E-9A10-2C680CAC1F36}"/>
              </a:ext>
            </a:extLst>
          </p:cNvPr>
          <p:cNvSpPr/>
          <p:nvPr/>
        </p:nvSpPr>
        <p:spPr>
          <a:xfrm>
            <a:off x="685800" y="3623847"/>
            <a:ext cx="113157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Nithyanaaya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Yehovaayé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kaattil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koodé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Belaheenan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enné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Nadaththi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thaanghenhamé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Swarga appam, Swarga appam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Enikku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tharanhamé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90500" y="1024354"/>
            <a:ext cx="11811000" cy="2209800"/>
          </a:xfrm>
        </p:spPr>
        <p:txBody>
          <a:bodyPr anchor="t"/>
          <a:lstStyle/>
          <a:p>
            <a:pPr algn="l" defTabSz="4635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</a:rPr>
              <a:t>2	നിത്യ പാറ തുറന്നിട്ട്, 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ജീവജലം നൽകുക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</a:rPr>
              <a:t>അഗ്നിമേഘത്തൂണു കൊണ്ടു പാത നന്നായ് കാണിക്ക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ബലവാനേ! ബലവാനേ! 	രക്ഷ നീ ആകേണമേ 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E28364-4F1E-423E-9A10-2C680CAC1F36}"/>
              </a:ext>
            </a:extLst>
          </p:cNvPr>
          <p:cNvSpPr/>
          <p:nvPr/>
        </p:nvSpPr>
        <p:spPr>
          <a:xfrm>
            <a:off x="685800" y="3623847"/>
            <a:ext cx="1131570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Nithya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thurannittu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jeevajalam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nalkuka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Agni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meghaththoonhu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kaanhikka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Belavaaney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Belavaaney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aakenhamey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929732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90500" y="1024354"/>
            <a:ext cx="11811000" cy="2209800"/>
          </a:xfrm>
        </p:spPr>
        <p:txBody>
          <a:bodyPr anchor="t"/>
          <a:lstStyle/>
          <a:p>
            <a:pPr algn="l" defTabSz="4635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യോർദ്ദാനെ ഞാൻ കടക്കുമ്പോൾ 	ഭയം എല്ലാം മാറ്റുക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മൃത്യുവിനെ ജയിച്ചോനെ! 	കനാനിൽ കൈക്കൊള്ളുക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നിന്നെമാത്രം, നിന്നെമാത്രം</a:t>
            </a:r>
            <a:r>
              <a:rPr lang="en-US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ഞാൻ എന്നേക്കും സ്തുതിക്കും </a:t>
            </a:r>
            <a:endParaRPr lang="en-US" sz="31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E28364-4F1E-423E-9A10-2C680CAC1F36}"/>
              </a:ext>
            </a:extLst>
          </p:cNvPr>
          <p:cNvSpPr/>
          <p:nvPr/>
        </p:nvSpPr>
        <p:spPr>
          <a:xfrm>
            <a:off x="457200" y="3623847"/>
            <a:ext cx="11544300" cy="23243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Yorddaaney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kadakkumbolh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ellaam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maattuka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Mrithyuviney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jayichchoney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Kanaanil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kaikollhuka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Ninney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maathram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ninney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maathram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ennekum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sthuthikkum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950453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68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427 നിത്യനായ യഹോവയെ!</vt:lpstr>
      <vt:lpstr>1 നിത്യനായ യഹോവയെ! ലോക വൻകാട്ടിൽ കൂടെ  ബലഹീനൻ ആയ എന്നെ നടത്തി താങ്ങേണമേ   സ്വർഗ്ഗ അപ്പം സ്വർഗ്ഗ അപ്പം എനിക്കു തരേണമേ </vt:lpstr>
      <vt:lpstr>2 നിത്യ പാറ തുറന്നിട്ട്,  ജീവജലം നൽകുക   അഗ്നിമേഘത്തൂണു കൊണ്ടു പാത നന്നായ് കാണിക്ക   ബലവാനേ! ബലവാനേ!  രക്ഷ നീ ആകേണമേ </vt:lpstr>
      <vt:lpstr>3 യോർദ്ദാനെ ഞാൻ കടക്കുമ്പോൾ  ഭയം എല്ലാം മാറ്റുക   മൃത്യുവിനെ ജയിച്ചോനെ!  കനാനിൽ കൈക്കൊള്ളുക   നിന്നെമാത്രം, നിന്നെമാത്രം  ഞാൻ എന്നേക്കും സ്തുതിക്കും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Nithyanaya Yahovaye</dc:title>
  <dc:creator>Digital Input:; GM JOHN; Acsah Mathews</dc:creator>
  <cp:lastModifiedBy>Acsah Mathews</cp:lastModifiedBy>
  <cp:revision>412</cp:revision>
  <dcterms:created xsi:type="dcterms:W3CDTF">2013-04-19T09:19:07Z</dcterms:created>
  <dcterms:modified xsi:type="dcterms:W3CDTF">2018-11-27T15:37:47Z</dcterms:modified>
</cp:coreProperties>
</file>