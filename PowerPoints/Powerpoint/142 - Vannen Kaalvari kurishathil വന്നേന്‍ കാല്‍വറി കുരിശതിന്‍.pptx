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72" r:id="rId3"/>
    <p:sldId id="274" r:id="rId4"/>
    <p:sldId id="278" r:id="rId5"/>
    <p:sldId id="275" r:id="rId6"/>
    <p:sldId id="279" r:id="rId7"/>
    <p:sldId id="276" r:id="rId8"/>
    <p:sldId id="280" r:id="rId9"/>
    <p:sldId id="277" r:id="rId10"/>
    <p:sldId id="281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71A857-59F0-4D99-B429-344FD5023327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CEF035-0813-4E29-A0B2-6D29A1FB09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380FD-4AF5-4294-8320-D344A30DFEBA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A276DC-8C50-4A1A-95D8-D9A1318B36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47203-54C2-4524-8EE4-495872D67C1B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578092-9AB7-4265-91F2-A6D9077112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23DA53-6977-41BB-B6CA-A151183B7E8E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FE2B51-67BA-41D7-BE7B-63293D80CA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EED53A-9745-4BE9-A3A3-B4BE5937B854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EF4AE3-4FAF-4A78-AA9A-AE18C23CA8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5BAB1-A10E-482A-95C2-262485158698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7178E-EBA0-4C5B-AF10-884A6B34FB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05CB4D-99F1-4529-8AB9-7F50B41B78C7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8FB33D-4842-4F3B-BA1A-C0DA9A428D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057C16-7543-4D54-AF53-CA72593F46FF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1D82F-4F94-4C90-BE1C-35EC02C40B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231F0E-9164-46A4-8AFE-230FE2894312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EF5F9-ED79-46FA-B701-07CAF77997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E3246-EA04-4C04-8925-D993E2C5D308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128E05-7AD0-4C97-BCDC-F70EBB4038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98913A-97FF-469A-8EA1-71E6B349C3A0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06F3C8-4D31-4AD2-8D1A-E880197D4D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A40F0EB-9E12-409E-8A63-01D0397C803C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F1F9A98-83FE-40BB-9AFB-7FF657B58F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A0E8D-D82C-41E6-80E9-3293BF05B2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142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വന്നേന്‍ കാല്‍വറി കുരിശതിന്‍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C2A898-C483-45F1-811A-4CB16A4705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018824"/>
          </a:xfrm>
        </p:spPr>
        <p:txBody>
          <a:bodyPr/>
          <a:lstStyle/>
          <a:p>
            <a:r>
              <a:rPr lang="fi-FI" sz="4000" b="1" dirty="0">
                <a:solidFill>
                  <a:schemeClr val="tx2"/>
                </a:solidFill>
              </a:rPr>
              <a:t>Vannen Kaalvari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0F947C-7052-4154-A7E1-4D4ABA0E0470}"/>
              </a:ext>
            </a:extLst>
          </p:cNvPr>
          <p:cNvSpPr/>
          <p:nvPr/>
        </p:nvSpPr>
        <p:spPr>
          <a:xfrm>
            <a:off x="1828800" y="5190773"/>
            <a:ext cx="2262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(മോശവത്സലം)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9C49B5-0DD2-43DF-A7B7-0E8EC2466697}"/>
              </a:ext>
            </a:extLst>
          </p:cNvPr>
          <p:cNvSpPr/>
          <p:nvPr/>
        </p:nvSpPr>
        <p:spPr>
          <a:xfrm>
            <a:off x="8408819" y="5190773"/>
            <a:ext cx="21499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lang="en-US" sz="2000" dirty="0" err="1">
                <a:solidFill>
                  <a:schemeClr val="accent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Moshavatsalam</a:t>
            </a:r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4719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708835"/>
            <a:ext cx="12192000" cy="1371600"/>
          </a:xfrm>
        </p:spPr>
        <p:txBody>
          <a:bodyPr anchor="t"/>
          <a:lstStyle/>
          <a:p>
            <a:pPr defTabSz="461963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വന്നേന്‍ കാല്‍വറി കുരിശതിന്‍ അരികെ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നോക്കി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നിന്നേന്‍ എന്‍ പാപബലി യായവനെ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-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7F3EF3-DD1D-42B4-9C5A-7FB41C02F765}"/>
              </a:ext>
            </a:extLst>
          </p:cNvPr>
          <p:cNvSpPr/>
          <p:nvPr/>
        </p:nvSpPr>
        <p:spPr>
          <a:xfrm>
            <a:off x="0" y="3250387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i-FI" sz="3600" b="1" dirty="0">
                <a:solidFill>
                  <a:schemeClr val="tx2"/>
                </a:solidFill>
                <a:latin typeface="+mn-lt"/>
              </a:rPr>
              <a:t>Vannen Kaalvari kurishathin arikey - nôkki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beliyaayavaney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199"/>
            <a:ext cx="12192000" cy="2590801"/>
          </a:xfrm>
        </p:spPr>
        <p:txBody>
          <a:bodyPr anchor="t"/>
          <a:lstStyle/>
          <a:p>
            <a:pPr algn="l" defTabSz="461963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എന്നെപ്രതി മുറിഞ്ഞ കാല്‍കരങ്ങൾ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ക്ഷീണം-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ഏറെ സഹിച്ചതിരു അരുമജഡം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തന്നിൽ തന്നെ വ്യസനം അടക്കിയതും-പ്രാണൻ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താനായി വിട്ടദിവ്യ നിലയെയും ഞാ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ൻ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-കണ്ടു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വന്നേൻ..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7F3EF3-DD1D-42B4-9C5A-7FB41C02F765}"/>
              </a:ext>
            </a:extLst>
          </p:cNvPr>
          <p:cNvSpPr/>
          <p:nvPr/>
        </p:nvSpPr>
        <p:spPr>
          <a:xfrm>
            <a:off x="0" y="3505200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Enneyprathi murinja Kaalkarangalh - ksheenam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èrey sahichchathiru aruma jadam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Thannil thanney vyasanam Adakkiyathum – praanhan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Thaanaayi vittadivyanilayeyum njaan – kandu	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										     -vannen...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6264DB-0871-47C1-AC82-DF1493A431A3}"/>
              </a:ext>
            </a:extLst>
          </p:cNvPr>
          <p:cNvSpPr txBox="1"/>
          <p:nvPr/>
        </p:nvSpPr>
        <p:spPr>
          <a:xfrm>
            <a:off x="0" y="12402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9075636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708835"/>
            <a:ext cx="12192000" cy="1371600"/>
          </a:xfrm>
        </p:spPr>
        <p:txBody>
          <a:bodyPr anchor="t"/>
          <a:lstStyle/>
          <a:p>
            <a:pPr defTabSz="461963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വന്നേന്‍ കാല്‍വറി കുരിശതിന്‍ അരികെ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നോക്കി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നിന്നേന്‍ എന്‍ പാപബലി യായവനെ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-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7F3EF3-DD1D-42B4-9C5A-7FB41C02F765}"/>
              </a:ext>
            </a:extLst>
          </p:cNvPr>
          <p:cNvSpPr/>
          <p:nvPr/>
        </p:nvSpPr>
        <p:spPr>
          <a:xfrm>
            <a:off x="0" y="3250387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i-FI" sz="3600" b="1" dirty="0">
                <a:solidFill>
                  <a:schemeClr val="tx2"/>
                </a:solidFill>
                <a:latin typeface="+mn-lt"/>
              </a:rPr>
              <a:t>Vannen Kaalvari kurishathin arikey - nôkki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beliyaayavaney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33639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199"/>
            <a:ext cx="12192000" cy="2590801"/>
          </a:xfrm>
        </p:spPr>
        <p:txBody>
          <a:bodyPr anchor="t"/>
          <a:lstStyle/>
          <a:p>
            <a:pPr algn="l" defTabSz="461963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കണ്ടേ നെന്നോടു തിരു സ്നേഹബലി തിരു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കരുണ നീതിയും ഒന്നായ്‌ ചേര്‍ന്നവിധം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പണ്ടെയാഗത്തെ പാപത്തിൻ നിമിത്തം ചെയ്‌വാൻ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പറുദീസായില്‍ നിയോഗിച്ചതിന്‍ നിവൃത്തി-കണ്ടു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വന്നേൻ..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7F3EF3-DD1D-42B4-9C5A-7FB41C02F765}"/>
              </a:ext>
            </a:extLst>
          </p:cNvPr>
          <p:cNvSpPr/>
          <p:nvPr/>
        </p:nvSpPr>
        <p:spPr>
          <a:xfrm>
            <a:off x="0" y="3505200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Kandonennodu Thirusnehabali – Thiru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Karunha neethiyum onnaai chernnavidham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Pandeyaagaththey paapaththin nimiththam cheivaan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Parudeesaayil niyogichchathin nivruthi – kandu 	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										     -vannen...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4F7F8-21B1-42F6-9F56-E2609F1EEAF3}"/>
              </a:ext>
            </a:extLst>
          </p:cNvPr>
          <p:cNvSpPr txBox="1"/>
          <p:nvPr/>
        </p:nvSpPr>
        <p:spPr>
          <a:xfrm>
            <a:off x="0" y="12402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1597854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708835"/>
            <a:ext cx="12192000" cy="1371600"/>
          </a:xfrm>
        </p:spPr>
        <p:txBody>
          <a:bodyPr anchor="t"/>
          <a:lstStyle/>
          <a:p>
            <a:pPr defTabSz="461963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വന്നേന്‍ കാല്‍വറി കുരിശതിന്‍ അരികെ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നോക്കി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നിന്നേന്‍ എന്‍ പാപബലി യായവനെ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-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7F3EF3-DD1D-42B4-9C5A-7FB41C02F765}"/>
              </a:ext>
            </a:extLst>
          </p:cNvPr>
          <p:cNvSpPr/>
          <p:nvPr/>
        </p:nvSpPr>
        <p:spPr>
          <a:xfrm>
            <a:off x="0" y="3250387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i-FI" sz="3600" b="1" dirty="0">
                <a:solidFill>
                  <a:schemeClr val="tx2"/>
                </a:solidFill>
                <a:latin typeface="+mn-lt"/>
              </a:rPr>
              <a:t>Vannen Kaalvari kurishathin arikey - nôkki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beliyaayavaney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042524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199"/>
            <a:ext cx="12192000" cy="2590801"/>
          </a:xfrm>
        </p:spPr>
        <p:txBody>
          <a:bodyPr anchor="t"/>
          <a:lstStyle/>
          <a:p>
            <a:pPr algn="l" defTabSz="461963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 പേര്‍ക്കുകൊണ്ട അടി മുറിവുകളും-കായം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എങ്ങും നുറുങ്ങി രക്തം ഓടിയതും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 പേര്‍ക്കു വിട്ട ദീര്‍ഘശ്വാസങ്ങളും-എല്ലാം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ഇപ്പാപി എന്നും ധ്യാനിച്ചിഹ വസിപ്പേന്‍ താണു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വന്നേൻ..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7F3EF3-DD1D-42B4-9C5A-7FB41C02F765}"/>
              </a:ext>
            </a:extLst>
          </p:cNvPr>
          <p:cNvSpPr/>
          <p:nvPr/>
        </p:nvSpPr>
        <p:spPr>
          <a:xfrm>
            <a:off x="0" y="3505200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En pèrkku konda adi murivukalhum – kaayam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Engum nurungi raktham ôdiyathum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En pèrkku vitta deerghashwaasangalhum – ellaam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Ippaapi ennum dhyaanichchiha vasippen – thaanhu 	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										     -vannen...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1CE7DE-FCB5-4EE8-8532-8AB4FB70D45A}"/>
              </a:ext>
            </a:extLst>
          </p:cNvPr>
          <p:cNvSpPr txBox="1"/>
          <p:nvPr/>
        </p:nvSpPr>
        <p:spPr>
          <a:xfrm>
            <a:off x="0" y="12402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1635995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708835"/>
            <a:ext cx="12192000" cy="1371600"/>
          </a:xfrm>
        </p:spPr>
        <p:txBody>
          <a:bodyPr anchor="t"/>
          <a:lstStyle/>
          <a:p>
            <a:pPr defTabSz="461963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വന്നേന്‍ കാല്‍വറി കുരിശതിന്‍ അരികെ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നോക്കി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നിന്നേന്‍ എന്‍ പാപബലി യായവനെ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-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7F3EF3-DD1D-42B4-9C5A-7FB41C02F765}"/>
              </a:ext>
            </a:extLst>
          </p:cNvPr>
          <p:cNvSpPr/>
          <p:nvPr/>
        </p:nvSpPr>
        <p:spPr>
          <a:xfrm>
            <a:off x="0" y="3250387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i-FI" sz="3600" b="1" dirty="0">
                <a:solidFill>
                  <a:schemeClr val="tx2"/>
                </a:solidFill>
                <a:latin typeface="+mn-lt"/>
              </a:rPr>
              <a:t>Vannen Kaalvari kurishathin arikey - nôkki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beliyaayavaney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032302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199"/>
            <a:ext cx="12192000" cy="2590801"/>
          </a:xfrm>
        </p:spPr>
        <p:txBody>
          <a:bodyPr anchor="t"/>
          <a:lstStyle/>
          <a:p>
            <a:pPr algn="l" defTabSz="461963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അയ്യോ! പാപത്തിന്‍ ശിക്ഷ ഭയങ്കരമേ-ഇനി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അടിയൻ എൻ ഈശോ! നിനക്കായിരിപ്പേൻ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മെയ്യായെനെൻ ദേഹം ദേഹി ആത്മാവും-മേലാൽ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വിനയത്തോടെ നിനക്കായ്‌ ചെലവിടുവേന്‍ പാപി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വന്നേൻ..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7F3EF3-DD1D-42B4-9C5A-7FB41C02F765}"/>
              </a:ext>
            </a:extLst>
          </p:cNvPr>
          <p:cNvSpPr/>
          <p:nvPr/>
        </p:nvSpPr>
        <p:spPr>
          <a:xfrm>
            <a:off x="0" y="3505200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Ayyo! Paapaththin shiksha bhayankaramey – ini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adiyan en Eesho! ninakkaayirippen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Meyyaayen deham dehi aathmaavum – melaal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Vinayaththodey ninakkaai chelaviduven – paapi 	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										     -vannen...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31C072-B6FF-4DD6-8C8D-A3071C4B371D}"/>
              </a:ext>
            </a:extLst>
          </p:cNvPr>
          <p:cNvSpPr txBox="1"/>
          <p:nvPr/>
        </p:nvSpPr>
        <p:spPr>
          <a:xfrm>
            <a:off x="0" y="11566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3012987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708835"/>
            <a:ext cx="12192000" cy="1371600"/>
          </a:xfrm>
        </p:spPr>
        <p:txBody>
          <a:bodyPr anchor="t"/>
          <a:lstStyle/>
          <a:p>
            <a:pPr defTabSz="461963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വന്നേന്‍ കാല്‍വറി കുരിശതിന്‍ അരികെ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നോക്കി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നിന്നേന്‍ എന്‍ പാപബലി യായവനെ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-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7F3EF3-DD1D-42B4-9C5A-7FB41C02F765}"/>
              </a:ext>
            </a:extLst>
          </p:cNvPr>
          <p:cNvSpPr/>
          <p:nvPr/>
        </p:nvSpPr>
        <p:spPr>
          <a:xfrm>
            <a:off x="0" y="3250387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i-FI" sz="3600" b="1" dirty="0">
                <a:solidFill>
                  <a:schemeClr val="tx2"/>
                </a:solidFill>
                <a:latin typeface="+mn-lt"/>
              </a:rPr>
              <a:t>Vannen Kaalvari kurishathin arikey - nôkki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beliyaayavaney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E8CAFE-CB78-4D45-968D-D70A1FA2CEC1}"/>
              </a:ext>
            </a:extLst>
          </p:cNvPr>
          <p:cNvSpPr/>
          <p:nvPr/>
        </p:nvSpPr>
        <p:spPr>
          <a:xfrm>
            <a:off x="10138233" y="2796079"/>
            <a:ext cx="2053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(മോശവത്സലം)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E79059-EC1B-4707-8C37-D1021D27FFBC}"/>
              </a:ext>
            </a:extLst>
          </p:cNvPr>
          <p:cNvSpPr/>
          <p:nvPr/>
        </p:nvSpPr>
        <p:spPr>
          <a:xfrm>
            <a:off x="10187925" y="4535692"/>
            <a:ext cx="1954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</a:rPr>
              <a:t>Moshavatsalam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96914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210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Kartika</vt:lpstr>
      <vt:lpstr>Times New Roman</vt:lpstr>
      <vt:lpstr>Office Theme</vt:lpstr>
      <vt:lpstr>142 വന്നേന്‍ കാല്‍വറി കുരിശതിന്‍</vt:lpstr>
      <vt:lpstr>വന്നേന്‍ കാല്‍വറി കുരിശതിന്‍ അരികെ - നോക്കി നിന്നേന്‍ എന്‍ പാപബലി യായവനെ -</vt:lpstr>
      <vt:lpstr>എന്നെപ്രതി മുറിഞ്ഞ കാല്‍കരങ്ങൾ - ക്ഷീണം- ഏറെ സഹിച്ചതിരു അരുമജഡം തന്നിൽ തന്നെ വ്യസനം അടക്കിയതും-പ്രാണൻ താനായി വിട്ടദിവ്യ നിലയെയും ഞാൻ-കണ്ടു                      - വന്നേൻ..</vt:lpstr>
      <vt:lpstr>വന്നേന്‍ കാല്‍വറി കുരിശതിന്‍ അരികെ - നോക്കി നിന്നേന്‍ എന്‍ പാപബലി യായവനെ -</vt:lpstr>
      <vt:lpstr>കണ്ടേ നെന്നോടു തിരു സ്നേഹബലി തിരു കരുണ നീതിയും ഒന്നായ്‌ ചേര്‍ന്നവിധം പണ്ടെയാഗത്തെ പാപത്തിൻ നിമിത്തം ചെയ്‌വാൻ പറുദീസായില്‍ നിയോഗിച്ചതിന്‍ നിവൃത്തി-കണ്ടു                      - വന്നേൻ..</vt:lpstr>
      <vt:lpstr>വന്നേന്‍ കാല്‍വറി കുരിശതിന്‍ അരികെ - നോക്കി നിന്നേന്‍ എന്‍ പാപബലി യായവനെ -</vt:lpstr>
      <vt:lpstr>എന്‍ പേര്‍ക്കുകൊണ്ട അടി മുറിവുകളും-കായം എങ്ങും നുറുങ്ങി രക്തം ഓടിയതും എന്‍ പേര്‍ക്കു വിട്ട ദീര്‍ഘശ്വാസങ്ങളും-എല്ലാം ഇപ്പാപി എന്നും ധ്യാനിച്ചിഹ വസിപ്പേന്‍ താണു                      - വന്നേൻ..</vt:lpstr>
      <vt:lpstr>വന്നേന്‍ കാല്‍വറി കുരിശതിന്‍ അരികെ - നോക്കി നിന്നേന്‍ എന്‍ പാപബലി യായവനെ -</vt:lpstr>
      <vt:lpstr>അയ്യോ! പാപത്തിന്‍ ശിക്ഷ ഭയങ്കരമേ-ഇനി അടിയൻ എൻ ഈശോ! നിനക്കായിരിപ്പേൻ മെയ്യായെനെൻ ദേഹം ദേഹി ആത്മാവും-മേലാൽ വിനയത്തോടെ നിനക്കായ്‌ ചെലവിടുവേന്‍ പാപി                      - വന്നേൻ..</vt:lpstr>
      <vt:lpstr>വന്നേന്‍ കാല്‍വറി കുരിശതിന്‍ അരികെ - നോക്കി നിന്നേന്‍ എന്‍ പാപബലി യായവനെ 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Vannen kaalvary kurishathil</dc:title>
  <dc:creator>Digital Input:; GM JOHN; Acsah Mathews</dc:creator>
  <cp:lastModifiedBy>Acsah Mathews</cp:lastModifiedBy>
  <cp:revision>218</cp:revision>
  <dcterms:created xsi:type="dcterms:W3CDTF">2013-04-19T09:19:07Z</dcterms:created>
  <dcterms:modified xsi:type="dcterms:W3CDTF">2018-11-05T19:35:49Z</dcterms:modified>
</cp:coreProperties>
</file>