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93" r:id="rId2"/>
    <p:sldId id="280" r:id="rId3"/>
    <p:sldId id="285" r:id="rId4"/>
    <p:sldId id="289" r:id="rId5"/>
    <p:sldId id="286" r:id="rId6"/>
    <p:sldId id="290" r:id="rId7"/>
    <p:sldId id="287" r:id="rId8"/>
    <p:sldId id="291" r:id="rId9"/>
    <p:sldId id="288" r:id="rId10"/>
    <p:sldId id="292" r:id="rId11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1" d="100"/>
          <a:sy n="41" d="100"/>
        </p:scale>
        <p:origin x="66" y="8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7FDABA10-471C-4A30-8B2B-183BEA5BEA39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F07F0681-478B-46A7-8600-DCC8683200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BD5C67-AFA2-47B8-8DA0-2FA09BD7F74D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51D8A4-7560-4FC7-A1BA-80FE006034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AA2F04-BF4B-4C6B-BAE0-7D5AEB6DF429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6DE810-6579-45D3-A6A1-C61CC2AEEB5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BAEFF4-8820-4FA8-8DB0-F7D85EDC99C7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DE4CDC-1B67-40F9-BED5-0F52243E13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937BD3-76F0-499A-A8A6-656CA709FCA9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8BB603-A322-47EC-B31F-1591C62077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4B469E-FC44-41D4-B90D-36A4543F2149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4C7D46-F035-4EBF-95CF-C5B6B1F5E6F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359FC9-B1F1-4E16-9B9F-364F17ED6BBC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F68698-147E-4D6F-9C0B-64FB2F59CFC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6AA262-0D6F-47EE-8E01-E9EB9DAC31D0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DEA13F-DAE8-42C1-89D4-7FB0961BCA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C1606F-B86B-411E-9F09-0B24EBFE9788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A1E655-1BB2-4E76-9922-D1F0F5A794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10B1C-A860-4BAC-9BBC-E1A280D7232E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005973-0A3C-4C30-9736-3C13280BB0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6F8558-6CEC-4931-AA57-7D81659CF950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40DA51-D7ED-4F43-AA4C-3F13CA5DBBD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234ABA-C61C-4BCC-B3FD-B84F3AA63075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F89FB8-13F9-4864-9CDE-0068C67120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749B820-8471-4427-A283-A4AB626E0435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E7D1ABA-09EA-4961-A78A-D642BB73F8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C8FE3-29A1-466C-B7E2-9546CA64FD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98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വാഴ്ത്തിടുമെ വാഴ്ത്തിടുമെ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5093E2-A3D0-48F6-A9C5-FC492DBE99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cs typeface="Kartika" panose="02020503030404060203" pitchFamily="18" charset="0"/>
              </a:rPr>
              <a:t>Vazhtheedumey </a:t>
            </a:r>
            <a:r>
              <a:rPr lang="en-US" sz="4000" b="1" dirty="0" err="1">
                <a:solidFill>
                  <a:schemeClr val="tx2"/>
                </a:solidFill>
                <a:cs typeface="Kartika" panose="02020503030404060203" pitchFamily="18" charset="0"/>
              </a:rPr>
              <a:t>Vazhtheedumey</a:t>
            </a:r>
            <a:r>
              <a:rPr lang="en-US" sz="4000" b="1" dirty="0">
                <a:solidFill>
                  <a:schemeClr val="tx2"/>
                </a:solidFill>
                <a:cs typeface="Kartika" panose="02020503030404060203" pitchFamily="18" charset="0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8BB402-7A14-4D6B-89CA-7A1D4C716A57}"/>
              </a:ext>
            </a:extLst>
          </p:cNvPr>
          <p:cNvSpPr/>
          <p:nvPr/>
        </p:nvSpPr>
        <p:spPr>
          <a:xfrm>
            <a:off x="1828800" y="4895883"/>
            <a:ext cx="24336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dirty="0">
                <a:solidFill>
                  <a:schemeClr val="accent2"/>
                </a:solidFill>
                <a:latin typeface="Arial" panose="020B0604020202020204" pitchFamily="34" charset="0"/>
              </a:rPr>
              <a:t>(പി. ഡി. ജോൺ) 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392517-F22D-4700-BDE0-FA940FC5F6FA}"/>
              </a:ext>
            </a:extLst>
          </p:cNvPr>
          <p:cNvSpPr/>
          <p:nvPr/>
        </p:nvSpPr>
        <p:spPr>
          <a:xfrm>
            <a:off x="8845862" y="4891520"/>
            <a:ext cx="157504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  <a:latin typeface="Arial" panose="020B0604020202020204" pitchFamily="34" charset="0"/>
              </a:rPr>
              <a:t>(P.D. John) </a:t>
            </a:r>
            <a:endParaRPr lang="en-US" sz="20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2938536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728246"/>
            <a:ext cx="12192000" cy="1905000"/>
          </a:xfrm>
        </p:spPr>
        <p:txBody>
          <a:bodyPr anchor="t"/>
          <a:lstStyle/>
          <a:p>
            <a:pPr defTabSz="341313">
              <a:spcBef>
                <a:spcPts val="600"/>
              </a:spcBef>
              <a:spcAft>
                <a:spcPts val="600"/>
              </a:spcAft>
            </a:pP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വാഴ്ത്തിടുമെ വാഴ്ത്തിടുമെ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ഇമ്മാനുവേലെ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എൻ ജീവിതകാലം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ഈ ക്ഷോണിതലെ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</a:rPr>
              <a:t>- വാഴ്ത്തിടുമെ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098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FA9869-475B-442D-98CA-15CD13B88C09}"/>
              </a:ext>
            </a:extLst>
          </p:cNvPr>
          <p:cNvSpPr/>
          <p:nvPr/>
        </p:nvSpPr>
        <p:spPr>
          <a:xfrm>
            <a:off x="0" y="3380492"/>
            <a:ext cx="12192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Vazhtheedumey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Vazhtheedumey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Immaanuvèley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–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En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jeevakaalam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Ee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kshonhithaley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 -Vazhtheedumey...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304800" y="728246"/>
            <a:ext cx="11887200" cy="3005554"/>
          </a:xfrm>
        </p:spPr>
        <p:txBody>
          <a:bodyPr anchor="t"/>
          <a:lstStyle/>
          <a:p>
            <a:pPr algn="l" defTabSz="341313">
              <a:spcBef>
                <a:spcPts val="600"/>
              </a:spcBef>
              <a:spcAft>
                <a:spcPts val="600"/>
              </a:spcAft>
            </a:pP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ദൂതർ സ്തുതിക്കും നാകവല്ലഭൻ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പിറന്നു ഗോശാലയിൽ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ബന്ധമഴിച്ചു അന്ധനെന്നെയും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ബന്ധുവാക്കിയതാൽ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ഇന്നും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–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എന്നും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നന്നായ് സ്തുതിക്കും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നാഥൻ യേശുവേ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ഞാനിധരയിൽ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098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FA9869-475B-442D-98CA-15CD13B88C09}"/>
              </a:ext>
            </a:extLst>
          </p:cNvPr>
          <p:cNvSpPr/>
          <p:nvPr/>
        </p:nvSpPr>
        <p:spPr>
          <a:xfrm>
            <a:off x="3352799" y="3657600"/>
            <a:ext cx="8850923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Doothar </a:t>
            </a:r>
            <a:r>
              <a:rPr lang="en-US" sz="32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sthuthikkum</a:t>
            </a:r>
            <a:r>
              <a:rPr lang="en-US" sz="32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naakavallabhan</a:t>
            </a:r>
            <a:endParaRPr lang="en-US" sz="3200" b="1" dirty="0">
              <a:solidFill>
                <a:schemeClr val="tx2"/>
              </a:solidFill>
              <a:latin typeface="+mn-lt"/>
              <a:cs typeface="Kartika" panose="02020503030404060203" pitchFamily="18" charset="0"/>
            </a:endParaRPr>
          </a:p>
          <a:p>
            <a:r>
              <a:rPr lang="en-US" sz="32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Pirannu</a:t>
            </a:r>
            <a:r>
              <a:rPr lang="en-US" sz="32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gôshaalayil</a:t>
            </a:r>
            <a:endParaRPr lang="en-US" sz="3200" b="1" dirty="0">
              <a:solidFill>
                <a:schemeClr val="tx2"/>
              </a:solidFill>
              <a:latin typeface="+mn-lt"/>
              <a:cs typeface="Kartika" panose="02020503030404060203" pitchFamily="18" charset="0"/>
            </a:endParaRPr>
          </a:p>
          <a:p>
            <a:r>
              <a:rPr lang="en-US" sz="32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Bandhamazhichchu</a:t>
            </a:r>
            <a:r>
              <a:rPr lang="en-US" sz="32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andhanenneyum</a:t>
            </a:r>
            <a:endParaRPr lang="en-US" sz="3200" b="1" dirty="0">
              <a:solidFill>
                <a:schemeClr val="tx2"/>
              </a:solidFill>
              <a:latin typeface="+mn-lt"/>
              <a:cs typeface="Kartika" panose="02020503030404060203" pitchFamily="18" charset="0"/>
            </a:endParaRPr>
          </a:p>
          <a:p>
            <a:r>
              <a:rPr lang="en-US" sz="32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Bandhuvaakkiyathaal</a:t>
            </a:r>
            <a:endParaRPr lang="en-US" sz="3200" b="1" dirty="0">
              <a:solidFill>
                <a:schemeClr val="tx2"/>
              </a:solidFill>
              <a:latin typeface="+mn-lt"/>
              <a:cs typeface="Kartika" panose="02020503030404060203" pitchFamily="18" charset="0"/>
            </a:endParaRPr>
          </a:p>
          <a:p>
            <a:r>
              <a:rPr lang="en-US" sz="32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Innum</a:t>
            </a:r>
            <a:r>
              <a:rPr lang="en-US" sz="32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- </a:t>
            </a:r>
            <a:r>
              <a:rPr lang="en-US" sz="32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ennum</a:t>
            </a:r>
            <a:r>
              <a:rPr lang="en-US" sz="32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- </a:t>
            </a:r>
            <a:r>
              <a:rPr lang="en-US" sz="32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nannaai</a:t>
            </a:r>
            <a:r>
              <a:rPr lang="en-US" sz="32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sthuthikkum</a:t>
            </a:r>
            <a:endParaRPr lang="en-US" sz="3200" b="1" dirty="0">
              <a:solidFill>
                <a:schemeClr val="tx2"/>
              </a:solidFill>
              <a:latin typeface="+mn-lt"/>
              <a:cs typeface="Kartika" panose="02020503030404060203" pitchFamily="18" charset="0"/>
            </a:endParaRPr>
          </a:p>
          <a:p>
            <a:r>
              <a:rPr lang="en-US" sz="32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Naathan</a:t>
            </a:r>
            <a:r>
              <a:rPr lang="en-US" sz="32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Yeshuvey</a:t>
            </a:r>
            <a:r>
              <a:rPr lang="en-US" sz="32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njaanee</a:t>
            </a:r>
            <a:r>
              <a:rPr lang="en-US" sz="32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dharayil</a:t>
            </a:r>
            <a:r>
              <a:rPr lang="en-US" sz="32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-</a:t>
            </a:r>
            <a:r>
              <a:rPr lang="en-US" sz="32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Vazhthe</a:t>
            </a:r>
            <a:r>
              <a:rPr lang="en-US" sz="32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37508498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728246"/>
            <a:ext cx="12192000" cy="1905000"/>
          </a:xfrm>
        </p:spPr>
        <p:txBody>
          <a:bodyPr anchor="t"/>
          <a:lstStyle/>
          <a:p>
            <a:pPr defTabSz="341313">
              <a:spcBef>
                <a:spcPts val="600"/>
              </a:spcBef>
              <a:spcAft>
                <a:spcPts val="600"/>
              </a:spcAft>
            </a:pP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വാഴ്ത്തിടുമെ വാഴ്ത്തിടുമെ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ഇമ്മാനുവേലെ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എൻ ജീവിതകാലം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ഈ ക്ഷോണിതലെ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</a:rPr>
              <a:t>- വാഴ്ത്തിടുമെ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098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FA9869-475B-442D-98CA-15CD13B88C09}"/>
              </a:ext>
            </a:extLst>
          </p:cNvPr>
          <p:cNvSpPr/>
          <p:nvPr/>
        </p:nvSpPr>
        <p:spPr>
          <a:xfrm>
            <a:off x="0" y="3380492"/>
            <a:ext cx="12192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Vazhtheedumey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Vazhtheedumey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Immaanuvèley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–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En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jeevakaalam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Ee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kshonhithaley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 -Vazhtheedumey... </a:t>
            </a:r>
          </a:p>
        </p:txBody>
      </p:sp>
    </p:spTree>
    <p:extLst>
      <p:ext uri="{BB962C8B-B14F-4D97-AF65-F5344CB8AC3E}">
        <p14:creationId xmlns:p14="http://schemas.microsoft.com/office/powerpoint/2010/main" val="4083008926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304800" y="628600"/>
            <a:ext cx="11887200" cy="3005554"/>
          </a:xfrm>
        </p:spPr>
        <p:txBody>
          <a:bodyPr anchor="t"/>
          <a:lstStyle/>
          <a:p>
            <a:pPr algn="l" defTabSz="341313">
              <a:spcBef>
                <a:spcPts val="600"/>
              </a:spcBef>
              <a:spcAft>
                <a:spcPts val="600"/>
              </a:spcAft>
            </a:pP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പാപക്കടലിൽ ശാപക്കുഴിയിൽ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പിടഞ്ഞു നീന്തീടവേ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പാപമകറ്റി ശാപം നീക്കി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മാർവ്വിലണച്ചവനേ!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കഷ്ടം-നഷ്ടം-സർവ്വം ഏറ്റു നിൻ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പിൻപേ-നിൻ ദാസൻ നടന്നീടാമെ 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098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FA9869-475B-442D-98CA-15CD13B88C09}"/>
              </a:ext>
            </a:extLst>
          </p:cNvPr>
          <p:cNvSpPr/>
          <p:nvPr/>
        </p:nvSpPr>
        <p:spPr>
          <a:xfrm>
            <a:off x="3352799" y="3657600"/>
            <a:ext cx="8850923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Paapakkadalil </a:t>
            </a:r>
            <a:r>
              <a:rPr lang="en-US" sz="32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shaapakuzhiyil</a:t>
            </a:r>
            <a:endParaRPr lang="en-US" sz="3200" b="1" dirty="0">
              <a:solidFill>
                <a:schemeClr val="tx2"/>
              </a:solidFill>
              <a:latin typeface="+mn-lt"/>
              <a:cs typeface="Kartika" panose="02020503030404060203" pitchFamily="18" charset="0"/>
            </a:endParaRPr>
          </a:p>
          <a:p>
            <a:r>
              <a:rPr lang="en-US" sz="32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Pidanjuneenthidavey</a:t>
            </a:r>
            <a:endParaRPr lang="en-US" sz="3200" b="1" dirty="0">
              <a:solidFill>
                <a:schemeClr val="tx2"/>
              </a:solidFill>
              <a:latin typeface="+mn-lt"/>
              <a:cs typeface="Kartika" panose="02020503030404060203" pitchFamily="18" charset="0"/>
            </a:endParaRPr>
          </a:p>
          <a:p>
            <a:r>
              <a:rPr lang="en-US" sz="32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Paapamakatti</a:t>
            </a:r>
            <a:r>
              <a:rPr lang="en-US" sz="32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shaapam</a:t>
            </a:r>
            <a:r>
              <a:rPr lang="en-US" sz="32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neekki</a:t>
            </a:r>
            <a:endParaRPr lang="en-US" sz="3200" b="1" dirty="0">
              <a:solidFill>
                <a:schemeClr val="tx2"/>
              </a:solidFill>
              <a:latin typeface="+mn-lt"/>
              <a:cs typeface="Kartika" panose="02020503030404060203" pitchFamily="18" charset="0"/>
            </a:endParaRPr>
          </a:p>
          <a:p>
            <a:r>
              <a:rPr lang="en-US" sz="32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Maarvilanhachchavaney</a:t>
            </a:r>
            <a:endParaRPr lang="en-US" sz="3200" b="1" dirty="0">
              <a:solidFill>
                <a:schemeClr val="tx2"/>
              </a:solidFill>
              <a:latin typeface="+mn-lt"/>
              <a:cs typeface="Kartika" panose="02020503030404060203" pitchFamily="18" charset="0"/>
            </a:endParaRPr>
          </a:p>
          <a:p>
            <a:r>
              <a:rPr lang="en-US" sz="32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Kashtam</a:t>
            </a:r>
            <a:r>
              <a:rPr lang="en-US" sz="32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- </a:t>
            </a:r>
            <a:r>
              <a:rPr lang="en-US" sz="32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nashtam</a:t>
            </a:r>
            <a:r>
              <a:rPr lang="en-US" sz="32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- </a:t>
            </a:r>
            <a:r>
              <a:rPr lang="en-US" sz="32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sarvam</a:t>
            </a:r>
            <a:r>
              <a:rPr lang="en-US" sz="32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èttu</a:t>
            </a:r>
            <a:r>
              <a:rPr lang="en-US" sz="32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nin</a:t>
            </a:r>
            <a:endParaRPr lang="en-US" sz="3200" b="1" dirty="0">
              <a:solidFill>
                <a:schemeClr val="tx2"/>
              </a:solidFill>
              <a:latin typeface="+mn-lt"/>
              <a:cs typeface="Kartika" panose="02020503030404060203" pitchFamily="18" charset="0"/>
            </a:endParaRPr>
          </a:p>
          <a:p>
            <a:r>
              <a:rPr lang="en-US" sz="32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Pinpey</a:t>
            </a:r>
            <a:r>
              <a:rPr lang="en-US" sz="32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nin</a:t>
            </a:r>
            <a:r>
              <a:rPr lang="en-US" sz="32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daasan</a:t>
            </a:r>
            <a:r>
              <a:rPr lang="en-US" sz="32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nadanneedaamey</a:t>
            </a:r>
            <a:endParaRPr lang="en-US" sz="3200" b="1" dirty="0">
              <a:solidFill>
                <a:schemeClr val="tx2"/>
              </a:solidFill>
              <a:latin typeface="+mn-lt"/>
              <a:cs typeface="Kartika" panose="02020503030404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1364914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728246"/>
            <a:ext cx="12192000" cy="1905000"/>
          </a:xfrm>
        </p:spPr>
        <p:txBody>
          <a:bodyPr anchor="t"/>
          <a:lstStyle/>
          <a:p>
            <a:pPr defTabSz="341313">
              <a:spcBef>
                <a:spcPts val="600"/>
              </a:spcBef>
              <a:spcAft>
                <a:spcPts val="600"/>
              </a:spcAft>
            </a:pP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വാഴ്ത്തിടുമെ വാഴ്ത്തിടുമെ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ഇമ്മാനുവേലെ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എൻ ജീവിതകാലം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ഈ ക്ഷോണിതലെ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</a:rPr>
              <a:t>- വാഴ്ത്തിടുമെ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098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FA9869-475B-442D-98CA-15CD13B88C09}"/>
              </a:ext>
            </a:extLst>
          </p:cNvPr>
          <p:cNvSpPr/>
          <p:nvPr/>
        </p:nvSpPr>
        <p:spPr>
          <a:xfrm>
            <a:off x="0" y="3380492"/>
            <a:ext cx="12192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Vazhtheedumey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Vazhtheedumey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Immaanuvèley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–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En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jeevakaalam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Ee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kshonhithaley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 -Vazhtheedumey... </a:t>
            </a:r>
          </a:p>
        </p:txBody>
      </p:sp>
    </p:spTree>
    <p:extLst>
      <p:ext uri="{BB962C8B-B14F-4D97-AF65-F5344CB8AC3E}">
        <p14:creationId xmlns:p14="http://schemas.microsoft.com/office/powerpoint/2010/main" val="1073072059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304800" y="628600"/>
            <a:ext cx="11887200" cy="3005554"/>
          </a:xfrm>
        </p:spPr>
        <p:txBody>
          <a:bodyPr anchor="t"/>
          <a:lstStyle/>
          <a:p>
            <a:pPr algn="l" defTabSz="341313">
              <a:spcBef>
                <a:spcPts val="600"/>
              </a:spcBef>
              <a:spcAft>
                <a:spcPts val="600"/>
              </a:spcAft>
            </a:pP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ശത്രു തന്നുടെ അഗ്നിശരങ്ങൾ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തൊടുത്തു വിട്ടീടുകിൽ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നിൻ ആയുധങ്ങൾ കാത്തിടുമെന്നെ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പോന്നുനായകനെ!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രക്ഷ-സത്യം-നീതി ചാർത്തീ നീ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ശക്തനാക്കിടും  സേനാനായകാ!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098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FA9869-475B-442D-98CA-15CD13B88C09}"/>
              </a:ext>
            </a:extLst>
          </p:cNvPr>
          <p:cNvSpPr/>
          <p:nvPr/>
        </p:nvSpPr>
        <p:spPr>
          <a:xfrm>
            <a:off x="3124201" y="3657600"/>
            <a:ext cx="907952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Shathru </a:t>
            </a:r>
            <a:r>
              <a:rPr lang="en-US" sz="32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thannudey</a:t>
            </a:r>
            <a:r>
              <a:rPr lang="en-US" sz="32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agnisharangalh</a:t>
            </a:r>
            <a:endParaRPr lang="en-US" sz="3200" b="1" dirty="0">
              <a:solidFill>
                <a:schemeClr val="tx2"/>
              </a:solidFill>
              <a:latin typeface="+mn-lt"/>
              <a:cs typeface="Kartika" panose="02020503030404060203" pitchFamily="18" charset="0"/>
            </a:endParaRPr>
          </a:p>
          <a:p>
            <a:r>
              <a:rPr lang="en-US" sz="32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Thoduththu</a:t>
            </a:r>
            <a:r>
              <a:rPr lang="en-US" sz="32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 </a:t>
            </a:r>
            <a:r>
              <a:rPr lang="en-US" sz="32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vitteedukil</a:t>
            </a:r>
            <a:endParaRPr lang="en-US" sz="3200" b="1" dirty="0">
              <a:solidFill>
                <a:schemeClr val="tx2"/>
              </a:solidFill>
              <a:latin typeface="+mn-lt"/>
              <a:cs typeface="Kartika" panose="02020503030404060203" pitchFamily="18" charset="0"/>
            </a:endParaRPr>
          </a:p>
          <a:p>
            <a:r>
              <a:rPr lang="en-US" sz="32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Nin </a:t>
            </a:r>
            <a:r>
              <a:rPr lang="en-US" sz="32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aayudhangalh</a:t>
            </a:r>
            <a:r>
              <a:rPr lang="en-US" sz="32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kaaththeedumenney</a:t>
            </a:r>
            <a:endParaRPr lang="en-US" sz="3200" b="1" dirty="0">
              <a:solidFill>
                <a:schemeClr val="tx2"/>
              </a:solidFill>
              <a:latin typeface="+mn-lt"/>
              <a:cs typeface="Kartika" panose="02020503030404060203" pitchFamily="18" charset="0"/>
            </a:endParaRPr>
          </a:p>
          <a:p>
            <a:r>
              <a:rPr lang="en-US" sz="32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Ponnu </a:t>
            </a:r>
            <a:r>
              <a:rPr lang="en-US" sz="32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naayakaney</a:t>
            </a:r>
            <a:endParaRPr lang="en-US" sz="3200" b="1" dirty="0">
              <a:solidFill>
                <a:schemeClr val="tx2"/>
              </a:solidFill>
              <a:latin typeface="+mn-lt"/>
              <a:cs typeface="Kartika" panose="02020503030404060203" pitchFamily="18" charset="0"/>
            </a:endParaRPr>
          </a:p>
          <a:p>
            <a:r>
              <a:rPr lang="en-US" sz="32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Raksha- </a:t>
            </a:r>
            <a:r>
              <a:rPr lang="en-US" sz="32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sathyam</a:t>
            </a:r>
            <a:r>
              <a:rPr lang="en-US" sz="32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- </a:t>
            </a:r>
            <a:r>
              <a:rPr lang="en-US" sz="32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neethi</a:t>
            </a:r>
            <a:r>
              <a:rPr lang="en-US" sz="32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chaarththu</a:t>
            </a:r>
            <a:r>
              <a:rPr lang="en-US" sz="32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nee</a:t>
            </a:r>
          </a:p>
          <a:p>
            <a:r>
              <a:rPr lang="en-US" sz="32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Shakthanaakkidum</a:t>
            </a:r>
            <a:r>
              <a:rPr lang="en-US" sz="32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sènaa</a:t>
            </a:r>
            <a:r>
              <a:rPr lang="en-US" sz="32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naayaka</a:t>
            </a:r>
            <a:endParaRPr lang="en-US" sz="3200" b="1" dirty="0">
              <a:solidFill>
                <a:schemeClr val="tx2"/>
              </a:solidFill>
              <a:latin typeface="+mn-lt"/>
              <a:cs typeface="Kartika" panose="02020503030404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8301586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728246"/>
            <a:ext cx="12192000" cy="1905000"/>
          </a:xfrm>
        </p:spPr>
        <p:txBody>
          <a:bodyPr anchor="t"/>
          <a:lstStyle/>
          <a:p>
            <a:pPr defTabSz="341313">
              <a:spcBef>
                <a:spcPts val="600"/>
              </a:spcBef>
              <a:spcAft>
                <a:spcPts val="600"/>
              </a:spcAft>
            </a:pP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വാഴ്ത്തിടുമെ വാഴ്ത്തിടുമെ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ഇമ്മാനുവേലെ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എൻ ജീവിതകാലം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ഈ ക്ഷോണിതലെ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</a:rPr>
              <a:t>- വാഴ്ത്തിടുമെ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098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FA9869-475B-442D-98CA-15CD13B88C09}"/>
              </a:ext>
            </a:extLst>
          </p:cNvPr>
          <p:cNvSpPr/>
          <p:nvPr/>
        </p:nvSpPr>
        <p:spPr>
          <a:xfrm>
            <a:off x="0" y="3380492"/>
            <a:ext cx="12192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Vazhtheedumey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Vazhtheedumey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Immaanuvèley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–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En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jeevakaalam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Ee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kshonhithaley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 -Vazhtheedumey... </a:t>
            </a:r>
          </a:p>
        </p:txBody>
      </p:sp>
    </p:spTree>
    <p:extLst>
      <p:ext uri="{BB962C8B-B14F-4D97-AF65-F5344CB8AC3E}">
        <p14:creationId xmlns:p14="http://schemas.microsoft.com/office/powerpoint/2010/main" val="1342410622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304800" y="628600"/>
            <a:ext cx="11887200" cy="3005554"/>
          </a:xfrm>
        </p:spPr>
        <p:txBody>
          <a:bodyPr anchor="t"/>
          <a:lstStyle/>
          <a:p>
            <a:pPr algn="l" defTabSz="341313">
              <a:spcBef>
                <a:spcPts val="600"/>
              </a:spcBef>
              <a:spcAft>
                <a:spcPts val="600"/>
              </a:spcAft>
            </a:pP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വാനമുകിലിൽ - ദൂതസംഘമായ്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നാഥൻ വരുമളവിൽ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ലോകം വിറയ്ക്കും ലോകർ ഭ്രമിക്കും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ഞാനന്നാർത്തീടുമെ-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നോക്കി നോക്കി - കണ്‍കൾ മങ്ങുന്നേ 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എപ്പോൾ വന്നീടും എൻ പ്രാണപ്രിയാ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098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FA9869-475B-442D-98CA-15CD13B88C09}"/>
              </a:ext>
            </a:extLst>
          </p:cNvPr>
          <p:cNvSpPr/>
          <p:nvPr/>
        </p:nvSpPr>
        <p:spPr>
          <a:xfrm>
            <a:off x="3124201" y="3657600"/>
            <a:ext cx="907952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Vaanamukilil</a:t>
            </a:r>
            <a:r>
              <a:rPr lang="en-US" sz="32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dootha</a:t>
            </a:r>
            <a:r>
              <a:rPr lang="en-US" sz="32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sanghamaai</a:t>
            </a:r>
            <a:endParaRPr lang="en-US" sz="3200" b="1" dirty="0">
              <a:solidFill>
                <a:schemeClr val="tx2"/>
              </a:solidFill>
              <a:latin typeface="+mn-lt"/>
              <a:cs typeface="Kartika" panose="02020503030404060203" pitchFamily="18" charset="0"/>
            </a:endParaRPr>
          </a:p>
          <a:p>
            <a:r>
              <a:rPr lang="en-US" sz="32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Naathan</a:t>
            </a:r>
            <a:r>
              <a:rPr lang="en-US" sz="32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varumalhavil</a:t>
            </a:r>
            <a:endParaRPr lang="en-US" sz="3200" b="1" dirty="0">
              <a:solidFill>
                <a:schemeClr val="tx2"/>
              </a:solidFill>
              <a:latin typeface="+mn-lt"/>
              <a:cs typeface="Kartika" panose="02020503030404060203" pitchFamily="18" charset="0"/>
            </a:endParaRPr>
          </a:p>
          <a:p>
            <a:r>
              <a:rPr lang="en-US" sz="32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Lôkam</a:t>
            </a:r>
            <a:r>
              <a:rPr lang="en-US" sz="32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viraikkum</a:t>
            </a:r>
            <a:r>
              <a:rPr lang="en-US" sz="32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lôkar</a:t>
            </a:r>
            <a:r>
              <a:rPr lang="en-US" sz="32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bhramikkum</a:t>
            </a:r>
            <a:endParaRPr lang="en-US" sz="3200" b="1" dirty="0">
              <a:solidFill>
                <a:schemeClr val="tx2"/>
              </a:solidFill>
              <a:latin typeface="+mn-lt"/>
              <a:cs typeface="Kartika" panose="02020503030404060203" pitchFamily="18" charset="0"/>
            </a:endParaRPr>
          </a:p>
          <a:p>
            <a:r>
              <a:rPr lang="en-US" sz="32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Njaanannaarththeedumey</a:t>
            </a:r>
            <a:endParaRPr lang="en-US" sz="3200" b="1" dirty="0">
              <a:solidFill>
                <a:schemeClr val="tx2"/>
              </a:solidFill>
              <a:latin typeface="+mn-lt"/>
              <a:cs typeface="Kartika" panose="02020503030404060203" pitchFamily="18" charset="0"/>
            </a:endParaRPr>
          </a:p>
          <a:p>
            <a:r>
              <a:rPr lang="en-US" sz="32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Nokki</a:t>
            </a:r>
            <a:r>
              <a:rPr lang="en-US" sz="32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- </a:t>
            </a:r>
            <a:r>
              <a:rPr lang="en-US" sz="32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nokki</a:t>
            </a:r>
            <a:r>
              <a:rPr lang="en-US" sz="32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- </a:t>
            </a:r>
            <a:r>
              <a:rPr lang="en-US" sz="32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kanhkalh</a:t>
            </a:r>
            <a:r>
              <a:rPr lang="en-US" sz="32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mangunney</a:t>
            </a:r>
            <a:endParaRPr lang="en-US" sz="3200" b="1" dirty="0">
              <a:solidFill>
                <a:schemeClr val="tx2"/>
              </a:solidFill>
              <a:latin typeface="+mn-lt"/>
              <a:cs typeface="Kartika" panose="02020503030404060203" pitchFamily="18" charset="0"/>
            </a:endParaRPr>
          </a:p>
          <a:p>
            <a:r>
              <a:rPr lang="en-US" sz="32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Ippolh</a:t>
            </a:r>
            <a:r>
              <a:rPr lang="en-US" sz="32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vanneedum</a:t>
            </a:r>
            <a:r>
              <a:rPr lang="en-US" sz="32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en</a:t>
            </a:r>
            <a:r>
              <a:rPr lang="en-US" sz="32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praanhapriya</a:t>
            </a:r>
            <a:endParaRPr lang="en-US" sz="3200" b="1" dirty="0">
              <a:solidFill>
                <a:schemeClr val="tx2"/>
              </a:solidFill>
              <a:latin typeface="+mn-lt"/>
              <a:cs typeface="Kartika" panose="02020503030404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0746767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728246"/>
            <a:ext cx="12192000" cy="1905000"/>
          </a:xfrm>
        </p:spPr>
        <p:txBody>
          <a:bodyPr anchor="t"/>
          <a:lstStyle/>
          <a:p>
            <a:pPr defTabSz="341313">
              <a:spcBef>
                <a:spcPts val="600"/>
              </a:spcBef>
              <a:spcAft>
                <a:spcPts val="600"/>
              </a:spcAft>
            </a:pP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വാഴ്ത്തിടുമെ വാഴ്ത്തിടുമെ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ഇമ്മാനുവേലെ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എൻ ജീവിതകാലം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ഈ ക്ഷോണിതലെ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</a:rPr>
              <a:t>- വാഴ്ത്തിടുമെ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398250" y="0"/>
            <a:ext cx="7937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098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FA9869-475B-442D-98CA-15CD13B88C09}"/>
              </a:ext>
            </a:extLst>
          </p:cNvPr>
          <p:cNvSpPr/>
          <p:nvPr/>
        </p:nvSpPr>
        <p:spPr>
          <a:xfrm>
            <a:off x="0" y="3380492"/>
            <a:ext cx="12192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Vazhtheedumey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Vazhtheedumey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Immaanuvèley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–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En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jeevakaalam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Ee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kshonhithaley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 -Vazhtheedumey...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7517B0-545A-4782-B387-267F54168E0D}"/>
              </a:ext>
            </a:extLst>
          </p:cNvPr>
          <p:cNvSpPr/>
          <p:nvPr/>
        </p:nvSpPr>
        <p:spPr>
          <a:xfrm>
            <a:off x="9982741" y="2838272"/>
            <a:ext cx="22092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dirty="0">
                <a:solidFill>
                  <a:srgbClr val="000000"/>
                </a:solidFill>
                <a:latin typeface="Arial" panose="020B0604020202020204" pitchFamily="34" charset="0"/>
              </a:rPr>
              <a:t>(പി. ഡി. ജോൺ) 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FFD2EB-1EE6-4C59-B6E6-366A270A3D02}"/>
              </a:ext>
            </a:extLst>
          </p:cNvPr>
          <p:cNvSpPr/>
          <p:nvPr/>
        </p:nvSpPr>
        <p:spPr>
          <a:xfrm>
            <a:off x="10776672" y="5512732"/>
            <a:ext cx="1386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(P.D. John)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484265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2641</TotalTime>
  <Words>177</Words>
  <Application>Microsoft Office PowerPoint</Application>
  <PresentationFormat>Widescreen</PresentationFormat>
  <Paragraphs>63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Kartika</vt:lpstr>
      <vt:lpstr>Office Theme</vt:lpstr>
      <vt:lpstr>98 വാഴ്ത്തിടുമെ വാഴ്ത്തിടുമെ</vt:lpstr>
      <vt:lpstr> വാഴ്ത്തിടുമെ വാഴ്ത്തിടുമെ  ഇമ്മാനുവേലെ - എൻ ജീവിതകാലം   ഈ ക്ഷോണിതലെ   - വാഴ്ത്തിടുമെ</vt:lpstr>
      <vt:lpstr>ദൂതർ സ്തുതിക്കും നാകവല്ലഭൻ  പിറന്നു ഗോശാലയിൽ  ബന്ധമഴിച്ചു അന്ധനെന്നെയും  ബന്ധുവാക്കിയതാൽ ഇന്നും – എന്നും - നന്നായ് സ്തുതിക്കും  നാഥൻ യേശുവേ - ഞാനിധരയിൽ  </vt:lpstr>
      <vt:lpstr> വാഴ്ത്തിടുമെ വാഴ്ത്തിടുമെ  ഇമ്മാനുവേലെ - എൻ ജീവിതകാലം   ഈ ക്ഷോണിതലെ   - വാഴ്ത്തിടുമെ</vt:lpstr>
      <vt:lpstr>പാപക്കടലിൽ ശാപക്കുഴിയിൽ  പിടഞ്ഞു നീന്തീടവേ  പാപമകറ്റി ശാപം നീക്കി  മാർവ്വിലണച്ചവനേ! കഷ്ടം-നഷ്ടം-സർവ്വം ഏറ്റു നിൻ  പിൻപേ-നിൻ ദാസൻ നടന്നീടാമെ  </vt:lpstr>
      <vt:lpstr> വാഴ്ത്തിടുമെ വാഴ്ത്തിടുമെ  ഇമ്മാനുവേലെ - എൻ ജീവിതകാലം   ഈ ക്ഷോണിതലെ   - വാഴ്ത്തിടുമെ</vt:lpstr>
      <vt:lpstr>ശത്രു തന്നുടെ അഗ്നിശരങ്ങൾ  തൊടുത്തു വിട്ടീടുകിൽ  നിൻ ആയുധങ്ങൾ കാത്തിടുമെന്നെ  പോന്നുനായകനെ! രക്ഷ-സത്യം-നീതി ചാർത്തീ നീ ശക്തനാക്കിടും  സേനാനായകാ! </vt:lpstr>
      <vt:lpstr> വാഴ്ത്തിടുമെ വാഴ്ത്തിടുമെ  ഇമ്മാനുവേലെ - എൻ ജീവിതകാലം   ഈ ക്ഷോണിതലെ   - വാഴ്ത്തിടുമെ</vt:lpstr>
      <vt:lpstr>വാനമുകിലിൽ - ദൂതസംഘമായ്  നാഥൻ വരുമളവിൽ  ലോകം വിറയ്ക്കും ലോകർ ഭ്രമിക്കും  ഞാനന്നാർത്തീടുമെ- നോക്കി നോക്കി - കണ്‍കൾ മങ്ങുന്നേ  എപ്പോൾ വന്നീടും എൻ പ്രാണപ്രിയാ</vt:lpstr>
      <vt:lpstr> വാഴ്ത്തിടുമെ വാഴ്ത്തിടുമെ  ഇമ്മാനുവേലെ - എൻ ജീവിതകാലം   ഈ ക്ഷോണിതലെ   - വാഴ്ത്തിടുമെ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Vaazhtheedumey vaazhtheedumey</dc:title>
  <dc:creator>Digital Input; GM JOHN; Acsah Mathews</dc:creator>
  <cp:lastModifiedBy>Acsah Mathews</cp:lastModifiedBy>
  <cp:revision>626</cp:revision>
  <dcterms:created xsi:type="dcterms:W3CDTF">2013-04-19T09:19:07Z</dcterms:created>
  <dcterms:modified xsi:type="dcterms:W3CDTF">2018-11-01T18:49:51Z</dcterms:modified>
</cp:coreProperties>
</file>