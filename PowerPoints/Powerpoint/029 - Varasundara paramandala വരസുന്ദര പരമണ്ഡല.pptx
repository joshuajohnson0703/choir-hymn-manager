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0" r:id="rId3"/>
    <p:sldId id="276" r:id="rId4"/>
    <p:sldId id="277" r:id="rId5"/>
    <p:sldId id="278" r:id="rId6"/>
    <p:sldId id="279" r:id="rId7"/>
    <p:sldId id="280" r:id="rId8"/>
    <p:sldId id="281" r:id="rId9"/>
    <p:sldId id="282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66" y="9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95E7C-33E5-46B2-9717-6008CEA059D7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11FC2-DE4D-4480-AB55-955F9B8FF4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33AC4-9092-4972-8D99-F006A2782FAC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4EEB4D-D9D9-4150-AC15-48E73E14BA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9A5C2-3D09-4AEF-9291-C2C68D614BC2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3AFE6-F9B5-4A6F-AFE8-30555E46B5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7CBD6-918C-422D-98EE-4DD46CB9D612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D8F65-1F3E-4350-908F-F719F87AE8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197BAE-94E6-442E-9853-18F81B288BF5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82BAB-45E3-41A1-BDD4-C8112522DD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0572D7-E37F-41DE-9EF6-5A19268C0DAF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735B28-D243-4303-8B5D-A81B82B411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D9658E-46A6-4686-A3A8-C9EF7C5360FC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C1CD5-1C0B-402E-86A5-B01290C3AA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AA9616-7B8C-4E40-81A4-4236C2B39AD7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DFB989-D7EF-440D-88C6-E98FE0FA1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466E1D-5673-415D-AFE5-81AFE16E563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1B1C6E-90E6-4BEF-A969-8C4312C2D3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A2173-04D9-4074-84A4-5E7957F8F73B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F741F-4D10-4921-879B-F7B620ABD1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82372A-DCAE-4499-8F2F-F648E726DA47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1A7BB-4DA7-4124-AA57-28282793B7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04F17C8-4DA9-46DD-811C-ECA265D6B04F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04C9875-9911-4272-A577-1242E48227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B878-561F-4EE4-849B-676CBC6815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വരസുന്ദര പരമണ്ഡല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15F58-3984-49E8-ACF2-D209E6AAE9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Varasundara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paramandala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8980920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533400"/>
            <a:ext cx="10744200" cy="2895600"/>
          </a:xfrm>
        </p:spPr>
        <p:txBody>
          <a:bodyPr anchor="t"/>
          <a:lstStyle/>
          <a:p>
            <a:pPr algn="l" defTabSz="404813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വരസുന്ദര പരമണ്ഡല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പരനേശുനാഥനേ!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വന്നരുള്‍ സ്വാമിന്‍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സ്തുതിമംഗളം ജയമംഗളം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നിനക്കേ യഹോവായേ!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50308C-9B1F-4DCA-84D3-B79CCECA2FCD}"/>
              </a:ext>
            </a:extLst>
          </p:cNvPr>
          <p:cNvSpPr/>
          <p:nvPr/>
        </p:nvSpPr>
        <p:spPr>
          <a:xfrm>
            <a:off x="838200" y="3623846"/>
            <a:ext cx="10972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Varasundara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paramandala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Vannarulh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swaamin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Yahovayé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533400"/>
            <a:ext cx="10744200" cy="2895600"/>
          </a:xfrm>
        </p:spPr>
        <p:txBody>
          <a:bodyPr anchor="t"/>
          <a:lstStyle/>
          <a:p>
            <a:pPr algn="l" defTabSz="404813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ധരമണ്ഡലം പരമണ്ഡലം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സൃഷ്ടിചെയ്ത ദേവനേ!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വന്നരുള്‍ സ്വാമിന്‍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സ്തുതിമംഗളം ജയമംഗളം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നിനക്കേ യഹോവായേ!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50308C-9B1F-4DCA-84D3-B79CCECA2FCD}"/>
              </a:ext>
            </a:extLst>
          </p:cNvPr>
          <p:cNvSpPr/>
          <p:nvPr/>
        </p:nvSpPr>
        <p:spPr>
          <a:xfrm>
            <a:off x="838200" y="3623846"/>
            <a:ext cx="10972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Dharamandalam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paramandalam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Srishti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cheitha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Dèvaney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Vannarulh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swaamin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Yahovayé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423210380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533400"/>
            <a:ext cx="10744200" cy="2895600"/>
          </a:xfrm>
        </p:spPr>
        <p:txBody>
          <a:bodyPr anchor="t"/>
          <a:lstStyle/>
          <a:p>
            <a:pPr algn="l" defTabSz="404813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000" b="1" dirty="0">
                <a:latin typeface="Kartika" panose="02020503030404060203" pitchFamily="18" charset="0"/>
              </a:rPr>
              <a:t>നരദേവനേ ഗുരുനാഥനേ!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നരരക്ഷകര്‍ത്തനേ!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വന്നരുള്‍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000" b="1" dirty="0">
                <a:latin typeface="Kartika" panose="02020503030404060203" pitchFamily="18" charset="0"/>
              </a:rPr>
              <a:t>സ്വാമിന്‍!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സ്തുതിമംഗളം ജയമംഗളം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നിനക്കേ യഹോവായേ!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50308C-9B1F-4DCA-84D3-B79CCECA2FCD}"/>
              </a:ext>
            </a:extLst>
          </p:cNvPr>
          <p:cNvSpPr/>
          <p:nvPr/>
        </p:nvSpPr>
        <p:spPr>
          <a:xfrm>
            <a:off x="838200" y="3623846"/>
            <a:ext cx="10972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Naradevaney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Gurunaathaney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Nara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Karthaavey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Vannarulh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swaamin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Yahovayé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41241556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533400"/>
            <a:ext cx="10744200" cy="2895600"/>
          </a:xfrm>
        </p:spPr>
        <p:txBody>
          <a:bodyPr anchor="t"/>
          <a:lstStyle/>
          <a:p>
            <a:pPr algn="l" defTabSz="404813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000" b="1" dirty="0">
                <a:latin typeface="Kartika" panose="02020503030404060203" pitchFamily="18" charset="0"/>
              </a:rPr>
              <a:t>പശുക്കൂടതില്‍ - മുഴുക്കാടതില്‍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നരനായ കര്‍ത്തനേ!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വന്നരുള്‍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000" b="1" dirty="0">
                <a:latin typeface="Kartika" panose="02020503030404060203" pitchFamily="18" charset="0"/>
              </a:rPr>
              <a:t>സ്വാമിന്‍!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സ്തുതിമംഗളം ജയമംഗളം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നിനക്കേ യഹോവായേ!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50308C-9B1F-4DCA-84D3-B79CCECA2FCD}"/>
              </a:ext>
            </a:extLst>
          </p:cNvPr>
          <p:cNvSpPr/>
          <p:nvPr/>
        </p:nvSpPr>
        <p:spPr>
          <a:xfrm>
            <a:off x="838200" y="3623846"/>
            <a:ext cx="10972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Pashukkoodathil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muzhukkaadathil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Naranaaya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Karththaney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Vannarulh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swaamin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Yahovayé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64342561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533400"/>
            <a:ext cx="10744200" cy="2895600"/>
          </a:xfrm>
        </p:spPr>
        <p:txBody>
          <a:bodyPr anchor="t"/>
          <a:lstStyle/>
          <a:p>
            <a:pPr algn="l" defTabSz="404813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000" b="1" dirty="0">
                <a:latin typeface="Kartika" panose="02020503030404060203" pitchFamily="18" charset="0"/>
              </a:rPr>
              <a:t>നരര്‍ക്കായൊരു - ബലിയായ ദേ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</a:rPr>
              <a:t>-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വനേ പ്രിയകര്‍ത്തനേ!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വന്നരുള്‍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000" b="1" dirty="0">
                <a:latin typeface="Kartika" panose="02020503030404060203" pitchFamily="18" charset="0"/>
              </a:rPr>
              <a:t>സ്വാമിന്‍</a:t>
            </a:r>
            <a:r>
              <a:rPr lang="en-US" sz="3000" b="1" dirty="0">
                <a:latin typeface="Kartika" panose="02020503030404060203" pitchFamily="18" charset="0"/>
              </a:rPr>
              <a:t>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സ്തുതിമംഗളം ജയമംഗളം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നിനക്കേ യഹോവായേ!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50308C-9B1F-4DCA-84D3-B79CCECA2FCD}"/>
              </a:ext>
            </a:extLst>
          </p:cNvPr>
          <p:cNvSpPr/>
          <p:nvPr/>
        </p:nvSpPr>
        <p:spPr>
          <a:xfrm>
            <a:off x="838200" y="3623846"/>
            <a:ext cx="10972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Nararkkaayoru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beliyaaya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Dè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priya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Karthaavey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Vannarulh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swaamin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Yahovayé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41232844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533400"/>
            <a:ext cx="10744200" cy="2895600"/>
          </a:xfrm>
        </p:spPr>
        <p:txBody>
          <a:bodyPr anchor="t"/>
          <a:lstStyle/>
          <a:p>
            <a:pPr algn="l" defTabSz="404813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000" b="1" dirty="0">
                <a:latin typeface="Kartika" panose="02020503030404060203" pitchFamily="18" charset="0"/>
              </a:rPr>
              <a:t>മുറിവഞ്ചിനാല്‍ - നറുപഞ്ച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പാതകം തീര്‍ത്ത കര്‍ത്തനേ!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വന്നരുള്‍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000" b="1" dirty="0">
                <a:latin typeface="Kartika" panose="02020503030404060203" pitchFamily="18" charset="0"/>
              </a:rPr>
              <a:t>സ്വാമിന്‍</a:t>
            </a:r>
            <a:r>
              <a:rPr lang="en-US" sz="3000" b="1" dirty="0">
                <a:latin typeface="Kartika" panose="02020503030404060203" pitchFamily="18" charset="0"/>
              </a:rPr>
              <a:t>!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സ്തുതിമംഗളം ജയമംഗളം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നിനക്കേ യഹോവായേ!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50308C-9B1F-4DCA-84D3-B79CCECA2FCD}"/>
              </a:ext>
            </a:extLst>
          </p:cNvPr>
          <p:cNvSpPr/>
          <p:nvPr/>
        </p:nvSpPr>
        <p:spPr>
          <a:xfrm>
            <a:off x="838200" y="3623846"/>
            <a:ext cx="10972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Murivanchinaal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narupancha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Paathakam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Vannarulh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swaamin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Yahovayé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415983708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533400"/>
            <a:ext cx="10744200" cy="2895600"/>
          </a:xfrm>
        </p:spPr>
        <p:txBody>
          <a:bodyPr anchor="t"/>
          <a:lstStyle/>
          <a:p>
            <a:pPr algn="l" defTabSz="404813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3000" b="1" dirty="0">
                <a:latin typeface="Kartika" panose="02020503030404060203" pitchFamily="18" charset="0"/>
              </a:rPr>
              <a:t>തവഭക്തരിന്‍ - ജപം താതന്‍ മുന്‍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000" b="1" dirty="0">
                <a:latin typeface="Kartika" panose="02020503030404060203" pitchFamily="18" charset="0"/>
              </a:rPr>
              <a:t>ശുഭമാക്കും കര്‍ത്തനേ!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വന്നരുള്‍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000" b="1" dirty="0">
                <a:latin typeface="Kartika" panose="02020503030404060203" pitchFamily="18" charset="0"/>
              </a:rPr>
              <a:t>സ്വാമിന്‍</a:t>
            </a:r>
            <a:r>
              <a:rPr lang="en-US" sz="3000" b="1" dirty="0">
                <a:latin typeface="Kartika" panose="02020503030404060203" pitchFamily="18" charset="0"/>
              </a:rPr>
              <a:t>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സ്തുതിമംഗളം ജയമംഗളം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നിനക്കേ യഹോവായേ!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50308C-9B1F-4DCA-84D3-B79CCECA2FCD}"/>
              </a:ext>
            </a:extLst>
          </p:cNvPr>
          <p:cNvSpPr/>
          <p:nvPr/>
        </p:nvSpPr>
        <p:spPr>
          <a:xfrm>
            <a:off x="838200" y="3623846"/>
            <a:ext cx="10972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7.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bhaktharin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japam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thaathan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Shubhamaakkum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Vannarulh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swaamin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Yahovayé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72429950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533400"/>
            <a:ext cx="10744200" cy="2895600"/>
          </a:xfrm>
        </p:spPr>
        <p:txBody>
          <a:bodyPr anchor="t"/>
          <a:lstStyle/>
          <a:p>
            <a:pPr algn="l" defTabSz="404813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8	</a:t>
            </a:r>
            <a:r>
              <a:rPr lang="ml-IN" sz="3000" b="1" dirty="0">
                <a:latin typeface="Kartika" panose="02020503030404060203" pitchFamily="18" charset="0"/>
              </a:rPr>
              <a:t>പരമാസനം – കരുണാസനം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വഴിനിന്‍ സഭയിതില്‍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വന്നരുള്‍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000" b="1" dirty="0">
                <a:latin typeface="Kartika" panose="02020503030404060203" pitchFamily="18" charset="0"/>
              </a:rPr>
              <a:t>സ്വാമിന്‍</a:t>
            </a:r>
            <a:r>
              <a:rPr lang="en-US" sz="3000" b="1" dirty="0">
                <a:latin typeface="Kartika" panose="02020503030404060203" pitchFamily="18" charset="0"/>
              </a:rPr>
              <a:t>!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സ്തുതിമംഗളം ജയമംഗളം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നിനക്കേ യഹോവായേ!</a:t>
            </a:r>
            <a:endParaRPr 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50308C-9B1F-4DCA-84D3-B79CCECA2FCD}"/>
              </a:ext>
            </a:extLst>
          </p:cNvPr>
          <p:cNvSpPr/>
          <p:nvPr/>
        </p:nvSpPr>
        <p:spPr>
          <a:xfrm>
            <a:off x="838200" y="3623846"/>
            <a:ext cx="10972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8.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Paramaasanam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karunhaasanam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sabhayithil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Vannarulh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swaamin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mangalham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Yahovayé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FB8513-B541-4CB2-8ABF-057647888FAC}"/>
              </a:ext>
            </a:extLst>
          </p:cNvPr>
          <p:cNvSpPr/>
          <p:nvPr/>
        </p:nvSpPr>
        <p:spPr>
          <a:xfrm>
            <a:off x="9750821" y="2993822"/>
            <a:ext cx="2060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  <a:t>(മോശവത്സലം)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BD0B6B-AAA2-47FB-B809-46EE6F3AABCC}"/>
              </a:ext>
            </a:extLst>
          </p:cNvPr>
          <p:cNvSpPr/>
          <p:nvPr/>
        </p:nvSpPr>
        <p:spPr>
          <a:xfrm>
            <a:off x="9750821" y="6309108"/>
            <a:ext cx="22774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</a:rPr>
              <a:t>Mosha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</a:rPr>
              <a:t>Vatsalam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+mn-lt"/>
                <a:ea typeface="Times New Roman" panose="02020603050405020304" pitchFamily="18" charset="0"/>
              </a:rPr>
              <a:t>)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484119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115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Kartika</vt:lpstr>
      <vt:lpstr>Times New Roman</vt:lpstr>
      <vt:lpstr>Office Theme</vt:lpstr>
      <vt:lpstr>29 വരസുന്ദര പരമണ്ഡല</vt:lpstr>
      <vt:lpstr>1 വരസുന്ദര പരമണ്ഡല  പരനേശുനാഥനേ!  വന്നരുള്‍ സ്വാമിന്‍!        സ്തുതിമംഗളം ജയമംഗളം     നിനക്കേ യഹോവായേ!</vt:lpstr>
      <vt:lpstr>2 ധരമണ്ഡലം പരമണ്ഡലം  സൃഷ്ടിചെയ്ത ദേവനേ!  വന്നരുള്‍ സ്വാമിന്‍!        സ്തുതിമംഗളം ജയമംഗളം     നിനക്കേ യഹോവായേ!</vt:lpstr>
      <vt:lpstr>3 നരദേവനേ ഗുരുനാഥനേ!  നരരക്ഷകര്‍ത്തനേ!  വന്നരുള്‍ - സ്വാമിന്‍!       സ്തുതിമംഗളം ജയമംഗളം     നിനക്കേ യഹോവായേ!</vt:lpstr>
      <vt:lpstr>4 പശുക്കൂടതില്‍ - മുഴുക്കാടതില്‍  നരനായ കര്‍ത്തനേ!  വന്നരുള്‍ - സ്വാമിന്‍!       സ്തുതിമംഗളം ജയമംഗളം     നിനക്കേ യഹോവായേ!</vt:lpstr>
      <vt:lpstr>5 നരര്‍ക്കായൊരു - ബലിയായ ദേ -  വനേ പ്രിയകര്‍ത്തനേ!  വന്നരുള്‍ - സ്വാമിന്‍!       സ്തുതിമംഗളം ജയമംഗളം     നിനക്കേ യഹോവായേ!</vt:lpstr>
      <vt:lpstr>6 മുറിവഞ്ചിനാല്‍ - നറുപഞ്ച  പാതകം തീര്‍ത്ത കര്‍ത്തനേ!  വന്നരുള്‍ - സ്വാമിന്‍!        സ്തുതിമംഗളം ജയമംഗളം     നിനക്കേ യഹോവായേ!</vt:lpstr>
      <vt:lpstr>7 തവഭക്തരിന്‍ - ജപം താതന്‍ മുന്‍       ശുഭമാക്കും കര്‍ത്തനേ!  വന്നരുള്‍ - സ്വാമിന്‍!       സ്തുതിമംഗളം ജയമംഗളം     നിനക്കേ യഹോവായേ!</vt:lpstr>
      <vt:lpstr>8 പരമാസനം – കരുണാസനം  വഴിനിന്‍ സഭയിതില്‍  വന്നരുള്‍ - സ്വാമിന്‍!       സ്തുതിമംഗളം ജയമംഗളം     നിനക്കേ യഹോവായേ!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Varasundara paramandala</dc:title>
  <dc:creator>Digital Input:;GM JOHN</dc:creator>
  <cp:lastModifiedBy>Acsah Mathews</cp:lastModifiedBy>
  <cp:revision>218</cp:revision>
  <dcterms:created xsi:type="dcterms:W3CDTF">2013-04-19T09:19:07Z</dcterms:created>
  <dcterms:modified xsi:type="dcterms:W3CDTF">2018-10-25T18:03:59Z</dcterms:modified>
</cp:coreProperties>
</file>