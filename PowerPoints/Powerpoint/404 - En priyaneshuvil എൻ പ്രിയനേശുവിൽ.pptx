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0" r:id="rId3"/>
    <p:sldId id="273" r:id="rId4"/>
    <p:sldId id="274" r:id="rId5"/>
    <p:sldId id="275" r:id="rId6"/>
    <p:sldId id="276" r:id="rId7"/>
    <p:sldId id="277" r:id="rId8"/>
    <p:sldId id="278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671209-5946-40CE-9731-A28088BC75C4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05247-96AB-457A-9B71-6A64F1425E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F511D-FAC8-439F-BB3C-59108313E51F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A826D9-956B-4D74-BC57-9AE24F474C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BC0954-4CF8-48F9-A3D8-3B8D9F8414F6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B669B3-D795-4F4E-9BAB-1312F0BE04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090D3D-A843-4A45-9655-80160D105C62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5520A9-CAA7-40BC-AA8B-8DA7578668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F3C812-E68C-4A94-8617-E8B79D361702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B2B866-1872-4801-9C46-F4DE2C5E50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C380AC-5D60-4840-BC47-E9496C37280D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57143C-2857-448A-ADC0-F859FE4FF0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8F6465-8A82-4CC4-ABE9-7FA818D8B429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937885-29C4-46CA-9D7A-2A44CEF84B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5E632C-7574-4101-8FB5-4066822242A1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99EC44-C16F-402E-A66C-3307D3C081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105CC0-C22D-4FBF-B649-3649E2E5E6DE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682EAD-8DC8-4A9A-A620-2DBC512F6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D486C6-2C3D-48EE-B1AA-B8937E3096F0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39A585-3DA0-47D3-B34D-82BEF829A8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70B9F6-314F-4852-93C8-C826B66F9B49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947992-4803-473E-A866-6B906D378B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BC68179-1D2C-471C-AF82-ACE487DD4051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3425C18-9376-4836-89CB-72AFA319E2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A5B38-A616-4B06-AC4F-587ECE34AC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404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എൻ പ്രിയനേശുവിൽ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537B7D-D542-463F-ADF7-85F1CC05DF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En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priyaneshuvil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385802-BEEB-436D-9E59-7ECFF5A88E1C}"/>
              </a:ext>
            </a:extLst>
          </p:cNvPr>
          <p:cNvSpPr/>
          <p:nvPr/>
        </p:nvSpPr>
        <p:spPr>
          <a:xfrm>
            <a:off x="1295400" y="4419600"/>
            <a:ext cx="26228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(റ്റി. ഡി. ജോർജ്ജ്) 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B49A54-E6FD-4000-A903-190781CFF16E}"/>
              </a:ext>
            </a:extLst>
          </p:cNvPr>
          <p:cNvSpPr/>
          <p:nvPr/>
        </p:nvSpPr>
        <p:spPr>
          <a:xfrm>
            <a:off x="9033411" y="4419600"/>
            <a:ext cx="19195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(T. D. George) </a:t>
            </a:r>
          </a:p>
        </p:txBody>
      </p:sp>
    </p:spTree>
    <p:extLst>
      <p:ext uri="{BB962C8B-B14F-4D97-AF65-F5344CB8AC3E}">
        <p14:creationId xmlns:p14="http://schemas.microsoft.com/office/powerpoint/2010/main" val="2087338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43354"/>
            <a:ext cx="12192000" cy="2362200"/>
          </a:xfrm>
        </p:spPr>
        <p:txBody>
          <a:bodyPr anchor="t"/>
          <a:lstStyle/>
          <a:p>
            <a:pPr defTabSz="461963">
              <a:defRPr/>
            </a:pPr>
            <a:r>
              <a:rPr lang="ml-IN" sz="24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 പ്രിയനേശുവിൽ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വസിക്കേണമേ എന്നും</a:t>
            </a:r>
            <a:br>
              <a:rPr lang="en-US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4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കൊമ്പു മുന്തിരി വള്ളിയിൽ - എന്നപോലെ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എൻ ... 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301560-7FE0-4237-A581-DE2B4CE82DE4}"/>
              </a:ext>
            </a:extLst>
          </p:cNvPr>
          <p:cNvSpPr/>
          <p:nvPr/>
        </p:nvSpPr>
        <p:spPr>
          <a:xfrm>
            <a:off x="0" y="3467730"/>
            <a:ext cx="12192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solidFill>
                  <a:srgbClr val="002060"/>
                </a:solidFill>
                <a:latin typeface="+mn-lt"/>
              </a:rPr>
              <a:t>Pallavi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priyaneshuvil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vasikkenhame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</a:p>
          <a:p>
            <a:pPr algn="ctr"/>
            <a:r>
              <a:rPr lang="en-US" sz="2400" i="1" dirty="0" err="1">
                <a:solidFill>
                  <a:srgbClr val="002060"/>
                </a:solidFill>
                <a:latin typeface="+mn-lt"/>
              </a:rPr>
              <a:t>Anupallavi</a:t>
            </a:r>
            <a:endParaRPr lang="en-US" sz="2400" i="1" dirty="0">
              <a:solidFill>
                <a:srgbClr val="002060"/>
              </a:solidFill>
              <a:latin typeface="+mn-lt"/>
            </a:endParaRPr>
          </a:p>
          <a:p>
            <a:pPr algn="ctr"/>
            <a:r>
              <a:rPr lang="fi-FI" sz="3400" b="1" dirty="0">
                <a:solidFill>
                  <a:srgbClr val="002060"/>
                </a:solidFill>
                <a:latin typeface="+mn-lt"/>
              </a:rPr>
              <a:t>Kombu munthiri vallhiyil - enna pole </a:t>
            </a:r>
          </a:p>
          <a:p>
            <a:pPr algn="ctr"/>
            <a:r>
              <a:rPr lang="fi-FI" sz="3400" b="1" dirty="0">
                <a:solidFill>
                  <a:srgbClr val="002060"/>
                </a:solidFill>
                <a:latin typeface="+mn-lt"/>
              </a:rPr>
              <a:t>									-en… 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2023646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ക്രിസ്തുവൊന്നിച്ചഹോ!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മൃത്യുവേറ്റങ്ങുയിർത്ത ഞാൻ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നിത്യവും തൻ കൃപയാൽ ജീവനിൽ വാഴാൻ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301560-7FE0-4237-A581-DE2B4CE82DE4}"/>
              </a:ext>
            </a:extLst>
          </p:cNvPr>
          <p:cNvSpPr/>
          <p:nvPr/>
        </p:nvSpPr>
        <p:spPr>
          <a:xfrm>
            <a:off x="0" y="4177745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Kristhu-vonnichaho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Mrithyuvettanguyirththa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Nithyavum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kripayaal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jeevanil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vaazhaan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B1EB3583-4F3A-4E7F-B289-11C2F28600B9}"/>
              </a:ext>
            </a:extLst>
          </p:cNvPr>
          <p:cNvSpPr txBox="1">
            <a:spLocks/>
          </p:cNvSpPr>
          <p:nvPr/>
        </p:nvSpPr>
        <p:spPr bwMode="auto">
          <a:xfrm>
            <a:off x="0" y="2434683"/>
            <a:ext cx="12192000" cy="1222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461963">
              <a:defRPr/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എൻ പ്രിയനേശുവിൽ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ഞാൻ വസിക്കേണമേ എന്നും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കൊമ്പു മുന്തിരി വള്ളിയിൽ - എന്നപോലെ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679A50-1C4D-4FC7-B3E0-042E68C381C6}"/>
              </a:ext>
            </a:extLst>
          </p:cNvPr>
          <p:cNvSpPr/>
          <p:nvPr/>
        </p:nvSpPr>
        <p:spPr>
          <a:xfrm>
            <a:off x="0" y="5316518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priyaneshuvil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vasikkenhame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</a:t>
            </a:r>
          </a:p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Kombu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munthiri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vallhiyil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pole</a:t>
            </a:r>
          </a:p>
        </p:txBody>
      </p:sp>
    </p:spTree>
    <p:extLst>
      <p:ext uri="{BB962C8B-B14F-4D97-AF65-F5344CB8AC3E}">
        <p14:creationId xmlns:p14="http://schemas.microsoft.com/office/powerpoint/2010/main" val="401737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85415"/>
            <a:ext cx="12192000" cy="1381138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</a:rPr>
              <a:t>2	ദൈവഹിതമതു സർവ്വ കാര്യങ്ങളിലും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ചെയ്-വതി നെന്നേയവന്നു സമർപ്പിച്ചു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301560-7FE0-4237-A581-DE2B4CE82DE4}"/>
              </a:ext>
            </a:extLst>
          </p:cNvPr>
          <p:cNvSpPr/>
          <p:nvPr/>
        </p:nvSpPr>
        <p:spPr>
          <a:xfrm>
            <a:off x="0" y="4177745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Daivahithamathi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kaaryangalhilum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Cheyvathinenneyavanu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samarppichu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B1EB3583-4F3A-4E7F-B289-11C2F28600B9}"/>
              </a:ext>
            </a:extLst>
          </p:cNvPr>
          <p:cNvSpPr txBox="1">
            <a:spLocks/>
          </p:cNvSpPr>
          <p:nvPr/>
        </p:nvSpPr>
        <p:spPr bwMode="auto">
          <a:xfrm>
            <a:off x="0" y="2434683"/>
            <a:ext cx="12192000" cy="1222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461963">
              <a:defRPr/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എൻ പ്രിയനേശുവിൽ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ഞാൻ വസിക്കേണമേ എന്നും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കൊമ്പു മുന്തിരി വള്ളിയിൽ - എന്നപോലെ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679A50-1C4D-4FC7-B3E0-042E68C381C6}"/>
              </a:ext>
            </a:extLst>
          </p:cNvPr>
          <p:cNvSpPr/>
          <p:nvPr/>
        </p:nvSpPr>
        <p:spPr>
          <a:xfrm>
            <a:off x="0" y="5316518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priyaneshuvil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vasikkenhame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</a:t>
            </a:r>
          </a:p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Kombu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munthiri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vallhiyil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pole</a:t>
            </a:r>
          </a:p>
        </p:txBody>
      </p:sp>
    </p:spTree>
    <p:extLst>
      <p:ext uri="{BB962C8B-B14F-4D97-AF65-F5344CB8AC3E}">
        <p14:creationId xmlns:p14="http://schemas.microsoft.com/office/powerpoint/2010/main" val="3117110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85415"/>
            <a:ext cx="12192000" cy="1381138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</a:rPr>
              <a:t>3	സർവ്വ ഭാരങ്ങളും രക്ഷകൻ തോളതിലേറ്റി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സതതമവനിൽ പൂർണ്ണാശ്രയത്തോടെ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301560-7FE0-4237-A581-DE2B4CE82DE4}"/>
              </a:ext>
            </a:extLst>
          </p:cNvPr>
          <p:cNvSpPr/>
          <p:nvPr/>
        </p:nvSpPr>
        <p:spPr>
          <a:xfrm>
            <a:off x="0" y="4177745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bhaarangalhum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rakshakan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tholhathiletti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Sathathamavanil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poornhaashrayaththode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B1EB3583-4F3A-4E7F-B289-11C2F28600B9}"/>
              </a:ext>
            </a:extLst>
          </p:cNvPr>
          <p:cNvSpPr txBox="1">
            <a:spLocks/>
          </p:cNvSpPr>
          <p:nvPr/>
        </p:nvSpPr>
        <p:spPr bwMode="auto">
          <a:xfrm>
            <a:off x="0" y="2434683"/>
            <a:ext cx="12192000" cy="1222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461963">
              <a:defRPr/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എൻ പ്രിയനേശുവിൽ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ഞാൻ വസിക്കേണമേ എന്നും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കൊമ്പു മുന്തിരി വള്ളിയിൽ - എന്നപോലെ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679A50-1C4D-4FC7-B3E0-042E68C381C6}"/>
              </a:ext>
            </a:extLst>
          </p:cNvPr>
          <p:cNvSpPr/>
          <p:nvPr/>
        </p:nvSpPr>
        <p:spPr>
          <a:xfrm>
            <a:off x="0" y="5316518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priyaneshuvil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vasikkenhame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</a:t>
            </a:r>
          </a:p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Kombu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munthiri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vallhiyil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pole</a:t>
            </a:r>
          </a:p>
        </p:txBody>
      </p:sp>
    </p:spTree>
    <p:extLst>
      <p:ext uri="{BB962C8B-B14F-4D97-AF65-F5344CB8AC3E}">
        <p14:creationId xmlns:p14="http://schemas.microsoft.com/office/powerpoint/2010/main" val="3169873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85415"/>
            <a:ext cx="12192000" cy="1381138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കർത്താവിനോടു ഞാൻ ഏറ്റവുമാനന്ദമോടെ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നിത്യസംസർഗ്ഗ മതിൽ ജീവനം ചെയ്‌വാൻ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301560-7FE0-4237-A581-DE2B4CE82DE4}"/>
              </a:ext>
            </a:extLst>
          </p:cNvPr>
          <p:cNvSpPr/>
          <p:nvPr/>
        </p:nvSpPr>
        <p:spPr>
          <a:xfrm>
            <a:off x="0" y="4177745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Karththavinodu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aettavum-aanandamode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Nithya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samsarggamathil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B1EB3583-4F3A-4E7F-B289-11C2F28600B9}"/>
              </a:ext>
            </a:extLst>
          </p:cNvPr>
          <p:cNvSpPr txBox="1">
            <a:spLocks/>
          </p:cNvSpPr>
          <p:nvPr/>
        </p:nvSpPr>
        <p:spPr bwMode="auto">
          <a:xfrm>
            <a:off x="0" y="2434683"/>
            <a:ext cx="12192000" cy="1222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461963">
              <a:defRPr/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എൻ പ്രിയനേശുവിൽ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ഞാൻ വസിക്കേണമേ എന്നും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കൊമ്പു മുന്തിരി വള്ളിയിൽ - എന്നപോലെ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679A50-1C4D-4FC7-B3E0-042E68C381C6}"/>
              </a:ext>
            </a:extLst>
          </p:cNvPr>
          <p:cNvSpPr/>
          <p:nvPr/>
        </p:nvSpPr>
        <p:spPr>
          <a:xfrm>
            <a:off x="0" y="5316518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priyaneshuvil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vasikkenhame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</a:t>
            </a:r>
          </a:p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Kombu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munthiri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vallhiyil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pole</a:t>
            </a:r>
          </a:p>
        </p:txBody>
      </p:sp>
    </p:spTree>
    <p:extLst>
      <p:ext uri="{BB962C8B-B14F-4D97-AF65-F5344CB8AC3E}">
        <p14:creationId xmlns:p14="http://schemas.microsoft.com/office/powerpoint/2010/main" val="29225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1381138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</a:rPr>
              <a:t>5	ദൈവാത്മ ശക്തിയാൽ ഞാൻ </a:t>
            </a:r>
            <a:br>
              <a:rPr lang="en-US" sz="3400" b="1" dirty="0">
                <a:latin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നടത്തപ്പെടു ന്നോനായ്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ജീവ വിശ്വാസമതിനാൽ ദിനം തോറും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301560-7FE0-4237-A581-DE2B4CE82DE4}"/>
              </a:ext>
            </a:extLst>
          </p:cNvPr>
          <p:cNvSpPr/>
          <p:nvPr/>
        </p:nvSpPr>
        <p:spPr>
          <a:xfrm>
            <a:off x="0" y="4177745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Daivaathma-shakthiyaal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nadaththapedunnonaai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Jeeva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vishwaasam-athinaal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dinam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thorhum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B1EB3583-4F3A-4E7F-B289-11C2F28600B9}"/>
              </a:ext>
            </a:extLst>
          </p:cNvPr>
          <p:cNvSpPr txBox="1">
            <a:spLocks/>
          </p:cNvSpPr>
          <p:nvPr/>
        </p:nvSpPr>
        <p:spPr bwMode="auto">
          <a:xfrm>
            <a:off x="0" y="2434683"/>
            <a:ext cx="12192000" cy="1222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461963">
              <a:defRPr/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എൻ പ്രിയനേശുവിൽ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ഞാൻ വസിക്കേണമേ എന്നും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കൊമ്പു മുന്തിരി വള്ളിയിൽ - എന്നപോലെ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679A50-1C4D-4FC7-B3E0-042E68C381C6}"/>
              </a:ext>
            </a:extLst>
          </p:cNvPr>
          <p:cNvSpPr/>
          <p:nvPr/>
        </p:nvSpPr>
        <p:spPr>
          <a:xfrm>
            <a:off x="0" y="5316518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priyaneshuvil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vasikkenhame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</a:t>
            </a:r>
          </a:p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Kombu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munthiri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vallhiyil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pole</a:t>
            </a:r>
          </a:p>
        </p:txBody>
      </p:sp>
    </p:spTree>
    <p:extLst>
      <p:ext uri="{BB962C8B-B14F-4D97-AF65-F5344CB8AC3E}">
        <p14:creationId xmlns:p14="http://schemas.microsoft.com/office/powerpoint/2010/main" val="229407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81062"/>
            <a:ext cx="12192000" cy="1381138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എൻ പിതാവിന്നുടെ നിത്യ മഹത്വ മതിന്നു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ഇൻപഫലം വളരെ കായ്പതിന്നായി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301560-7FE0-4237-A581-DE2B4CE82DE4}"/>
              </a:ext>
            </a:extLst>
          </p:cNvPr>
          <p:cNvSpPr/>
          <p:nvPr/>
        </p:nvSpPr>
        <p:spPr>
          <a:xfrm>
            <a:off x="0" y="4177745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6.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pithavinude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nithyamahathwamathinnu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Inpa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phalam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valhare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kaaypathinaayi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B1EB3583-4F3A-4E7F-B289-11C2F28600B9}"/>
              </a:ext>
            </a:extLst>
          </p:cNvPr>
          <p:cNvSpPr txBox="1">
            <a:spLocks/>
          </p:cNvSpPr>
          <p:nvPr/>
        </p:nvSpPr>
        <p:spPr bwMode="auto">
          <a:xfrm>
            <a:off x="0" y="2434683"/>
            <a:ext cx="12192000" cy="1222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461963">
              <a:defRPr/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എൻ പ്രിയനേശുവിൽ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ഞാൻ വസിക്കേണമേ എന്നും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കൊമ്പു മുന്തിരി വള്ളിയിൽ - എന്നപോലെ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679A50-1C4D-4FC7-B3E0-042E68C381C6}"/>
              </a:ext>
            </a:extLst>
          </p:cNvPr>
          <p:cNvSpPr/>
          <p:nvPr/>
        </p:nvSpPr>
        <p:spPr>
          <a:xfrm>
            <a:off x="0" y="5316518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priyaneshuvil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vasikkenhame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</a:t>
            </a:r>
          </a:p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Kombu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munthiri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vallhiyil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pole</a:t>
            </a:r>
          </a:p>
        </p:txBody>
      </p:sp>
    </p:spTree>
    <p:extLst>
      <p:ext uri="{BB962C8B-B14F-4D97-AF65-F5344CB8AC3E}">
        <p14:creationId xmlns:p14="http://schemas.microsoft.com/office/powerpoint/2010/main" val="2903391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221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404 എൻ പ്രിയനേശുവിൽ</vt:lpstr>
      <vt:lpstr>പല്ലവി  എൻ പ്രിയനേശുവിൽ - ഞാൻ വസിക്കേണമേ എന്നും  അനുപല്ലവി  കൊമ്പു മുന്തിരി വള്ളിയിൽ - എന്നപോലെ -                       - എൻ ...  </vt:lpstr>
      <vt:lpstr>1 ക്രിസ്തുവൊന്നിച്ചഹോ!    മൃത്യുവേറ്റങ്ങുയിർത്ത ഞാൻ   നിത്യവും തൻ കൃപയാൽ ജീവനിൽ വാഴാൻ</vt:lpstr>
      <vt:lpstr>2 ദൈവഹിതമതു സർവ്വ കാര്യങ്ങളിലും   ചെയ്-വതി നെന്നേയവന്നു സമർപ്പിച്ചു </vt:lpstr>
      <vt:lpstr>3 സർവ്വ ഭാരങ്ങളും രക്ഷകൻ തോളതിലേറ്റി   സതതമവനിൽ പൂർണ്ണാശ്രയത്തോടെ </vt:lpstr>
      <vt:lpstr>4 കർത്താവിനോടു ഞാൻ ഏറ്റവുമാനന്ദമോടെ   നിത്യസംസർഗ്ഗ മതിൽ ജീവനം ചെയ്‌വാൻ </vt:lpstr>
      <vt:lpstr>5 ദൈവാത്മ ശക്തിയാൽ ഞാൻ   നടത്തപ്പെടു ന്നോനായ്   ജീവ വിശ്വാസമതിനാൽ ദിനം തോറും </vt:lpstr>
      <vt:lpstr>6 എൻ പിതാവിന്നുടെ നിത്യ മഹത്വ മതിന്നു   ഇൻപഫലം വളരെ കായ്പതിന്നായി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 priyaneshuvil</dc:title>
  <dc:creator>Digital Input; GM JOHN; Acsah Mathews</dc:creator>
  <cp:lastModifiedBy>Acsah Mathews</cp:lastModifiedBy>
  <cp:revision>235</cp:revision>
  <dcterms:created xsi:type="dcterms:W3CDTF">2013-04-19T09:19:07Z</dcterms:created>
  <dcterms:modified xsi:type="dcterms:W3CDTF">2018-11-26T18:16:45Z</dcterms:modified>
</cp:coreProperties>
</file>