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4" r:id="rId2"/>
    <p:sldId id="280" r:id="rId3"/>
    <p:sldId id="282" r:id="rId4"/>
    <p:sldId id="28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6EEC25D-AB11-47BB-9479-D0EB81AEE38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48E4001-FA67-4E42-8F95-C6FA0822B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3B3B4-F7FA-4E4D-B10E-C4BC7C710A9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93A4-EDCC-45FC-8BDF-59CC430911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6941C-162E-4F43-A42A-A4363FC272D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6B41E-5191-42FC-AB86-22547EA2A4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CF4DB-8A53-4519-A3E0-7BF622236892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3CAE7-AD33-4BFC-8EDC-2D3CFA8D0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E6788-E31D-45C2-9086-7E64B8C3A3E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AF37C-0BD2-4053-AD01-89E948D7B0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5C27A-EB21-47E2-808D-321ED7F8283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AD3B5-4F25-48DF-9357-5E3A38DD8B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C5A4-8B19-4541-A314-33F603F10DBB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27903-8412-4812-BDBA-173DB576F9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E7CAE-1F87-4C7B-B62C-FD8AA2314FD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6EDD0-B4BD-4DDA-9715-57C1BAEC6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E3A06-F90A-4867-8EB8-7556A0DF5F4E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A3CEA-62F2-42FC-A6D9-41C04C2B99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B343E-8552-4531-AC12-1E6DF1B8049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8E424-14F1-48A5-8020-BAE20B25FB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CA009-40CD-4FA7-AC54-D03358D446DC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A2AB6-A85A-40D6-A172-272D1E9667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45724-4E8B-4F55-9459-23FB27ED2D73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89EFA-B81A-48F9-8471-BEB8D594C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B7284C7-B5F4-404C-A184-1B6E29D6B180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CB718EF-E08A-4FAD-9EE2-7C9F9C27C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3BDF-F628-4F3C-BE52-B376432A6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365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ദൈവസ്നേഹം പോലെ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6B3A9-2FB1-4C9C-B332-5CB10E3A3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79567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Daivasneham</a:t>
            </a:r>
            <a:r>
              <a:rPr lang="en-US" sz="4000" b="1" dirty="0">
                <a:solidFill>
                  <a:srgbClr val="002060"/>
                </a:solidFill>
              </a:rPr>
              <a:t> pole </a:t>
            </a:r>
            <a:r>
              <a:rPr lang="en-US" sz="4000" b="1" dirty="0" err="1">
                <a:solidFill>
                  <a:srgbClr val="002060"/>
                </a:solidFill>
              </a:rPr>
              <a:t>verhe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E1A23C-8831-4227-9A47-63622C0EB6D2}"/>
              </a:ext>
            </a:extLst>
          </p:cNvPr>
          <p:cNvSpPr/>
          <p:nvPr/>
        </p:nvSpPr>
        <p:spPr>
          <a:xfrm>
            <a:off x="1625667" y="4549228"/>
            <a:ext cx="3239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</a:rPr>
              <a:t>(റവ. കെ. പി. ഫിലിപ്പ്)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4503F-290F-4751-8A71-67A21065E4C4}"/>
              </a:ext>
            </a:extLst>
          </p:cNvPr>
          <p:cNvSpPr/>
          <p:nvPr/>
        </p:nvSpPr>
        <p:spPr>
          <a:xfrm>
            <a:off x="8137141" y="4549228"/>
            <a:ext cx="23222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(Rev. K. P. Philip) 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73084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3" y="1446193"/>
            <a:ext cx="12191999" cy="1678007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അബ്ബാ! താതാ! എന്നു  ഞങ്ങൾ-വിളിച്ചീടുവാന്‍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അംബരവാസിയാം ദൈവം പുത്രത്വം തന്നു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6F25B-2675-430B-92CA-36FC2ED1E353}"/>
              </a:ext>
            </a:extLst>
          </p:cNvPr>
          <p:cNvSpPr/>
          <p:nvPr/>
        </p:nvSpPr>
        <p:spPr>
          <a:xfrm>
            <a:off x="-2" y="603647"/>
            <a:ext cx="1219199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ദൈവസ്നേഹം പോലെ വേറെ സ്നേഹമില്ലഹോ!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5DA0C-344D-40BA-9A73-27186C20A51D}"/>
              </a:ext>
            </a:extLst>
          </p:cNvPr>
          <p:cNvSpPr/>
          <p:nvPr/>
        </p:nvSpPr>
        <p:spPr>
          <a:xfrm>
            <a:off x="0" y="3549134"/>
            <a:ext cx="1219199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snehamillaho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5457C4-657A-4E07-B277-014BA5FF94A2}"/>
              </a:ext>
            </a:extLst>
          </p:cNvPr>
          <p:cNvSpPr/>
          <p:nvPr/>
        </p:nvSpPr>
        <p:spPr>
          <a:xfrm>
            <a:off x="0" y="4266455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Abba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vilhicheeduvaan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Ambaravaasiyaam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puthrathvam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	 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5241" y="670384"/>
            <a:ext cx="12191999" cy="1272287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ജീവാഹാര പാനീയമാം പ്രാണനായകന്‍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ജീവനറ്റ പാപികള്‍ക്കു ജീവനെ തന്നു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6F25B-2675-430B-92CA-36FC2ED1E353}"/>
              </a:ext>
            </a:extLst>
          </p:cNvPr>
          <p:cNvSpPr/>
          <p:nvPr/>
        </p:nvSpPr>
        <p:spPr>
          <a:xfrm>
            <a:off x="0" y="1932376"/>
            <a:ext cx="121615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ദൈവസ്നേഹം പോലെ വേറെ സ്നേഹമില്ലഹോ!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5DA0C-344D-40BA-9A73-27186C20A51D}"/>
              </a:ext>
            </a:extLst>
          </p:cNvPr>
          <p:cNvSpPr/>
          <p:nvPr/>
        </p:nvSpPr>
        <p:spPr>
          <a:xfrm>
            <a:off x="38102" y="4979413"/>
            <a:ext cx="121615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snehamillaho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5457C4-657A-4E07-B277-014BA5FF94A2}"/>
              </a:ext>
            </a:extLst>
          </p:cNvPr>
          <p:cNvSpPr/>
          <p:nvPr/>
        </p:nvSpPr>
        <p:spPr>
          <a:xfrm>
            <a:off x="0" y="384064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2. Jeevaahaara paaneeyamaam praanha naayakan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Jeevanatta paapikalkku jeevane thannu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4E29D5-7D1B-4862-9F9B-9E5C99CFA8B3}"/>
              </a:ext>
            </a:extLst>
          </p:cNvPr>
          <p:cNvSpPr txBox="1">
            <a:spLocks/>
          </p:cNvSpPr>
          <p:nvPr/>
        </p:nvSpPr>
        <p:spPr bwMode="auto">
          <a:xfrm>
            <a:off x="22862" y="2588943"/>
            <a:ext cx="12191999" cy="127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നല്ലിടയനാകുന്നെന്നു വല്ലഭന്‍ ചൊല്ലി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ചെല്ലും ആടുകള്‍ തന്‍ പിൻപേ അല്ലല്‍ നീങ്ങിടാന്‍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5DB20-6628-4780-9C03-3C41D379888E}"/>
              </a:ext>
            </a:extLst>
          </p:cNvPr>
          <p:cNvSpPr/>
          <p:nvPr/>
        </p:nvSpPr>
        <p:spPr>
          <a:xfrm>
            <a:off x="38102" y="559393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Nallidayanaakunnennu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vallabhan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Chellum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aadukalh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pinpe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neengidaan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54767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5241" y="670384"/>
            <a:ext cx="12191999" cy="1272287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സത്യ മുന്തിരി വള്ളിയാം പുത്രനാം ദൈവം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ചെത്തി ശുദ്ധമാക്കും ഫലം അധികം കായ്പാന്‍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365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6F25B-2675-430B-92CA-36FC2ED1E353}"/>
              </a:ext>
            </a:extLst>
          </p:cNvPr>
          <p:cNvSpPr/>
          <p:nvPr/>
        </p:nvSpPr>
        <p:spPr>
          <a:xfrm>
            <a:off x="0" y="1932376"/>
            <a:ext cx="121615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ദൈവസ്നേഹം പോലെ വേറെ സ്നേഹമില്ലഹോ!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5DA0C-344D-40BA-9A73-27186C20A51D}"/>
              </a:ext>
            </a:extLst>
          </p:cNvPr>
          <p:cNvSpPr/>
          <p:nvPr/>
        </p:nvSpPr>
        <p:spPr>
          <a:xfrm>
            <a:off x="38102" y="4979413"/>
            <a:ext cx="121615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Daivasneham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snehamillaho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5457C4-657A-4E07-B277-014BA5FF94A2}"/>
              </a:ext>
            </a:extLst>
          </p:cNvPr>
          <p:cNvSpPr/>
          <p:nvPr/>
        </p:nvSpPr>
        <p:spPr>
          <a:xfrm>
            <a:off x="0" y="39666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4. Sathya munthiri vallhiyaam puthranaam daivam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Cheththi shudhdhamaakkum phalam adhikam kaaypaan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A4E29D5-7D1B-4862-9F9B-9E5C99CFA8B3}"/>
              </a:ext>
            </a:extLst>
          </p:cNvPr>
          <p:cNvSpPr txBox="1">
            <a:spLocks/>
          </p:cNvSpPr>
          <p:nvPr/>
        </p:nvSpPr>
        <p:spPr bwMode="auto">
          <a:xfrm>
            <a:off x="22862" y="2588943"/>
            <a:ext cx="12191999" cy="127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5	ആത്മാവാല്‍ ദൈവത്തിന്‍ സ്നേഹം പകര്‍ന്നു നമ്മില്‍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നമ്മെ താന്‍ സ്നേഹിച്ച പോലെ നമ്മള്‍ സ്നേഹിപ്പാന്‍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5DB20-6628-4780-9C03-3C41D379888E}"/>
              </a:ext>
            </a:extLst>
          </p:cNvPr>
          <p:cNvSpPr/>
          <p:nvPr/>
        </p:nvSpPr>
        <p:spPr>
          <a:xfrm>
            <a:off x="38102" y="559393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Aathmavaal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pakarnu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Nammethaan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snehichapole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983949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121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365 ദൈവസ്നേഹം പോലെ</vt:lpstr>
      <vt:lpstr>1 അബ്ബാ! താതാ! എന്നു  ഞങ്ങൾ-വിളിച്ചീടുവാന്‍  അംബരവാസിയാം ദൈവം പുത്രത്വം തന്നു</vt:lpstr>
      <vt:lpstr>2 ജീവാഹാര പാനീയമാം പ്രാണനായകന്‍   ജീവനറ്റ പാപികള്‍ക്കു ജീവനെ തന്നു</vt:lpstr>
      <vt:lpstr>4 സത്യ മുന്തിരി വള്ളിയാം പുത്രനാം ദൈവം  ചെത്തി ശുദ്ധമാക്കും ഫലം അധികം കായ്പാന്‍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Daivasnehma pole vere</dc:title>
  <dc:creator>Digital Input:; GM JOHN; Acsah Mathews</dc:creator>
  <cp:lastModifiedBy>Acsah Mathews</cp:lastModifiedBy>
  <cp:revision>579</cp:revision>
  <dcterms:created xsi:type="dcterms:W3CDTF">2013-04-19T09:19:07Z</dcterms:created>
  <dcterms:modified xsi:type="dcterms:W3CDTF">2018-11-21T18:56:56Z</dcterms:modified>
</cp:coreProperties>
</file>