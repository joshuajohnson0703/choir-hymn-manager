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81" r:id="rId3"/>
    <p:sldId id="282" r:id="rId4"/>
    <p:sldId id="283" r:id="rId5"/>
    <p:sldId id="288" r:id="rId6"/>
    <p:sldId id="284" r:id="rId7"/>
    <p:sldId id="289" r:id="rId8"/>
    <p:sldId id="285" r:id="rId9"/>
    <p:sldId id="290" r:id="rId10"/>
    <p:sldId id="286" r:id="rId11"/>
    <p:sldId id="291" r:id="rId12"/>
    <p:sldId id="287" r:id="rId13"/>
    <p:sldId id="292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2" autoAdjust="0"/>
    <p:restoredTop sz="94660"/>
  </p:normalViewPr>
  <p:slideViewPr>
    <p:cSldViewPr>
      <p:cViewPr varScale="1">
        <p:scale>
          <a:sx n="37" d="100"/>
          <a:sy n="37" d="100"/>
        </p:scale>
        <p:origin x="84" y="83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F5D09-62EB-480D-BD11-C5D9323C321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4C9DF-3B4E-4D28-9C60-C11E76451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5A0F3-1D8B-4471-A099-C14AC497E7E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EE607-6626-4CB1-83B1-DF9052D43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3BC32-E711-4652-B921-EB87E5C9646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58167-F222-4A4E-BE39-7EEE4A165F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04AD7-42AB-40B0-871C-AA849E9950C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47C02-6D51-4FC5-B59D-5892E414F6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067D5-36E8-4FFB-A5F1-421D7B08113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9D089-164B-4CD9-8FC4-846B6A18AF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DBB94-E20B-4099-81D5-F659B35533D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F14D5-8112-47AD-BFA6-9E951B8EBA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DA957-BBA5-401A-9139-84C0CBE425E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451A5-B3A9-4F63-86BA-D7F761F1CC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D3BA5-91A2-4F58-B8F7-81E55D9783C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7C300-0836-4DF5-97AF-11EC57F25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FC6F9-3E98-4BBF-A705-0D0EC702143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E8851-619A-474E-BA1C-E293D4F61B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797C6-534D-427C-9613-8699071599C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2DAB0-E9A6-4BDB-A0A5-A87C2FB83C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90F65A-0FA6-4DD7-80DD-E091CD844F5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D264A-D6B6-4EE5-9F53-16581DC363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6BD4DA8-BEBA-4DEA-A654-9B324BC7169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DA5B42-71E9-491A-89FF-9F281B4764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2E44-24B1-4265-AD3E-E7303A42AA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226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ദൈവഹിതം അനുസരിക്കുന്നത്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1768D-DD64-405B-9F03-0A0F381D0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Daivahitham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anusarikkunnathu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0564542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367246"/>
            <a:ext cx="11582400" cy="26670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6365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ദൈവഹിതം അനുസരിക്കുന്നത്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ബലികളേക്കാളഹോ!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ഏറ്റം നല്ലാരാധന യതു പോലെ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മറ്റുപാസനയില്ലനൂനം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8862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Daivahitham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anusarikkunnathu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belikalheykkaalhaho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nallaaradhanayathu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Mattupaasanayilla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noonam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5304D-0270-4A54-ADF2-19B5ADFBD953}"/>
              </a:ext>
            </a:extLst>
          </p:cNvPr>
          <p:cNvSpPr txBox="1"/>
          <p:nvPr/>
        </p:nvSpPr>
        <p:spPr>
          <a:xfrm>
            <a:off x="0" y="6079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897283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76760" cy="281109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63658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കർത്തനേ! പൂർണ്ണമായ്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വാക്കു ക്രിയയാലുമേ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നിന്നെ അനുസരിച്ചിടാൻ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തുണ നൽകെനിക്കു സദാ 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505200"/>
            <a:ext cx="1217676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kriyayaalumey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anusarichcheedaan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32861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367246"/>
            <a:ext cx="11582400" cy="26670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6365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രക്ഷകൻ ദൈവേഷ്ടം അതിന്നു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ക്രൂശിലെ മരണത്തോളവും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അനുസരിച്ചു അവനെ സതതം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അനുസരിക്ക എൻമനമേ!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8862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Daiveshtam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krushiley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maranhaththolhavum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5304D-0270-4A54-ADF2-19B5ADFBD953}"/>
              </a:ext>
            </a:extLst>
          </p:cNvPr>
          <p:cNvSpPr txBox="1"/>
          <p:nvPr/>
        </p:nvSpPr>
        <p:spPr>
          <a:xfrm>
            <a:off x="0" y="6079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51345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76760" cy="281109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63658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കർത്തനേ! പൂർണ്ണമായ്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വാക്കു ക്രിയയാലുമേ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നിന്നെ അനുസരിച്ചിടാൻ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തുണ നൽകെനിക്കു സദാ 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505200"/>
            <a:ext cx="1217676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kriyayaalumey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anusarichcheedaan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10541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367246"/>
            <a:ext cx="11582400" cy="26670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6365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വേദവാക്യങ്ങൾ എല്ലാ ദിവസവും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ശോധന ചെയ്തു വിശുദ്ധമാം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ദൈവഹിതം സർവ്വകാര്യങ്ങളിലും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 വോർക്കെല്ലാം ശുഭം സർവ്വദാ 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8862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Vedavaakyanghalh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ellaadivasavum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shodana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vishudhdhamaam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Daivahitham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sarvakaaryangalhilum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cheivorkellaam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shubham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5304D-0270-4A54-ADF2-19B5ADFBD953}"/>
              </a:ext>
            </a:extLst>
          </p:cNvPr>
          <p:cNvSpPr txBox="1"/>
          <p:nvPr/>
        </p:nvSpPr>
        <p:spPr>
          <a:xfrm>
            <a:off x="0" y="6079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96719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76760" cy="281109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63658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കർത്തനേ! പൂർണ്ണമായ്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വാക്കു ക്രിയയാലുമേ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നിന്നെ അനുസരിച്ചിടാൻ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തുണ നൽകെനിക്കു സദാ 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505200"/>
            <a:ext cx="1217676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kriyayaalumey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anusarichcheedaan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512383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367246"/>
            <a:ext cx="11582400" cy="26670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6365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അനുസരിപ്പോർക്കു ദൈവം തന്നാത്മ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ദാനത്തെ നൽകുന്നു നിറവായ്!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വൈരികളെയും ജയിച്ചവർ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ജീവനിൽ വാണിടുന്നു സദാ!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8862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Anusaripporku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thannaathma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daanaththey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niravaai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vairikalheyum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jayichchavar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vaanhidunnu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5304D-0270-4A54-ADF2-19B5ADFBD953}"/>
              </a:ext>
            </a:extLst>
          </p:cNvPr>
          <p:cNvSpPr txBox="1"/>
          <p:nvPr/>
        </p:nvSpPr>
        <p:spPr>
          <a:xfrm>
            <a:off x="0" y="6079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405295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76760" cy="281109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63658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കർത്തനേ! പൂർണ്ണമായ്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വാക്കു ക്രിയയാലുമേ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നിന്നെ അനുസരിച്ചിടാൻ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തുണ നൽകെനിക്കു സദാ 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505200"/>
            <a:ext cx="1217676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kriyayaalumey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anusarichcheedaan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178471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367246"/>
            <a:ext cx="11582400" cy="26670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636588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അനുസരിക്കുന്നോർ ദൈവമക്കളായ്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ദിനവും കൃപയിൽ വളരും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ദൈവത്തോടു ചോദിച്ചിടുന്നതെല്ലാം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സർവ്വദാ ലഭിക്കും അവർക്കു! 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8862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Anusarikkunnor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Daivamakkalhaai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chodicheedunnathellaam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sarvadaa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avarkku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5304D-0270-4A54-ADF2-19B5ADFBD953}"/>
              </a:ext>
            </a:extLst>
          </p:cNvPr>
          <p:cNvSpPr txBox="1"/>
          <p:nvPr/>
        </p:nvSpPr>
        <p:spPr>
          <a:xfrm>
            <a:off x="0" y="6079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8849818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76760" cy="281109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63658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കർത്തനേ! പൂർണ്ണമായ്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വാക്കു ക്രിയയാലുമേ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നിന്നെ അനുസരിച്ചിടാൻ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തുണ നൽകെനിക്കു സദാ 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505200"/>
            <a:ext cx="1217676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kriyayaalumey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anusarichcheedaan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500249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367246"/>
            <a:ext cx="11582400" cy="26670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6365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പുഷ്ടിയുള്ള ഗോതമ്പുകൊണ്ടവരെ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മൃഷ്ടമായ് പോഷിപ്പിക്കുമവൻ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പാറയിൽ നിന്നുള്ള തേനിനാൽ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 തോറുമേ തൃപ്തരാകും അവർ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8862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Pushtiyullha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gothambukondavarey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mrishtamaai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poshippikkumavan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ninnullha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thèninaal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thriptharaakum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avar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5304D-0270-4A54-ADF2-19B5ADFBD953}"/>
              </a:ext>
            </a:extLst>
          </p:cNvPr>
          <p:cNvSpPr txBox="1"/>
          <p:nvPr/>
        </p:nvSpPr>
        <p:spPr>
          <a:xfrm>
            <a:off x="0" y="6079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8819703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76760" cy="281109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63658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കർത്തനേ! പൂർണ്ണമായ്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വാക്കു ക്രിയയാലുമേ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നിന്നെ അനുസരിച്ചിടാൻ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തുണ നൽകെനിക്കു സദാ 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2A30AB-81B1-4658-B44F-5F06913DE4DD}"/>
              </a:ext>
            </a:extLst>
          </p:cNvPr>
          <p:cNvSpPr/>
          <p:nvPr/>
        </p:nvSpPr>
        <p:spPr>
          <a:xfrm>
            <a:off x="0" y="3505200"/>
            <a:ext cx="1217676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kriyayaalumey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anusarichcheedaan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68389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201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Kartika</vt:lpstr>
      <vt:lpstr>Office Theme</vt:lpstr>
      <vt:lpstr>226 ദൈവഹിതം അനുസരിക്കുന്നത്</vt:lpstr>
      <vt:lpstr>ദൈവഹിതം അനുസരിക്കുന്നത്  സർവ്വ ബലികളേക്കാളഹോ! ഏറ്റം നല്ലാരാധന യതു പോലെ  മറ്റുപാസനയില്ലനൂനം! </vt:lpstr>
      <vt:lpstr>കർത്തനേ! പൂർണ്ണമായ്  ചിന്ത വാക്കു ക്രിയയാലുമേ  സന്തതം നിന്നെ അനുസരിച്ചിടാൻ നിൻ തുണ നൽകെനിക്കു സദാ </vt:lpstr>
      <vt:lpstr>യേശു രക്ഷകൻ ദൈവേഷ്ടം അതിന്നു  ക്രൂശിലെ മരണത്തോളവും  അനുസരിച്ചു അവനെ സതതം  അനുസരിക്ക എൻമനമേ!</vt:lpstr>
      <vt:lpstr>കർത്തനേ! പൂർണ്ണമായ്  ചിന്ത വാക്കു ക്രിയയാലുമേ  സന്തതം നിന്നെ അനുസരിച്ചിടാൻ നിൻ തുണ നൽകെനിക്കു സദാ </vt:lpstr>
      <vt:lpstr>വേദവാക്യങ്ങൾ എല്ലാ ദിവസവും  ശോധന ചെയ്തു വിശുദ്ധമാം  ദൈവഹിതം സർവ്വകാര്യങ്ങളിലും  ചെയ് വോർക്കെല്ലാം ശുഭം സർവ്വദാ </vt:lpstr>
      <vt:lpstr>കർത്തനേ! പൂർണ്ണമായ്  ചിന്ത വാക്കു ക്രിയയാലുമേ  സന്തതം നിന്നെ അനുസരിച്ചിടാൻ നിൻ തുണ നൽകെനിക്കു സദാ </vt:lpstr>
      <vt:lpstr>അനുസരിപ്പോർക്കു ദൈവം തന്നാത്മ  ദാനത്തെ നൽകുന്നു നിറവായ്! സർവ്വ വൈരികളെയും ജയിച്ചവർ  ജീവനിൽ വാണിടുന്നു സദാ!</vt:lpstr>
      <vt:lpstr>കർത്തനേ! പൂർണ്ണമായ്  ചിന്ത വാക്കു ക്രിയയാലുമേ  സന്തതം നിന്നെ അനുസരിച്ചിടാൻ നിൻ തുണ നൽകെനിക്കു സദാ </vt:lpstr>
      <vt:lpstr>അനുസരിക്കുന്നോർ ദൈവമക്കളായ്  ദിനവും കൃപയിൽ വളരും  ദൈവത്തോടു ചോദിച്ചിടുന്നതെല്ലാം  സർവ്വദാ ലഭിക്കും അവർക്കു! </vt:lpstr>
      <vt:lpstr>കർത്തനേ! പൂർണ്ണമായ്  ചിന്ത വാക്കു ക്രിയയാലുമേ  സന്തതം നിന്നെ അനുസരിച്ചിടാൻ നിൻ തുണ നൽകെനിക്കു സദാ </vt:lpstr>
      <vt:lpstr>പുഷ്ടിയുള്ള ഗോതമ്പുകൊണ്ടവരെ  മൃഷ്ടമായ് പോഷിപ്പിക്കുമവൻ  പാറയിൽ നിന്നുള്ള തേനിനാൽ  ദിനം തോറുമേ തൃപ്തരാകും അവർ</vt:lpstr>
      <vt:lpstr>കർത്തനേ! പൂർണ്ണമായ്  ചിന്ത വാക്കു ക്രിയയാലുമേ  സന്തതം നിന്നെ അനുസരിച്ചിടാൻ നിൻ തുണ നൽകെനിക്കു സദാ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Daivahitham anusarikkunnathu</dc:title>
  <dc:creator>Digital Input:; GM JOHN; Acsah Mathews</dc:creator>
  <cp:lastModifiedBy>Acsah Mathews</cp:lastModifiedBy>
  <cp:revision>282</cp:revision>
  <dcterms:created xsi:type="dcterms:W3CDTF">2013-04-25T00:28:25Z</dcterms:created>
  <dcterms:modified xsi:type="dcterms:W3CDTF">2018-11-09T16:42:51Z</dcterms:modified>
</cp:coreProperties>
</file>