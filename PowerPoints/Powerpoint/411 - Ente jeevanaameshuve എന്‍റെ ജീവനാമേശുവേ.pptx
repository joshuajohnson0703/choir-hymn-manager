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0" r:id="rId3"/>
    <p:sldId id="284" r:id="rId4"/>
    <p:sldId id="291" r:id="rId5"/>
    <p:sldId id="285" r:id="rId6"/>
    <p:sldId id="292" r:id="rId7"/>
    <p:sldId id="286" r:id="rId8"/>
    <p:sldId id="293" r:id="rId9"/>
    <p:sldId id="287" r:id="rId10"/>
    <p:sldId id="294" r:id="rId11"/>
    <p:sldId id="288" r:id="rId12"/>
    <p:sldId id="295" r:id="rId13"/>
    <p:sldId id="289" r:id="rId14"/>
    <p:sldId id="296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6F747-16AA-472E-855B-616EF607F90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9C11F-F3C1-409F-B1CF-F8CC1123B9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B611B-C94B-4EFF-8597-A52798580A3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C7A8B-905A-42C5-A84E-3439ECFBAB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D513C-7A0E-439E-B00B-B42F775134E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2E5F1-2621-476A-9E8B-04EA97ECB1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92BE4-C24E-47D6-88D5-2451AEFD728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1170F-ED52-403B-A815-3253325D92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7E3BE-50D2-4CD8-A87C-A0AAAB004CF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488EE-3AFF-43B3-AEFD-F581E38F4A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BCE5D-1893-44BA-9DB6-8F5A280C3FC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F8662-44C6-4233-ACFF-019457398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B3A13-5CB5-4369-85CB-D171A948AE3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891F1-61CC-4259-A283-4E61D2FED6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6CCA8-EA62-42A4-81A8-D0947B560D2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61DCC5-78A1-4499-A56A-BD0710D89C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1D2B5-BFE2-4EF2-8A53-2D547CD0C6D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E6B47-148B-47E8-81C5-D2E996885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AE21E-6ACA-4D60-9B05-5F604F9EAFC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C381A-CF79-441E-AD49-FBCC5E964C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26A41E-3EB3-43CB-9783-C17AFBBC700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BB8B0-680C-4378-81BC-39F30F81F7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25D2D5-C8C3-4167-8E38-1EEEED456DA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5B8A194-B2FF-4786-B5D0-0D9521F442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44D4-D92B-4403-8CBA-CFF1402024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എന്‍റെ ജീവനാമേശുവേ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68F8-E44A-4482-9BA5-3DD666479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4186" y="3600451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  <a:cs typeface="Kartika" panose="02020503030404060203" pitchFamily="18" charset="0"/>
              </a:rPr>
              <a:t>Entey </a:t>
            </a:r>
            <a:r>
              <a:rPr lang="en-US" sz="4000" b="1" dirty="0" err="1">
                <a:solidFill>
                  <a:srgbClr val="002060"/>
                </a:solidFill>
                <a:cs typeface="Kartika" panose="02020503030404060203" pitchFamily="18" charset="0"/>
              </a:rPr>
              <a:t>jeevanaam</a:t>
            </a:r>
            <a:r>
              <a:rPr lang="en-US" sz="40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cs typeface="Kartika" panose="02020503030404060203" pitchFamily="18" charset="0"/>
              </a:rPr>
              <a:t>Yeshuvey</a:t>
            </a:r>
            <a:endParaRPr lang="en-US" sz="40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2DF98-3C80-4BF4-B4F0-2CB55D95B0A7}"/>
              </a:ext>
            </a:extLst>
          </p:cNvPr>
          <p:cNvSpPr/>
          <p:nvPr/>
        </p:nvSpPr>
        <p:spPr>
          <a:xfrm>
            <a:off x="1840469" y="4903688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+mn-lt"/>
              </a:rPr>
              <a:t>(വി. നാഗൽ)</a:t>
            </a:r>
            <a:endParaRPr lang="en-US" sz="2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6A560-A8BF-4E28-8388-B3642E69224A}"/>
              </a:ext>
            </a:extLst>
          </p:cNvPr>
          <p:cNvSpPr/>
          <p:nvPr/>
        </p:nvSpPr>
        <p:spPr>
          <a:xfrm>
            <a:off x="9104457" y="4914839"/>
            <a:ext cx="1258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+mn-lt"/>
              </a:rPr>
              <a:t>(V. </a:t>
            </a:r>
            <a:r>
              <a:rPr lang="en-US" sz="2000" b="1" dirty="0" err="1">
                <a:solidFill>
                  <a:schemeClr val="accent2"/>
                </a:solidFill>
                <a:latin typeface="+mn-lt"/>
              </a:rPr>
              <a:t>Nagal</a:t>
            </a:r>
            <a:r>
              <a:rPr lang="en-US" sz="2000" b="1" dirty="0">
                <a:solidFill>
                  <a:schemeClr val="accent2"/>
                </a:solidFill>
                <a:latin typeface="+mn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21897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57505"/>
            <a:ext cx="12192000" cy="2671495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ജീവനാമേശുവേ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സ്വരമെൻ ചെവിയിൽ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 മോടെ വന്നടി 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കേട്ടു നാഥാ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jeevanaam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Yeshuvey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cheviyil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Imbamodey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vannadichcheedunnu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kèttu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909905"/>
            <a:ext cx="11963400" cy="2671495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1	ക്ഷീണ പാപിയേ വായെന്നിൽ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ആശ്വസിക്ക നീ സതതം-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ക്ഷീണമുള്ള നിൻ തലയെൻമാർവ്വിൽ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ചാരി സുഖിക്ക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0091148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Ksheenha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paapiye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vaayennil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Aashwasikka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sathatham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-</a:t>
            </a: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Ksheenhamullha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thalayen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maarvil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Chaari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sukhikka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22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57505"/>
            <a:ext cx="12192000" cy="2671495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ജീവനാമേശുവേ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സ്വരമെൻ ചെവിയിൽ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 മോടെ വന്നടി 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കേട്ടു നാഥാ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jeevanaam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Yeshuvey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cheviyil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Imbamodey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vannadichcheedunnu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kèttu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16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909905"/>
            <a:ext cx="11963400" cy="2671495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വന്നുകണ്ടു ശാന്തതയെ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യേശുവിന്‍റെ സ്നേഹമാർവ്വിൽ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എന്നെയടുപ്പിച്ചു സന്തോഷത്താൽ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ദുഖങ്ങൾ മാറ്റി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0091148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kandu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shaanthathaye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Yeshuvintey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maarvil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Enneyadupichchu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santhoshaththaal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Dukhangalh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maati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378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57505"/>
            <a:ext cx="12192000" cy="2671495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ജീവനാമേശുവേ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സ്വരമെൻ ചെവിയിൽ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 മോടെ വന്നടി 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കേട്ടു നാഥാ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jeevanaam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Yeshuvey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cheviyil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Imbamodey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vannadichcheedunnu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kèttu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22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909905"/>
            <a:ext cx="11963400" cy="2671495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സർവ്വവും ഞാൻ ദാനമായി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നിർവ്യാജം തരുന്നു പാപി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ജീവവെള്ളം നീ കുടിച്ചാനന്ദം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പ്രാപിച്ചീടുക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0091148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Sarvvavum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daanamaayi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Nirvyaajam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tharunnu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paapi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Jeevavellham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kudichaanandam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praapichcheeduka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0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57505"/>
            <a:ext cx="12192000" cy="2671495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ജീവനാമേശുവേ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സ്വരമെൻ ചെവിയിൽ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 മോടെ വന്നടി 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കേട്ടു നാഥാ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jeevanaam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Yeshuvey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cheviyil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Imbamodey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vannadichcheedunnu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kèttu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74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909905"/>
            <a:ext cx="11963400" cy="2671495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ജീവനദിയിൽ നിന്നു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മോദമൊടെ പാനം ചെയ്തു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കേവലമെൻ ദാഹം ശമിച്ചിപ്പോൾ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ജീവിക്കുന്നു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0091148" cy="302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Jeevanadiyil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njaan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Môdamodey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paanam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cheithu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Kèvalamen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daaham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shamichchippolh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Jeevikkunnu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njaan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24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57505"/>
            <a:ext cx="12192000" cy="2671495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ജീവനാമേശുവേ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സ്വരമെൻ ചെവിയിൽ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 മോടെ വന്നടി 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കേട്ടു നാഥാ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jeevanaam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Yeshuvey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cheviyil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Imbamodey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vannadichcheedunnu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kèttu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55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909905"/>
            <a:ext cx="11963400" cy="2671495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കൂരിരുളാൽ മൂടിയോരി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ലോകത്തിനു ഞാൻ വെളിച്ചം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പാരാതെ നീയെന്നെ നോക്കി നോക്കി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നിത്യം സുഖിക്ക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0091148" cy="302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Koorirulhaal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moodiyoree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Lôkaththinu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velhichcham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Paaraathey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nokki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nokki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sukhikkaa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973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57505"/>
            <a:ext cx="12192000" cy="2671495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ജീവനാമേശുവേ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സ്വരമെൻ ചെവിയിൽ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 മോടെ വന്നടി 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കേട്ടു നാഥാ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jeevanaam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Yeshuvey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cheviyil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Imbamodey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vannadichcheedunnu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kèttu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33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909905"/>
            <a:ext cx="11963400" cy="2671495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എന്‍റെ ജീവകാലമെല്ലാം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യേശുവെന്ന മെയ് വെളിച്ചം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കണ്ടു നടപ്പാൻ കൃപ നല്കേണം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ദേവാധി ദേവാ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0091148" cy="3020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jeeva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kaalamellaam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Yeshuvenna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mei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velhichcham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Kandu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nadappaan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nalkanham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Dèvaadhi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Devaa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51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57505"/>
            <a:ext cx="12192000" cy="2671495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ജീവനാമേശുവേ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സ്വരമെൻ ചെവിയിൽ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 മോടെ വന്നടി 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കേട്ടു നാഥാ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0126460" y="1"/>
            <a:ext cx="5147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3AA370-B0DA-4563-8453-19E00F8FACF7}"/>
              </a:ext>
            </a:extLst>
          </p:cNvPr>
          <p:cNvSpPr txBox="1">
            <a:spLocks/>
          </p:cNvSpPr>
          <p:nvPr/>
        </p:nvSpPr>
        <p:spPr bwMode="auto">
          <a:xfrm>
            <a:off x="35312" y="3609278"/>
            <a:ext cx="12192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jeevanaam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Yeshuvey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swaram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cheviyil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Imbamodey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vannadichcheedunnu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defTabSz="46355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kèttu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270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198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411 എന്‍റെ ജീവനാമേശുവേ</vt:lpstr>
      <vt:lpstr>എന്‍റെ ജീവനാമേശുവേ നിന്‍റെ സ്വരമെൻ ചെവിയിൽ ഇമ്പ മോടെ വന്നടി ച്ചിടുന്നു ഞാൻ കേട്ടു നാഥാ</vt:lpstr>
      <vt:lpstr>1 ക്ഷീണ പാപിയേ വായെന്നിൽ  ആശ്വസിക്ക നീ സതതം-  ക്ഷീണമുള്ള നിൻ തലയെൻമാർവ്വിൽ  ചാരി സുഖിക്ക</vt:lpstr>
      <vt:lpstr>എന്‍റെ ജീവനാമേശുവേ നിന്‍റെ സ്വരമെൻ ചെവിയിൽ ഇമ്പ മോടെ വന്നടി ച്ചിടുന്നു ഞാൻ കേട്ടു നാഥാ</vt:lpstr>
      <vt:lpstr>2 വന്നുകണ്ടു ശാന്തതയെ  യേശുവിന്‍റെ സ്നേഹമാർവ്വിൽ  എന്നെയടുപ്പിച്ചു സന്തോഷത്താൽ  ദുഖങ്ങൾ മാറ്റി</vt:lpstr>
      <vt:lpstr>എന്‍റെ ജീവനാമേശുവേ നിന്‍റെ സ്വരമെൻ ചെവിയിൽ ഇമ്പ മോടെ വന്നടി ച്ചിടുന്നു ഞാൻ കേട്ടു നാഥാ</vt:lpstr>
      <vt:lpstr>3 സർവ്വവും ഞാൻ ദാനമായി  നിർവ്യാജം തരുന്നു പാപി  ജീവവെള്ളം നീ കുടിച്ചാനന്ദം  പ്രാപിച്ചീടുക </vt:lpstr>
      <vt:lpstr>എന്‍റെ ജീവനാമേശുവേ നിന്‍റെ സ്വരമെൻ ചെവിയിൽ ഇമ്പ മോടെ വന്നടി ച്ചിടുന്നു ഞാൻ കേട്ടു നാഥാ</vt:lpstr>
      <vt:lpstr>4 ജീവനദിയിൽ നിന്നു ഞാൻ  മോദമൊടെ പാനം ചെയ്തു  കേവലമെൻ ദാഹം ശമിച്ചിപ്പോൾ  ജീവിക്കുന്നു ഞാൻ</vt:lpstr>
      <vt:lpstr>എന്‍റെ ജീവനാമേശുവേ നിന്‍റെ സ്വരമെൻ ചെവിയിൽ ഇമ്പ മോടെ വന്നടി ച്ചിടുന്നു ഞാൻ കേട്ടു നാഥാ</vt:lpstr>
      <vt:lpstr>5 കൂരിരുളാൽ മൂടിയോരി  ലോകത്തിനു ഞാൻ വെളിച്ചം  പാരാതെ നീയെന്നെ നോക്കി നോക്കി  നിത്യം സുഖിക്ക </vt:lpstr>
      <vt:lpstr>എന്‍റെ ജീവനാമേശുവേ നിന്‍റെ സ്വരമെൻ ചെവിയിൽ ഇമ്പ മോടെ വന്നടി ച്ചിടുന്നു ഞാൻ കേട്ടു നാഥാ</vt:lpstr>
      <vt:lpstr>6 എന്‍റെ ജീവകാലമെല്ലാം  യേശുവെന്ന മെയ് വെളിച്ചം  കണ്ടു നടപ്പാൻ കൃപ നല്കേണം  ദേവാധി ദേവാ</vt:lpstr>
      <vt:lpstr>എന്‍റെ ജീവനാമേശുവേ നിന്‍റെ സ്വരമെൻ ചെവിയിൽ ഇമ്പ മോടെ വന്നടി ച്ചിടുന്നു ഞാൻ കേട്ടു നാഥാ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 jeevanaamyeshuve</dc:title>
  <dc:creator>Digital Input; GM JOHN; Acsah Mathews</dc:creator>
  <cp:lastModifiedBy>Acsah Mathews</cp:lastModifiedBy>
  <cp:revision>404</cp:revision>
  <dcterms:created xsi:type="dcterms:W3CDTF">2013-04-19T09:19:07Z</dcterms:created>
  <dcterms:modified xsi:type="dcterms:W3CDTF">2018-11-26T19:21:20Z</dcterms:modified>
</cp:coreProperties>
</file>