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71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0" autoAdjust="0"/>
    <p:restoredTop sz="94660"/>
  </p:normalViewPr>
  <p:slideViewPr>
    <p:cSldViewPr>
      <p:cViewPr varScale="1">
        <p:scale>
          <a:sx n="40" d="100"/>
          <a:sy n="40" d="100"/>
        </p:scale>
        <p:origin x="54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CD0B18-795D-4851-9438-BA5227FEE01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458396-AC07-4358-8319-1EE4E781A5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EC1061-EE73-48EC-89FF-1E74C13AE2C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0B1C42-E45D-4AA9-9C29-A712DF3624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77969-6CEA-4A1C-B1D7-03A5E9E1AC00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511F9-CDAD-4041-8BD3-76CE9111E4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D9B6F6-9A94-4C85-8CB6-2FC7E19825A0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13B972-E003-40DC-8470-A6EBA376F4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CD7A9-F2B2-42CD-BA44-BA0D47E997E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F4536-168D-4736-8D6A-D9EA0C5DC7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AF768-74A0-4F2E-95BA-FF447D4F4B6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BE592E-0C17-4E39-AC4C-18004F9A1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34EDC8-39C6-4F68-AF5D-A1EFF6B5DAA4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73FBE-486B-4988-96EB-952EB49AE1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CE52D5-99FA-483A-AFE4-F9A2785AF484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478028-560F-482F-B0FF-C7077A384F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9A498-EE19-427F-9C7D-263A8FDBE28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75F080-2E28-4BC4-8270-6A65F357E2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C98D8-6690-47BB-9710-634E19E703C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B8345-7900-4F1F-9730-C58F846A9F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068EB-8574-4D48-8DF4-DF233B84C1B3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91D4F-2719-4A98-A70C-C72D55194C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6AFA4FE-480D-4C29-922D-88D563545638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620B5BE-BFD0-4947-B264-7920FC403C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0A1A4-2287-406B-877B-F94ED15B6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194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എന്നുള്ളിലെന്നും വസിച്ചിടുവാൻ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1824B-4A5F-4A09-B671-52F6D9196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Ennullhilennum </a:t>
            </a:r>
            <a:r>
              <a:rPr lang="en-US" sz="4000" b="1" dirty="0" err="1">
                <a:solidFill>
                  <a:schemeClr val="tx2"/>
                </a:solidFill>
              </a:rPr>
              <a:t>vasichcheeduvaan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655BB2-FBA7-4AF0-874A-A71F24222507}"/>
              </a:ext>
            </a:extLst>
          </p:cNvPr>
          <p:cNvSpPr/>
          <p:nvPr/>
        </p:nvSpPr>
        <p:spPr>
          <a:xfrm>
            <a:off x="3888344" y="5086348"/>
            <a:ext cx="24288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(റവ. റ്റി. കോശി)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0F4318-87A3-405A-870D-31BC6523A788}"/>
              </a:ext>
            </a:extLst>
          </p:cNvPr>
          <p:cNvSpPr/>
          <p:nvPr/>
        </p:nvSpPr>
        <p:spPr>
          <a:xfrm>
            <a:off x="7802620" y="5086348"/>
            <a:ext cx="19214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chemeClr val="accent2"/>
                </a:solidFill>
                <a:latin typeface="Arial" panose="020B0604020202020204" pitchFamily="34" charset="0"/>
              </a:rPr>
              <a:t>(Rev. T. Koshy)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25149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64958" y="990600"/>
            <a:ext cx="11462084" cy="2743200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എന്നുള്ളിലെന്നും വസിച്ചിടുവാൻ - സ്വർഗ്ഗ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മണ്ഡപം വിട്ടിറങ്ങി - വന്ന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ഉന്നതനാം തങ്കപ്രാവേ!  നീ വന്നെന്നിൽ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എന്നുമധിവസിക്ക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194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83F8E3-8C2A-45F8-AC66-3DA9822926F6}"/>
              </a:ext>
            </a:extLst>
          </p:cNvPr>
          <p:cNvSpPr/>
          <p:nvPr/>
        </p:nvSpPr>
        <p:spPr>
          <a:xfrm>
            <a:off x="364958" y="3787676"/>
            <a:ext cx="1146208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Ennullhilennum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vasichcheeduvaan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swarga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Mandapam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vittirangi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Unnathanaam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thankapraavey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neevannennil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ennumadhivasikka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6127B-A151-470C-8AB6-2D3A40EE214F}"/>
              </a:ext>
            </a:extLst>
          </p:cNvPr>
          <p:cNvSpPr txBox="1"/>
          <p:nvPr/>
        </p:nvSpPr>
        <p:spPr>
          <a:xfrm>
            <a:off x="0" y="32316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64958" y="990600"/>
            <a:ext cx="11462084" cy="2743200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തങ്കച്ചിറകടി എത്ര നാൾ കേട്ടിട്ടും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ശങ്കകൂടാതെ നിന്നെ - തള്ളി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സങ്കേതം ഞാൻ കൊടുത്തന്യർക്കെന്നോർത്തിതാ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സങ്കടപ്പെട്ടിടുന്നു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194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83F8E3-8C2A-45F8-AC66-3DA9822926F6}"/>
              </a:ext>
            </a:extLst>
          </p:cNvPr>
          <p:cNvSpPr/>
          <p:nvPr/>
        </p:nvSpPr>
        <p:spPr>
          <a:xfrm>
            <a:off x="364958" y="3787676"/>
            <a:ext cx="1146208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Thankachirakadi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ethra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kettittum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Shanka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koodaathey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thallhi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Sanketham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koduththanyarkkennorthitha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sankadappetteedunnu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6127B-A151-470C-8AB6-2D3A40EE214F}"/>
              </a:ext>
            </a:extLst>
          </p:cNvPr>
          <p:cNvSpPr txBox="1"/>
          <p:nvPr/>
        </p:nvSpPr>
        <p:spPr>
          <a:xfrm>
            <a:off x="0" y="32316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592959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64958" y="990600"/>
            <a:ext cx="11462084" cy="2743200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കർത്തനേ! എത്ര അനുഗ്രഹങ്ങളയ്യോ!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നഷ്ടമാക്കി ഈവിധം - ഇന്നും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കഷ്ടത തന്നിൽ വലയുന്നു ഞാനിതാ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തട്ടിയുണർത്തണമേ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194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83F8E3-8C2A-45F8-AC66-3DA9822926F6}"/>
              </a:ext>
            </a:extLst>
          </p:cNvPr>
          <p:cNvSpPr/>
          <p:nvPr/>
        </p:nvSpPr>
        <p:spPr>
          <a:xfrm>
            <a:off x="364958" y="3787676"/>
            <a:ext cx="1146208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Karththaney!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ethra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anugrahangalh-ayyo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Nashtamaakki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vidham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innum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Kashtatha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valayunnu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njaanithaa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thattiyunharththanhamey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6127B-A151-470C-8AB6-2D3A40EE214F}"/>
              </a:ext>
            </a:extLst>
          </p:cNvPr>
          <p:cNvSpPr txBox="1"/>
          <p:nvPr/>
        </p:nvSpPr>
        <p:spPr>
          <a:xfrm>
            <a:off x="0" y="32316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263844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64958" y="990600"/>
            <a:ext cx="11462084" cy="2743200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കർത്തനേ! എത്ര അനുഗ്രഹങ്ങളയ്യോ!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നഷ്ടമാക്കി ഈവിധം - ഇന്നും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കഷ്ടത തന്നിൽ വലയുന്നു ഞാനിതാ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തട്ടിയുണർത്തണമേ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194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83F8E3-8C2A-45F8-AC66-3DA9822926F6}"/>
              </a:ext>
            </a:extLst>
          </p:cNvPr>
          <p:cNvSpPr/>
          <p:nvPr/>
        </p:nvSpPr>
        <p:spPr>
          <a:xfrm>
            <a:off x="364958" y="3787676"/>
            <a:ext cx="1146208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Karththaney!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ethra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anugrahangalh-ayyo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Nashtamaakki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vidham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innum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Kashtatha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valayunnu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njaanithaa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thattiyunharththanhamey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6127B-A151-470C-8AB6-2D3A40EE214F}"/>
              </a:ext>
            </a:extLst>
          </p:cNvPr>
          <p:cNvSpPr txBox="1"/>
          <p:nvPr/>
        </p:nvSpPr>
        <p:spPr>
          <a:xfrm>
            <a:off x="0" y="32316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3469029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64958" y="990600"/>
            <a:ext cx="11462084" cy="2743200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ശൂന്യവും പാഴുമായ്തള്ളിയതാമീ നിൻ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മന്ദിരം തന്നിലിന്നു ദേവാ!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വന്നു പാർത്തു ശുദ്ധിചെയ്തു നിൻവീട്ടിന്‍റെ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നിന്ദയകറ്റേണമേ!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194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83F8E3-8C2A-45F8-AC66-3DA9822926F6}"/>
              </a:ext>
            </a:extLst>
          </p:cNvPr>
          <p:cNvSpPr/>
          <p:nvPr/>
        </p:nvSpPr>
        <p:spPr>
          <a:xfrm>
            <a:off x="364958" y="3787676"/>
            <a:ext cx="1146208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Shoonyavum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paazhumaaithallhiyathaamee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Mandiram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thannilinnu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Deva!</a:t>
            </a: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paarthu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shudhdhi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cheithu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veetttintey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Ninnayakattenhamey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6127B-A151-470C-8AB6-2D3A40EE214F}"/>
              </a:ext>
            </a:extLst>
          </p:cNvPr>
          <p:cNvSpPr txBox="1"/>
          <p:nvPr/>
        </p:nvSpPr>
        <p:spPr>
          <a:xfrm>
            <a:off x="0" y="32316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3928095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64958" y="990600"/>
            <a:ext cx="11462084" cy="2743200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ജീവിതമിന്നും ശരിയായിട്ടില്ലയ്യോ!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ജീവിപ്പിക്കും കർത്തനേ - വന്നു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ജീവനും ശക്തിയും സ്നേഹവും തന്നെന്നെ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ജീവിപ്പിച്ചീടണമേ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194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83F8E3-8C2A-45F8-AC66-3DA9822926F6}"/>
              </a:ext>
            </a:extLst>
          </p:cNvPr>
          <p:cNvSpPr/>
          <p:nvPr/>
        </p:nvSpPr>
        <p:spPr>
          <a:xfrm>
            <a:off x="364958" y="3787676"/>
            <a:ext cx="1146208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Jeevithaminnum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shariyaayittillayyo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Jeevippikkum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Karththaney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shakthiyum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snehavum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thannenney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jeevippichcheedenhamey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6127B-A151-470C-8AB6-2D3A40EE214F}"/>
              </a:ext>
            </a:extLst>
          </p:cNvPr>
          <p:cNvSpPr txBox="1"/>
          <p:nvPr/>
        </p:nvSpPr>
        <p:spPr>
          <a:xfrm>
            <a:off x="0" y="32316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5663854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64958" y="990600"/>
            <a:ext cx="11462084" cy="2743200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ശക്തിയിൻ സിംഹാസനമതിലേറി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വസിക്കുന്ന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യേശുരാജൻ എന്നിൽ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ശക്തിയോടെവന്നു വാണിടും - നേരത്തിൽ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ശക്തനായ് ജീവിക്കും ഞാൻ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194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83F8E3-8C2A-45F8-AC66-3DA9822926F6}"/>
              </a:ext>
            </a:extLst>
          </p:cNvPr>
          <p:cNvSpPr/>
          <p:nvPr/>
        </p:nvSpPr>
        <p:spPr>
          <a:xfrm>
            <a:off x="364958" y="3787676"/>
            <a:ext cx="1146208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Shakthiyin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simhaasanamathileri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Vasikkunna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Yeshuraajan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Shakthiyodevannu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vaanhidum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nèraththil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Shakthanaai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6127B-A151-470C-8AB6-2D3A40EE214F}"/>
              </a:ext>
            </a:extLst>
          </p:cNvPr>
          <p:cNvSpPr txBox="1"/>
          <p:nvPr/>
        </p:nvSpPr>
        <p:spPr>
          <a:xfrm>
            <a:off x="0" y="32316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3207239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64958" y="990600"/>
            <a:ext cx="11462084" cy="2743200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എന്നലങ്കാരവസ്ത്രം ധരിച്ചിടും ഞാൻ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ഇന്നുമുതൽ ദൈവമേ - മേലാൽ എന്നിലശുദ്ധനും ചേലയില്ലാത്തോനും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ചേർന്നു വരികയില്ല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194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83F8E3-8C2A-45F8-AC66-3DA9822926F6}"/>
              </a:ext>
            </a:extLst>
          </p:cNvPr>
          <p:cNvSpPr/>
          <p:nvPr/>
        </p:nvSpPr>
        <p:spPr>
          <a:xfrm>
            <a:off x="364958" y="3787676"/>
            <a:ext cx="1146208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Ennalankaara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vasthram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dharichcheedum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Innu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muthal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melaal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Ennil-ashudhdhanum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chèlayillaaththonum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chernnuvarikayilla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6127B-A151-470C-8AB6-2D3A40EE214F}"/>
              </a:ext>
            </a:extLst>
          </p:cNvPr>
          <p:cNvSpPr txBox="1"/>
          <p:nvPr/>
        </p:nvSpPr>
        <p:spPr>
          <a:xfrm>
            <a:off x="0" y="32316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7242146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64958" y="990600"/>
            <a:ext cx="11462084" cy="2743200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ഈ വിധത്തിൽ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പരിപാലിക്കപ്പെട്ടിടാൻ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ദൈവാത്മാവേ! വന്നെന്നിൽ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ആവസിച്ചു തവ തേജസ്സാലെന്നുടെ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ജീവൻ പ്രശോഭിക്കാ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194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83F8E3-8C2A-45F8-AC66-3DA9822926F6}"/>
              </a:ext>
            </a:extLst>
          </p:cNvPr>
          <p:cNvSpPr/>
          <p:nvPr/>
        </p:nvSpPr>
        <p:spPr>
          <a:xfrm>
            <a:off x="364958" y="3787676"/>
            <a:ext cx="1146208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vidhaththil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paripaalikkappettidaan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Daivaathmaavey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vannennil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Aavasichchu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thèjassaalennudey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Jeevan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prashobhippikkaa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6127B-A151-470C-8AB6-2D3A40EE214F}"/>
              </a:ext>
            </a:extLst>
          </p:cNvPr>
          <p:cNvSpPr txBox="1"/>
          <p:nvPr/>
        </p:nvSpPr>
        <p:spPr>
          <a:xfrm>
            <a:off x="0" y="32316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5133449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186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194 എന്നുള്ളിലെന്നും വസിച്ചിടുവാൻ</vt:lpstr>
      <vt:lpstr>എന്നുള്ളിലെന്നും വസിച്ചിടുവാൻ - സ്വർഗ്ഗ മണ്ഡപം വിട്ടിറങ്ങി - വന്ന ഉന്നതനാം തങ്കപ്രാവേ!  നീ വന്നെന്നിൽ എന്നുമധിവസിക്ക</vt:lpstr>
      <vt:lpstr>തങ്കച്ചിറകടി എത്ര നാൾ കേട്ടിട്ടും ശങ്കകൂടാതെ നിന്നെ - തള്ളി സങ്കേതം ഞാൻ കൊടുത്തന്യർക്കെന്നോർത്തിതാ സങ്കടപ്പെട്ടിടുന്നു</vt:lpstr>
      <vt:lpstr>കർത്തനേ! എത്ര അനുഗ്രഹങ്ങളയ്യോ! നഷ്ടമാക്കി ഈവിധം - ഇന്നും കഷ്ടത തന്നിൽ വലയുന്നു ഞാനിതാ തട്ടിയുണർത്തണമേ </vt:lpstr>
      <vt:lpstr>കർത്തനേ! എത്ര അനുഗ്രഹങ്ങളയ്യോ! നഷ്ടമാക്കി ഈവിധം - ഇന്നും കഷ്ടത തന്നിൽ വലയുന്നു ഞാനിതാ തട്ടിയുണർത്തണമേ </vt:lpstr>
      <vt:lpstr>ശൂന്യവും പാഴുമായ്തള്ളിയതാമീ നിൻ  മന്ദിരം തന്നിലിന്നു ദേവാ! വന്നു പാർത്തു ശുദ്ധിചെയ്തു നിൻവീട്ടിന്‍റെ നിന്ദയകറ്റേണമേ! </vt:lpstr>
      <vt:lpstr>ജീവിതമിന്നും ശരിയായിട്ടില്ലയ്യോ! ജീവിപ്പിക്കും കർത്തനേ - വന്നു  ജീവനും ശക്തിയും സ്നേഹവും തന്നെന്നെ ജീവിപ്പിച്ചീടണമേ</vt:lpstr>
      <vt:lpstr>ശക്തിയിൻ സിംഹാസനമതിലേറി വസിക്കുന്ന യേശുരാജൻ എന്നിൽ  ശക്തിയോടെവന്നു വാണിടും - നേരത്തിൽ  ശക്തനായ് ജീവിക്കും ഞാൻ </vt:lpstr>
      <vt:lpstr>എന്നലങ്കാരവസ്ത്രം ധരിച്ചിടും ഞാൻ ഇന്നുമുതൽ ദൈവമേ - മേലാൽ എന്നിലശുദ്ധനും ചേലയില്ലാത്തോനും ചേർന്നു വരികയില്ല </vt:lpstr>
      <vt:lpstr>ഈ വിധത്തിൽ പരിപാലിക്കപ്പെട്ടിടാൻ  ദൈവാത്മാവേ! വന്നെന്നിൽ - എന്നും  ആവസിച്ചു തവ തേജസ്സാലെന്നുടെ  ജീവൻ പ്രശോഭിക്കാ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Ennullil ennum vasicheedan</dc:title>
  <dc:creator>Digital Input:; GM JOHN; Acsah Mathews</dc:creator>
  <cp:lastModifiedBy>Acsah Mathews</cp:lastModifiedBy>
  <cp:revision>131</cp:revision>
  <dcterms:created xsi:type="dcterms:W3CDTF">2013-04-25T00:28:25Z</dcterms:created>
  <dcterms:modified xsi:type="dcterms:W3CDTF">2018-11-07T18:57:18Z</dcterms:modified>
</cp:coreProperties>
</file>