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0" r:id="rId3"/>
    <p:sldId id="274" r:id="rId4"/>
    <p:sldId id="275" r:id="rId5"/>
    <p:sldId id="276" r:id="rId6"/>
    <p:sldId id="277" r:id="rId7"/>
    <p:sldId id="278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1" d="100"/>
          <a:sy n="41" d="100"/>
        </p:scale>
        <p:origin x="66" y="8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907C0A-BDB2-4811-A0E4-92D40B38D1E2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AF7B6E-EA26-4BDC-A511-07B0D67112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5F7C69-1C17-4012-8FEA-DF1568FADD24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57A43F-553B-4245-B253-BA1AEDEAF8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A6FA4E-C1FF-4408-A6D7-C971924B9792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2D5215-7AD4-47D3-9C96-ECB9580DA9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D65426-8F76-4AB0-A734-C547A062EA9C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651E92-27FD-4EF8-976D-334759FDC7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9438EA-372B-47FB-AB83-609CAE329E71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D08415-F4B8-4F6E-A383-4B02D8BA03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5B43CE-6593-4BAF-9850-C38A3995DA15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9CF453-EDFD-4DE6-B8D0-A425E159A8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69F538-B8FB-4F2A-AE06-E974F5CB845D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4DD29D-2081-4429-B57D-3D6488A206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BCD9CF-421A-40F6-9A32-5311176B577F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A01E2D-A552-4504-AD38-2717B98698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6F8B36-62C7-43B0-8557-EDECD12504CA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26FA48-9439-4711-9208-29C23F8150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2C6986-A178-4B61-AE0B-55B8FA982888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7EBE0B-1E5A-4503-AEA4-3FE03A5FCB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24D987-61CE-4A4F-87D9-9B7F670D4288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798D14-7485-443E-860E-A145A9F170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B648C8F-C84F-4F32-B391-675F6CD222C2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2EBE3D2-B22F-4C22-82A9-15A99A0B60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22691-2837-48E3-92DA-9C0C90B0EA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84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എന്നാളും സ്തുതിക്കണം നാം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B55121-2E29-4005-98C5-5F4BCE406E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991600" cy="1752600"/>
          </a:xfrm>
        </p:spPr>
        <p:txBody>
          <a:bodyPr/>
          <a:lstStyle/>
          <a:p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Ennalhum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sthuthikanham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naam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DA83D5-9ED7-44F2-88B9-94EBC0D10A1F}"/>
              </a:ext>
            </a:extLst>
          </p:cNvPr>
          <p:cNvSpPr/>
          <p:nvPr/>
        </p:nvSpPr>
        <p:spPr>
          <a:xfrm>
            <a:off x="609600" y="5238690"/>
            <a:ext cx="28456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(കെ. വി. സൈമൺ) </a:t>
            </a:r>
            <a:endParaRPr lang="en-US" sz="2000" b="1" dirty="0">
              <a:solidFill>
                <a:schemeClr val="accent2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C779F8-E810-48CA-B0C0-D548DCB1FCAD}"/>
              </a:ext>
            </a:extLst>
          </p:cNvPr>
          <p:cNvSpPr/>
          <p:nvPr/>
        </p:nvSpPr>
        <p:spPr>
          <a:xfrm>
            <a:off x="10106078" y="5084802"/>
            <a:ext cx="17545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(K.V. Simon) </a:t>
            </a:r>
          </a:p>
        </p:txBody>
      </p:sp>
    </p:spTree>
    <p:extLst>
      <p:ext uri="{BB962C8B-B14F-4D97-AF65-F5344CB8AC3E}">
        <p14:creationId xmlns:p14="http://schemas.microsoft.com/office/powerpoint/2010/main" val="142098144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862" y="157554"/>
            <a:ext cx="12192000" cy="3271446"/>
          </a:xfrm>
        </p:spPr>
        <p:txBody>
          <a:bodyPr anchor="t"/>
          <a:lstStyle/>
          <a:p>
            <a:pPr>
              <a:tabLst>
                <a:tab pos="457200" algn="l"/>
              </a:tabLst>
            </a:pPr>
            <a:r>
              <a:rPr lang="ml-IN" sz="2600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എന്നാളും സ്തുതിക്കണം നാം നാഥനെ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എന്നാളും സ്തുതിക്കണം നാം....</a:t>
            </a:r>
            <a:br>
              <a:rPr lang="en-US" sz="1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600" i="1" dirty="0">
                <a:latin typeface="Kartika" panose="02020503030404060203" pitchFamily="18" charset="0"/>
                <a:cs typeface="Kartika" panose="02020503030404060203" pitchFamily="18" charset="0"/>
              </a:rPr>
              <a:t>അനുപല്ലവി</a:t>
            </a:r>
            <a:br>
              <a:rPr lang="en-US" sz="2600" i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വന്ദനം പാടി മന്നൻ മുൻകൂടി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മന്ദതയകന്നു തിരു മുന്നിലഭയമിരന്നു-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1837EB-1F7C-4CA0-AEB0-EF91C4026971}"/>
              </a:ext>
            </a:extLst>
          </p:cNvPr>
          <p:cNvSpPr/>
          <p:nvPr/>
        </p:nvSpPr>
        <p:spPr>
          <a:xfrm>
            <a:off x="0" y="3586554"/>
            <a:ext cx="12192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200" i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Pallavi</a:t>
            </a: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Ennalhum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sthuthikanham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naadhane </a:t>
            </a: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Ennalhum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sthuthikkanham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 </a:t>
            </a:r>
          </a:p>
          <a:p>
            <a:pPr lvl="0" algn="ctr"/>
            <a:r>
              <a:rPr lang="en-US" sz="2200" i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Anupallavi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Vandanam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mannam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munkoodi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Mandathayakannu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thirumunnilabhayamirunnu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1447800"/>
          </a:xfrm>
        </p:spPr>
        <p:txBody>
          <a:bodyPr anchor="t"/>
          <a:lstStyle/>
          <a:p>
            <a:pPr algn="l">
              <a:tabLst>
                <a:tab pos="457200" algn="l"/>
              </a:tabLst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മോദമായ് കൂടുകനാം-പരന്നു ബഹുനാദമായ് പാടുക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നാം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ഗീതഗണം തേടി നാഥന്നു നാം പാടി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നാഥനാമവന്‍റെ തിരു നാമമേ ഗതിയായ് നാടി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1837EB-1F7C-4CA0-AEB0-EF91C4026971}"/>
              </a:ext>
            </a:extLst>
          </p:cNvPr>
          <p:cNvSpPr/>
          <p:nvPr/>
        </p:nvSpPr>
        <p:spPr>
          <a:xfrm>
            <a:off x="0" y="3570625"/>
            <a:ext cx="12192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Modamai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koodukanaam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paranu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bahu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naadamai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paaduka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Geethaganham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thedi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naadhanu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paadi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Naadhanamavante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thunaamame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geethiyayi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naadi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7FB3C3-4107-448D-B65A-BBA7FB607E5E}"/>
              </a:ext>
            </a:extLst>
          </p:cNvPr>
          <p:cNvSpPr/>
          <p:nvPr/>
        </p:nvSpPr>
        <p:spPr>
          <a:xfrm>
            <a:off x="0" y="2213745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എന്നാളും സ്തുതിക്കണം നാം നാഥനെ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എന്നാളും സ്തുതിക്കണം നാം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BBD909-1C80-4919-8392-699D2F4F038D}"/>
              </a:ext>
            </a:extLst>
          </p:cNvPr>
          <p:cNvSpPr/>
          <p:nvPr/>
        </p:nvSpPr>
        <p:spPr>
          <a:xfrm>
            <a:off x="0" y="5232618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Ennalhum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sthuthikanham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naadhane </a:t>
            </a:r>
          </a:p>
          <a:p>
            <a:pPr lvl="0"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Ennalhum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sthuthikkanham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42415352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1447800"/>
          </a:xfrm>
        </p:spPr>
        <p:txBody>
          <a:bodyPr anchor="t"/>
          <a:lstStyle/>
          <a:p>
            <a:pPr algn="l">
              <a:tabLst>
                <a:tab pos="457200" algn="l"/>
              </a:tabLst>
            </a:pPr>
            <a:r>
              <a:rPr lang="en-US" sz="28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2.   </a:t>
            </a:r>
            <a:r>
              <a:rPr lang="ml-IN" sz="30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ശ്രേഷ്ഠതയിൻ നായകനവൻ നിനയ്ക്കിൽ</a:t>
            </a:r>
            <a:r>
              <a:rPr lang="en-US" sz="30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ശിഷ്ഠഗുണനായകൻ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സ്പഷ്ടം തിരുദാസർക്കിഷ്ടമരുളുവോൻ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കഷ്ടതയിൽ നിന്നവരെ ധൃഷ്ടനായുദ്ധരിപ്പവൻ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1837EB-1F7C-4CA0-AEB0-EF91C4026971}"/>
              </a:ext>
            </a:extLst>
          </p:cNvPr>
          <p:cNvSpPr/>
          <p:nvPr/>
        </p:nvSpPr>
        <p:spPr>
          <a:xfrm>
            <a:off x="0" y="3570625"/>
            <a:ext cx="12192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Shreshtathayin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naayakanavan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ninaykkil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shishtagunhanaayakan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Spashtam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thirudaasarkkishtamarulhuvon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Kashtathayil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ninnavare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drishtanaayudharippavan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7FB3C3-4107-448D-B65A-BBA7FB607E5E}"/>
              </a:ext>
            </a:extLst>
          </p:cNvPr>
          <p:cNvSpPr/>
          <p:nvPr/>
        </p:nvSpPr>
        <p:spPr>
          <a:xfrm>
            <a:off x="0" y="2213745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എന്നാളും സ്തുതിക്കണം നാം നാഥനെ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എന്നാളും സ്തുതിക്കണം നാം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BBD909-1C80-4919-8392-699D2F4F038D}"/>
              </a:ext>
            </a:extLst>
          </p:cNvPr>
          <p:cNvSpPr/>
          <p:nvPr/>
        </p:nvSpPr>
        <p:spPr>
          <a:xfrm>
            <a:off x="0" y="5232618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Ennalhum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sthuthikanham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naadhane </a:t>
            </a:r>
          </a:p>
          <a:p>
            <a:pPr lvl="0"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Ennalhum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sthuthikkanham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312735594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1447800"/>
          </a:xfrm>
        </p:spPr>
        <p:txBody>
          <a:bodyPr anchor="t"/>
          <a:lstStyle/>
          <a:p>
            <a:pPr algn="l">
              <a:tabLst>
                <a:tab pos="457200" algn="l"/>
              </a:tabLst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തന്നെ സ്തുതിച്ചീടുന്ന ജനങ്ങൾ പദംതന്നിൽ പതിച്ചിടുന്നു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മന്നവ മന്നന്മാർ സാമോദം വാഴ് ത്തുന്നു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നന്ദിയോടവരേവരു മുന്നതനെ വണങ്ങുന്നു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1837EB-1F7C-4CA0-AEB0-EF91C4026971}"/>
              </a:ext>
            </a:extLst>
          </p:cNvPr>
          <p:cNvSpPr/>
          <p:nvPr/>
        </p:nvSpPr>
        <p:spPr>
          <a:xfrm>
            <a:off x="0" y="3570625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sthuthicheedunna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janangal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patham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pathichidunnu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Mannavamannanmar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saamodam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vaazhthunnu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Nanniyodavarevarumunnathane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vanhangunnu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7FB3C3-4107-448D-B65A-BBA7FB607E5E}"/>
              </a:ext>
            </a:extLst>
          </p:cNvPr>
          <p:cNvSpPr/>
          <p:nvPr/>
        </p:nvSpPr>
        <p:spPr>
          <a:xfrm>
            <a:off x="0" y="2213745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എന്നാളും സ്തുതിക്കണം നാം നാഥനെ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എന്നാളും സ്തുതിക്കണം നാം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BBD909-1C80-4919-8392-699D2F4F038D}"/>
              </a:ext>
            </a:extLst>
          </p:cNvPr>
          <p:cNvSpPr/>
          <p:nvPr/>
        </p:nvSpPr>
        <p:spPr>
          <a:xfrm>
            <a:off x="0" y="5232618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Ennalhum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sthuthikanham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naadhane </a:t>
            </a:r>
          </a:p>
          <a:p>
            <a:pPr lvl="0"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Ennalhum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sthuthikkanham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333749059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1447800"/>
          </a:xfrm>
        </p:spPr>
        <p:txBody>
          <a:bodyPr anchor="t"/>
          <a:lstStyle/>
          <a:p>
            <a:pPr algn="l">
              <a:tabLst>
                <a:tab pos="457200" algn="l"/>
              </a:tabLst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ജീവികളിൻ നാഥനെ! ജയം പെരുകും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ദേവകളിൻ താതനേ!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ജീവനുറവയാം ജീവലോകേശനെ!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ജീവനിയലയുവാൻ സ്വന്ത സൂനുവെ നൽകിയവനേ!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1837EB-1F7C-4CA0-AEB0-EF91C4026971}"/>
              </a:ext>
            </a:extLst>
          </p:cNvPr>
          <p:cNvSpPr/>
          <p:nvPr/>
        </p:nvSpPr>
        <p:spPr>
          <a:xfrm>
            <a:off x="0" y="3570625"/>
            <a:ext cx="12192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Jeevikalhin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naadhane!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perukum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devakalhin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thaathane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Jeevanurhavayaam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jeevalokeshane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Jeevaniyaluvaan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swantha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soonuve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nalkiyavane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!-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7FB3C3-4107-448D-B65A-BBA7FB607E5E}"/>
              </a:ext>
            </a:extLst>
          </p:cNvPr>
          <p:cNvSpPr/>
          <p:nvPr/>
        </p:nvSpPr>
        <p:spPr>
          <a:xfrm>
            <a:off x="0" y="2213745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എന്നാളും സ്തുതിക്കണം നാം നാഥനെ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എന്നാളും സ്തുതിക്കണം നാം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BBD909-1C80-4919-8392-699D2F4F038D}"/>
              </a:ext>
            </a:extLst>
          </p:cNvPr>
          <p:cNvSpPr/>
          <p:nvPr/>
        </p:nvSpPr>
        <p:spPr>
          <a:xfrm>
            <a:off x="0" y="5232618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Ennalhum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sthuthikanham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naadhane </a:t>
            </a:r>
          </a:p>
          <a:p>
            <a:pPr lvl="0"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Ennalhum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sthuthikkanham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299899294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862" y="213349"/>
            <a:ext cx="12192000" cy="1447800"/>
          </a:xfrm>
        </p:spPr>
        <p:txBody>
          <a:bodyPr anchor="t"/>
          <a:lstStyle/>
          <a:p>
            <a:pPr algn="l">
              <a:tabLst>
                <a:tab pos="457200" algn="l"/>
              </a:tabLst>
            </a:pPr>
            <a:r>
              <a:rPr lang="en-US" sz="30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5. </a:t>
            </a:r>
            <a:br>
              <a:rPr lang="en-US" sz="30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തൻ നാമ കീർത്തനം നാം തുടർന്നു</a:t>
            </a:r>
            <a:r>
              <a:rPr lang="en-US" sz="30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ചെയ്കിലെന്നും ദിവ്യാനന്ദമാം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ഉന്നതൻ തന്നുടെ സന്നിധൗ നിന്നു നാം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മന്നവനെ പുതുഗാന വന്ദനങ്ങളോടനിശം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1837EB-1F7C-4CA0-AEB0-EF91C4026971}"/>
              </a:ext>
            </a:extLst>
          </p:cNvPr>
          <p:cNvSpPr/>
          <p:nvPr/>
        </p:nvSpPr>
        <p:spPr>
          <a:xfrm>
            <a:off x="0" y="3570625"/>
            <a:ext cx="12192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5. Than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naamakeerthanam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thudarnnhu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cheythillennum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divyanandamaam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Unnathan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thannude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sannidhou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Mannavane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puthugaana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vandanangalodanisham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7FB3C3-4107-448D-B65A-BBA7FB607E5E}"/>
              </a:ext>
            </a:extLst>
          </p:cNvPr>
          <p:cNvSpPr/>
          <p:nvPr/>
        </p:nvSpPr>
        <p:spPr>
          <a:xfrm>
            <a:off x="0" y="2213745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എന്നാളും സ്തുതിക്കണം നാം നാഥനെ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എന്നാളും സ്തുതിക്കണം നാം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BBD909-1C80-4919-8392-699D2F4F038D}"/>
              </a:ext>
            </a:extLst>
          </p:cNvPr>
          <p:cNvSpPr/>
          <p:nvPr/>
        </p:nvSpPr>
        <p:spPr>
          <a:xfrm>
            <a:off x="0" y="5632728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Ennalhum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sthuthikanham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naadhane </a:t>
            </a:r>
          </a:p>
          <a:p>
            <a:pPr lvl="0"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Ennalhum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sthuthikkanham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…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B322CD-A630-4F2A-B13C-6784C509D3E6}"/>
              </a:ext>
            </a:extLst>
          </p:cNvPr>
          <p:cNvSpPr/>
          <p:nvPr/>
        </p:nvSpPr>
        <p:spPr>
          <a:xfrm>
            <a:off x="9611444" y="3147291"/>
            <a:ext cx="25571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dirty="0">
                <a:solidFill>
                  <a:srgbClr val="000000"/>
                </a:solidFill>
                <a:latin typeface="Arial" panose="020B0604020202020204" pitchFamily="34" charset="0"/>
              </a:rPr>
              <a:t>(കെ. വി. സൈമൺ) 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65E2BB-7E8C-4D95-A34F-16EB4FE6D6E0}"/>
              </a:ext>
            </a:extLst>
          </p:cNvPr>
          <p:cNvSpPr/>
          <p:nvPr/>
        </p:nvSpPr>
        <p:spPr>
          <a:xfrm>
            <a:off x="10632877" y="6396008"/>
            <a:ext cx="15356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(K.V. Simon)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9023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1037</TotalTime>
  <Words>213</Words>
  <Application>Microsoft Office PowerPoint</Application>
  <PresentationFormat>Widescreen</PresentationFormat>
  <Paragraphs>55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84 എന്നാളും സ്തുതിക്കണം നാം</vt:lpstr>
      <vt:lpstr>പല്ലവി  എന്നാളും സ്തുതിക്കണം നാം നാഥനെ എന്നാളും സ്തുതിക്കണം നാം....  അനുപല്ലവി വന്ദനം പാടി മന്നൻ മുൻകൂടി മന്ദതയകന്നു തിരു മുന്നിലഭയമിരന്നു- </vt:lpstr>
      <vt:lpstr>1 മോദമായ് കൂടുകനാം-പരന്നു ബഹുനാദമായ് പാടുക നാം  ഗീതഗണം തേടി നാഥന്നു നാം പാടി   നാഥനാമവന്‍റെ തിരു നാമമേ ഗതിയായ് നാടി</vt:lpstr>
      <vt:lpstr>2.   ശ്രേഷ്ഠതയിൻ നായകനവൻ നിനയ്ക്കിൽ ശിഷ്ഠഗുണനായകൻ  സ്പഷ്ടം തിരുദാസർക്കിഷ്ടമരുളുവോൻ  കഷ്ടതയിൽ നിന്നവരെ ധൃഷ്ടനായുദ്ധരിപ്പവൻ</vt:lpstr>
      <vt:lpstr>3 തന്നെ സ്തുതിച്ചീടുന്ന ജനങ്ങൾ പദംതന്നിൽ പതിച്ചിടുന്നു  മന്നവ മന്നന്മാർ സാമോദം വാഴ് ത്തുന്നു  നന്ദിയോടവരേവരു മുന്നതനെ വണങ്ങുന്നു</vt:lpstr>
      <vt:lpstr>4 ജീവികളിൻ നാഥനെ! ജയം പെരുകും ദേവകളിൻ താതനേ!  ജീവനുറവയാം ജീവലോകേശനെ!  ജീവനിയലയുവാൻ സ്വന്ത സൂനുവെ നൽകിയവനേ! </vt:lpstr>
      <vt:lpstr>5.  തൻ നാമ കീർത്തനം നാം തുടർന്നു ചെയ്കിലെന്നും ദിവ്യാനന്ദമാം  ഉന്നതൻ തന്നുടെ സന്നിധൗ നിന്നു നാം  മന്നവനെ പുതുഗാന വന്ദനങ്ങളോടനിശം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Ennalum sthuthikanam</dc:title>
  <dc:creator>Digital Input:;GM JOHN</dc:creator>
  <cp:lastModifiedBy>Acsah Mathews</cp:lastModifiedBy>
  <cp:revision>329</cp:revision>
  <dcterms:created xsi:type="dcterms:W3CDTF">2013-04-19T09:19:07Z</dcterms:created>
  <dcterms:modified xsi:type="dcterms:W3CDTF">2018-11-01T15:12:41Z</dcterms:modified>
</cp:coreProperties>
</file>