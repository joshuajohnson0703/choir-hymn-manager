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59" r:id="rId4"/>
    <p:sldId id="263" r:id="rId5"/>
    <p:sldId id="260" r:id="rId6"/>
    <p:sldId id="264" r:id="rId7"/>
    <p:sldId id="261" r:id="rId8"/>
    <p:sldId id="265" r:id="rId9"/>
    <p:sldId id="262" r:id="rId10"/>
    <p:sldId id="266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48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2CA19-3976-40CD-A677-0423980096C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7E18F-DCC8-4CCC-A0FA-99CEA8AD1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00715-1651-44F5-AE2D-CAEC83DE8FA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C254A-D7C8-449B-A351-24FE927DD5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B7517-1437-4A8E-9CA1-07BDF899BE2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1BADB-3402-4259-86F8-97B6B55FD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8421DC-3F8D-420E-8FFC-F633FEB3C416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26079-E0F0-4D42-9AA7-DE2807DAE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C97BE6-AEF6-4BDF-8C2F-2DA06987587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A68FF-CE7C-46B2-BDD2-22D96C6C61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1D3613-2F8A-4603-881D-BBD8001A3DF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CF0E1-1313-478A-80FF-C772E3EDF5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2ED3C0-172A-4CE4-8E37-3DDAC1F85C8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C3ACF1-36C8-463A-926C-B67460F41E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7177D-5987-403E-B492-A192CA05A65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449D15-A425-4151-B27B-6BE5A60F5C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BF78F-463B-4CBF-B8DB-824A70455F8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14777-0DE7-47E1-8920-0B1FE4F97F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9E6FF-4BB7-4B4E-BAB0-873EFF7D855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51D4F-04F8-4A7E-878A-6FF2852D06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DA5E7-9283-491F-BF70-67C6C7DD7DC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E1316-FEB7-4D78-BFCD-0D3E63CB13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CA28DC4-DB31-4FA0-9FA3-46E216B6817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DE6A043-E5AD-4459-AC6B-C13E026E99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4DA5-2B17-4462-80E5-85C20BD168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312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സത്യത്തിന്‍റെ പാതയിൽ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7906AA-8312-4ACE-A2CE-6874B65C7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  <a:cs typeface="Kartika" panose="02020503030404060203" pitchFamily="18" charset="0"/>
              </a:rPr>
              <a:t>Sathyathinte </a:t>
            </a:r>
            <a:r>
              <a:rPr lang="en-US" sz="4000" b="1" dirty="0" err="1">
                <a:solidFill>
                  <a:srgbClr val="002060"/>
                </a:solidFill>
                <a:cs typeface="Kartika" panose="02020503030404060203" pitchFamily="18" charset="0"/>
              </a:rPr>
              <a:t>paathayil</a:t>
            </a:r>
            <a:r>
              <a:rPr lang="en-US" sz="4000" b="1" dirty="0">
                <a:solidFill>
                  <a:srgbClr val="002060"/>
                </a:solidFill>
                <a:cs typeface="Kartika" panose="02020503030404060203" pitchFamily="18" charset="0"/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4527952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988596"/>
            <a:ext cx="12192000" cy="1983204"/>
          </a:xfrm>
        </p:spPr>
        <p:txBody>
          <a:bodyPr anchor="t"/>
          <a:lstStyle/>
          <a:p>
            <a:pPr eaLnBrk="1" hangingPunct="1">
              <a:lnSpc>
                <a:spcPct val="114000"/>
              </a:lnSpc>
              <a:tabLst>
                <a:tab pos="288925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സത്യത്തിന്‍റെ പാതയിൽ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കൊടിയുമായ്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സാക്ഷികൾ സമൂഹമെ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മുന്നേറിടാം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5895" y="0"/>
            <a:ext cx="526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2EC05-4045-4448-B97F-FF5F3264D1C0}"/>
              </a:ext>
            </a:extLst>
          </p:cNvPr>
          <p:cNvSpPr/>
          <p:nvPr/>
        </p:nvSpPr>
        <p:spPr>
          <a:xfrm>
            <a:off x="0" y="3429000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Sathyathinte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paathayil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snehaththin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kodiyumaai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Saakshikalh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samoohame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munnerridaam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13657" y="1424025"/>
            <a:ext cx="11625943" cy="2440404"/>
          </a:xfrm>
        </p:spPr>
        <p:txBody>
          <a:bodyPr anchor="t"/>
          <a:lstStyle/>
          <a:p>
            <a:pPr algn="l" eaLnBrk="1" hangingPunct="1">
              <a:lnSpc>
                <a:spcPct val="114000"/>
              </a:lnSpc>
              <a:tabLst>
                <a:tab pos="288925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ഏകനാഥൻ യേശുവിൻ ജേതാക്കളെ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ഏകാത്മാവിൻ ബലം ധരിക്കുവിൻ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ശുദ്ധരാകുവിൻ ശക്തരാകുവിൻ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ഘോരനായ ശത്രുവോടു പോരാടുവാൻ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5895" y="0"/>
            <a:ext cx="526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2EC05-4045-4448-B97F-FF5F3264D1C0}"/>
              </a:ext>
            </a:extLst>
          </p:cNvPr>
          <p:cNvSpPr/>
          <p:nvPr/>
        </p:nvSpPr>
        <p:spPr>
          <a:xfrm>
            <a:off x="1752600" y="3810000"/>
            <a:ext cx="1002574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naadhan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yeshucin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jethaakalhe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Ekaathmaavin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balam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dharikkuvin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Shuddharaakuvin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shaktharaakuvin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Ghoranaaya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shathruvodu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poraaduvaan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7E992-8269-4935-A562-8D5A5C933680}"/>
              </a:ext>
            </a:extLst>
          </p:cNvPr>
          <p:cNvSpPr txBox="1"/>
          <p:nvPr/>
        </p:nvSpPr>
        <p:spPr>
          <a:xfrm>
            <a:off x="0" y="762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16627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988596"/>
            <a:ext cx="12192000" cy="1983204"/>
          </a:xfrm>
        </p:spPr>
        <p:txBody>
          <a:bodyPr anchor="t"/>
          <a:lstStyle/>
          <a:p>
            <a:pPr eaLnBrk="1" hangingPunct="1">
              <a:lnSpc>
                <a:spcPct val="114000"/>
              </a:lnSpc>
              <a:tabLst>
                <a:tab pos="288925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സത്യത്തിന്‍റെ പാതയിൽ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കൊടിയുമായ്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സാക്ഷികൾ സമൂഹമെ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മുന്നേറിടാം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5895" y="0"/>
            <a:ext cx="526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2EC05-4045-4448-B97F-FF5F3264D1C0}"/>
              </a:ext>
            </a:extLst>
          </p:cNvPr>
          <p:cNvSpPr/>
          <p:nvPr/>
        </p:nvSpPr>
        <p:spPr>
          <a:xfrm>
            <a:off x="0" y="3429000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Sathyathinte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paathayil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snehaththin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kodiyumaai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Saakshikalh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samoohame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munnerridaam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382223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13657" y="1424025"/>
            <a:ext cx="11625943" cy="2440404"/>
          </a:xfrm>
        </p:spPr>
        <p:txBody>
          <a:bodyPr anchor="t"/>
          <a:lstStyle/>
          <a:p>
            <a:pPr algn="l" eaLnBrk="1" hangingPunct="1">
              <a:lnSpc>
                <a:spcPct val="114000"/>
              </a:lnSpc>
              <a:tabLst>
                <a:tab pos="288925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ആത്മാവിൻ സർവ്വായുധങ്ങൾ നാം ധരിക്കണം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വിശ്വസമാം പരിച ഏന്തണം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അരയ്ക്കു സത്യവും നീതി കവചവും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രക്ഷയിൻ ശിരസ്ത്രവുമണിഞ്ഞൊരുങ്ങണം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5895" y="0"/>
            <a:ext cx="526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2EC05-4045-4448-B97F-FF5F3264D1C0}"/>
              </a:ext>
            </a:extLst>
          </p:cNvPr>
          <p:cNvSpPr/>
          <p:nvPr/>
        </p:nvSpPr>
        <p:spPr>
          <a:xfrm>
            <a:off x="1752600" y="3810000"/>
            <a:ext cx="1002574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Aathmaavin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sarvaayuddhangalh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dharikkanham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Vishwaasamaam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parichayenthanham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Arakku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sathyavum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neethi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kavachavum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Rakshayin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shirasthravum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anhinjorunganham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7E992-8269-4935-A562-8D5A5C933680}"/>
              </a:ext>
            </a:extLst>
          </p:cNvPr>
          <p:cNvSpPr txBox="1"/>
          <p:nvPr/>
        </p:nvSpPr>
        <p:spPr>
          <a:xfrm>
            <a:off x="0" y="762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292606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988596"/>
            <a:ext cx="12192000" cy="1983204"/>
          </a:xfrm>
        </p:spPr>
        <p:txBody>
          <a:bodyPr anchor="t"/>
          <a:lstStyle/>
          <a:p>
            <a:pPr eaLnBrk="1" hangingPunct="1">
              <a:lnSpc>
                <a:spcPct val="114000"/>
              </a:lnSpc>
              <a:tabLst>
                <a:tab pos="288925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സത്യത്തിന്‍റെ പാതയിൽ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കൊടിയുമായ്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സാക്ഷികൾ സമൂഹമെ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മുന്നേറിടാം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5895" y="0"/>
            <a:ext cx="526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2EC05-4045-4448-B97F-FF5F3264D1C0}"/>
              </a:ext>
            </a:extLst>
          </p:cNvPr>
          <p:cNvSpPr/>
          <p:nvPr/>
        </p:nvSpPr>
        <p:spPr>
          <a:xfrm>
            <a:off x="0" y="3429000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Sathyathinte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paathayil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snehaththin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kodiyumaai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Saakshikalh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samoohame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munnerridaam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042726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13657" y="1424025"/>
            <a:ext cx="11625943" cy="2440404"/>
          </a:xfrm>
        </p:spPr>
        <p:txBody>
          <a:bodyPr anchor="t"/>
          <a:lstStyle/>
          <a:p>
            <a:pPr algn="l" eaLnBrk="1" hangingPunct="1">
              <a:lnSpc>
                <a:spcPct val="114000"/>
              </a:lnSpc>
              <a:tabLst>
                <a:tab pos="288925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തിന്മകൾ നമുക്കു നേരിടേണ്ടതുണ്ടുനാം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നന്മകളാൽ ജയം വരിക്കേണം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പാപത്തോടു നാം - പോരാടണം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പ്രാണത്യാഗത്തോളമെതിർത്തു നിൽക്കണം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5895" y="0"/>
            <a:ext cx="526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2EC05-4045-4448-B97F-FF5F3264D1C0}"/>
              </a:ext>
            </a:extLst>
          </p:cNvPr>
          <p:cNvSpPr/>
          <p:nvPr/>
        </p:nvSpPr>
        <p:spPr>
          <a:xfrm>
            <a:off x="1752600" y="3810000"/>
            <a:ext cx="1002574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Thinmakalh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neridendathundu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Nanmakalhaal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varikkanham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Paapathodu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poraadanham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Praanha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thyaagatholham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ethirthu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nilkkanham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7E992-8269-4935-A562-8D5A5C933680}"/>
              </a:ext>
            </a:extLst>
          </p:cNvPr>
          <p:cNvSpPr txBox="1"/>
          <p:nvPr/>
        </p:nvSpPr>
        <p:spPr>
          <a:xfrm>
            <a:off x="0" y="762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3964981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988596"/>
            <a:ext cx="12192000" cy="1983204"/>
          </a:xfrm>
        </p:spPr>
        <p:txBody>
          <a:bodyPr anchor="t"/>
          <a:lstStyle/>
          <a:p>
            <a:pPr eaLnBrk="1" hangingPunct="1">
              <a:lnSpc>
                <a:spcPct val="114000"/>
              </a:lnSpc>
              <a:tabLst>
                <a:tab pos="288925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സത്യത്തിന്‍റെ പാതയിൽ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കൊടിയുമായ്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സാക്ഷികൾ സമൂഹമെ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മുന്നേറിടാം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5895" y="0"/>
            <a:ext cx="526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2EC05-4045-4448-B97F-FF5F3264D1C0}"/>
              </a:ext>
            </a:extLst>
          </p:cNvPr>
          <p:cNvSpPr/>
          <p:nvPr/>
        </p:nvSpPr>
        <p:spPr>
          <a:xfrm>
            <a:off x="0" y="3429000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Sathyathinte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paathayil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snehaththin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kodiyumaai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Saakshikalh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samoohame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munnerridaam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438679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413657" y="1424025"/>
            <a:ext cx="11625943" cy="2440404"/>
          </a:xfrm>
        </p:spPr>
        <p:txBody>
          <a:bodyPr anchor="t"/>
          <a:lstStyle/>
          <a:p>
            <a:pPr algn="l" eaLnBrk="1" hangingPunct="1">
              <a:lnSpc>
                <a:spcPct val="114000"/>
              </a:lnSpc>
              <a:tabLst>
                <a:tab pos="288925" algn="l"/>
              </a:tabLs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ശത്രുവോടെതിർക്കുവാൻ ജയം നേടുവാൻ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ആത്മാവിൻ ശക്തി സംഭരിക്കുവാൻ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ഉപവസിക്കണം പ്രാർത്ഥിക്കണം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ഇടവിടാതെ സ്തോത്രത്തിൽ ജാഗരിക്കണം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5895" y="0"/>
            <a:ext cx="526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2EC05-4045-4448-B97F-FF5F3264D1C0}"/>
              </a:ext>
            </a:extLst>
          </p:cNvPr>
          <p:cNvSpPr/>
          <p:nvPr/>
        </p:nvSpPr>
        <p:spPr>
          <a:xfrm>
            <a:off x="1752600" y="3810000"/>
            <a:ext cx="10025743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Shathruvodethirkkuvaan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neduvaan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Aathmaavin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shakthi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sambharikkuvaan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Upavassikkanham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praarthikkanham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Idavidaathe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sthothraththil</a:t>
            </a:r>
            <a:r>
              <a:rPr lang="en-US" sz="34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jaagarikkanham</a:t>
            </a:r>
            <a:endParaRPr lang="en-US" sz="3400" b="1" dirty="0">
              <a:solidFill>
                <a:srgbClr val="002060"/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27E992-8269-4935-A562-8D5A5C933680}"/>
              </a:ext>
            </a:extLst>
          </p:cNvPr>
          <p:cNvSpPr txBox="1"/>
          <p:nvPr/>
        </p:nvSpPr>
        <p:spPr>
          <a:xfrm>
            <a:off x="0" y="762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0375313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988596"/>
            <a:ext cx="12192000" cy="1983204"/>
          </a:xfrm>
        </p:spPr>
        <p:txBody>
          <a:bodyPr anchor="t"/>
          <a:lstStyle/>
          <a:p>
            <a:pPr eaLnBrk="1" hangingPunct="1">
              <a:lnSpc>
                <a:spcPct val="114000"/>
              </a:lnSpc>
              <a:tabLst>
                <a:tab pos="288925" algn="l"/>
              </a:tabLst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സത്യത്തിന്‍റെ പാതയിൽ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കൊടിയുമായ്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സാക്ഷികൾ സമൂഹമെ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മുന്നേറിടാം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65895" y="0"/>
            <a:ext cx="5261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2EC05-4045-4448-B97F-FF5F3264D1C0}"/>
              </a:ext>
            </a:extLst>
          </p:cNvPr>
          <p:cNvSpPr/>
          <p:nvPr/>
        </p:nvSpPr>
        <p:spPr>
          <a:xfrm>
            <a:off x="0" y="3429000"/>
            <a:ext cx="12192000" cy="1951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Sathyathinte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paathayil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snehaththin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kodiyumaai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Saakshikalh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samoohame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munnerridaam</a:t>
            </a:r>
            <a:r>
              <a:rPr lang="en-US" sz="3600" b="1" dirty="0">
                <a:solidFill>
                  <a:srgbClr val="002060"/>
                </a:solidFill>
                <a:latin typeface="+mn-lt"/>
                <a:cs typeface="Kartika" panose="020205030304040602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335768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124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312 സത്യത്തിന്‍റെ പാതയിൽ</vt:lpstr>
      <vt:lpstr>സത്യത്തിന്‍റെ പാതയിൽ  സ്നേഹത്തിൻ കൊടിയുമായ്  സാക്ഷികൾ സമൂഹമെ മുന്നേറിടാം</vt:lpstr>
      <vt:lpstr>ഏകനാഥൻ യേശുവിൻ ജേതാക്കളെ  ഏകാത്മാവിൻ ബലം ധരിക്കുവിൻ  ശുദ്ധരാകുവിൻ ശക്തരാകുവിൻ  ഘോരനായ ശത്രുവോടു പോരാടുവാൻ</vt:lpstr>
      <vt:lpstr>സത്യത്തിന്‍റെ പാതയിൽ  സ്നേഹത്തിൻ കൊടിയുമായ്  സാക്ഷികൾ സമൂഹമെ മുന്നേറിടാം</vt:lpstr>
      <vt:lpstr>ആത്മാവിൻ സർവ്വായുധങ്ങൾ നാം ധരിക്കണം  വിശ്വസമാം പരിച ഏന്തണം  അരയ്ക്കു സത്യവും നീതി കവചവും  രക്ഷയിൻ ശിരസ്ത്രവുമണിഞ്ഞൊരുങ്ങണം </vt:lpstr>
      <vt:lpstr>സത്യത്തിന്‍റെ പാതയിൽ  സ്നേഹത്തിൻ കൊടിയുമായ്  സാക്ഷികൾ സമൂഹമെ മുന്നേറിടാം</vt:lpstr>
      <vt:lpstr>തിന്മകൾ നമുക്കു നേരിടേണ്ടതുണ്ടുനാം നന്മകളാൽ ജയം വരിക്കേണം പാപത്തോടു നാം - പോരാടണം  പ്രാണത്യാഗത്തോളമെതിർത്തു നിൽക്കണം</vt:lpstr>
      <vt:lpstr>സത്യത്തിന്‍റെ പാതയിൽ  സ്നേഹത്തിൻ കൊടിയുമായ്  സാക്ഷികൾ സമൂഹമെ മുന്നേറിടാം</vt:lpstr>
      <vt:lpstr>ശത്രുവോടെതിർക്കുവാൻ ജയം നേടുവാൻ  ആത്മാവിൻ ശക്തി സംഭരിക്കുവാൻ  ഉപവസിക്കണം പ്രാർത്ഥിക്കണം  ഇടവിടാതെ സ്തോത്രത്തിൽ ജാഗരിക്കണം</vt:lpstr>
      <vt:lpstr>സത്യത്തിന്‍റെ പാതയിൽ  സ്നേഹത്തിൻ കൊടിയുമായ്  സാക്ഷികൾ സമൂഹമെ മുന്നേറിടാം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Sathyathinte paathayil</dc:title>
  <dc:creator>Digital Input:; GM JOHN; Acsah Mathews</dc:creator>
  <cp:lastModifiedBy>Acsah Mathews</cp:lastModifiedBy>
  <cp:revision>14</cp:revision>
  <dcterms:created xsi:type="dcterms:W3CDTF">2013-07-17T10:28:54Z</dcterms:created>
  <dcterms:modified xsi:type="dcterms:W3CDTF">2018-11-16T19:36:32Z</dcterms:modified>
</cp:coreProperties>
</file>