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4" r:id="rId3"/>
    <p:sldId id="275" r:id="rId4"/>
    <p:sldId id="280" r:id="rId5"/>
    <p:sldId id="276" r:id="rId6"/>
    <p:sldId id="282" r:id="rId7"/>
    <p:sldId id="277" r:id="rId8"/>
    <p:sldId id="283" r:id="rId9"/>
    <p:sldId id="278" r:id="rId10"/>
    <p:sldId id="284" r:id="rId11"/>
    <p:sldId id="279" r:id="rId12"/>
    <p:sldId id="285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9" autoAdjust="0"/>
    <p:restoredTop sz="94675" autoAdjust="0"/>
  </p:normalViewPr>
  <p:slideViewPr>
    <p:cSldViewPr>
      <p:cViewPr varScale="1">
        <p:scale>
          <a:sx n="48" d="100"/>
          <a:sy n="48" d="100"/>
        </p:scale>
        <p:origin x="72" y="8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4F612-FF93-40A0-9FFC-1195D6EA19B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F0DB8-D95D-4D8F-A5EC-25BDCC6050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9EA6B-9319-4C3E-8DA4-1DA61C60EFC5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9EB1E-6818-429A-AE9D-A854ED03F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36BBB-427F-4988-948D-CF35EFEF028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80CC6-50E2-4520-99AD-CAA2B3AB0D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CF2EB-1D80-4167-94CB-7DE90F02A71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F0CE8-FECA-42FD-AA9A-8F1D70766C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4E12F-6559-4D27-A14A-4BEA4C4DF54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EAD1F-2FEB-4AED-8A96-8902FC153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AE238-D250-418D-B75E-BFDE2425D46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B45F1-7884-47AD-80D1-9D22A5E345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00169-6084-4D69-8BED-9E7B958AB2C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52D5D-088C-4B28-BCDD-AF3B75C93F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E47BBE-7387-4215-B33E-B050009069C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E3692-BCE3-4381-920B-F6CF5FC6BC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2A889-8074-4C9E-9B91-C8E0A3345FC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1C147-B6E7-45E6-8A17-2ABDEECEF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9FCC4-667A-4BC6-9ED4-D8A2EFF341E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17229-46C3-4376-85A5-206B262963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8862F-6B21-46FC-BBC9-A42F628FE3B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BECBF-0D9A-459A-AFF0-C169831BE9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BAE3F13-C91B-4FE8-A81A-3F5D17162AB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62A1605-182D-4DEF-9376-B1FFE98F4A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1943-3761-4C7E-8000-04FD603FC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368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ഇന്നേരം പ്രിയ ദൈവമേ!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A27DF-353F-4123-8676-6ABD7070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914400"/>
          </a:xfrm>
        </p:spPr>
        <p:txBody>
          <a:bodyPr/>
          <a:lstStyle/>
          <a:p>
            <a:r>
              <a:rPr lang="pt-BR" sz="4000" b="1" dirty="0">
                <a:solidFill>
                  <a:srgbClr val="002060"/>
                </a:solidFill>
              </a:rPr>
              <a:t>Inneram priya daivame!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E2380E-C065-42CA-9078-EB7AE4888B62}"/>
              </a:ext>
            </a:extLst>
          </p:cNvPr>
          <p:cNvSpPr/>
          <p:nvPr/>
        </p:nvSpPr>
        <p:spPr>
          <a:xfrm>
            <a:off x="956093" y="4508225"/>
            <a:ext cx="2282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(പി.വി. തൊമ്മി)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73DAC3-B413-440F-894A-40EFA2378DA3}"/>
              </a:ext>
            </a:extLst>
          </p:cNvPr>
          <p:cNvSpPr/>
          <p:nvPr/>
        </p:nvSpPr>
        <p:spPr>
          <a:xfrm>
            <a:off x="9490493" y="4508225"/>
            <a:ext cx="1745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(P. V.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Thommi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761854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338554"/>
            <a:ext cx="12191999" cy="3242846"/>
          </a:xfrm>
        </p:spPr>
        <p:txBody>
          <a:bodyPr anchor="t"/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ഇന്നേരം പ്രിയ ദൈവമേ! നിന്നാത്മ ദാനം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തന്നാലും പ്രാർത്ഥിച്ചീടുവാൻ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നിന്നോടു പ്രാർത്ഥിച്ചീടാൻ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നിന്നടിയങ്ങൾ 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സന്നിധാനത്തിൽ വന്നു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ചേർന്നിരിക്കുന്നു നാഥാ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ഇന്നേ....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0" y="3998843"/>
            <a:ext cx="121920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400" b="1" dirty="0">
                <a:solidFill>
                  <a:srgbClr val="002060"/>
                </a:solidFill>
                <a:latin typeface="+mn-lt"/>
              </a:rPr>
              <a:t>Inneram priya daivame! Ninaathma daanam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prarthicheeduvan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endParaRPr lang="en-US" sz="10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prarthicheedaan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ninnadiyangalh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Sannidhaanaththil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chernnirikkunnu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94554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67748" y="1254251"/>
            <a:ext cx="11817626" cy="2615383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നിന്തിരു പാദപീഠത്തിൽ -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അണയുവതിനെന്തുള്ളു ഞങ്ങളപ്പനേ!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നിൻതിരുസുതനേശുവിൻ തിരു ജഡം ഭുവി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ചിന്തിയോർ പുതു വഴി തുറന്നു പ്രതിഷ്ഠിച്ചതാൽ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1219200" y="3998843"/>
            <a:ext cx="10972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Ninthiru paadapeedaththil – 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anhayuvathinenthullhu njangalhappane!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Nin thirusuthaneshuvin thiru jadam bhoovi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Chinthiyor puthuvazhi thurhannu prathishtichathaal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C159A-9E41-4205-8CEA-755CA622C175}"/>
              </a:ext>
            </a:extLst>
          </p:cNvPr>
          <p:cNvSpPr/>
          <p:nvPr/>
        </p:nvSpPr>
        <p:spPr>
          <a:xfrm>
            <a:off x="0" y="208078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pt-BR" sz="3400" b="1" dirty="0">
                <a:latin typeface="+mn-lt"/>
              </a:rPr>
              <a:t>1</a:t>
            </a:r>
            <a:endParaRPr lang="en-US" sz="3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113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477327"/>
            <a:ext cx="12191999" cy="14902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ഇന്നേരം പ്രിയ ദൈവമേ! നിന്നാത്മ ദാനം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തന്നാലും പ്രാർത്ഥിച്ചീടുവാൻ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0" y="3429000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Inneram priya daivame! Ninaathma daanam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prarthicheeduvan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477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67748" y="1254251"/>
            <a:ext cx="11817626" cy="2615383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മന്ദതയെല്ലാം നീക്കുക നിന്നടിയാരിൽ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തന്നരുൾ നല്ലുണർച്ചയെ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വന്നിടുന്നൊരു ക്ഷീണം  നിദ്ര, മയക്ക മിവ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ഒന്നാകെ നീയകറ്റി തന്നിടുകാത്മ ശക്തി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1219200" y="3998843"/>
            <a:ext cx="10972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Mandathayelaam neekkuka ninnadiyaaril 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thannarulh nallunharchchaye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Vannidunnoru ksheenham nidra, mayakkamiva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Onnake neeyakatti thannidukaathma shakthi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C159A-9E41-4205-8CEA-755CA622C175}"/>
              </a:ext>
            </a:extLst>
          </p:cNvPr>
          <p:cNvSpPr/>
          <p:nvPr/>
        </p:nvSpPr>
        <p:spPr>
          <a:xfrm>
            <a:off x="0" y="208078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415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477327"/>
            <a:ext cx="12191999" cy="14902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ഇന്നേരം പ്രിയ ദൈവമേ! നിന്നാത്മ ദാനം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തന്നാലും പ്രാർത്ഥിച്ചീടുവാൻ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0" y="3429000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Inneram priya daivame! Ninaathma daanam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prarthicheeduvan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160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67748" y="1254251"/>
            <a:ext cx="11817626" cy="2615383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ഓരോ ചിന്തകൾ ഞങ്ങളിൽ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വരുന്നേ മനസ്സോരോന്നും പതറിടുന്നേ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ഘോരവൈരിയോടു നീ പോരാടിയടിയാർക്കു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ചോരയാൽ ജയം നൽകിടേണം പരമനാഥാ!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1219200" y="3998843"/>
            <a:ext cx="10972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Oro chinthakalh njangalhil varunne 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manassoronnum patharhidunne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Ghora vairiyodu nee poraadiyadiyaarkku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Chorayaal jayam nalkeedenham paramanaadha!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C159A-9E41-4205-8CEA-755CA622C175}"/>
              </a:ext>
            </a:extLst>
          </p:cNvPr>
          <p:cNvSpPr/>
          <p:nvPr/>
        </p:nvSpPr>
        <p:spPr>
          <a:xfrm>
            <a:off x="0" y="208078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983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477327"/>
            <a:ext cx="12191999" cy="14902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ഇന്നേരം പ്രിയ ദൈവമേ! നിന്നാത്മ ദാനം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തന്നാലും പ്രാർത്ഥിച്ചീടുവാൻ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0" y="3429000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Inneram priya daivame! Ninaathma daanam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prarthicheeduvan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989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67748" y="1254251"/>
            <a:ext cx="11817626" cy="2615383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നിന്തിരു വാഗ്ദത്തങ്ങളെ –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 തളിരിൽ ചിന്തിച്ചു നല്ല ധൈര്യമായ്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ശാന്തതയോടും ഭവൽ സന്നിധി ബോധത്തോടും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പ്രാർത്ഥിച്ചീടാൻ നിൻ തുണ നൽകീടേണം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1219200" y="3998843"/>
            <a:ext cx="10972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Ninthiru vaagdathangalhe – 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manathalhiril chinthichu nalla dhairyamaay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Shaanthathayodum bhaval sannidhi bodhaththodum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Santhatham praarthicheedaan nin thunha nalkeedenham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C159A-9E41-4205-8CEA-755CA622C175}"/>
              </a:ext>
            </a:extLst>
          </p:cNvPr>
          <p:cNvSpPr/>
          <p:nvPr/>
        </p:nvSpPr>
        <p:spPr>
          <a:xfrm>
            <a:off x="0" y="208078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70354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477327"/>
            <a:ext cx="12191999" cy="14902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ഇന്നേരം പ്രിയ ദൈവമേ! നിന്നാത്മ ദാനം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തന്നാലും പ്രാർത്ഥിച്ചീടുവാൻ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0" y="3429000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Inneram priya daivame! Ninaathma daanam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prarthicheeduvan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6195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67748" y="1254251"/>
            <a:ext cx="11817626" cy="2615383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നീയല്ലാതാരുമില്ലയ്യോ!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ഞങ്ങൾക്കഭയം നീയല്ലോ പ്രാണനാഥനേ!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യാചന കേട്ടിടാ തായാൽ പിശാചിന്നുടെ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മായാവലയിൽ നാശമായിടുമായതിനാൽ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1219200" y="3998843"/>
            <a:ext cx="10972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Neeyallathaarumillayyo! 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Njangalkkabhayam neeyallo praanhanaadhane!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Nee yaachana ketteedaathaayaal pishaachinude</a:t>
            </a:r>
          </a:p>
          <a:p>
            <a:pPr>
              <a:lnSpc>
                <a:spcPct val="114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Maayavalayil naashamaayidumaayathinaal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C159A-9E41-4205-8CEA-755CA622C175}"/>
              </a:ext>
            </a:extLst>
          </p:cNvPr>
          <p:cNvSpPr/>
          <p:nvPr/>
        </p:nvSpPr>
        <p:spPr>
          <a:xfrm>
            <a:off x="0" y="208078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484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477327"/>
            <a:ext cx="12191999" cy="14902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ഇന്നേരം പ്രിയ ദൈവമേ! നിന്നാത്മ ദാനം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തന്നാലും പ്രാർത്ഥിച്ചീടുവാൻ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C7477-C64E-474D-B25A-3DC9925D885A}"/>
              </a:ext>
            </a:extLst>
          </p:cNvPr>
          <p:cNvSpPr/>
          <p:nvPr/>
        </p:nvSpPr>
        <p:spPr>
          <a:xfrm>
            <a:off x="0" y="3429000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400" b="1" dirty="0">
                <a:solidFill>
                  <a:srgbClr val="002060"/>
                </a:solidFill>
                <a:latin typeface="+mn-lt"/>
              </a:rPr>
              <a:t>Inneram priya daivame! Ninaathma daanam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prarthicheeduvan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208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216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368 ഇന്നേരം പ്രിയ ദൈവമേ!</vt:lpstr>
      <vt:lpstr>ഇന്നേരം പ്രിയ ദൈവമേ! നിന്നാത്മ ദാനം  തന്നാലും പ്രാർത്ഥിച്ചീടുവാൻ  നിന്നോടു പ്രാർത്ഥിച്ചീടാൻ  നിന്നടിയങ്ങൾ നിന്‍റെ സന്നിധാനത്തിൽ വന്നു  ചേർന്നിരിക്കുന്നു നാഥാ   - ഇന്നേ....</vt:lpstr>
      <vt:lpstr>നിന്തിരു പാദപീഠത്തിൽ -  അണയുവതിനെന്തുള്ളു ഞങ്ങളപ്പനേ! നിൻതിരുസുതനേശുവിൻ തിരു ജഡം ഭുവി ചിന്തിയോർ പുതു വഴി തുറന്നു പ്രതിഷ്ഠിച്ചതാൽ</vt:lpstr>
      <vt:lpstr>ഇന്നേരം പ്രിയ ദൈവമേ! നിന്നാത്മ ദാനം  തന്നാലും പ്രാർത്ഥിച്ചീടുവാൻ</vt:lpstr>
      <vt:lpstr>മന്ദതയെല്ലാം നീക്കുക നിന്നടിയാരിൽ  തന്നരുൾ നല്ലുണർച്ചയെ  വന്നിടുന്നൊരു ക്ഷീണം  നിദ്ര, മയക്ക മിവ ഒന്നാകെ നീയകറ്റി തന്നിടുകാത്മ ശക്തി </vt:lpstr>
      <vt:lpstr>ഇന്നേരം പ്രിയ ദൈവമേ! നിന്നാത്മ ദാനം  തന്നാലും പ്രാർത്ഥിച്ചീടുവാൻ</vt:lpstr>
      <vt:lpstr>ഓരോ ചിന്തകൾ ഞങ്ങളിൽ  വരുന്നേ മനസ്സോരോന്നും പതറിടുന്നേ  ഘോരവൈരിയോടു നീ പോരാടിയടിയാർക്കു ചോരയാൽ ജയം നൽകിടേണം പരമനാഥാ! </vt:lpstr>
      <vt:lpstr>ഇന്നേരം പ്രിയ ദൈവമേ! നിന്നാത്മ ദാനം  തന്നാലും പ്രാർത്ഥിച്ചീടുവാൻ</vt:lpstr>
      <vt:lpstr>നിന്തിരു വാഗ്ദത്തങ്ങളെ – മന തളിരിൽ ചിന്തിച്ചു നല്ല ധൈര്യമായ് ശാന്തതയോടും ഭവൽ സന്നിധി ബോധത്തോടും സന്തതം പ്രാർത്ഥിച്ചീടാൻ നിൻ തുണ നൽകീടേണം </vt:lpstr>
      <vt:lpstr>ഇന്നേരം പ്രിയ ദൈവമേ! നിന്നാത്മ ദാനം  തന്നാലും പ്രാർത്ഥിച്ചീടുവാൻ</vt:lpstr>
      <vt:lpstr>നീയല്ലാതാരുമില്ലയ്യോ!  ഞങ്ങൾക്കഭയം നീയല്ലോ പ്രാണനാഥനേ! നീ യാചന കേട്ടിടാ തായാൽ പിശാചിന്നുടെ മായാവലയിൽ നാശമായിടുമായതിനാൽ </vt:lpstr>
      <vt:lpstr>ഇന്നേരം പ്രിയ ദൈവമേ! നിന്നാത്മ ദാനം  തന്നാലും പ്രാർത്ഥിച്ചീടുവാൻ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Inneram priya daivame</dc:title>
  <dc:creator>Digital Input:;GM JOHN</dc:creator>
  <cp:lastModifiedBy>Acsah Mathews</cp:lastModifiedBy>
  <cp:revision>278</cp:revision>
  <dcterms:created xsi:type="dcterms:W3CDTF">2013-04-19T09:19:07Z</dcterms:created>
  <dcterms:modified xsi:type="dcterms:W3CDTF">2018-11-23T14:14:32Z</dcterms:modified>
</cp:coreProperties>
</file>