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2" r:id="rId3"/>
    <p:sldId id="276" r:id="rId4"/>
    <p:sldId id="277" r:id="rId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78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E51138-4576-45E8-86E1-251E8F7487D7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D6C4E3-BF31-4DED-90E4-F7DFFC22C1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D78ED3-AA8C-49EC-AA93-09F244F2A0E4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7AF709-F042-49FC-A662-D207A02979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903E30-0248-4332-8AAC-4AE1137D1EC3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3092E9-17DB-44B7-9370-A377F74943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9B8D95-C87C-4489-AC79-4950C83E9476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3BC998-E395-448F-B60B-4290668161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68E0FB-C27C-4D9A-A646-BF968BFDB7A1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E01F06-8091-460E-A8FA-0DD77719C5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BB028-4A9C-4133-9055-F6B1D5B69566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B3098B-1207-426A-986B-95F93248B5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14BA1E-520D-4B72-B444-790BBD921E9D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92A2ED-0288-4212-9612-7DE2DC2FFB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C02925-0B45-4CA9-AC0C-DDB36D3F6B06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F4809F-67AE-4C7F-A3DD-8C68FD9E3C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D69A3B-0FD7-4A36-950A-E335FF5EFE5E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865D8D-9A0F-4C14-A248-C7F69E198F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F899D1-ECC6-449D-87C2-E93590376175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092FBB-4B47-4FB6-A4C3-05ACE6731B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A510C6-4A06-4E62-8090-107345DAF7B7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875165-B038-4D47-A43A-180D3BB03B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37429C3-5D72-40EA-90D0-D9A8C9347A37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F0C5555-7024-469C-89A6-27BAC997F5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E288B-E4C7-4027-B7E3-995AB0C71C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52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സ്തോത്രം യേശുനാഥനേ! </a:t>
            </a:r>
            <a:br>
              <a:rPr lang="en-US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925429-FE74-4296-A9A0-730248BF29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Sthothram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Yeshu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naathaney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71885639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228600"/>
            <a:ext cx="12192000" cy="3276600"/>
          </a:xfrm>
        </p:spPr>
        <p:txBody>
          <a:bodyPr anchor="t"/>
          <a:lstStyle/>
          <a:p>
            <a:pPr algn="l" defTabSz="395288"/>
            <a:r>
              <a:rPr lang="ml-IN" sz="28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en-US" sz="2800" b="1" i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800" b="1" i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സ്തോത്രം യേശുനാഥനേ!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മനുവേലനേ! മനുവേലനേ!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(2)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i="1" dirty="0">
                <a:latin typeface="Kartika" panose="02020503030404060203" pitchFamily="18" charset="0"/>
                <a:cs typeface="Kartika" panose="02020503030404060203" pitchFamily="18" charset="0"/>
              </a:rPr>
              <a:t>ചരണങ്ങൾ</a:t>
            </a:r>
            <a:br>
              <a:rPr lang="en-US" sz="2800" b="1" i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പാത്രഹീന-നാകുമെന്നെ പാർത്തു നിൻ കയ്യാലണച്ചു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ചേർത്തുകൊണ്ടെ-ന്‍റെ ദുരിതം- തീർത്തു രക്ഷി-ക്കേണമേ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-സ്തോ...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49789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403E1B-62D6-43CA-8C31-9249CD5DCB82}"/>
              </a:ext>
            </a:extLst>
          </p:cNvPr>
          <p:cNvSpPr/>
          <p:nvPr/>
        </p:nvSpPr>
        <p:spPr>
          <a:xfrm>
            <a:off x="0" y="3380125"/>
            <a:ext cx="121920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i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Pallavi</a:t>
            </a:r>
            <a:r>
              <a:rPr lang="en-US" sz="3200" i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naathaney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Manuvèlaney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Manuvèlaney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(2) </a:t>
            </a:r>
          </a:p>
          <a:p>
            <a:r>
              <a:rPr lang="en-US" sz="2800" i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Charanangal</a:t>
            </a:r>
            <a:endParaRPr lang="en-US" sz="2800" i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Paathraheena-naakumenney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Paarththu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kayyaalanhachchu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Chèrththukondentey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duritham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Theerthu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rakshikkenhamey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								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stho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...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"/>
            <a:ext cx="12192000" cy="3340120"/>
          </a:xfrm>
        </p:spPr>
        <p:txBody>
          <a:bodyPr anchor="t"/>
          <a:lstStyle/>
          <a:p>
            <a:pPr algn="l" defTabSz="395288">
              <a:lnSpc>
                <a:spcPct val="114000"/>
              </a:lnSpc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വിണ്ണിലുമീ-മണ്ണിലും നീ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 എന്നപോലാ-രുള്ളഹോ!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ഉന്നതനാകുന്ന യേശു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മന്നവരിൽ മന്നനേ!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			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സ്തോത്രം യേശുനാഥനേ! 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			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മനുവേലനേ! മനുവേലനേ!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(2)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പൊന്നുലോകം-തന്നിൽനിന്നു വന്ന ജീവ-നാഥനേ!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എന്നപേക്ഷയ്ക്കിന്നു ചെവി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തന്നു കേട്ടീ-ടേണമേ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49789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403E1B-62D6-43CA-8C31-9249CD5DCB82}"/>
              </a:ext>
            </a:extLst>
          </p:cNvPr>
          <p:cNvSpPr/>
          <p:nvPr/>
        </p:nvSpPr>
        <p:spPr>
          <a:xfrm>
            <a:off x="0" y="3441680"/>
            <a:ext cx="12192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Vinnhilumee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mannhilum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Ennapôlaarullhaho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Unnathanaakunna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Yeshu-Mannavaril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mannaney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endParaRPr lang="en-US" sz="1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1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naathaney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Manuvèlaney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Manuvèlaney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(2) </a:t>
            </a:r>
            <a:endParaRPr lang="en-US" sz="1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endParaRPr lang="en-US" sz="1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Ponnulôkam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ninnuvanna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jeeva-naathaney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Ennapèkshaikkinnu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chevithannu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kètteedenhamey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8034334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"/>
            <a:ext cx="12192000" cy="3340120"/>
          </a:xfrm>
        </p:spPr>
        <p:txBody>
          <a:bodyPr anchor="t"/>
          <a:lstStyle/>
          <a:p>
            <a:pPr algn="l" defTabSz="395288">
              <a:lnSpc>
                <a:spcPct val="114000"/>
              </a:lnSpc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പരമഴ-ലോടുഴലും പാപിയാമെ-ന്നെ വെടിഞ്ഞു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ദൂരവേ! പോയീടരുതെ ദാവീദിൻ കുമാരനേ!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			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സ്തോത്രം യേശുനാഥനേ! 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			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മനുവേലനേ! മനുവേലനേ!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(2)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താതനേ! എൻ- നാഥനേ! പാതകർ സ-ങ്കേതമേ!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നീതിയോടെ-ഭൂതലം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വാ- ണിടുവാൻ വരേണമേ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49789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403E1B-62D6-43CA-8C31-9249CD5DCB82}"/>
              </a:ext>
            </a:extLst>
          </p:cNvPr>
          <p:cNvSpPr/>
          <p:nvPr/>
        </p:nvSpPr>
        <p:spPr>
          <a:xfrm>
            <a:off x="0" y="3441680"/>
            <a:ext cx="121920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Paaramazha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lôduzhalum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Paapiyaamenney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vedinju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Dooravey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pôyidaruthey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Daavidin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kumaaraney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  <a:endParaRPr lang="en-US" sz="1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naathaney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Manuvèlaney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Manuvèlaney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(2) </a:t>
            </a:r>
            <a:endParaRPr lang="en-US" sz="1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endParaRPr lang="en-US" sz="1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5.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Thaathaney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Ennaathaney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Paathakar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sankèthamey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Neethiyôdey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bhoothalam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Vaanhiduvaan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varenhamey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31DC50-E5EF-4FEF-9CBA-FE3FE6F71496}"/>
              </a:ext>
            </a:extLst>
          </p:cNvPr>
          <p:cNvSpPr/>
          <p:nvPr/>
        </p:nvSpPr>
        <p:spPr>
          <a:xfrm>
            <a:off x="9161986" y="3307854"/>
            <a:ext cx="30059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(യുസ്തുസ് യൌസേഫ്)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1DE7F0-BF7A-4201-8BAB-6AFC474C7B2F}"/>
              </a:ext>
            </a:extLst>
          </p:cNvPr>
          <p:cNvSpPr/>
          <p:nvPr/>
        </p:nvSpPr>
        <p:spPr>
          <a:xfrm>
            <a:off x="9967089" y="6381428"/>
            <a:ext cx="21727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</a:t>
            </a:r>
            <a:r>
              <a:rPr lang="en-US" dirty="0" err="1">
                <a:solidFill>
                  <a:srgbClr val="000000"/>
                </a:solidFill>
              </a:rPr>
              <a:t>Yusthus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Youseph</a:t>
            </a:r>
            <a:r>
              <a:rPr lang="en-US" dirty="0">
                <a:solidFill>
                  <a:srgbClr val="000000"/>
                </a:solidFill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51251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</TotalTime>
  <Words>109</Words>
  <Application>Microsoft Office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Kartika</vt:lpstr>
      <vt:lpstr>Office Theme</vt:lpstr>
      <vt:lpstr>52 സ്തോത്രം യേശുനാഥനേ!  </vt:lpstr>
      <vt:lpstr>പല്ലവി      സ്തോത്രം യേശുനാഥനേ!       മനുവേലനേ! മനുവേലനേ! (2) ചരണങ്ങൾ 1 പാത്രഹീന-നാകുമെന്നെ പാർത്തു നിൻ കയ്യാലണച്ചു ചേർത്തുകൊണ്ടെ-ന്‍റെ ദുരിതം- തീർത്തു രക്ഷി-ക്കേണമേ                           -സ്തോ...</vt:lpstr>
      <vt:lpstr>2 വിണ്ണിലുമീ-മണ്ണിലും നീ - എന്നപോലാ-രുള്ളഹോ!  ഉന്നതനാകുന്ന യേശു - മന്നവരിൽ മന്നനേ!        സ്തോത്രം യേശുനാഥനേ!         മനുവേലനേ! മനുവേലനേ! (2) 3 പൊന്നുലോകം-തന്നിൽനിന്നു വന്ന ജീവ-നാഥനേ!  എന്നപേക്ഷയ്ക്കിന്നു ചെവി തന്നു കേട്ടീ-ടേണമേ </vt:lpstr>
      <vt:lpstr>4 പരമഴ-ലോടുഴലും പാപിയാമെ-ന്നെ വെടിഞ്ഞു  ദൂരവേ! പോയീടരുതെ ദാവീദിൻ കുമാരനേ!        സ്തോത്രം യേശുനാഥനേ!         മനുവേലനേ! മനുവേലനേ! (2) 5 താതനേ! എൻ- നാഥനേ! പാതകർ സ-ങ്കേതമേ!  നീതിയോടെ-ഭൂതലം  വാ- ണിടുവാൻ വരേണമേ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Sthothram yeshunadhane</dc:title>
  <dc:creator>Digital Input:;GM JOHN</dc:creator>
  <cp:lastModifiedBy>Acsah Mathews</cp:lastModifiedBy>
  <cp:revision>243</cp:revision>
  <dcterms:created xsi:type="dcterms:W3CDTF">2013-04-19T09:19:07Z</dcterms:created>
  <dcterms:modified xsi:type="dcterms:W3CDTF">2018-10-29T15:19:59Z</dcterms:modified>
</cp:coreProperties>
</file>