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EEC22-956C-4031-9442-C083FD98912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32A2D-44B0-4A55-89D9-1BAEC1668B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2F84C-9F9F-4FDB-B73D-C21DEFECB9A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38273-125C-473C-B8F7-AE39B64DE8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691B3-D8EC-4BD6-9114-150292833DB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1EE4C-456E-4C89-9F5D-B9EA72C600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9DAC1-C133-42EC-A995-443BF8EC02B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01214-0DDF-419A-A6C2-BBEAB53D5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629900-36BD-4893-9D35-3A3880DB0534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69F3D-576F-412D-932A-2970C8519B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C8C90-E848-4F5B-ADEB-3EB37F6D029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83B57-3EA7-4B2D-9A5E-ABB5AB16A9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E8D50-24B6-45F1-99DF-CE14EE079AA2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44A5C-2AE3-4712-9C73-50007A3347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1466D-A1DA-44AF-9389-ABBFDAC5F30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FEF4DD-6E6A-4F6A-A709-537B7B2BDD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DE91C-4921-4DF6-9419-F9918B19550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48774-AA40-40E6-8EFD-AE1BAE53E8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A5D6B-6DA7-41D7-9A7C-F03633E5142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ED76F-2325-416D-8875-C0B1EE7F4B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81CC7-3DF3-4F65-8106-24D9B6235CB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CCD4D-A2D4-45AA-887F-A0C0B352D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75B6532-305A-434D-A887-131E30DE419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FE9EBF9-4FBA-48B0-B4BA-96189B14C3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B7C4-FB0A-4548-A19F-3A83261C1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390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യേശുവരും വേഗത്തിൽ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E1902-551E-43CE-BE8C-0E773CD2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Yeshuvarum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vegaththil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9FA737-9E58-41B9-8E12-E552A2CDD2AD}"/>
              </a:ext>
            </a:extLst>
          </p:cNvPr>
          <p:cNvSpPr/>
          <p:nvPr/>
        </p:nvSpPr>
        <p:spPr>
          <a:xfrm>
            <a:off x="1682093" y="4654579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Calibri" panose="020F0502020204030204" pitchFamily="34" charset="0"/>
              </a:rPr>
              <a:t>(വി. നാഗൽ)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6D37E-20F9-4058-BEA2-1AAF465800FD}"/>
              </a:ext>
            </a:extLst>
          </p:cNvPr>
          <p:cNvSpPr/>
          <p:nvPr/>
        </p:nvSpPr>
        <p:spPr>
          <a:xfrm>
            <a:off x="8950121" y="4654579"/>
            <a:ext cx="14130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(V. </a:t>
            </a:r>
            <a:r>
              <a:rPr lang="en-US" sz="2000" b="1" dirty="0" err="1">
                <a:solidFill>
                  <a:schemeClr val="accent2"/>
                </a:solidFill>
              </a:rPr>
              <a:t>Nagal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64418571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083929"/>
            <a:ext cx="12192000" cy="1600200"/>
          </a:xfrm>
        </p:spPr>
        <p:txBody>
          <a:bodyPr anchor="t"/>
          <a:lstStyle/>
          <a:p>
            <a:pPr algn="l" defTabSz="282575">
              <a:lnSpc>
                <a:spcPct val="112000"/>
              </a:lnSpc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മേഘം തൻ തേരും അനേകരാം ദൂതരും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ശേഖരിപ്പാൻ തന്നിലേക്കെല്ലാശുദ്ധരെ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	–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യേശുവരും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F4EEE-513E-4A91-B37B-F5A28BB703BC}"/>
              </a:ext>
            </a:extLst>
          </p:cNvPr>
          <p:cNvSpPr/>
          <p:nvPr/>
        </p:nvSpPr>
        <p:spPr>
          <a:xfrm>
            <a:off x="5576" y="824434"/>
            <a:ext cx="12192000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യേശുവരും വേഗത്തിൽ ആശ്വാസമേ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വേഗത്തിൽ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 വരും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24103-035C-4B9B-85C3-B35D7FF985D7}"/>
              </a:ext>
            </a:extLst>
          </p:cNvPr>
          <p:cNvSpPr/>
          <p:nvPr/>
        </p:nvSpPr>
        <p:spPr>
          <a:xfrm>
            <a:off x="0" y="3575889"/>
            <a:ext cx="121919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F68E-B766-4709-816C-C514DAB49896}"/>
              </a:ext>
            </a:extLst>
          </p:cNvPr>
          <p:cNvSpPr/>
          <p:nvPr/>
        </p:nvSpPr>
        <p:spPr>
          <a:xfrm>
            <a:off x="-46465" y="4800600"/>
            <a:ext cx="1215668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thantherum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anekaraam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Shekharippaan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thannilekkellashudhdhare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817980"/>
            <a:ext cx="12156687" cy="1345071"/>
          </a:xfrm>
        </p:spPr>
        <p:txBody>
          <a:bodyPr anchor="t"/>
          <a:lstStyle/>
          <a:p>
            <a:pPr algn="l" defTabSz="282575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2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	ദൈവത്തെ സത്യത്തിൽ സേവ ചെയ്തവർക്ക്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ചാവിനെ ജയിച്ചു തൻ ജീവനെ കൊടുപ്പാൻ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F4EEE-513E-4A91-B37B-F5A28BB703BC}"/>
              </a:ext>
            </a:extLst>
          </p:cNvPr>
          <p:cNvSpPr/>
          <p:nvPr/>
        </p:nvSpPr>
        <p:spPr>
          <a:xfrm>
            <a:off x="0" y="2136595"/>
            <a:ext cx="12110223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യേശുവരും വേഗത്തിൽ ആശ്വാസമേ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വേഗത്തിൽ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 വരും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24103-035C-4B9B-85C3-B35D7FF985D7}"/>
              </a:ext>
            </a:extLst>
          </p:cNvPr>
          <p:cNvSpPr/>
          <p:nvPr/>
        </p:nvSpPr>
        <p:spPr>
          <a:xfrm>
            <a:off x="1" y="5242435"/>
            <a:ext cx="121919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F68E-B766-4709-816C-C514DAB49896}"/>
              </a:ext>
            </a:extLst>
          </p:cNvPr>
          <p:cNvSpPr/>
          <p:nvPr/>
        </p:nvSpPr>
        <p:spPr>
          <a:xfrm>
            <a:off x="-2" y="3839642"/>
            <a:ext cx="1215668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cheythavarkku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Chaavine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koduppaan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928638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817980"/>
            <a:ext cx="12156687" cy="1345071"/>
          </a:xfrm>
        </p:spPr>
        <p:txBody>
          <a:bodyPr anchor="t"/>
          <a:lstStyle/>
          <a:p>
            <a:pPr algn="l" defTabSz="282575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തിരുവരവിന്നായ് സന്തതം കാത്തവർ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ക്കന്തമില്ലാത്തോരു സന്തോഷം ലഭിപ്പാൻ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F4EEE-513E-4A91-B37B-F5A28BB703BC}"/>
              </a:ext>
            </a:extLst>
          </p:cNvPr>
          <p:cNvSpPr/>
          <p:nvPr/>
        </p:nvSpPr>
        <p:spPr>
          <a:xfrm>
            <a:off x="0" y="2136595"/>
            <a:ext cx="12110223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യേശുവരും വേഗത്തിൽ ആശ്വാസമേ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വേഗത്തിൽ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 വരും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24103-035C-4B9B-85C3-B35D7FF985D7}"/>
              </a:ext>
            </a:extLst>
          </p:cNvPr>
          <p:cNvSpPr/>
          <p:nvPr/>
        </p:nvSpPr>
        <p:spPr>
          <a:xfrm>
            <a:off x="1" y="5242435"/>
            <a:ext cx="121919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F68E-B766-4709-816C-C514DAB49896}"/>
              </a:ext>
            </a:extLst>
          </p:cNvPr>
          <p:cNvSpPr/>
          <p:nvPr/>
        </p:nvSpPr>
        <p:spPr>
          <a:xfrm>
            <a:off x="-2" y="3839642"/>
            <a:ext cx="1215668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3.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varavinaai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kaaththavarh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Kkanthamillaaththoru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labhippan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06385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817980"/>
            <a:ext cx="12156687" cy="1345071"/>
          </a:xfrm>
        </p:spPr>
        <p:txBody>
          <a:bodyPr anchor="t"/>
          <a:lstStyle/>
          <a:p>
            <a:pPr algn="l" defTabSz="282575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ഭൃത്യന്മാർ താൻ ചെയ്ത സത്യപ്രകാരം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നിത്യമഹത്വത്തിൻ രാജ്യത്തിൽ വാഴാൻ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F4EEE-513E-4A91-B37B-F5A28BB703BC}"/>
              </a:ext>
            </a:extLst>
          </p:cNvPr>
          <p:cNvSpPr/>
          <p:nvPr/>
        </p:nvSpPr>
        <p:spPr>
          <a:xfrm>
            <a:off x="0" y="2136595"/>
            <a:ext cx="12110223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യേശുവരും വേഗത്തിൽ ആശ്വാസമേ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വേഗത്തിൽ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 വരും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24103-035C-4B9B-85C3-B35D7FF985D7}"/>
              </a:ext>
            </a:extLst>
          </p:cNvPr>
          <p:cNvSpPr/>
          <p:nvPr/>
        </p:nvSpPr>
        <p:spPr>
          <a:xfrm>
            <a:off x="1" y="5242435"/>
            <a:ext cx="121919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F68E-B766-4709-816C-C514DAB49896}"/>
              </a:ext>
            </a:extLst>
          </p:cNvPr>
          <p:cNvSpPr/>
          <p:nvPr/>
        </p:nvSpPr>
        <p:spPr>
          <a:xfrm>
            <a:off x="-2" y="3839642"/>
            <a:ext cx="1215668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Bhrithyanmaarh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prakaaram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Nithya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498063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817980"/>
            <a:ext cx="12156687" cy="1345071"/>
          </a:xfrm>
        </p:spPr>
        <p:txBody>
          <a:bodyPr anchor="t"/>
          <a:lstStyle/>
          <a:p>
            <a:pPr algn="l" defTabSz="282575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ജനത്തിന്നെല്ലാ നിന്ദയും നീക്കി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അൻപുള്ള കൈകൊണ്ടു കണ്ണീർ തുടപ്പാൻ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F4EEE-513E-4A91-B37B-F5A28BB703BC}"/>
              </a:ext>
            </a:extLst>
          </p:cNvPr>
          <p:cNvSpPr/>
          <p:nvPr/>
        </p:nvSpPr>
        <p:spPr>
          <a:xfrm>
            <a:off x="0" y="2136595"/>
            <a:ext cx="12110223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യേശുവരും വേഗത്തിൽ ആശ്വാസമേ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വേഗത്തിൽ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 വരും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24103-035C-4B9B-85C3-B35D7FF985D7}"/>
              </a:ext>
            </a:extLst>
          </p:cNvPr>
          <p:cNvSpPr/>
          <p:nvPr/>
        </p:nvSpPr>
        <p:spPr>
          <a:xfrm>
            <a:off x="1" y="5242435"/>
            <a:ext cx="121919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F68E-B766-4709-816C-C514DAB49896}"/>
              </a:ext>
            </a:extLst>
          </p:cNvPr>
          <p:cNvSpPr/>
          <p:nvPr/>
        </p:nvSpPr>
        <p:spPr>
          <a:xfrm>
            <a:off x="-2" y="3839642"/>
            <a:ext cx="1215668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5.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janaththinnellaa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Anpullha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kai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kannhuneerh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thudappaan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73006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817980"/>
            <a:ext cx="12156687" cy="1345071"/>
          </a:xfrm>
        </p:spPr>
        <p:txBody>
          <a:bodyPr anchor="t"/>
          <a:lstStyle/>
          <a:p>
            <a:pPr algn="l" defTabSz="282575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തിരുമുഖത്തെ നാം കൺകൊണ്ടു കണ്ടു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സന്തുഷ്ടരായെന്നും തൻ നാമം സ്തുതിപ്പാൻ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F4EEE-513E-4A91-B37B-F5A28BB703BC}"/>
              </a:ext>
            </a:extLst>
          </p:cNvPr>
          <p:cNvSpPr/>
          <p:nvPr/>
        </p:nvSpPr>
        <p:spPr>
          <a:xfrm>
            <a:off x="0" y="2136595"/>
            <a:ext cx="12110223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യേശുവരും വേഗത്തിൽ ആശ്വാസമേ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വേഗത്തിൽ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 വരും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24103-035C-4B9B-85C3-B35D7FF985D7}"/>
              </a:ext>
            </a:extLst>
          </p:cNvPr>
          <p:cNvSpPr/>
          <p:nvPr/>
        </p:nvSpPr>
        <p:spPr>
          <a:xfrm>
            <a:off x="1" y="5242435"/>
            <a:ext cx="121919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F68E-B766-4709-816C-C514DAB49896}"/>
              </a:ext>
            </a:extLst>
          </p:cNvPr>
          <p:cNvSpPr/>
          <p:nvPr/>
        </p:nvSpPr>
        <p:spPr>
          <a:xfrm>
            <a:off x="-2" y="3839642"/>
            <a:ext cx="1215668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6.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thirumukhathe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Santhushtaraayennum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374049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817980"/>
            <a:ext cx="12156687" cy="1345071"/>
          </a:xfrm>
        </p:spPr>
        <p:txBody>
          <a:bodyPr anchor="t"/>
          <a:lstStyle/>
          <a:p>
            <a:pPr algn="l" defTabSz="282575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ലോകത്തിൻ ചിന്തകൾ പോകട്ടെയെല്ലാം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എകപ്രത്യാശ ഇങ്ങാക എൻ യേശു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F4EEE-513E-4A91-B37B-F5A28BB703BC}"/>
              </a:ext>
            </a:extLst>
          </p:cNvPr>
          <p:cNvSpPr/>
          <p:nvPr/>
        </p:nvSpPr>
        <p:spPr>
          <a:xfrm>
            <a:off x="0" y="2136595"/>
            <a:ext cx="12110223" cy="126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യേശുവരും വേഗത്തിൽ ആശ്വാസമേ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വരും വേഗത്തിൽ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ക്രിസ്തേശു വരും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24103-035C-4B9B-85C3-B35D7FF985D7}"/>
              </a:ext>
            </a:extLst>
          </p:cNvPr>
          <p:cNvSpPr/>
          <p:nvPr/>
        </p:nvSpPr>
        <p:spPr>
          <a:xfrm>
            <a:off x="1" y="5242435"/>
            <a:ext cx="12191999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aashwasame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varum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0CF68E-B766-4709-816C-C514DAB49896}"/>
              </a:ext>
            </a:extLst>
          </p:cNvPr>
          <p:cNvSpPr/>
          <p:nvPr/>
        </p:nvSpPr>
        <p:spPr>
          <a:xfrm>
            <a:off x="-2" y="3839642"/>
            <a:ext cx="1215668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pokatteyellaam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prathyaasha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ingaaka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enyeshu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765524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182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390 യേശുവരും വേഗത്തിൽ</vt:lpstr>
      <vt:lpstr>1 മേഘം തൻ തേരും അനേകരാം ദൂതരും  ശേഖരിപ്പാൻ തന്നിലേക്കെല്ലാശുദ്ധരെ                                – യേശുവരും…</vt:lpstr>
      <vt:lpstr>2  ദൈവത്തെ സത്യത്തിൽ സേവ ചെയ്തവർക്ക്   ചാവിനെ ജയിച്ചു തൻ ജീവനെ കൊടുപ്പാൻ</vt:lpstr>
      <vt:lpstr>3  തൻ തിരുവരവിന്നായ് സന്തതം കാത്തവർ   ക്കന്തമില്ലാത്തോരു സന്തോഷം ലഭിപ്പാൻ</vt:lpstr>
      <vt:lpstr>4  ഭൃത്യന്മാർ താൻ ചെയ്ത സത്യപ്രകാരം   നിത്യമഹത്വത്തിൻ രാജ്യത്തിൽ വാഴാൻ</vt:lpstr>
      <vt:lpstr>5  തൻ ജനത്തിന്നെല്ലാ നിന്ദയും നീക്കി   അൻപുള്ള കൈകൊണ്ടു കണ്ണീർ തുടപ്പാൻ</vt:lpstr>
      <vt:lpstr>6  തൻ തിരുമുഖത്തെ നാം കൺകൊണ്ടു കണ്ടു   സന്തുഷ്ടരായെന്നും തൻ നാമം സ്തുതിപ്പാൻ</vt:lpstr>
      <vt:lpstr>7  ലോകത്തിൻ ചിന്തകൾ പോകട്ടെയെല്ലാം   എകപ്രത്യാശ ഇങ്ങാക എൻ യേശു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varum vegathil</dc:title>
  <dc:creator>Digital Input:; GM JOHN; Acsah Mathews</dc:creator>
  <cp:lastModifiedBy>Acsah Mathews</cp:lastModifiedBy>
  <cp:revision>305</cp:revision>
  <dcterms:created xsi:type="dcterms:W3CDTF">2013-04-19T09:19:07Z</dcterms:created>
  <dcterms:modified xsi:type="dcterms:W3CDTF">2018-11-26T14:27:50Z</dcterms:modified>
</cp:coreProperties>
</file>