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4" r:id="rId4"/>
    <p:sldId id="275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66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FFE24-23C4-4995-AC43-6073CFAE4042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45B92-F462-43D7-B1ED-F33D800DD7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0DA6E8-78BB-4193-8B38-ABF72CFD2901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0876A-7E2D-45AB-A388-224BEF52E9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3B0E60-C9D7-4B2A-973E-D3F9B31F2B59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B7A66-0A35-4383-8108-37AE46625F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31748-647A-47A8-8DC8-2092A05857B6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1182C-6853-4794-82AD-0D96B50CDD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0C6F82-7C08-400D-85E3-EA49BE9FF447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31CECB-6927-4F65-8D27-0F4450F2BC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94875-5471-4D8D-8AA0-12356DFDDA6D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01734-F4A2-42AA-95AB-EF884509F8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5299B1-9DF6-48DF-9446-94B2A4790652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6B97FA-BE93-423F-AFCC-0CC231713C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815E1A-8591-49E7-AFDC-156F788F4D32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534DE-CFEF-4D06-BDBB-A8D9CE514A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95DCE6-0FF6-4EA0-940D-D9F220A17A24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E1A411-4F28-4620-AD75-AF9C526F5E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8084D-5AE2-4F38-AEA8-5BB919E9C413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910BB-11CC-479F-87B9-925ECF4E33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2DE23-4085-4307-A3DB-0D2F48A5233A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6C1BC7-64A2-4793-B742-0DC178C116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FBA8387-BE83-4277-B1DD-9585F952611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2511A0B-0E3D-465B-81DA-87A8FE76A8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8A09D-8104-40D2-ABA7-BC4F9480E8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എന്തുചെയ്യേണ്ടു ഞാൻ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F064B4-4D87-4BC7-9463-618903F1A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Enthu </a:t>
            </a:r>
            <a:r>
              <a:rPr lang="en-US" sz="4000" b="1" dirty="0" err="1">
                <a:solidFill>
                  <a:schemeClr val="tx2"/>
                </a:solidFill>
              </a:rPr>
              <a:t>cheyendu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njan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D58F57-8F3E-43A4-8125-DE8C67BC7170}"/>
              </a:ext>
            </a:extLst>
          </p:cNvPr>
          <p:cNvSpPr/>
          <p:nvPr/>
        </p:nvSpPr>
        <p:spPr>
          <a:xfrm>
            <a:off x="2286000" y="5255141"/>
            <a:ext cx="3315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(യുസ്തുസ് യൌസേഫ്)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58422-24A8-4186-9AAC-77049CDE8F36}"/>
              </a:ext>
            </a:extLst>
          </p:cNvPr>
          <p:cNvSpPr/>
          <p:nvPr/>
        </p:nvSpPr>
        <p:spPr>
          <a:xfrm>
            <a:off x="7357251" y="5255141"/>
            <a:ext cx="25561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</a:t>
            </a:r>
            <a:r>
              <a:rPr lang="en-US" sz="2000" b="1" dirty="0" err="1">
                <a:solidFill>
                  <a:schemeClr val="accent2"/>
                </a:solidFill>
              </a:rPr>
              <a:t>Yusthus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</a:rPr>
              <a:t>Youseph</a:t>
            </a:r>
            <a:r>
              <a:rPr lang="en-US" sz="2000" b="1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75381432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3065046"/>
          </a:xfrm>
        </p:spPr>
        <p:txBody>
          <a:bodyPr anchor="t"/>
          <a:lstStyle/>
          <a:p>
            <a:pPr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എന്തുചെയ്യേണ്ടു ഞാൻ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ജീവനാഥാ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ചിന്ത കലങ്ങിയുഴലുന്നു താത-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എന്തു ചെയ്തിടേണ്ടു ഞാൻ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6653E5-EF66-40BF-B94C-493C99BC57B5}"/>
              </a:ext>
            </a:extLst>
          </p:cNvPr>
          <p:cNvSpPr/>
          <p:nvPr/>
        </p:nvSpPr>
        <p:spPr>
          <a:xfrm>
            <a:off x="0" y="3429000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cheyendu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jeevanaadha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kalangiyuzhalunnu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cheythidendu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1524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ഇത്രനാളായിട്ടും ഇത്തിരി പോലുമെൻ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ചിത്തമതു ഗുണപ്പെട്ടിട്ടില്ലയ്യോ!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6653E5-EF66-40BF-B94C-493C99BC57B5}"/>
              </a:ext>
            </a:extLst>
          </p:cNvPr>
          <p:cNvSpPr/>
          <p:nvPr/>
        </p:nvSpPr>
        <p:spPr>
          <a:xfrm>
            <a:off x="0" y="3581400"/>
            <a:ext cx="12192000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1.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Ithra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naalhaayittum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ithiri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polumen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Chiththamathu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gunhappettittillayo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45D1F6-AA8B-49C1-84CB-553806552F4C}"/>
              </a:ext>
            </a:extLst>
          </p:cNvPr>
          <p:cNvSpPr/>
          <p:nvPr/>
        </p:nvSpPr>
        <p:spPr>
          <a:xfrm>
            <a:off x="25400" y="2057400"/>
            <a:ext cx="118872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എന്തുചെയ്യേണ്ടു ഞാൻ എൻ ജീവനാഥാ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 കലങ്ങിയുഴലുന്നു താത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എന്തു ചെയ്തിടേണ്ടു ഞാൻ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0BF28F-4346-48CD-AD78-85F760B76A7A}"/>
              </a:ext>
            </a:extLst>
          </p:cNvPr>
          <p:cNvSpPr/>
          <p:nvPr/>
        </p:nvSpPr>
        <p:spPr>
          <a:xfrm>
            <a:off x="0" y="4953000"/>
            <a:ext cx="11277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cheyendu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jeevanaadha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kalangiyuzhalunnu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thaatha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cheythidendu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259838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1524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എൻ പുണ്യങ്ങൾ തിരു മുമ്പിലറപ്പായ്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തമ്പുരാനേ! കാണപ്പെട്ടീടുന്നയ്യോ!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6653E5-EF66-40BF-B94C-493C99BC57B5}"/>
              </a:ext>
            </a:extLst>
          </p:cNvPr>
          <p:cNvSpPr/>
          <p:nvPr/>
        </p:nvSpPr>
        <p:spPr>
          <a:xfrm>
            <a:off x="0" y="3581400"/>
            <a:ext cx="12192000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2.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punyangalh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mumbillarhappai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Thanmburaane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Kaanhapettittallayo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45D1F6-AA8B-49C1-84CB-553806552F4C}"/>
              </a:ext>
            </a:extLst>
          </p:cNvPr>
          <p:cNvSpPr/>
          <p:nvPr/>
        </p:nvSpPr>
        <p:spPr>
          <a:xfrm>
            <a:off x="25400" y="2057400"/>
            <a:ext cx="118872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എന്തുചെയ്യേണ്ടു ഞാൻ എൻ ജീവനാഥാ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 കലങ്ങിയുഴലുന്നു താത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എന്തു ചെയ്തിടേണ്ടു ഞാൻ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0BF28F-4346-48CD-AD78-85F760B76A7A}"/>
              </a:ext>
            </a:extLst>
          </p:cNvPr>
          <p:cNvSpPr/>
          <p:nvPr/>
        </p:nvSpPr>
        <p:spPr>
          <a:xfrm>
            <a:off x="0" y="4953000"/>
            <a:ext cx="11277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cheyendu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jeevanaadha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kalangiyuzhalunnu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thaatha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cheythidendu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360509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1524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നീതിയെന്നെണ്ണി സ്വ</a:t>
            </a:r>
            <a:r>
              <a:rPr lang="en-US" sz="3600" b="1" dirty="0">
                <a:latin typeface="Kartika" panose="02020503030404060203" pitchFamily="18" charset="0"/>
              </a:rPr>
              <a:t>-</a:t>
            </a:r>
            <a:r>
              <a:rPr lang="ml-IN" sz="3600" b="1" dirty="0">
                <a:latin typeface="Kartika" panose="02020503030404060203" pitchFamily="18" charset="0"/>
              </a:rPr>
              <a:t>നീതി തന്നിൽ ചാരി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പാതകനായ് നാശ-പാതയിൽ പോയയ്യോ!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6653E5-EF66-40BF-B94C-493C99BC57B5}"/>
              </a:ext>
            </a:extLst>
          </p:cNvPr>
          <p:cNvSpPr/>
          <p:nvPr/>
        </p:nvSpPr>
        <p:spPr>
          <a:xfrm>
            <a:off x="0" y="3581400"/>
            <a:ext cx="12192000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Neethiyennhi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swa-neethi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chaari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Paathakanaai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poyayyo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45D1F6-AA8B-49C1-84CB-553806552F4C}"/>
              </a:ext>
            </a:extLst>
          </p:cNvPr>
          <p:cNvSpPr/>
          <p:nvPr/>
        </p:nvSpPr>
        <p:spPr>
          <a:xfrm>
            <a:off x="25400" y="2057400"/>
            <a:ext cx="118872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എന്തുചെയ്യേണ്ടു ഞാൻ എൻ ജീവനാഥാ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 കലങ്ങിയുഴലുന്നു താത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എന്തു ചെയ്തിടേണ്ടു ഞാൻ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0BF28F-4346-48CD-AD78-85F760B76A7A}"/>
              </a:ext>
            </a:extLst>
          </p:cNvPr>
          <p:cNvSpPr/>
          <p:nvPr/>
        </p:nvSpPr>
        <p:spPr>
          <a:xfrm>
            <a:off x="0" y="4953000"/>
            <a:ext cx="11277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cheyendu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jeevanaadha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kalangiyuzhalunnu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thaatha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cheythidendu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0835471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1524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4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മരണത്തിൻ വേരെടു-ത്തെറിയായ്കയാ ലയ്യോ!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മരണവിഷമെന്നുൾ-മരുവിടുന്നയ്യോ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6653E5-EF66-40BF-B94C-493C99BC57B5}"/>
              </a:ext>
            </a:extLst>
          </p:cNvPr>
          <p:cNvSpPr/>
          <p:nvPr/>
        </p:nvSpPr>
        <p:spPr>
          <a:xfrm>
            <a:off x="0" y="3581400"/>
            <a:ext cx="12192000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Maranhathil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vereduththerhiyaykayaalayyo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Maranhavishamennulh-maruvinnayyo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45D1F6-AA8B-49C1-84CB-553806552F4C}"/>
              </a:ext>
            </a:extLst>
          </p:cNvPr>
          <p:cNvSpPr/>
          <p:nvPr/>
        </p:nvSpPr>
        <p:spPr>
          <a:xfrm>
            <a:off x="25400" y="2057400"/>
            <a:ext cx="118872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എന്തുചെയ്യേണ്ടു ഞാൻ എൻ ജീവനാഥാ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 കലങ്ങിയുഴലുന്നു താത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എന്തു ചെയ്തിടേണ്ടു ഞാൻ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0BF28F-4346-48CD-AD78-85F760B76A7A}"/>
              </a:ext>
            </a:extLst>
          </p:cNvPr>
          <p:cNvSpPr/>
          <p:nvPr/>
        </p:nvSpPr>
        <p:spPr>
          <a:xfrm>
            <a:off x="0" y="4953000"/>
            <a:ext cx="11277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cheyendu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jeevanaadha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kalangiyuzhalunnu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thaatha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cheythidendu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973299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1524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5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ഒന്നുമില്ലാ എന്നിൽ എന്നറിഞ്ഞേനിപ്പോൾ.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മന്നനേ! നിൻ പാദം-തന്നിൽ വീണിടുന്നേൻ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6653E5-EF66-40BF-B94C-493C99BC57B5}"/>
              </a:ext>
            </a:extLst>
          </p:cNvPr>
          <p:cNvSpPr/>
          <p:nvPr/>
        </p:nvSpPr>
        <p:spPr>
          <a:xfrm>
            <a:off x="0" y="3581400"/>
            <a:ext cx="12192000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Onnumilla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ennarhinjappolh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Mannane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veenhidunnen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45D1F6-AA8B-49C1-84CB-553806552F4C}"/>
              </a:ext>
            </a:extLst>
          </p:cNvPr>
          <p:cNvSpPr/>
          <p:nvPr/>
        </p:nvSpPr>
        <p:spPr>
          <a:xfrm>
            <a:off x="25400" y="2057400"/>
            <a:ext cx="118872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എന്തുചെയ്യേണ്ടു ഞാൻ എൻ ജീവനാഥാ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 കലങ്ങിയുഴലുന്നു താത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എന്തു ചെയ്തിടേണ്ടു ഞാൻ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0BF28F-4346-48CD-AD78-85F760B76A7A}"/>
              </a:ext>
            </a:extLst>
          </p:cNvPr>
          <p:cNvSpPr/>
          <p:nvPr/>
        </p:nvSpPr>
        <p:spPr>
          <a:xfrm>
            <a:off x="0" y="4953000"/>
            <a:ext cx="11277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cheyendu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jeevanaadha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kalangiyuzhalunnu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thaatha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cheythidendu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001526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1524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6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നിൻ വലങ്കൈ കൊണ്ടു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പിടിച്ചു നിൻ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പൊന്നു ലോകം തന്നിൽ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നടത്തുക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6653E5-EF66-40BF-B94C-493C99BC57B5}"/>
              </a:ext>
            </a:extLst>
          </p:cNvPr>
          <p:cNvSpPr/>
          <p:nvPr/>
        </p:nvSpPr>
        <p:spPr>
          <a:xfrm>
            <a:off x="0" y="3581400"/>
            <a:ext cx="12192000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6.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valankai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pidichu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Ponnulokam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nadathuka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45D1F6-AA8B-49C1-84CB-553806552F4C}"/>
              </a:ext>
            </a:extLst>
          </p:cNvPr>
          <p:cNvSpPr/>
          <p:nvPr/>
        </p:nvSpPr>
        <p:spPr>
          <a:xfrm>
            <a:off x="25400" y="2057400"/>
            <a:ext cx="118872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എന്തുചെയ്യേണ്ടു ഞാൻ എൻ ജീവനാഥാ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 കലങ്ങിയുഴലുന്നു താത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എന്തു ചെയ്തിടേണ്ടു ഞാൻ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0BF28F-4346-48CD-AD78-85F760B76A7A}"/>
              </a:ext>
            </a:extLst>
          </p:cNvPr>
          <p:cNvSpPr/>
          <p:nvPr/>
        </p:nvSpPr>
        <p:spPr>
          <a:xfrm>
            <a:off x="0" y="4953000"/>
            <a:ext cx="11277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cheyendu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jeevanaadha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kalangiyuzhalunnu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thaatha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cheythidendu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807874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193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207 എന്തുചെയ്യേണ്ടു ഞാൻ</vt:lpstr>
      <vt:lpstr>എന്തുചെയ്യേണ്ടു ഞാൻ  എൻ ജീവനാഥാ ചിന്ത കലങ്ങിയുഴലുന്നു താത-  എന്തു ചെയ്തിടേണ്ടു ഞാൻ</vt:lpstr>
      <vt:lpstr>1 ഇത്രനാളായിട്ടും ഇത്തിരി പോലുമെൻ  ചിത്തമതു ഗുണപ്പെട്ടിട്ടില്ലയ്യോ!</vt:lpstr>
      <vt:lpstr>2 എൻ പുണ്യങ്ങൾ തിരു മുമ്പിലറപ്പായ്  തമ്പുരാനേ! കാണപ്പെട്ടീടുന്നയ്യോ! </vt:lpstr>
      <vt:lpstr>3 നീതിയെന്നെണ്ണി സ്വ-നീതി തന്നിൽ ചാരി  പാതകനായ് നാശ-പാതയിൽ പോയയ്യോ! </vt:lpstr>
      <vt:lpstr>4 മരണത്തിൻ വേരെടു-ത്തെറിയായ്കയാ ലയ്യോ!  മരണവിഷമെന്നുൾ-മരുവിടുന്നയ്യോ </vt:lpstr>
      <vt:lpstr>5 ഒന്നുമില്ലാ എന്നിൽ എന്നറിഞ്ഞേനിപ്പോൾ.  മന്നനേ! നിൻ പാദം-തന്നിൽ വീണിടുന്നേൻ </vt:lpstr>
      <vt:lpstr>6 നിൻ വലങ്കൈ കൊണ്ടു - എന്നെ പിടിച്ചു നിൻ  പൊന്നു ലോകം തന്നിൽ - എന്നെ നടത്തുക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Enthu cheyendu njan</dc:title>
  <dc:creator>Digital Input:; GM JOHN; Acsah Mathews</dc:creator>
  <cp:lastModifiedBy>Acsah Mathews</cp:lastModifiedBy>
  <cp:revision>321</cp:revision>
  <dcterms:created xsi:type="dcterms:W3CDTF">2013-04-19T09:19:07Z</dcterms:created>
  <dcterms:modified xsi:type="dcterms:W3CDTF">2018-11-08T15:52:02Z</dcterms:modified>
</cp:coreProperties>
</file>