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74" r:id="rId3"/>
    <p:sldId id="276" r:id="rId4"/>
    <p:sldId id="277" r:id="rId5"/>
    <p:sldId id="281" r:id="rId6"/>
    <p:sldId id="278" r:id="rId7"/>
    <p:sldId id="282" r:id="rId8"/>
    <p:sldId id="279" r:id="rId9"/>
    <p:sldId id="283" r:id="rId10"/>
    <p:sldId id="280" r:id="rId11"/>
    <p:sldId id="284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79" autoAdjust="0"/>
    <p:restoredTop sz="94660"/>
  </p:normalViewPr>
  <p:slideViewPr>
    <p:cSldViewPr>
      <p:cViewPr varScale="1">
        <p:scale>
          <a:sx n="43" d="100"/>
          <a:sy n="43" d="100"/>
        </p:scale>
        <p:origin x="48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1C15CA-34FC-4CF5-9243-75F88A4C3925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FC75BB-A16B-4C19-BF79-D1ADAC8F29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0F8D9B-C52F-437A-9435-3FB958232726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F9B2E1-5C5B-43EB-890E-5B1DFBA635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6989ED-A39E-4F68-9B36-CFCC45C02424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8C323D-DDC4-4094-AD75-E0A9A2FDB8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9155A-2017-497E-8CE1-CFF5C1A361A8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831FC1-E409-48D8-91FF-184DCE0E29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E15F27-4484-40A6-BAD4-A09B73047AE6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0B083F-9089-459B-B92B-1CAE4EF836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398C14-E129-4B44-8BDE-052D0875ECFC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7269EA-4060-490F-A33E-16B9562B6C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0F308-7743-4103-8754-34B34B74AA73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0D59C7-0585-4A8E-8C45-7A4ADBA7A3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5D222A-6A97-430E-BC8E-63EB8AC2DB35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8AC91B-96B2-4C3C-89FD-480C380EC4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7B83AF-819E-4C30-9AC6-EF86A6D8AB71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C3E84F-9B16-4514-9E78-2502D31763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AFF40-5F09-4AF2-8588-4FFD33C5E679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1F6C1E-CC4B-4BDA-9DAF-7894A87EA2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A2A1B-DB55-49FA-A2E4-11713EA6688F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7DD75-E022-4B4E-B9B8-A9303CA480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96057AA-182B-45A0-BA49-10ECF826CD81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17EE414-F18B-4D8A-A061-A019DEF7F7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E6B3-9CDE-4B7F-9EBC-89EC935B2E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259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പാടിപുകഴ്‌ത്തിടാം ദേവദേവനെ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903092-8F3F-4E2B-8801-2616ECDB2D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Paadipukazhththidaam Deva Devaney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6504096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0" y="0"/>
            <a:ext cx="7620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259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228600" y="1022195"/>
            <a:ext cx="11963400" cy="2438400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512763" algn="l"/>
              </a:tabLs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പാടിപുകഴ്‌ത്തിടാം ദേവദേവനെ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പുതിയതാം കൃപകളോടെ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ഇന്നലെയും ഇന്നും എന്നും മാറാ യേശുവെ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നാം പാടി പുകഴ്‌ത്താം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D9BFB-3403-4D97-B242-5FF9F15F4FDE}"/>
              </a:ext>
            </a:extLst>
          </p:cNvPr>
          <p:cNvSpPr/>
          <p:nvPr/>
        </p:nvSpPr>
        <p:spPr>
          <a:xfrm>
            <a:off x="210015" y="3810000"/>
            <a:ext cx="11201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Paadipukazhththidaam Deva Devaney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puthiyathaam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kripakalhodey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Innaléyum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innum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maaraa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Yeshuvey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paadipukazhththaam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8EA622-3977-4989-BFE9-F7B463D3D576}"/>
              </a:ext>
            </a:extLst>
          </p:cNvPr>
          <p:cNvSpPr/>
          <p:nvPr/>
        </p:nvSpPr>
        <p:spPr>
          <a:xfrm>
            <a:off x="0" y="166584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0" y="0"/>
            <a:ext cx="7620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259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488962"/>
            <a:ext cx="12192000" cy="3206131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512763" algn="l"/>
              </a:tabLs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യേശുവെന്ന നാമമേ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 ആത്മാവിന്‍ ഗീതമേ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 പ്രിയ യേശുവെ ഞാനെന്നും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വാഴ്‌ത്തിപുകഴ്‌ത്തിടുമെ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D9BFB-3403-4D97-B242-5FF9F15F4FDE}"/>
              </a:ext>
            </a:extLst>
          </p:cNvPr>
          <p:cNvSpPr/>
          <p:nvPr/>
        </p:nvSpPr>
        <p:spPr>
          <a:xfrm>
            <a:off x="105007" y="3695093"/>
            <a:ext cx="11981985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ennaathamavin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geethamey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vaazhththi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pukazhththeedumey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302435973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0" y="0"/>
            <a:ext cx="7620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259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228600" y="1022195"/>
            <a:ext cx="11963400" cy="2438400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512763" algn="l"/>
              </a:tabLst>
            </a:pPr>
            <a:r>
              <a:rPr lang="ml-IN" sz="3600" b="1" dirty="0">
                <a:latin typeface="Kartika" panose="02020503030404060203" pitchFamily="18" charset="0"/>
              </a:rPr>
              <a:t>ഘോര ഭയങ്കര കാറ്റും അലയും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കൊടിയതായ് വരും നേരത്തിൽ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കാക്കും കരങ്ങളാൽ ചേർത്തു മാർവ്വണച്ച </a:t>
            </a:r>
            <a:br>
              <a:rPr lang="en-US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സ്നേഹം നിത്യം പാടും ഞാൻ</a:t>
            </a:r>
            <a:br>
              <a:rPr lang="ml-IN" sz="3600" b="1" dirty="0">
                <a:latin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D9BFB-3403-4D97-B242-5FF9F15F4FDE}"/>
              </a:ext>
            </a:extLst>
          </p:cNvPr>
          <p:cNvSpPr/>
          <p:nvPr/>
        </p:nvSpPr>
        <p:spPr>
          <a:xfrm>
            <a:off x="210015" y="3810000"/>
            <a:ext cx="11201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Ghora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bhayankara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kaattum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alayum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kodiyathaai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varum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nèraththil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Kaakkum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karangalhaal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chèrththu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maarvanhachcha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snèham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njaan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8EA622-3977-4989-BFE9-F7B463D3D576}"/>
              </a:ext>
            </a:extLst>
          </p:cNvPr>
          <p:cNvSpPr/>
          <p:nvPr/>
        </p:nvSpPr>
        <p:spPr>
          <a:xfrm>
            <a:off x="0" y="166584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410359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0" y="0"/>
            <a:ext cx="7620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259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488962"/>
            <a:ext cx="12192000" cy="3206131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512763" algn="l"/>
              </a:tabLs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യേശുവെന്ന നാമമേ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 ആത്മാവിന്‍ ഗീതമേ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 പ്രിയ യേശുവെ ഞാനെന്നും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വാഴ്‌ത്തിപുകഴ്‌ത്തിടുമെ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D9BFB-3403-4D97-B242-5FF9F15F4FDE}"/>
              </a:ext>
            </a:extLst>
          </p:cNvPr>
          <p:cNvSpPr/>
          <p:nvPr/>
        </p:nvSpPr>
        <p:spPr>
          <a:xfrm>
            <a:off x="105007" y="3695093"/>
            <a:ext cx="11981985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ennaathamavin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geethamey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vaazhththi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pukazhththeedumey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5345349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0" y="0"/>
            <a:ext cx="7620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259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228600" y="1022195"/>
            <a:ext cx="11963400" cy="2438400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512763" algn="l"/>
              </a:tabLs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പെറ്റ തള്ള കുഞ്ഞിനെ മറന്നാലും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മറക്കാ എന്ന വാർത്തയാൽ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താഴ്ത്തി എന്നെ തൻ കരത്തിൽ വച്ചു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ജീവാപാതേ എന്നും ഓടും ഞാൻ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D9BFB-3403-4D97-B242-5FF9F15F4FDE}"/>
              </a:ext>
            </a:extLst>
          </p:cNvPr>
          <p:cNvSpPr/>
          <p:nvPr/>
        </p:nvSpPr>
        <p:spPr>
          <a:xfrm>
            <a:off x="210015" y="3810000"/>
            <a:ext cx="11201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Petta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thallha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kunjiney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marannaalum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marakkaa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enna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vaarththayaal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Thaazhthi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enna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thankaraththil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vachchu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paathey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ôdum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njaan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8EA622-3977-4989-BFE9-F7B463D3D576}"/>
              </a:ext>
            </a:extLst>
          </p:cNvPr>
          <p:cNvSpPr/>
          <p:nvPr/>
        </p:nvSpPr>
        <p:spPr>
          <a:xfrm>
            <a:off x="0" y="166584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4255592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0" y="0"/>
            <a:ext cx="7620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259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488962"/>
            <a:ext cx="12192000" cy="3206131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512763" algn="l"/>
              </a:tabLs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യേശുവെന്ന നാമമേ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 ആത്മാവിന്‍ ഗീതമേ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 പ്രിയ യേശുവെ ഞാനെന്നും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വാഴ്‌ത്തിപുകഴ്‌ത്തിടുമെ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D9BFB-3403-4D97-B242-5FF9F15F4FDE}"/>
              </a:ext>
            </a:extLst>
          </p:cNvPr>
          <p:cNvSpPr/>
          <p:nvPr/>
        </p:nvSpPr>
        <p:spPr>
          <a:xfrm>
            <a:off x="105007" y="3695093"/>
            <a:ext cx="11981985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ennaathamavin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geethamey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vaazhththi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pukazhththeedumey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57355031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0" y="0"/>
            <a:ext cx="7620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259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228600" y="1022195"/>
            <a:ext cx="11963400" cy="2438400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512763" algn="l"/>
              </a:tabLst>
            </a:pPr>
            <a:r>
              <a:rPr lang="ml-IN" sz="3600" b="1" dirty="0">
                <a:latin typeface="Kartika" panose="02020503030404060203" pitchFamily="18" charset="0"/>
              </a:rPr>
              <a:t>ഭൂമിയെങ്ങും പോയി സാക്ഷി ചൊല്ലുവിന്‍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എന്നുരച്ച കല്‍പനയതാല്‍</a:t>
            </a:r>
            <a:br>
              <a:rPr lang="en-US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ദേഹം ദേഹിയെല്ലാം ഒന്നായ് ചേര്‍ന്നു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പ്രിയനായ് വേലചെയ്യും ഞാന്‍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D9BFB-3403-4D97-B242-5FF9F15F4FDE}"/>
              </a:ext>
            </a:extLst>
          </p:cNvPr>
          <p:cNvSpPr/>
          <p:nvPr/>
        </p:nvSpPr>
        <p:spPr>
          <a:xfrm>
            <a:off x="210015" y="3810000"/>
            <a:ext cx="11201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Bhoomiyengum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pôyi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saakshi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cholluvin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ennurachcha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kalpanayathaal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Dèham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dèhiyellaam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onnaai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chèrnnu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priyannaayi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vela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cheyyum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njaan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8EA622-3977-4989-BFE9-F7B463D3D576}"/>
              </a:ext>
            </a:extLst>
          </p:cNvPr>
          <p:cNvSpPr/>
          <p:nvPr/>
        </p:nvSpPr>
        <p:spPr>
          <a:xfrm>
            <a:off x="0" y="166584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5352286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0" y="0"/>
            <a:ext cx="7620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259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488962"/>
            <a:ext cx="12192000" cy="3206131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512763" algn="l"/>
              </a:tabLs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യേശുവെന്ന നാമമേ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 ആത്മാവിന്‍ ഗീതമേ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 പ്രിയ യേശുവെ ഞാനെന്നും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വാഴ്‌ത്തിപുകഴ്‌ത്തിടുമെ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D9BFB-3403-4D97-B242-5FF9F15F4FDE}"/>
              </a:ext>
            </a:extLst>
          </p:cNvPr>
          <p:cNvSpPr/>
          <p:nvPr/>
        </p:nvSpPr>
        <p:spPr>
          <a:xfrm>
            <a:off x="105007" y="3695093"/>
            <a:ext cx="11981985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ennaathamavin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geethamey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vaazhththi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pukazhththeedumey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277081994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0" y="0"/>
            <a:ext cx="7620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259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228600" y="1022195"/>
            <a:ext cx="11963400" cy="2438400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512763" algn="l"/>
              </a:tabLs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യോര്‍ദ്ദാന്‍ സമമന ശോധനയിലും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താണുവീണു പോകാതെ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ആര്‍പ്പിന്‍ ജയധ്വനിയോടും കാത്തു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പാലിക്കുന്ന സ്‌നേഹമാശ്ചര്യം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D9BFB-3403-4D97-B242-5FF9F15F4FDE}"/>
              </a:ext>
            </a:extLst>
          </p:cNvPr>
          <p:cNvSpPr/>
          <p:nvPr/>
        </p:nvSpPr>
        <p:spPr>
          <a:xfrm>
            <a:off x="210015" y="3810000"/>
            <a:ext cx="11201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Yorddaan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sama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manashodanayilum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thaanhuveenhu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pôkaathey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Aarppin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jaya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dhwaniyodum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kaaththu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paalikkunna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snehamaashcharyam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8EA622-3977-4989-BFE9-F7B463D3D576}"/>
              </a:ext>
            </a:extLst>
          </p:cNvPr>
          <p:cNvSpPr/>
          <p:nvPr/>
        </p:nvSpPr>
        <p:spPr>
          <a:xfrm>
            <a:off x="0" y="166584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6565521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0" y="0"/>
            <a:ext cx="7620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259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488962"/>
            <a:ext cx="12192000" cy="3206131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512763" algn="l"/>
              </a:tabLst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യേശുവെന്ന നാമമേ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 ആത്മാവിന്‍ ഗീതമേ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 പ്രിയ യേശുവെ ഞാനെന്നും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വാഴ്‌ത്തിപുകഴ്‌ത്തിടുമെ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D9BFB-3403-4D97-B242-5FF9F15F4FDE}"/>
              </a:ext>
            </a:extLst>
          </p:cNvPr>
          <p:cNvSpPr/>
          <p:nvPr/>
        </p:nvSpPr>
        <p:spPr>
          <a:xfrm>
            <a:off x="105007" y="3695093"/>
            <a:ext cx="11981985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ennaathamavin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geethamey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vaazhththi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pukazhththeedumey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96004393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191</Words>
  <Application>Microsoft Office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Kartika</vt:lpstr>
      <vt:lpstr>Office Theme</vt:lpstr>
      <vt:lpstr>259 പാടിപുകഴ്‌ത്തിടാം ദേവദേവനെ</vt:lpstr>
      <vt:lpstr>പാടിപുകഴ്‌ത്തിടാം ദേവദേവനെ  പുതിയതാം കൃപകളോടെ ഇന്നലെയും ഇന്നും എന്നും മാറാ യേശുവെ നാം പാടി പുകഴ്‌ത്താം</vt:lpstr>
      <vt:lpstr>യേശുവെന്ന നാമമേ  എന്‍ ആത്മാവിന്‍ ഗീതമേ എന്‍ പ്രിയ യേശുവെ ഞാനെന്നും വാഴ്‌ത്തിപുകഴ്‌ത്തിടുമെ  (2)</vt:lpstr>
      <vt:lpstr>ഘോര ഭയങ്കര കാറ്റും അലയും  കൊടിയതായ് വരും നേരത്തിൽ  കാക്കും കരങ്ങളാൽ ചേർത്തു മാർവ്വണച്ച  സ്നേഹം നിത്യം പാടും ഞാൻ </vt:lpstr>
      <vt:lpstr>യേശുവെന്ന നാമമേ  എന്‍ ആത്മാവിന്‍ ഗീതമേ എന്‍ പ്രിയ യേശുവെ ഞാനെന്നും വാഴ്‌ത്തിപുകഴ്‌ത്തിടുമെ  (2)</vt:lpstr>
      <vt:lpstr>പെറ്റ തള്ള കുഞ്ഞിനെ മറന്നാലും  ഞാൻ മറക്കാ എന്ന വാർത്തയാൽ  താഴ്ത്തി എന്നെ തൻ കരത്തിൽ വച്ചു  ജീവാപാതേ എന്നും ഓടും ഞാൻ</vt:lpstr>
      <vt:lpstr>യേശുവെന്ന നാമമേ  എന്‍ ആത്മാവിന്‍ ഗീതമേ എന്‍ പ്രിയ യേശുവെ ഞാനെന്നും വാഴ്‌ത്തിപുകഴ്‌ത്തിടുമെ  (2)</vt:lpstr>
      <vt:lpstr>ഭൂമിയെങ്ങും പോയി സാക്ഷി ചൊല്ലുവിന്‍  എന്നുരച്ച കല്‍പനയതാല്‍ ദേഹം ദേഹിയെല്ലാം ഒന്നായ് ചേര്‍ന്നു  പ്രിയനായ് വേലചെയ്യും ഞാന്‍</vt:lpstr>
      <vt:lpstr>യേശുവെന്ന നാമമേ  എന്‍ ആത്മാവിന്‍ ഗീതമേ എന്‍ പ്രിയ യേശുവെ ഞാനെന്നും വാഴ്‌ത്തിപുകഴ്‌ത്തിടുമെ  (2)</vt:lpstr>
      <vt:lpstr>യോര്‍ദ്ദാന്‍ സമമന ശോധനയിലും താണുവീണു പോകാതെ ആര്‍പ്പിന്‍ ജയധ്വനിയോടും കാത്തു പാലിക്കുന്ന സ്‌നേഹമാശ്ചര്യം </vt:lpstr>
      <vt:lpstr>യേശുവെന്ന നാമമേ  എന്‍ ആത്മാവിന്‍ ഗീതമേ എന്‍ പ്രിയ യേശുവെ ഞാനെന്നും വാഴ്‌ത്തിപുകഴ്‌ത്തിടുമെ 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Paadi pukazhthidam deva devane</dc:title>
  <dc:creator>Digital Input:; GM JOHN; Acsah Mathews</dc:creator>
  <cp:lastModifiedBy>Acsah Mathews</cp:lastModifiedBy>
  <cp:revision>174</cp:revision>
  <dcterms:created xsi:type="dcterms:W3CDTF">2013-04-25T00:28:25Z</dcterms:created>
  <dcterms:modified xsi:type="dcterms:W3CDTF">2018-11-14T17:23:38Z</dcterms:modified>
</cp:coreProperties>
</file>