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88F27D-0D89-4151-9D86-E6354B2024E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DAB3C8-6F37-4EEC-9D4B-A871A99FD1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62168-D8DB-48A5-8367-A3F98FFE2E2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C0398-636D-4BC1-81BE-FC5924F149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DB6581-6FA9-420D-B67B-3DE30E0303A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A092C7-0CEB-4362-B066-5C5D7447C0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22CC7-5370-4D9E-B365-E133DCF26710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E0C76-CD56-40F6-AEBB-91FD09C081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FCD2F-06D6-4B80-BC29-2A32176B17A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13FDCF-3B41-47C3-A5FF-1C617FD75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07C02E-A9EA-4B9A-B417-0C14CF3244A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6445E-2083-4B26-89CD-D59091A77D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8EB681-E969-4A12-94DB-FF1F88D3DB8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2E9F3-5EDB-4836-AE4B-9779FB683D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78F4F-24AA-4346-9D83-00B427F096F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1D5750-1063-424B-877E-AFD3BE80A2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5D1EE-85C7-4248-BE86-ED6C2D5C0EC3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8D3B43-9C1E-4D3F-99E9-FB226CBB20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422F4A-5BF1-4072-9979-0490EA4ADEE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AEA867-440C-43D1-AD4B-EAF34022B6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8EB44-0C65-4885-B728-76900F481E4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6D2E3-109D-4016-A050-4B92CED392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9F078EB-DF4A-475E-BAA7-031E547DB8F2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7CC7BB1-5048-43CB-9C0C-2C5D70CD6E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5ACA1-99A4-4AC1-A543-F75F056A47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166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യേശുവിന്നരികിൽ വാ പാപി!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9DC7E-724B-4D18-BC08-F4BF4E87B2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0668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Yeshuvinnarikil </a:t>
            </a:r>
            <a:r>
              <a:rPr lang="en-US" sz="4000" b="1" dirty="0" err="1">
                <a:solidFill>
                  <a:schemeClr val="tx2"/>
                </a:solidFill>
              </a:rPr>
              <a:t>vaa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paapi</a:t>
            </a:r>
            <a:r>
              <a:rPr lang="en-US" sz="4000" b="1" dirty="0">
                <a:solidFill>
                  <a:schemeClr val="tx2"/>
                </a:solidFill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CCCCC1-08F8-4F85-9F05-28BABE209A6C}"/>
              </a:ext>
            </a:extLst>
          </p:cNvPr>
          <p:cNvSpPr/>
          <p:nvPr/>
        </p:nvSpPr>
        <p:spPr>
          <a:xfrm>
            <a:off x="2133600" y="5238749"/>
            <a:ext cx="23727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(റ്റി. ജെ. വർക്കി)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4A2074-9B3E-4732-B054-5B4F6D2F3112}"/>
              </a:ext>
            </a:extLst>
          </p:cNvPr>
          <p:cNvSpPr/>
          <p:nvPr/>
        </p:nvSpPr>
        <p:spPr>
          <a:xfrm>
            <a:off x="8836244" y="5238749"/>
            <a:ext cx="167289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(T.J. </a:t>
            </a:r>
            <a:r>
              <a:rPr lang="en-US" sz="2000" dirty="0" err="1">
                <a:solidFill>
                  <a:schemeClr val="accent2"/>
                </a:solidFill>
              </a:rPr>
              <a:t>Varkey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2539224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685800"/>
            <a:ext cx="12192000" cy="2743200"/>
          </a:xfrm>
        </p:spPr>
        <p:txBody>
          <a:bodyPr anchor="t"/>
          <a:lstStyle/>
          <a:p>
            <a:pPr defTabSz="404813"/>
            <a:r>
              <a:rPr lang="ml-IN" sz="28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യേശുവിന്നരികിൽ വാ പാപി!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br>
              <a:rPr lang="ml-IN" sz="1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8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 </a:t>
            </a:r>
            <a:br>
              <a:rPr lang="en-US" sz="2800" i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ഈശൻ നിൻ ദുരിതങ്ങൾ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മോചിക്കും വേഗാൽ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7F58A-9D0F-482E-B098-FC40A1ACE7DE}"/>
              </a:ext>
            </a:extLst>
          </p:cNvPr>
          <p:cNvSpPr/>
          <p:nvPr/>
        </p:nvSpPr>
        <p:spPr>
          <a:xfrm>
            <a:off x="25400" y="3810000"/>
            <a:ext cx="12192000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solidFill>
                  <a:schemeClr val="tx2"/>
                </a:solidFill>
                <a:latin typeface="+mn-lt"/>
              </a:rPr>
              <a:t>Pallavi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</a:rPr>
              <a:t>Yeshuvinnarikil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endParaRPr lang="en-US" sz="1400" b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en-US" sz="2400" i="1" dirty="0" err="1">
                <a:solidFill>
                  <a:schemeClr val="tx2"/>
                </a:solidFill>
                <a:latin typeface="+mn-lt"/>
              </a:rPr>
              <a:t>Anupallavi</a:t>
            </a:r>
            <a:r>
              <a:rPr lang="en-US" sz="2400" i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durithangal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mochikkum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		-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7718"/>
            <a:ext cx="12192000" cy="1219200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പാപത്തിൽ കിടന്നു നീ നരക ത്തീയതിൽ വീണു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എരിയാതീ നിമിഷം നീ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വരിക വൈകാതെ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7F58A-9D0F-482E-B098-FC40A1ACE7DE}"/>
              </a:ext>
            </a:extLst>
          </p:cNvPr>
          <p:cNvSpPr/>
          <p:nvPr/>
        </p:nvSpPr>
        <p:spPr>
          <a:xfrm>
            <a:off x="0" y="397183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1. Paapathil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kidannu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Narakatheeyathil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veenhu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Eriyathee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nimisham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vaikathe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767ACA4-C683-4B1A-A91D-92649E820390}"/>
              </a:ext>
            </a:extLst>
          </p:cNvPr>
          <p:cNvSpPr txBox="1">
            <a:spLocks/>
          </p:cNvSpPr>
          <p:nvPr/>
        </p:nvSpPr>
        <p:spPr bwMode="auto">
          <a:xfrm>
            <a:off x="0" y="2447836"/>
            <a:ext cx="12192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0481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യേശുവിന്നരികിൽ വാ പാപി!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ഈശൻ നിൻ ദുരിതങ്ങൾ മോചിക്കും വേഗാൽ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B4045-FF87-4B26-8BDA-4214D479331D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Yeshuvinnarikil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durithangal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mochikkum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32381337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7718"/>
            <a:ext cx="12192000" cy="1219200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നിൻ പാപ മഖിലവും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തൻ കണ്ണിനു മുമ്പാകെ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കാണുന്നായതിനാലേ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താണു നീ വേഗം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7F58A-9D0F-482E-B098-FC40A1ACE7DE}"/>
              </a:ext>
            </a:extLst>
          </p:cNvPr>
          <p:cNvSpPr/>
          <p:nvPr/>
        </p:nvSpPr>
        <p:spPr>
          <a:xfrm>
            <a:off x="0" y="397183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2. 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paapamakhilavum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Than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kannhinu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mumbaake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Kaanhunnaayathinaale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vegam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767ACA4-C683-4B1A-A91D-92649E820390}"/>
              </a:ext>
            </a:extLst>
          </p:cNvPr>
          <p:cNvSpPr txBox="1">
            <a:spLocks/>
          </p:cNvSpPr>
          <p:nvPr/>
        </p:nvSpPr>
        <p:spPr bwMode="auto">
          <a:xfrm>
            <a:off x="0" y="2447836"/>
            <a:ext cx="12192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0481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യേശുവിന്നരികിൽ വാ പാപി!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ഈശൻ നിൻ ദുരിതങ്ങൾ മോചിക്കും വേഗാൽ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B4045-FF87-4B26-8BDA-4214D479331D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Yeshuvinnarikil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durithangal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mochikkum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14320354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7718"/>
            <a:ext cx="12192000" cy="1219200"/>
          </a:xfrm>
        </p:spPr>
        <p:txBody>
          <a:bodyPr anchor="t"/>
          <a:lstStyle/>
          <a:p>
            <a:pPr algn="l" defTabSz="404813"/>
            <a:r>
              <a:rPr lang="ml-IN" sz="3600" b="1" dirty="0">
                <a:latin typeface="Kartika" panose="02020503030404060203" pitchFamily="18" charset="0"/>
              </a:rPr>
              <a:t>3	പാപിക്കാശ്രയമായി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	താനല്ലാതെയില്ലാരും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	പാദേ ചേർന്നിടുന്നോരെ</a:t>
            </a:r>
            <a:r>
              <a:rPr lang="en-US" sz="3600" b="1" dirty="0">
                <a:latin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</a:rPr>
              <a:t>പാലിക്കുന്നോരു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7F58A-9D0F-482E-B098-FC40A1ACE7DE}"/>
              </a:ext>
            </a:extLst>
          </p:cNvPr>
          <p:cNvSpPr/>
          <p:nvPr/>
        </p:nvSpPr>
        <p:spPr>
          <a:xfrm>
            <a:off x="0" y="397183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Paapikkashrayamaayi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Thaanallatheyillarum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Paade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chernnidunnore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Paalikkunnoru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767ACA4-C683-4B1A-A91D-92649E820390}"/>
              </a:ext>
            </a:extLst>
          </p:cNvPr>
          <p:cNvSpPr txBox="1">
            <a:spLocks/>
          </p:cNvSpPr>
          <p:nvPr/>
        </p:nvSpPr>
        <p:spPr bwMode="auto">
          <a:xfrm>
            <a:off x="0" y="2447836"/>
            <a:ext cx="12192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0481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യേശുവിന്നരികിൽ വാ പാപി!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ഈശൻ നിൻ ദുരിതങ്ങൾ മോചിക്കും വേഗാൽ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B4045-FF87-4B26-8BDA-4214D479331D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Yeshuvinnarikil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durithangal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mochikkum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1478098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7718"/>
            <a:ext cx="12192000" cy="1219200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ആണിപ്പാടുകളുള്ള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പാണി നീട്ടിയും കൊണ്ട്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ക്ഷീണരെ വിളിക്കുന്നു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കാണുന്നില്ലേ നീ!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7F58A-9D0F-482E-B098-FC40A1ACE7DE}"/>
              </a:ext>
            </a:extLst>
          </p:cNvPr>
          <p:cNvSpPr/>
          <p:nvPr/>
        </p:nvSpPr>
        <p:spPr>
          <a:xfrm>
            <a:off x="0" y="397183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Aanhippaadullha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Paanhi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neettiyum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Ksheenhanmaare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vilhikkunnu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Kaanhunnille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nee!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767ACA4-C683-4B1A-A91D-92649E820390}"/>
              </a:ext>
            </a:extLst>
          </p:cNvPr>
          <p:cNvSpPr txBox="1">
            <a:spLocks/>
          </p:cNvSpPr>
          <p:nvPr/>
        </p:nvSpPr>
        <p:spPr bwMode="auto">
          <a:xfrm>
            <a:off x="0" y="2447836"/>
            <a:ext cx="12192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0481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യേശുവിന്നരികിൽ വാ പാപി!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ഈശൻ നിൻ ദുരിതങ്ങൾ മോചിക്കും വേഗാൽ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B4045-FF87-4B26-8BDA-4214D479331D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Yeshuvinnarikil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durithangal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mochikkum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69431700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7718"/>
            <a:ext cx="12192000" cy="1219200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ഒന്നുകൊണ്ടുമെൻ ചാരെ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വന്നിടും നരരെ ഞാൻ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നിന്ദിച്ചു ത്യജിക്കയില്ലെന്നു ചൊന്നോരു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7F58A-9D0F-482E-B098-FC40A1ACE7DE}"/>
              </a:ext>
            </a:extLst>
          </p:cNvPr>
          <p:cNvSpPr/>
          <p:nvPr/>
        </p:nvSpPr>
        <p:spPr>
          <a:xfrm>
            <a:off x="0" y="397183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5. Onnukondumen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chaare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Vannidum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narare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njaan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Ninnichu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thyajikkayillennu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chonnoru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767ACA4-C683-4B1A-A91D-92649E820390}"/>
              </a:ext>
            </a:extLst>
          </p:cNvPr>
          <p:cNvSpPr txBox="1">
            <a:spLocks/>
          </p:cNvSpPr>
          <p:nvPr/>
        </p:nvSpPr>
        <p:spPr bwMode="auto">
          <a:xfrm>
            <a:off x="0" y="2447836"/>
            <a:ext cx="12192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0481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യേശുവിന്നരികിൽ വാ പാപി!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ഈശൻ നിൻ ദുരിതങ്ങൾ മോചിക്കും വേഗാൽ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B4045-FF87-4B26-8BDA-4214D479331D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Yeshuvinnarikil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durithangal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mochikkum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385090841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7718"/>
            <a:ext cx="12192000" cy="1219200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നോക്കിയും കൊണ്ടു</a:t>
            </a:r>
            <a:r>
              <a:rPr lang="en-US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5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കണ്ണുനീർ ചൊരിയുന്നു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പിന്നെയെന്നു നീ ചിത്തേ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ചിന്തിച്ചീടാതെ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7F58A-9D0F-482E-B098-FC40A1ACE7DE}"/>
              </a:ext>
            </a:extLst>
          </p:cNvPr>
          <p:cNvSpPr/>
          <p:nvPr/>
        </p:nvSpPr>
        <p:spPr>
          <a:xfrm>
            <a:off x="0" y="397183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6.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Ninne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nokkiyum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kondu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Kannhuneer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choriyunnu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Pinneyangu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chiththe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Chinthicheedaathe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767ACA4-C683-4B1A-A91D-92649E820390}"/>
              </a:ext>
            </a:extLst>
          </p:cNvPr>
          <p:cNvSpPr txBox="1">
            <a:spLocks/>
          </p:cNvSpPr>
          <p:nvPr/>
        </p:nvSpPr>
        <p:spPr bwMode="auto">
          <a:xfrm>
            <a:off x="0" y="2447836"/>
            <a:ext cx="12192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0481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യേശുവിന്നരികിൽ വാ പാപി!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ഈശൻ നിൻ ദുരിതങ്ങൾ മോചിക്കും വേഗാൽ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B4045-FF87-4B26-8BDA-4214D479331D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Yeshuvinnarikil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durithangal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mochikkum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63770023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7718"/>
            <a:ext cx="12192000" cy="1219200"/>
          </a:xfrm>
        </p:spPr>
        <p:txBody>
          <a:bodyPr anchor="t"/>
          <a:lstStyle/>
          <a:p>
            <a:pPr algn="l" defTabSz="404813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7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ഉന്നതൻ വിളികേട്ടു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വരികെന്നാൽ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പൊന്നുലോകത്തിലെന്നും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സാമോദം വാഴാം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166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D7F58A-9D0F-482E-B098-FC40A1ACE7DE}"/>
              </a:ext>
            </a:extLst>
          </p:cNvPr>
          <p:cNvSpPr/>
          <p:nvPr/>
        </p:nvSpPr>
        <p:spPr>
          <a:xfrm>
            <a:off x="0" y="3971835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7.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Unnathan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vilhi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kettu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Pinnale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varikayennaal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600" b="1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Ponnulokathilennum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Sammodaal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vaazhaam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F767ACA4-C683-4B1A-A91D-92649E820390}"/>
              </a:ext>
            </a:extLst>
          </p:cNvPr>
          <p:cNvSpPr txBox="1">
            <a:spLocks/>
          </p:cNvSpPr>
          <p:nvPr/>
        </p:nvSpPr>
        <p:spPr bwMode="auto">
          <a:xfrm>
            <a:off x="0" y="2447836"/>
            <a:ext cx="121920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04813"/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യേശുവിന്നരികിൽ വാ പാപി! </a:t>
            </a:r>
            <a:b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ഈശൻ നിൻ ദുരിതങ്ങൾ മോചിക്കും വേഗാൽ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FB4045-FF87-4B26-8BDA-4214D479331D}"/>
              </a:ext>
            </a:extLst>
          </p:cNvPr>
          <p:cNvSpPr/>
          <p:nvPr/>
        </p:nvSpPr>
        <p:spPr>
          <a:xfrm>
            <a:off x="0" y="5334000"/>
            <a:ext cx="12192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Yeshuvinnarikil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paapi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Eeshan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durithangal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mochikkum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vegaal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2218617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223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166 യേശുവിന്നരികിൽ വാ പാപി!</vt:lpstr>
      <vt:lpstr>പല്ലവി യേശുവിന്നരികിൽ വാ പാപി!   അനുപല്ലവി  ഈശൻ നിൻ ദുരിതങ്ങൾ  മോചിക്കും വേഗാൽ - </vt:lpstr>
      <vt:lpstr>1 പാപത്തിൽ കിടന്നു നീ നരക ത്തീയതിൽ വീണു   എരിയാതീ നിമിഷം നീ വരിക വൈകാതെ</vt:lpstr>
      <vt:lpstr>2 നിൻ പാപ മഖിലവും തൻ കണ്ണിനു മുമ്പാകെ  കാണുന്നായതിനാലേ താണു നീ വേഗം</vt:lpstr>
      <vt:lpstr>3 പാപിക്കാശ്രയമായി  താനല്ലാതെയില്ലാരും   പാദേ ചേർന്നിടുന്നോരെ പാലിക്കുന്നോരു </vt:lpstr>
      <vt:lpstr>4 ആണിപ്പാടുകളുള്ള  പാണി നീട്ടിയും കൊണ്ട്  ക്ഷീണരെ വിളിക്കുന്നു കാണുന്നില്ലേ നീ!</vt:lpstr>
      <vt:lpstr>5 ഒന്നുകൊണ്ടുമെൻ ചാരെ  വന്നിടും നരരെ ഞാൻ  നിന്ദിച്ചു ത്യജിക്കയില്ലെന്നു ചൊന്നോരു</vt:lpstr>
      <vt:lpstr>6 നിന്നെ നോക്കിയും കൊണ്ടു കണ്ണുനീർ ചൊരിയുന്നു   പിന്നെയെന്നു നീ ചിത്തേ ചിന്തിച്ചീടാതെ</vt:lpstr>
      <vt:lpstr>7 ഉന്നതൻ വിളികേട്ടു  പിന്നാലെ വരികെന്നാൽ  പൊന്നുലോകത്തിലെന്നും സാമോദം വാഴാം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Yeshuvinarikil vaa paapi</dc:title>
  <dc:creator>Digital Input:;GM JOHN</dc:creator>
  <cp:lastModifiedBy>Acsah Mathews</cp:lastModifiedBy>
  <cp:revision>262</cp:revision>
  <dcterms:created xsi:type="dcterms:W3CDTF">2013-04-19T09:19:07Z</dcterms:created>
  <dcterms:modified xsi:type="dcterms:W3CDTF">2018-11-06T18:19:37Z</dcterms:modified>
</cp:coreProperties>
</file>