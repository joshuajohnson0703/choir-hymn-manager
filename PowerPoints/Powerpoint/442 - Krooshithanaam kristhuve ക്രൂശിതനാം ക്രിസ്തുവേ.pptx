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4E2B4-45A0-4BD3-8078-BC97731A1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1944CF-FE18-41E3-84A4-9A5DDE4D6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B0F6A-E3CB-4D7F-8211-A7725A101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9C0C-41E1-4F51-8F32-630024A84FCC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BE23F-C93D-4808-837B-4EE2D191B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96F44-9900-4F48-BC0D-2C64E197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75940-185D-4816-865C-7FE820FF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675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099C-347F-4219-A203-3D7F644A5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2F4CC-163F-4C1A-A8DB-2BFADD8A5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0E9FD-CC5E-42EB-AC32-A8FA1B83D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9C0C-41E1-4F51-8F32-630024A84FCC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9FA2-A976-4B2F-88C3-E16857C43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7397E-E1C2-44E8-B1ED-BAF8FA872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75940-185D-4816-865C-7FE820FF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43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B3DD2-CC21-4DD7-B891-C070F27C5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021D-5624-4282-B10D-15012C2BC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66E81-790C-4EF0-A6F3-63989696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9C0C-41E1-4F51-8F32-630024A84FCC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1403B-32EE-4A0E-A775-3CB5310D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A31D9-356A-4D5E-951B-676DD57AD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75940-185D-4816-865C-7FE820FF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084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5E343-8691-49AE-B3FD-A3FFDDBCD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F1C82-9752-475B-B06A-2E15C6072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1EE07-7331-4E50-B3F0-8A1AA75E6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90E34-967C-4533-BC43-09A516992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9C0C-41E1-4F51-8F32-630024A84FCC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4EDF9-1360-4F45-8E81-586B48994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F575B-D61B-456D-987A-11AC4CF2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75940-185D-4816-865C-7FE820FF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3B979-282A-4AD5-8CB9-02A8C21F0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1267F-D859-458B-97E7-A1E016A2B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02719-CF3A-4BF8-9683-6E6E1282C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48ED4B-FA2B-445F-88AF-A2EFD8481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7ADD85-C2D0-43B5-A63A-08E9BCDAA3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2F340D-4E87-4474-8BD3-CAECE49D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9C0C-41E1-4F51-8F32-630024A84FCC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FAC868-7A7C-4F06-BD2E-CEE16148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240F7-7435-4B9C-A08F-45323FE2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75940-185D-4816-865C-7FE820FF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29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161AE-ADC7-41C4-8C91-1079FC3EF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01ABE7-FEC0-4918-A408-F6B98364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9C0C-41E1-4F51-8F32-630024A84FCC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5519F-12C4-4649-B9C9-35F3BBE1C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D55F8-B0B9-47C8-AD93-58C76736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75940-185D-4816-865C-7FE820FF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9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1D7C78-8050-4EDF-A402-C254EA54D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9C0C-41E1-4F51-8F32-630024A84FCC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D7BB1-48AA-4A5D-9A8E-51A21434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34766-6DA1-4905-98E2-21F350D87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75940-185D-4816-865C-7FE820FF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20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E7884-30AE-4D0F-9EE6-16BE80AD1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DFB88-B555-442B-B613-3D5688C38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7F14D-BB9D-4923-B701-7084B8EB0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BF390-18B1-488B-868B-35DA4ACD7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9C0C-41E1-4F51-8F32-630024A84FCC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A2FBF-09D4-495C-A69C-6C460AB3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B4009-2CCF-4F0A-8358-93E6175EA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75940-185D-4816-865C-7FE820FF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5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5BA3A-0505-4A16-9019-754A2670E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EB3C85-3266-469F-ADF8-777B8E411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04B36-9F42-43F8-B4F9-4AB9583A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3CD6B-C924-4B40-BE48-6EE3DC4A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9C0C-41E1-4F51-8F32-630024A84FCC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883D5-0F9F-44AA-A1E4-0DA8B3195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2132A-F63D-4835-94AC-B0D46848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75940-185D-4816-865C-7FE820FF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96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03AFA-61B3-4E90-8E39-C0E75FDF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F3F00B-C7BC-4927-B6EC-64B9DBB69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ABF66-840B-4C34-9B13-72297BE8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9C0C-41E1-4F51-8F32-630024A84FCC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C046E-5CE9-4A9B-A452-368C646B6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E28BC-0572-47E5-B278-A15A325F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75940-185D-4816-865C-7FE820FF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70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C2C170-DBA3-4050-85AC-5A0DEDA67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AB063-8D16-44EC-9D34-C9D73AC94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0E626-C5C4-4CF7-BB0A-5DE4CFB50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9C0C-41E1-4F51-8F32-630024A84FCC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94F3C-2D00-4415-91F0-C78BB0796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F9A0-28C4-4C19-9323-A6612F95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75940-185D-4816-865C-7FE820FF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155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D95546-5545-4E82-81FF-3D283C463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E2095-F715-451F-992F-A97B0DE49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22DDF-3779-4CE4-93F4-D1865884C3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89C0C-41E1-4F51-8F32-630024A84FCC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F9ACE-BE44-4103-9956-3278E2790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F7805-3FA8-45C2-B4FA-0C1AD9C64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75940-185D-4816-865C-7FE820FF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26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758E5-9073-4992-824A-E4B4112678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442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ക്രൂശിതനാം ക്രിസ്തുവേ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8A48D5-14A6-4C51-926F-8C2AC8263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Krushithanaam </a:t>
            </a:r>
            <a:r>
              <a:rPr lang="en-US" sz="4000" b="1" dirty="0" err="1">
                <a:solidFill>
                  <a:srgbClr val="002060"/>
                </a:solidFill>
              </a:rPr>
              <a:t>Kristhuvey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Jesus keep me near the cross </a:t>
            </a:r>
            <a:r>
              <a:rPr lang="en-US" sz="3600" i="1" dirty="0">
                <a:solidFill>
                  <a:srgbClr val="002060"/>
                </a:solidFill>
              </a:rPr>
              <a:t>– Fanny J. Crosby, W.H. </a:t>
            </a:r>
            <a:r>
              <a:rPr lang="en-US" sz="3600" i="1" dirty="0" err="1">
                <a:solidFill>
                  <a:srgbClr val="002060"/>
                </a:solidFill>
              </a:rPr>
              <a:t>Doane</a:t>
            </a:r>
            <a:endParaRPr lang="en-US" sz="36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993E0F-7D24-4998-81D2-3F48A7CEEADD}"/>
              </a:ext>
            </a:extLst>
          </p:cNvPr>
          <p:cNvSpPr/>
          <p:nvPr/>
        </p:nvSpPr>
        <p:spPr>
          <a:xfrm>
            <a:off x="6708130" y="5165209"/>
            <a:ext cx="54838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Calibri" panose="020F0502020204030204" pitchFamily="34" charset="0"/>
              </a:rPr>
              <a:t>(Translation: </a:t>
            </a:r>
            <a:r>
              <a:rPr lang="en-US" sz="2400" b="1" i="1" dirty="0" err="1">
                <a:solidFill>
                  <a:srgbClr val="C00000"/>
                </a:solidFill>
                <a:latin typeface="Calibri" panose="020F0502020204030204" pitchFamily="34" charset="0"/>
              </a:rPr>
              <a:t>Dasan</a:t>
            </a:r>
            <a:r>
              <a:rPr lang="en-US" sz="2400" b="1" i="1" dirty="0">
                <a:solidFill>
                  <a:srgbClr val="C00000"/>
                </a:solidFill>
                <a:latin typeface="Calibri" panose="020F0502020204030204" pitchFamily="34" charset="0"/>
              </a:rPr>
              <a:t> Philip)</a:t>
            </a:r>
            <a:endParaRPr lang="en-US" sz="24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248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14679A-B690-4AD5-9B68-282192E8028D}"/>
              </a:ext>
            </a:extLst>
          </p:cNvPr>
          <p:cNvSpPr txBox="1"/>
          <p:nvPr/>
        </p:nvSpPr>
        <p:spPr>
          <a:xfrm>
            <a:off x="11013128" y="0"/>
            <a:ext cx="117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442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B77880-7615-43C2-A7C3-74522F8CA820}"/>
              </a:ext>
            </a:extLst>
          </p:cNvPr>
          <p:cNvSpPr/>
          <p:nvPr/>
        </p:nvSpPr>
        <p:spPr>
          <a:xfrm>
            <a:off x="0" y="1092114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ക്രൂശിതനാം ക്രിസ്തുവേ ക്രൂശില്‍ നിന്നൊഴുകും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നീരുറവയതിൽ  ഞാന്‍ സൗഖ്യമായിടട്ടെ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F4870-CC15-4C42-8EEE-28C0987168B4}"/>
              </a:ext>
            </a:extLst>
          </p:cNvPr>
          <p:cNvSpPr/>
          <p:nvPr/>
        </p:nvSpPr>
        <p:spPr>
          <a:xfrm>
            <a:off x="1" y="2338116"/>
            <a:ext cx="1200442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ക്രൂശില്‍ താന്‍ ക്രൂശില്‍ താന്‍ തന്‍ മഹത്വം കണ്ടു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ശോഭ നാട്ടില്‍ ചെന്നു ഞാന്‍ നിത്യജീവന്‍ നേടും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428F3D-0547-4D96-9C85-FEE5803EE3CF}"/>
              </a:ext>
            </a:extLst>
          </p:cNvPr>
          <p:cNvSpPr/>
          <p:nvPr/>
        </p:nvSpPr>
        <p:spPr>
          <a:xfrm>
            <a:off x="0" y="3621991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Krushithanaam </a:t>
            </a:r>
            <a:r>
              <a:rPr lang="en-US" sz="3400" b="1" dirty="0" err="1">
                <a:solidFill>
                  <a:srgbClr val="002060"/>
                </a:solidFill>
              </a:rPr>
              <a:t>Kristhuvey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krooshil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ninnozhukum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Neeruravayathil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soukhyamaayidattey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35962C-5B75-43BB-AF4C-E801375FE55C}"/>
              </a:ext>
            </a:extLst>
          </p:cNvPr>
          <p:cNvSpPr/>
          <p:nvPr/>
        </p:nvSpPr>
        <p:spPr>
          <a:xfrm>
            <a:off x="0" y="4760764"/>
            <a:ext cx="1200443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Krooshil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kroooshil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,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mahathwam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kandu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Shobha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naattil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chennu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nithya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jeevan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nèdum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9F3217-4B09-4AA5-8A46-D5E17BA97D1F}"/>
              </a:ext>
            </a:extLst>
          </p:cNvPr>
          <p:cNvSpPr/>
          <p:nvPr/>
        </p:nvSpPr>
        <p:spPr>
          <a:xfrm>
            <a:off x="1" y="369332"/>
            <a:ext cx="1219199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11355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14679A-B690-4AD5-9B68-282192E8028D}"/>
              </a:ext>
            </a:extLst>
          </p:cNvPr>
          <p:cNvSpPr txBox="1"/>
          <p:nvPr/>
        </p:nvSpPr>
        <p:spPr>
          <a:xfrm>
            <a:off x="11013128" y="0"/>
            <a:ext cx="117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442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B77880-7615-43C2-A7C3-74522F8CA820}"/>
              </a:ext>
            </a:extLst>
          </p:cNvPr>
          <p:cNvSpPr/>
          <p:nvPr/>
        </p:nvSpPr>
        <p:spPr>
          <a:xfrm>
            <a:off x="0" y="1092114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നിത്യ താരമാം ക്രിസ്തു അരിഷ്ടനാം എന്നെ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കരവലയത്തില്‍ കാത്തുകൊള്ളേണമേ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F4870-CC15-4C42-8EEE-28C0987168B4}"/>
              </a:ext>
            </a:extLst>
          </p:cNvPr>
          <p:cNvSpPr/>
          <p:nvPr/>
        </p:nvSpPr>
        <p:spPr>
          <a:xfrm>
            <a:off x="1" y="2338116"/>
            <a:ext cx="1200442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ക്രൂശില്‍ താന്‍ ക്രൂശില്‍ താന്‍ തന്‍ മഹത്വം കണ്ടു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ശോഭ നാട്ടില്‍ ചെന്നു ഞാന്‍ നിത്യജീവന്‍ നേടും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428F3D-0547-4D96-9C85-FEE5803EE3CF}"/>
              </a:ext>
            </a:extLst>
          </p:cNvPr>
          <p:cNvSpPr/>
          <p:nvPr/>
        </p:nvSpPr>
        <p:spPr>
          <a:xfrm>
            <a:off x="0" y="3621991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Nithya </a:t>
            </a:r>
            <a:r>
              <a:rPr lang="en-US" sz="3400" b="1" dirty="0" err="1">
                <a:solidFill>
                  <a:srgbClr val="002060"/>
                </a:solidFill>
              </a:rPr>
              <a:t>thaaramaam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Kristhu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arishtanaam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enney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</a:rPr>
              <a:t>karavalayaththil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kaaththukollhenhamey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35962C-5B75-43BB-AF4C-E801375FE55C}"/>
              </a:ext>
            </a:extLst>
          </p:cNvPr>
          <p:cNvSpPr/>
          <p:nvPr/>
        </p:nvSpPr>
        <p:spPr>
          <a:xfrm>
            <a:off x="0" y="4760764"/>
            <a:ext cx="1200443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Krooshil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kroooshil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,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mahathwam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kandu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Shobha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naattil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chennu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nithya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jeevan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nèdum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9F3217-4B09-4AA5-8A46-D5E17BA97D1F}"/>
              </a:ext>
            </a:extLst>
          </p:cNvPr>
          <p:cNvSpPr/>
          <p:nvPr/>
        </p:nvSpPr>
        <p:spPr>
          <a:xfrm>
            <a:off x="1" y="369332"/>
            <a:ext cx="1219199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67873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14679A-B690-4AD5-9B68-282192E8028D}"/>
              </a:ext>
            </a:extLst>
          </p:cNvPr>
          <p:cNvSpPr txBox="1"/>
          <p:nvPr/>
        </p:nvSpPr>
        <p:spPr>
          <a:xfrm>
            <a:off x="11013128" y="0"/>
            <a:ext cx="117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442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B77880-7615-43C2-A7C3-74522F8CA820}"/>
              </a:ext>
            </a:extLst>
          </p:cNvPr>
          <p:cNvSpPr/>
          <p:nvPr/>
        </p:nvSpPr>
        <p:spPr>
          <a:xfrm>
            <a:off x="0" y="1092114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മുറിവേറ്റ കുഞ്ഞാടേ നിന്‍ ക്രൂശിന്‍ തണലില്‍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ദിനം തോറും എന്നെ നീ നടത്തീടണമേ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F4870-CC15-4C42-8EEE-28C0987168B4}"/>
              </a:ext>
            </a:extLst>
          </p:cNvPr>
          <p:cNvSpPr/>
          <p:nvPr/>
        </p:nvSpPr>
        <p:spPr>
          <a:xfrm>
            <a:off x="1" y="2338116"/>
            <a:ext cx="1200442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ക്രൂശില്‍ താന്‍ ക്രൂശില്‍ താന്‍ തന്‍ മഹത്വം കണ്ടു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ശോഭ നാട്ടില്‍ ചെന്നു ഞാന്‍ നിത്യജീവന്‍ നേടും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428F3D-0547-4D96-9C85-FEE5803EE3CF}"/>
              </a:ext>
            </a:extLst>
          </p:cNvPr>
          <p:cNvSpPr/>
          <p:nvPr/>
        </p:nvSpPr>
        <p:spPr>
          <a:xfrm>
            <a:off x="0" y="3621991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Murivétta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kunjaadey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krooshin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thanhalil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Dinam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thôrum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enney</a:t>
            </a:r>
            <a:r>
              <a:rPr lang="en-US" sz="3400" b="1" dirty="0">
                <a:solidFill>
                  <a:srgbClr val="002060"/>
                </a:solidFill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</a:rPr>
              <a:t>nadaththeedenhamey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35962C-5B75-43BB-AF4C-E801375FE55C}"/>
              </a:ext>
            </a:extLst>
          </p:cNvPr>
          <p:cNvSpPr/>
          <p:nvPr/>
        </p:nvSpPr>
        <p:spPr>
          <a:xfrm>
            <a:off x="0" y="4760764"/>
            <a:ext cx="1200443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Krooshil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kroooshil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,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mahathwam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kandu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Shobha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naattil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chennu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nithya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jeevan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nèdum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9F3217-4B09-4AA5-8A46-D5E17BA97D1F}"/>
              </a:ext>
            </a:extLst>
          </p:cNvPr>
          <p:cNvSpPr/>
          <p:nvPr/>
        </p:nvSpPr>
        <p:spPr>
          <a:xfrm>
            <a:off x="1" y="369332"/>
            <a:ext cx="1219199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86112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14679A-B690-4AD5-9B68-282192E8028D}"/>
              </a:ext>
            </a:extLst>
          </p:cNvPr>
          <p:cNvSpPr txBox="1"/>
          <p:nvPr/>
        </p:nvSpPr>
        <p:spPr>
          <a:xfrm>
            <a:off x="11013128" y="0"/>
            <a:ext cx="117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442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B77880-7615-43C2-A7C3-74522F8CA820}"/>
              </a:ext>
            </a:extLst>
          </p:cNvPr>
          <p:cNvSpPr/>
          <p:nvPr/>
        </p:nvSpPr>
        <p:spPr>
          <a:xfrm>
            <a:off x="0" y="1092114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ക്രൂശില്‍ മാത്രം നോക്കി ഞാന്‍ ജീവിതം നയിപ്പാന്‍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ജീവനദിക്കക്കരെ പറന്നെത്തുവോളം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F4870-CC15-4C42-8EEE-28C0987168B4}"/>
              </a:ext>
            </a:extLst>
          </p:cNvPr>
          <p:cNvSpPr/>
          <p:nvPr/>
        </p:nvSpPr>
        <p:spPr>
          <a:xfrm>
            <a:off x="1" y="2338116"/>
            <a:ext cx="1200442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ക്രൂശില്‍ താന്‍ ക്രൂശില്‍ താന്‍ തന്‍ മഹത്വം കണ്ടു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ശോഭ നാട്ടില്‍ ചെന്നു ഞാന്‍ നിത്യജീവന്‍ നേടും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428F3D-0547-4D96-9C85-FEE5803EE3CF}"/>
              </a:ext>
            </a:extLst>
          </p:cNvPr>
          <p:cNvSpPr/>
          <p:nvPr/>
        </p:nvSpPr>
        <p:spPr>
          <a:xfrm>
            <a:off x="0" y="3621991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Krooshil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maathram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nôkki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jeevitham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nayippaan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Jeeva-</a:t>
            </a:r>
            <a:r>
              <a:rPr lang="en-US" sz="3400" b="1" dirty="0" err="1">
                <a:solidFill>
                  <a:srgbClr val="002060"/>
                </a:solidFill>
              </a:rPr>
              <a:t>nadikkakkarey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paranneyththuvôlham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35962C-5B75-43BB-AF4C-E801375FE55C}"/>
              </a:ext>
            </a:extLst>
          </p:cNvPr>
          <p:cNvSpPr/>
          <p:nvPr/>
        </p:nvSpPr>
        <p:spPr>
          <a:xfrm>
            <a:off x="0" y="4760764"/>
            <a:ext cx="1200443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Krooshil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kroooshil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,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mahathwam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kandu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Shobha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naattil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chennu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nithya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jeevan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nèdum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9F3217-4B09-4AA5-8A46-D5E17BA97D1F}"/>
              </a:ext>
            </a:extLst>
          </p:cNvPr>
          <p:cNvSpPr/>
          <p:nvPr/>
        </p:nvSpPr>
        <p:spPr>
          <a:xfrm>
            <a:off x="1" y="369332"/>
            <a:ext cx="1219199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30147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219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442 ക്രൂശിതനാം ക്രിസ്തുവേ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Krooshithanaam Kristhuve</dc:title>
  <dc:creator>Acsah Mathews</dc:creator>
  <cp:lastModifiedBy>Manu Abraham</cp:lastModifiedBy>
  <cp:revision>3</cp:revision>
  <dcterms:created xsi:type="dcterms:W3CDTF">2018-11-29T16:47:48Z</dcterms:created>
  <dcterms:modified xsi:type="dcterms:W3CDTF">2024-03-02T19:58:31Z</dcterms:modified>
</cp:coreProperties>
</file>