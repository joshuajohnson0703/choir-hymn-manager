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6C0ED-8A12-4FA9-AE13-084EE8488AB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3E776-8A5B-40DA-BB5A-D8FA1F53E2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E7410-370E-4769-9135-F65456D0A14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C1AE7-FD09-49CA-8C28-221B02838B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75FB1-3696-4696-BF2B-92A9B61F133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71130-5467-4083-A071-8006374FDA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EF997-478F-4AFA-A9CF-D350F5EEF44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B948D-FED6-41E2-9398-8F0DCFBB18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E5427-4E84-4FE5-AE5A-061E0DD3209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FFA78-0D52-417F-9261-1893D84667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3929-B564-4C8E-8F96-C4297E40273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DC8D2-EF85-4E3E-B474-BF7C253F5E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CE8F7-1B8A-4D45-AD49-431C08C1931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8CF4D-5B71-47F8-A20E-339D43BFA9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8C8FD-F9D3-4292-B917-15DF29B8071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FDB9B-96B7-41D8-8364-6005E9F410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28E2D-3110-486C-BEB0-5F65B5EA84DD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FFDDE-458A-459C-AFE7-975AB7B644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3B2E7-5B1B-47D0-9E62-13D579417B1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7FFD7-8DB7-4C44-91E8-F2D586F56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E42BE-4C05-47B3-8B38-5B79C4436E87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D3F53-91F5-49A4-916E-DAC8172922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176981-BD62-47B2-9EB2-A66E35A644AD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E17809-AB75-41BB-983E-4A6BDBE8CE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D2F3-C212-4E15-A4D3-337AF1608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002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പരനേ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b="1" dirty="0">
                <a:latin typeface="Kartika" panose="02020503030404060203" pitchFamily="18" charset="0"/>
              </a:rPr>
              <a:t> തിരുമുഖ</a:t>
            </a:r>
            <a:r>
              <a:rPr lang="en-US" b="1" dirty="0">
                <a:latin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ശോഭയിന്‍</a:t>
            </a:r>
            <a:r>
              <a:rPr lang="en-US" b="1" dirty="0">
                <a:latin typeface="Kartika" panose="02020503030404060203" pitchFamily="18" charset="0"/>
              </a:rPr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01933-9162-411E-9BEE-A9CCA6AE7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Paraney! </a:t>
            </a:r>
            <a:r>
              <a:rPr lang="en-US" sz="4000" b="1" dirty="0" err="1">
                <a:solidFill>
                  <a:srgbClr val="002060"/>
                </a:solidFill>
              </a:rPr>
              <a:t>Thirumukha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shobhayin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2AE720-E056-4034-953B-D118E6409065}"/>
              </a:ext>
            </a:extLst>
          </p:cNvPr>
          <p:cNvSpPr/>
          <p:nvPr/>
        </p:nvSpPr>
        <p:spPr>
          <a:xfrm>
            <a:off x="1230877" y="4949189"/>
            <a:ext cx="27478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rgbClr val="C00000"/>
                </a:solidFill>
                <a:latin typeface="Arial" panose="020B0604020202020204" pitchFamily="34" charset="0"/>
              </a:rPr>
              <a:t>(കെ. വി. സൈമൺ)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15E657-5661-48E4-B467-4F1663E8496C}"/>
              </a:ext>
            </a:extLst>
          </p:cNvPr>
          <p:cNvSpPr/>
          <p:nvPr/>
        </p:nvSpPr>
        <p:spPr>
          <a:xfrm>
            <a:off x="8991600" y="4949189"/>
            <a:ext cx="1683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(K.V. Simon) </a:t>
            </a:r>
          </a:p>
        </p:txBody>
      </p:sp>
    </p:spTree>
    <p:extLst>
      <p:ext uri="{BB962C8B-B14F-4D97-AF65-F5344CB8AC3E}">
        <p14:creationId xmlns:p14="http://schemas.microsoft.com/office/powerpoint/2010/main" val="36476246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69516"/>
            <a:ext cx="12192000" cy="2541079"/>
          </a:xfrm>
        </p:spPr>
        <p:txBody>
          <a:bodyPr anchor="t"/>
          <a:lstStyle/>
          <a:p>
            <a:pPr defTabSz="4016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തിരുമുഖ ശോഭയിന്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കതിരെന്നുടെ ഹൃദയേ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നിറവാന്‍ കൃപയരുളണമീ-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ദിവസാരംഭ സമയേ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C9D32-2E70-4E47-B1E1-ACF042DAF0C8}"/>
              </a:ext>
            </a:extLst>
          </p:cNvPr>
          <p:cNvSpPr/>
          <p:nvPr/>
        </p:nvSpPr>
        <p:spPr>
          <a:xfrm>
            <a:off x="0" y="3398520"/>
            <a:ext cx="121920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Paraney!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Thirumukha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shobhayin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Kathirennudey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hridaye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Niravaan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kripayarulhenhamee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Divasaarambha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95400"/>
            <a:ext cx="11811000" cy="2541080"/>
          </a:xfrm>
        </p:spPr>
        <p:txBody>
          <a:bodyPr anchor="t"/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ഇരുളിൻ ബലമഖിലം മമ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നികടേ നിന്നങ്ങൊഴിവാൻ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പരമാനന്ദ ജയകാന്തിയെൻ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മാനതാരിങ്കൽ പൊഴിവാൻ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C9D32-2E70-4E47-B1E1-ACF042DAF0C8}"/>
              </a:ext>
            </a:extLst>
          </p:cNvPr>
          <p:cNvSpPr/>
          <p:nvPr/>
        </p:nvSpPr>
        <p:spPr>
          <a:xfrm>
            <a:off x="0" y="3634358"/>
            <a:ext cx="10972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Irulhin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balamakhilam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mama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Nikadey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ninnangozhivaan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Paramaananda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kaanthiyen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Manathaarinkal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pozhivaan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473E3-3AE2-4FC5-AF6E-A9EFCE6ADACF}"/>
              </a:ext>
            </a:extLst>
          </p:cNvPr>
          <p:cNvSpPr txBox="1"/>
          <p:nvPr/>
        </p:nvSpPr>
        <p:spPr>
          <a:xfrm>
            <a:off x="0" y="68256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869095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95400"/>
            <a:ext cx="11811000" cy="2541080"/>
          </a:xfrm>
        </p:spPr>
        <p:txBody>
          <a:bodyPr anchor="t"/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പുതുജീവനിൻ  വഴിയേ മമ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ചരണങ്ങളിന്നുറപ്പാന്‍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അതിശോഭിത കരുണാഘന-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മിഹമാം വഴി നടത്താന്‍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C9D32-2E70-4E47-B1E1-ACF042DAF0C8}"/>
              </a:ext>
            </a:extLst>
          </p:cNvPr>
          <p:cNvSpPr/>
          <p:nvPr/>
        </p:nvSpPr>
        <p:spPr>
          <a:xfrm>
            <a:off x="0" y="3634358"/>
            <a:ext cx="10972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Puthujeevanin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mama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Charanhangalhilinn-urappaan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Athishobhitha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karunhaaghana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Mihamaamvazhi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nadaththaal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473E3-3AE2-4FC5-AF6E-A9EFCE6ADACF}"/>
              </a:ext>
            </a:extLst>
          </p:cNvPr>
          <p:cNvSpPr txBox="1"/>
          <p:nvPr/>
        </p:nvSpPr>
        <p:spPr>
          <a:xfrm>
            <a:off x="0" y="68256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1044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95400"/>
            <a:ext cx="11811000" cy="2541080"/>
          </a:xfrm>
        </p:spPr>
        <p:txBody>
          <a:bodyPr anchor="t"/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ഹൃദയേ തിരുകരമേകിയ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പരമാമൃത ജീവ</a:t>
            </a:r>
            <a:r>
              <a:rPr lang="ml-IN" sz="3400" b="1" dirty="0">
                <a:latin typeface="Kartika" panose="02020503030404060203" pitchFamily="18" charset="0"/>
              </a:rPr>
              <a:t>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പ്രതിവാസരം വളര്‍ന്നേറ്റവും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ബലയുക്തമായ് ഭവിപ്പാന്‍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C9D32-2E70-4E47-B1E1-ACF042DAF0C8}"/>
              </a:ext>
            </a:extLst>
          </p:cNvPr>
          <p:cNvSpPr/>
          <p:nvPr/>
        </p:nvSpPr>
        <p:spPr>
          <a:xfrm>
            <a:off x="0" y="3634358"/>
            <a:ext cx="10972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Hridaye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thirukaramekiye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Parmaamrutha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Jeevan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Prathivaasaram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valharnettavum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Balayukthamaay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bhavippaan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473E3-3AE2-4FC5-AF6E-A9EFCE6ADACF}"/>
              </a:ext>
            </a:extLst>
          </p:cNvPr>
          <p:cNvSpPr txBox="1"/>
          <p:nvPr/>
        </p:nvSpPr>
        <p:spPr>
          <a:xfrm>
            <a:off x="0" y="68256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45389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95400"/>
            <a:ext cx="11811000" cy="2541080"/>
          </a:xfrm>
        </p:spPr>
        <p:txBody>
          <a:bodyPr anchor="t"/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പരമാവിയിൻ തിരുജീവന്‍റെ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മുളയീയെന്നില്‍ വളര്‍ന്നി-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ട്ടരി സഞ്ചയനടുവില്‍ നിന്‍റെ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ഗുണശക്തികള്‍ വിളങ്ങാന്‍ 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C9D32-2E70-4E47-B1E1-ACF042DAF0C8}"/>
              </a:ext>
            </a:extLst>
          </p:cNvPr>
          <p:cNvSpPr/>
          <p:nvPr/>
        </p:nvSpPr>
        <p:spPr>
          <a:xfrm>
            <a:off x="0" y="3634358"/>
            <a:ext cx="10972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Paramaaviyin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thirujeevantey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Mulhayeeyennil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valharni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ttari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sanchayanaduvil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ninte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Gunhashakthikal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vilhangaan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473E3-3AE2-4FC5-AF6E-A9EFCE6ADACF}"/>
              </a:ext>
            </a:extLst>
          </p:cNvPr>
          <p:cNvSpPr txBox="1"/>
          <p:nvPr/>
        </p:nvSpPr>
        <p:spPr>
          <a:xfrm>
            <a:off x="0" y="68256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704365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95400"/>
            <a:ext cx="11811000" cy="2541080"/>
          </a:xfrm>
        </p:spPr>
        <p:txBody>
          <a:bodyPr anchor="t"/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മരണം വരെ സമരാങ്കണ-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മതില്‍ ഞാന്‍ നിലനിന്നി-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ട്ടമര്‍ ചെയ്തെന്‍റെ നിലകാക്കുവാ</a:t>
            </a:r>
            <a:r>
              <a:rPr lang="ml-IN" sz="3400" b="1" dirty="0">
                <a:latin typeface="Kartika" panose="02020503030404060203" pitchFamily="18" charset="0"/>
              </a:rPr>
              <a:t>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തവ സാക്ഷിയായിരിപ്പാന്‍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C9D32-2E70-4E47-B1E1-ACF042DAF0C8}"/>
              </a:ext>
            </a:extLst>
          </p:cNvPr>
          <p:cNvSpPr/>
          <p:nvPr/>
        </p:nvSpPr>
        <p:spPr>
          <a:xfrm>
            <a:off x="0" y="3634358"/>
            <a:ext cx="10972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Maranhamvarey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samaraankanha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nilaninnee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ttamar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cheythente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nilakaakkuvaan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saakshiyaayirippaan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473E3-3AE2-4FC5-AF6E-A9EFCE6ADACF}"/>
              </a:ext>
            </a:extLst>
          </p:cNvPr>
          <p:cNvSpPr txBox="1"/>
          <p:nvPr/>
        </p:nvSpPr>
        <p:spPr>
          <a:xfrm>
            <a:off x="0" y="68256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3632580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295400"/>
            <a:ext cx="11811000" cy="2541080"/>
          </a:xfrm>
        </p:spPr>
        <p:txBody>
          <a:bodyPr anchor="t"/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അമിതാനന്ദ മുഖശോഭന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നിലയേ വന്നങ്ങണവാ</a:t>
            </a:r>
            <a:r>
              <a:rPr lang="ml-IN" sz="3400" b="1" dirty="0">
                <a:latin typeface="Kartika" panose="02020503030404060203" pitchFamily="18" charset="0"/>
              </a:rPr>
              <a:t>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അവിടെന്നുടെ പ്രീയനോടൊത്തു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യുഗകാലങ്ങള്‍ വസിപ്പാന്‍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C9D32-2E70-4E47-B1E1-ACF042DAF0C8}"/>
              </a:ext>
            </a:extLst>
          </p:cNvPr>
          <p:cNvSpPr/>
          <p:nvPr/>
        </p:nvSpPr>
        <p:spPr>
          <a:xfrm>
            <a:off x="0" y="3634358"/>
            <a:ext cx="10972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Amithaananda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sukhashobhana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Nilaye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vannangh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anhavaan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Avidennudey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priyanodotthu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Yugakaalangal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vasippaan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473E3-3AE2-4FC5-AF6E-A9EFCE6ADACF}"/>
              </a:ext>
            </a:extLst>
          </p:cNvPr>
          <p:cNvSpPr txBox="1"/>
          <p:nvPr/>
        </p:nvSpPr>
        <p:spPr>
          <a:xfrm>
            <a:off x="0" y="68256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7654950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116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002 പരനേ! തിരുമുഖ ശോഭയിന്‍ </vt:lpstr>
      <vt:lpstr>പരനേ! തിരുമുഖ ശോഭയിന്‍ കതിരെന്നുടെ ഹൃദയേ  നിറവാന്‍ കൃപയരുളണമീ- ദിവസാരംഭ സമയേ </vt:lpstr>
      <vt:lpstr>ഇരുളിൻ ബലമഖിലം മമ  നികടേ നിന്നങ്ങൊഴിവാൻ  പരമാനന്ദ ജയകാന്തിയെൻ  മാനതാരിങ്കൽ പൊഴിവാൻ</vt:lpstr>
      <vt:lpstr>പുതുജീവനിൻ  വഴിയേ മമ ചരണങ്ങളിന്നുറപ്പാന്‍ അതിശോഭിത കരുണാഘന- മിഹമാം വഴി നടത്താന്‍ </vt:lpstr>
      <vt:lpstr>ഹൃദയേ തിരുകരമേകിയ പരമാമൃത ജീവന്‍ പ്രതിവാസരം വളര്‍ന്നേറ്റവും ബലയുക്തമായ് ഭവിപ്പാന്‍ </vt:lpstr>
      <vt:lpstr>പരമാവിയിൻ തിരുജീവന്‍റെ മുളയീയെന്നില്‍ വളര്‍ന്നി- ട്ടരി സഞ്ചയനടുവില്‍ നിന്‍റെ ഗുണശക്തികള്‍ വിളങ്ങാന്‍ </vt:lpstr>
      <vt:lpstr>മരണം വരെ സമരാങ്കണ- മതില്‍ ഞാന്‍ നിലനിന്നി- ട്ടമര്‍ ചെയ്തെന്‍റെ നിലകാക്കുവാന്‍ തവ സാക്ഷിയായിരിപ്പാന്‍ </vt:lpstr>
      <vt:lpstr>അമിതാനന്ദ മുഖശോഭന നിലയേ വന്നങ്ങണവാന്‍ അവിടെന്നുടെ പ്രീയനോടൊത്തു യുഗകാലങ്ങള്‍ വസിപ്പാന്‍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Parane thirumukha shobhayin</dc:title>
  <dc:creator>Digital Input:; GM JOHN; Acsah Mathews</dc:creator>
  <cp:lastModifiedBy>Acsah Mathews</cp:lastModifiedBy>
  <cp:revision>158</cp:revision>
  <dcterms:created xsi:type="dcterms:W3CDTF">2013-04-19T09:19:07Z</dcterms:created>
  <dcterms:modified xsi:type="dcterms:W3CDTF">2018-12-03T18:17:08Z</dcterms:modified>
</cp:coreProperties>
</file>