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72" y="82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98B3D8-4A7D-44AA-A200-7581B7BF3956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53F4AE-7DE2-43B4-855E-1BC1F14CDC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601E3C-63CA-411D-A0E0-A91295F15910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FB3064-7A57-4D27-9F13-8F9A41942C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E710AD-1D32-465C-AA17-1BA27F0772CA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511AD-7F7A-4485-B1C2-ECE75269D8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38B718-37DF-40A7-8F3D-F369D8EB3679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A4A132-E0FE-437E-8D20-E6C9C8521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0BABD2-7668-4086-9A85-321222A896EF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5D3BD9-DB53-4D1A-B9DD-09100811BB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C0511-BBDD-4DCE-A992-B89206E4D302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92DF9-1503-445E-99B4-A72C2A635A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1A25F6-45D3-4007-8E15-CEB1D927BF4F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2981AE-A9E6-4CE2-BD02-89932BD254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69FE48-9CFF-4DE3-8F0F-C4C2073861A2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E5E6B0-2FD8-4997-A5E1-04ECB79D75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C849D1-4A07-4262-9A5C-A3F5C8D8DFAC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9E9EE6-452C-452C-8967-5D7B50EF9C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7474BA-28BD-4925-B517-28257FCDE8CA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E287A1-FD37-4DA2-80BB-65EC2ACF13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980-70A8-4FD4-AB78-3CAC2E648579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FEB25-4481-4023-BE1A-4ED8A9EFAE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838CF7D-6600-48D1-B1C8-81392E7DAFC8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4647A9B-F934-471A-BBF4-EE0D1049BB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A387D-1C85-4D4A-B841-2A0D219C4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30426"/>
            <a:ext cx="12192000" cy="1470025"/>
          </a:xfrm>
        </p:spPr>
        <p:txBody>
          <a:bodyPr/>
          <a:lstStyle/>
          <a:p>
            <a:r>
              <a:rPr lang="en-US" dirty="0"/>
              <a:t>49</a:t>
            </a:r>
            <a:br>
              <a:rPr lang="en-US" dirty="0"/>
            </a:br>
            <a:r>
              <a:rPr lang="ml-IN" sz="4000" b="1" dirty="0">
                <a:latin typeface="Kartika" panose="02020503030404060203" pitchFamily="18" charset="0"/>
              </a:rPr>
              <a:t>സ്തുതിപ്പിൻ സ്തുതിപ്പിൻ യേശുദേവനെ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04F350-B6A8-487B-8B83-19994F548A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Sthuthippin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sthuthippin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Yeshudevaney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98338827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478254"/>
            <a:ext cx="12192000" cy="2950746"/>
          </a:xfrm>
        </p:spPr>
        <p:txBody>
          <a:bodyPr anchor="t"/>
          <a:lstStyle/>
          <a:p>
            <a:pPr>
              <a:lnSpc>
                <a:spcPct val="114000"/>
              </a:lnSpc>
            </a:pPr>
            <a:r>
              <a:rPr lang="ml-IN" sz="2600" b="1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സ്തുതിപ്പിൻ സ്തുതിപ്പിൻ യേശുദേവനെ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ഹല്ലേലുയ്യാ പാടി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സ്തുതിപ്പിൻ സ്തുതിപ്പിൻ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 യേശുദേവനെ </a:t>
            </a:r>
            <a:br>
              <a:rPr lang="ml-IN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2600" b="1" i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2600" b="1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  </a:t>
            </a:r>
            <a:r>
              <a:rPr lang="en-US" sz="2600" b="1" i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br>
              <a:rPr lang="en-US" sz="2600" b="1" i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സ്തുതിപ്പിൻ ലോകത്തിൻ - പാപത്തെ നീക്കുവാൻ </a:t>
            </a:r>
            <a:b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അധിപനായ് വന്ന – ദൈവകുഞ്ഞാടിനെ - സ്തുതി 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430000" y="0"/>
            <a:ext cx="7547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049</a:t>
            </a:r>
            <a:endParaRPr lang="en-US" sz="1600" b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224FFF-DE3D-4C94-8FD7-7B55BC1D617C}"/>
              </a:ext>
            </a:extLst>
          </p:cNvPr>
          <p:cNvSpPr/>
          <p:nvPr/>
        </p:nvSpPr>
        <p:spPr>
          <a:xfrm>
            <a:off x="-7294" y="3640535"/>
            <a:ext cx="12184706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Pallavi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Yeshudevaney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Hallelu-yya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Yeshudevaney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2600" i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Anupallavi</a:t>
            </a:r>
            <a:endParaRPr lang="en-US" sz="2600" i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lokaththin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Paapaththey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neekkuvaan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Adhipanaai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Daivakunjaadiney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 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228600"/>
            <a:ext cx="12192000" cy="2112546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 നിറഞ്ഞ കണ്ണുള്ളോനവൻ -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തൻ ജനത്തിൻ കരച്ചിൽ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കരളലിഞ്ഞു കേൾക്കും കാതുള്ളോൻ -ലോകപാപച്ചുമടിനെ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ശിരസ്സുകൊണ്ടുചുമന്നൊഴിപ്പതിന്നു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കുരിശെടുത്തു ഗോൽ-ഗോഥാവിൽ പോയോനെ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430000" y="0"/>
            <a:ext cx="7547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049</a:t>
            </a:r>
            <a:endParaRPr lang="en-US" sz="1600" b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224FFF-DE3D-4C94-8FD7-7B55BC1D617C}"/>
              </a:ext>
            </a:extLst>
          </p:cNvPr>
          <p:cNvSpPr/>
          <p:nvPr/>
        </p:nvSpPr>
        <p:spPr>
          <a:xfrm>
            <a:off x="-7294" y="3835193"/>
            <a:ext cx="1218470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Karunha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niranja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kannhullhonavan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Than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janaththin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karachchil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Karalhalinju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kèlhkkum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kaathullhon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Loka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chumadiney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Shirassu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kondu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chumannozhippathinnu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Kurisheduththu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gol-gothaavil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pôyôney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8A4FA5-2BBB-46C1-A59B-A4D1BC72654E}"/>
              </a:ext>
            </a:extLst>
          </p:cNvPr>
          <p:cNvSpPr/>
          <p:nvPr/>
        </p:nvSpPr>
        <p:spPr>
          <a:xfrm>
            <a:off x="14588" y="2580338"/>
            <a:ext cx="121774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സ്തുതിപ്പിൻ സ്തുതിപ്പിൻ യേശുദേവനെ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ഹല്ലേലുയ്യാ പാടി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സ്തുതിപ്പിൻ സ്തുതിപ്പിൻ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യേശുദേവനെ 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E9947-D39D-4B6B-B534-2AB317201427}"/>
              </a:ext>
            </a:extLst>
          </p:cNvPr>
          <p:cNvSpPr/>
          <p:nvPr/>
        </p:nvSpPr>
        <p:spPr>
          <a:xfrm>
            <a:off x="-7294" y="5766137"/>
            <a:ext cx="1218470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Yeshudevaney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Hallelu-yya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Yeshudevaney</a:t>
            </a:r>
            <a:endParaRPr lang="en-US" sz="3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4978893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4588" y="403173"/>
            <a:ext cx="12192000" cy="2112546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2.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വഴിയും സത്യവും ജീവനുമിവനെ –</a:t>
            </a: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അവന്നരികിൽ വരുവിൻ </a:t>
            </a:r>
            <a:b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വഴിയുമാശ്വാസമേകുമേ അവൻ - </a:t>
            </a: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പാപച്ചുമടൊഴിച്ചവൻ </a:t>
            </a:r>
            <a:b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മഴയും മഞ്ഞും പെയ്യുമ്പോലുള്ളിൽ കൃപ </a:t>
            </a:r>
            <a:b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പൊഴിയുമേ മേഘത്തൂണിൽനിന്നു പാടി</a:t>
            </a:r>
            <a:endParaRPr lang="en-US" sz="30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430000" y="0"/>
            <a:ext cx="7547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049</a:t>
            </a:r>
            <a:endParaRPr lang="en-US" sz="1600" b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224FFF-DE3D-4C94-8FD7-7B55BC1D617C}"/>
              </a:ext>
            </a:extLst>
          </p:cNvPr>
          <p:cNvSpPr/>
          <p:nvPr/>
        </p:nvSpPr>
        <p:spPr>
          <a:xfrm>
            <a:off x="-7294" y="3835193"/>
            <a:ext cx="1218470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Vazhiyum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sathyavum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jeevanumivaney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Avannarikil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varuvin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Vazhiyum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aashwaasamèkumey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Avan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papa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chumadozhichavan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Mayazhum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manjum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peyyumbolullhil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Pozhiyumey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mèghaththunhil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8A4FA5-2BBB-46C1-A59B-A4D1BC72654E}"/>
              </a:ext>
            </a:extLst>
          </p:cNvPr>
          <p:cNvSpPr/>
          <p:nvPr/>
        </p:nvSpPr>
        <p:spPr>
          <a:xfrm>
            <a:off x="14588" y="2580338"/>
            <a:ext cx="121774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സ്തുതിപ്പിൻ സ്തുതിപ്പിൻ യേശുദേവനെ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ഹല്ലേലുയ്യാ പാടി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സ്തുതിപ്പിൻ സ്തുതിപ്പിൻ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യേശുദേവനെ 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E9947-D39D-4B6B-B534-2AB317201427}"/>
              </a:ext>
            </a:extLst>
          </p:cNvPr>
          <p:cNvSpPr/>
          <p:nvPr/>
        </p:nvSpPr>
        <p:spPr>
          <a:xfrm>
            <a:off x="-7294" y="5766137"/>
            <a:ext cx="1218470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Yeshudevaney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Hallelu-yya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paadi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Yeshudevaney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437059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4588" y="403173"/>
            <a:ext cx="12192000" cy="2112546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3.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മരിച്ചവരിൽ നിന്നാദ്യം ജനിച്ചവൻ -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ഭൂമിരാജാക്കന്മാരെ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ഭരിച്ചു വാഴും ഏകനായകൻ - നമ്മെ സ്നേഹിച്ചവൻ, തിരു-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ച്ചോരയിൽ കഴുകി - നമ്മെയെല്ലാം ശുദ്ധീ-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കരിച്ച വിശ്വസ്ത - സാക്ഷിയെ നിനച്ചു</a:t>
            </a:r>
            <a:endParaRPr lang="en-US" sz="30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430000" y="0"/>
            <a:ext cx="7547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049</a:t>
            </a:r>
            <a:endParaRPr lang="en-US" sz="1600" b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224FFF-DE3D-4C94-8FD7-7B55BC1D617C}"/>
              </a:ext>
            </a:extLst>
          </p:cNvPr>
          <p:cNvSpPr/>
          <p:nvPr/>
        </p:nvSpPr>
        <p:spPr>
          <a:xfrm>
            <a:off x="-7294" y="3835193"/>
            <a:ext cx="1218470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Marichchavaril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ninnaadyam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janichchavan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bhoomi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raajaakanmaarey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Bharichchu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èkanaayakan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snehichchavan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Chôrayil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kazhuki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nammeyellaam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shudhdhee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karichcha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vishwastha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saakshiyé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ninachchu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8A4FA5-2BBB-46C1-A59B-A4D1BC72654E}"/>
              </a:ext>
            </a:extLst>
          </p:cNvPr>
          <p:cNvSpPr/>
          <p:nvPr/>
        </p:nvSpPr>
        <p:spPr>
          <a:xfrm>
            <a:off x="14588" y="2580338"/>
            <a:ext cx="121774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സ്തുതിപ്പിൻ സ്തുതിപ്പിൻ യേശുദേവനെ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ഹല്ലേലുയ്യാ പാടി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സ്തുതിപ്പിൻ സ്തുതിപ്പിൻ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യേശുദേവനെ 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E9947-D39D-4B6B-B534-2AB317201427}"/>
              </a:ext>
            </a:extLst>
          </p:cNvPr>
          <p:cNvSpPr/>
          <p:nvPr/>
        </p:nvSpPr>
        <p:spPr>
          <a:xfrm>
            <a:off x="-7294" y="5766137"/>
            <a:ext cx="1218470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Yeshudevaney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Hallelu-yya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paadi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Yeshudevaney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8908206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4588" y="381000"/>
            <a:ext cx="12192000" cy="2112546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4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ഏഴു പൊൻ നിലവിളക്കുകളുള്ളിൽ -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നിലയങ്കി ധരിച്ചും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ഏഴു നക്ഷത്രം വലങ്കയ്യിലും മാർവ്വിൽ - പൊൻകച്ച പൂണ്ടും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വായിലിരുമുന വാളുമഗ്നി ജ്വാല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പോലെ കണ്ണുമുള്ള - മാനവ മകനെ</a:t>
            </a:r>
            <a:endParaRPr lang="en-US" sz="30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430000" y="0"/>
            <a:ext cx="7547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049</a:t>
            </a:r>
            <a:endParaRPr lang="en-US" sz="1600" b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224FFF-DE3D-4C94-8FD7-7B55BC1D617C}"/>
              </a:ext>
            </a:extLst>
          </p:cNvPr>
          <p:cNvSpPr/>
          <p:nvPr/>
        </p:nvSpPr>
        <p:spPr>
          <a:xfrm>
            <a:off x="-7294" y="3835193"/>
            <a:ext cx="1218470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Èzhu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nilavilhakkukalh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ullhil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nilayanki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dharichchum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Ézhu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nakshathram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valankaiyillum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maarvil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kachcha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poondum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Vaayilirumuna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vaalhumagni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jwaala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poley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kannhumullha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maanava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makaney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8A4FA5-2BBB-46C1-A59B-A4D1BC72654E}"/>
              </a:ext>
            </a:extLst>
          </p:cNvPr>
          <p:cNvSpPr/>
          <p:nvPr/>
        </p:nvSpPr>
        <p:spPr>
          <a:xfrm>
            <a:off x="14588" y="2580338"/>
            <a:ext cx="121774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സ്തുതിപ്പിൻ സ്തുതിപ്പിൻ യേശുദേവനെ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ഹല്ലേലുയ്യാ പാടി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സ്തുതിപ്പിൻ സ്തുതിപ്പിൻ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യേശുദേവനെ 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E9947-D39D-4B6B-B534-2AB317201427}"/>
              </a:ext>
            </a:extLst>
          </p:cNvPr>
          <p:cNvSpPr/>
          <p:nvPr/>
        </p:nvSpPr>
        <p:spPr>
          <a:xfrm>
            <a:off x="-7294" y="5766137"/>
            <a:ext cx="1218470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Yeshudevaney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Hallelu-yya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paadi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Yeshudevaney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545193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4588" y="381000"/>
            <a:ext cx="12192000" cy="2112546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5. 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കാലുകളുലയിൽ കാച്ചിപ്പഴുപ്പിച്ച –നല്ല പിച്ചളയ്ക്കൊത്തതും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ചേലൊടു മുഖഭാവമാദിത്യൻ - ശക്തിയോടു പ്രകാശിക്കും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പോലെയും തലമുടി ധവളപഞ്ഞി-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പോലെയുമിരിക്കുന്ന ദൈവകുഞ്ഞാടിനെ</a:t>
            </a:r>
            <a:endParaRPr lang="en-US" sz="30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430000" y="0"/>
            <a:ext cx="7547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049</a:t>
            </a:r>
            <a:endParaRPr lang="en-US" sz="1600" b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224FFF-DE3D-4C94-8FD7-7B55BC1D617C}"/>
              </a:ext>
            </a:extLst>
          </p:cNvPr>
          <p:cNvSpPr/>
          <p:nvPr/>
        </p:nvSpPr>
        <p:spPr>
          <a:xfrm>
            <a:off x="-7294" y="3835193"/>
            <a:ext cx="1218470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Kaalukalhulayil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kaachchippazhuppichcha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nalla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pichchalhaikkoththathum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Chèlodu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mukhabhaava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maadithyan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shakthiyodu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prakaashikkum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Pôleyum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thala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mudi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dhavalhappanji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Pôleyum-irikkunna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Daivaputhraney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8A4FA5-2BBB-46C1-A59B-A4D1BC72654E}"/>
              </a:ext>
            </a:extLst>
          </p:cNvPr>
          <p:cNvSpPr/>
          <p:nvPr/>
        </p:nvSpPr>
        <p:spPr>
          <a:xfrm>
            <a:off x="14588" y="2580338"/>
            <a:ext cx="121774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സ്തുതിപ്പിൻ സ്തുതിപ്പിൻ യേശുദേവനെ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ഹല്ലേലുയ്യാ പാടി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സ്തുതിപ്പിൻ സ്തുതിപ്പിൻ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യേശുദേവനെ 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E9947-D39D-4B6B-B534-2AB317201427}"/>
              </a:ext>
            </a:extLst>
          </p:cNvPr>
          <p:cNvSpPr/>
          <p:nvPr/>
        </p:nvSpPr>
        <p:spPr>
          <a:xfrm>
            <a:off x="-7294" y="5766137"/>
            <a:ext cx="1218470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Yeshudevaney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Hallelu-yya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paadi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Yeshudevaney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973943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4588" y="516450"/>
            <a:ext cx="12192000" cy="2112546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29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വളരെ വെള്ളത്തിന്നിരച്ചിൽക്കൊത്തതും</a:t>
            </a:r>
            <a:r>
              <a:rPr lang="en-US" sz="29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29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ശവക്കല്ലറയിൽ</a:t>
            </a:r>
            <a:r>
              <a:rPr lang="en-US" sz="29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9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നിന്നും</a:t>
            </a:r>
            <a:r>
              <a:rPr lang="en-US" sz="29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9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വെളിയെ മരിച്ചോരുയിർത്തുവരുവാനായ് – തക്ക വല്ലഭമുള്ളതും </a:t>
            </a:r>
            <a:br>
              <a:rPr lang="ml-IN" sz="29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9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29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എളിയജനം ചെവിക്കൊൾവതുമായ </a:t>
            </a:r>
            <a:br>
              <a:rPr lang="ml-IN" sz="29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9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29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വലിയ ഗംഭീര ശബ്ദവുമുള്ളോനെ</a:t>
            </a:r>
            <a:br>
              <a:rPr lang="en-US" sz="29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29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430000" y="0"/>
            <a:ext cx="7547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049</a:t>
            </a:r>
            <a:endParaRPr lang="en-US" sz="1600" b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224FFF-DE3D-4C94-8FD7-7B55BC1D617C}"/>
              </a:ext>
            </a:extLst>
          </p:cNvPr>
          <p:cNvSpPr/>
          <p:nvPr/>
        </p:nvSpPr>
        <p:spPr>
          <a:xfrm>
            <a:off x="-7294" y="3835193"/>
            <a:ext cx="1218470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6.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Valharey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vellhaththinnirachil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kkoththathum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shavakkallarayil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Velhiyé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marichcho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ruyirththuvaruvaanaai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thakka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vallabhamullhathum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Elhiya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chevikkolhvathumaaya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Valiya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gambheera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shabdavumullhoney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8A4FA5-2BBB-46C1-A59B-A4D1BC72654E}"/>
              </a:ext>
            </a:extLst>
          </p:cNvPr>
          <p:cNvSpPr/>
          <p:nvPr/>
        </p:nvSpPr>
        <p:spPr>
          <a:xfrm>
            <a:off x="14588" y="2580338"/>
            <a:ext cx="121774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സ്തുതിപ്പിൻ സ്തുതിപ്പിൻ യേശുദേവനെ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ഹല്ലേലുയ്യാ പാടി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സ്തുതിപ്പിൻ സ്തുതിപ്പിൻ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യേശുദേവനെ 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E9947-D39D-4B6B-B534-2AB317201427}"/>
              </a:ext>
            </a:extLst>
          </p:cNvPr>
          <p:cNvSpPr/>
          <p:nvPr/>
        </p:nvSpPr>
        <p:spPr>
          <a:xfrm>
            <a:off x="-7294" y="5766137"/>
            <a:ext cx="1218470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Yeshudevaney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Hallelu-yya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paadi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Yeshudevaney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979393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4588" y="516450"/>
            <a:ext cx="12192000" cy="2112546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7.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വലിയ ദൈവദൂതന്‍റെ ശബ്ദവും – ദേവകാഹളവും തന്‍റെ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വിളിയോടിടകലർന്നു മുഴങ്ങവേ–വാനലോകത്തിൽ നിന്നേശു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ജ്വലിക്കുമഗ്നിമേഘത്തിൽ വെളിപ്പെടും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കലങ്ങും ദുഷ്ടർ തന്മക്കളാനന്ദിക്കും</a:t>
            </a:r>
            <a:endParaRPr lang="en-US" sz="30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430000" y="0"/>
            <a:ext cx="7547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049</a:t>
            </a:r>
            <a:endParaRPr lang="en-US" sz="1600" b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224FFF-DE3D-4C94-8FD7-7B55BC1D617C}"/>
              </a:ext>
            </a:extLst>
          </p:cNvPr>
          <p:cNvSpPr/>
          <p:nvPr/>
        </p:nvSpPr>
        <p:spPr>
          <a:xfrm>
            <a:off x="-7294" y="3835193"/>
            <a:ext cx="1218470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7.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Valiya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Daivadoothantey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shabdavum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kaahalhavum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thantey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Vilhiyodidakalarnnu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muzhangavey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vaanalokaththil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ninneshu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Jwalikkum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agnimeghaththil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velhippedum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Kalangum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dushtar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thanmakkalhaanandikkum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8A4FA5-2BBB-46C1-A59B-A4D1BC72654E}"/>
              </a:ext>
            </a:extLst>
          </p:cNvPr>
          <p:cNvSpPr/>
          <p:nvPr/>
        </p:nvSpPr>
        <p:spPr>
          <a:xfrm>
            <a:off x="14588" y="2580338"/>
            <a:ext cx="121774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സ്തുതിപ്പിൻ സ്തുതിപ്പിൻ യേശുദേവനെ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ഹല്ലേലുയ്യാ പാടി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സ്തുതിപ്പിൻ സ്തുതിപ്പിൻ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യേശുദേവനെ 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E9947-D39D-4B6B-B534-2AB317201427}"/>
              </a:ext>
            </a:extLst>
          </p:cNvPr>
          <p:cNvSpPr/>
          <p:nvPr/>
        </p:nvSpPr>
        <p:spPr>
          <a:xfrm>
            <a:off x="-7294" y="5766137"/>
            <a:ext cx="1218470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Yeshudevaney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Hallelu-yya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paadi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Yeshudevaney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302236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4588" y="516450"/>
            <a:ext cx="12192000" cy="2112546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8. 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മന്നവമന്നനാകുന്ന മശിഹായയെ</a:t>
            </a: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–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മഹാസേനയിൽ കർത്തനെ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മണ്ണു വിണ്ണും പടച്ചവനെ മനുവേലെ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മനുനന്ദനനെ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പര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നന്ദനനെ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മരിനന്ദനനെ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രാജ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നന്ദനനെ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നിങ്ങൾ നന്ദിയോടു പാടി</a:t>
            </a:r>
            <a:endParaRPr lang="en-US" sz="30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430000" y="0"/>
            <a:ext cx="7547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049</a:t>
            </a:r>
            <a:endParaRPr lang="en-US" sz="1600" b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224FFF-DE3D-4C94-8FD7-7B55BC1D617C}"/>
              </a:ext>
            </a:extLst>
          </p:cNvPr>
          <p:cNvSpPr/>
          <p:nvPr/>
        </p:nvSpPr>
        <p:spPr>
          <a:xfrm>
            <a:off x="-7294" y="3835193"/>
            <a:ext cx="1218470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8.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Mannava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mannanaakunna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mashihaayé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mahaasenayin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karththaney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Mannhum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vinnhum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padachchavaney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manuvèla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nandananey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para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Nandananey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Mary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nandananey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raaja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Nandananey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ningalh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nanniyodu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8A4FA5-2BBB-46C1-A59B-A4D1BC72654E}"/>
              </a:ext>
            </a:extLst>
          </p:cNvPr>
          <p:cNvSpPr/>
          <p:nvPr/>
        </p:nvSpPr>
        <p:spPr>
          <a:xfrm>
            <a:off x="14588" y="2580338"/>
            <a:ext cx="121774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സ്തുതിപ്പിൻ സ്തുതിപ്പിൻ യേശുദേവനെ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ഹല്ലേലുയ്യാ പാടി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സ്തുതിപ്പിൻ സ്തുതിപ്പിൻ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യേശുദേവനെ 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E9947-D39D-4B6B-B534-2AB317201427}"/>
              </a:ext>
            </a:extLst>
          </p:cNvPr>
          <p:cNvSpPr/>
          <p:nvPr/>
        </p:nvSpPr>
        <p:spPr>
          <a:xfrm>
            <a:off x="-7294" y="5766137"/>
            <a:ext cx="1218470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 sthuthippin Yeshudevaney – Hallelu-yya paadi </a:t>
            </a:r>
          </a:p>
          <a:p>
            <a:pPr algn="ctr"/>
            <a:r>
              <a:rPr lang="en-US" sz="3000"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 sthuthippin Yeshudevaney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8616687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4588" y="516450"/>
            <a:ext cx="12192000" cy="2112546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29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ഹല്ലേലുയ്യാ പാടി സ്തുതിപ്പിൻ യേശുവേ</a:t>
            </a:r>
            <a:r>
              <a:rPr lang="en-US" sz="29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9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–യേശുനാമത്തിനു ജയം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അല്ലലെല്ലാമവനകലെ കളയുമേ – യേശുരാജാവിന്നോശന്ന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നല്ലവനാം യേശുരാജൻ വരും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വല്ലഭാ യേശുവേ വേഗം വരേണമേ</a:t>
            </a:r>
            <a:endParaRPr lang="en-US" sz="30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430000" y="0"/>
            <a:ext cx="7547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049</a:t>
            </a:r>
            <a:endParaRPr lang="en-US" sz="1600" b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224FFF-DE3D-4C94-8FD7-7B55BC1D617C}"/>
              </a:ext>
            </a:extLst>
          </p:cNvPr>
          <p:cNvSpPr/>
          <p:nvPr/>
        </p:nvSpPr>
        <p:spPr>
          <a:xfrm>
            <a:off x="-7294" y="3835193"/>
            <a:ext cx="1218470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9.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Halleluyya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naamaththinu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Allalellaamavanakaleykkalhay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raajaavinnoshannaa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Nallavanaameshu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naathan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varum,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sarvva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Vallabhaa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vegam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varanhamey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8A4FA5-2BBB-46C1-A59B-A4D1BC72654E}"/>
              </a:ext>
            </a:extLst>
          </p:cNvPr>
          <p:cNvSpPr/>
          <p:nvPr/>
        </p:nvSpPr>
        <p:spPr>
          <a:xfrm>
            <a:off x="14588" y="2580338"/>
            <a:ext cx="121774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സ്തുതിപ്പിൻ സ്തുതിപ്പിൻ യേശുദേവനെ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ഹല്ലേലുയ്യാ പാടി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സ്തുതിപ്പിൻ സ്തുതിപ്പിൻ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യേശുദേവനെ 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E9947-D39D-4B6B-B534-2AB317201427}"/>
              </a:ext>
            </a:extLst>
          </p:cNvPr>
          <p:cNvSpPr/>
          <p:nvPr/>
        </p:nvSpPr>
        <p:spPr>
          <a:xfrm>
            <a:off x="-7294" y="5766137"/>
            <a:ext cx="1218470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Yeshudevaney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Hallelu-yya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paadi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sthuthippin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Yeshudevaney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8E866A-4723-46A8-A76A-2CC8B6AE9094}"/>
              </a:ext>
            </a:extLst>
          </p:cNvPr>
          <p:cNvSpPr/>
          <p:nvPr/>
        </p:nvSpPr>
        <p:spPr>
          <a:xfrm>
            <a:off x="9171461" y="3545810"/>
            <a:ext cx="30059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(</a:t>
            </a:r>
            <a:r>
              <a:rPr lang="ml-IN" b="1" dirty="0"/>
              <a:t>യുസ്തുസ് യൌസേഫ്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EF6651-82FC-437E-BFE1-E411B9057E2B}"/>
              </a:ext>
            </a:extLst>
          </p:cNvPr>
          <p:cNvSpPr/>
          <p:nvPr/>
        </p:nvSpPr>
        <p:spPr>
          <a:xfrm>
            <a:off x="9997018" y="6412468"/>
            <a:ext cx="2172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Yusthus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Youseph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04153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386</Words>
  <Application>Microsoft Office PowerPoint</Application>
  <PresentationFormat>Widescreen</PresentationFormat>
  <Paragraphs>93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Kartika</vt:lpstr>
      <vt:lpstr>Office Theme</vt:lpstr>
      <vt:lpstr>49 സ്തുതിപ്പിൻ സ്തുതിപ്പിൻ യേശുദേവനെ</vt:lpstr>
      <vt:lpstr>പല്ലവി  സ്തുതിപ്പിൻ സ്തുതിപ്പിൻ യേശുദേവനെ – ഹല്ലേലുയ്യാ പാടി   സ്തുതിപ്പിൻ സ്തുതിപ്പിൻ! യേശുദേവനെ    അനുപല്ലവി      സ്തുതിപ്പിൻ ലോകത്തിൻ - പാപത്തെ നീക്കുവാൻ   അധിപനായ് വന്ന – ദൈവകുഞ്ഞാടിനെ - സ്തുതി ..</vt:lpstr>
      <vt:lpstr>1 കരുണ നിറഞ്ഞ കണ്ണുള്ളോനവൻ - തൻ ജനത്തിൻ കരച്ചിൽ   കരളലിഞ്ഞു കേൾക്കും കാതുള്ളോൻ -ലോകപാപച്ചുമടിനെ    ശിരസ്സുകൊണ്ടുചുമന്നൊഴിപ്പതിന്നു    കുരിശെടുത്തു ഗോൽ-ഗോഥാവിൽ പോയോനെ</vt:lpstr>
      <vt:lpstr>2.വഴിയും സത്യവും ജീവനുമിവനെ – അവന്നരികിൽ വരുവിൻ     വഴിയുമാശ്വാസമേകുമേ അവൻ -  പാപച്ചുമടൊഴിച്ചവൻ    മഴയും മഞ്ഞും പെയ്യുമ്പോലുള്ളിൽ കൃപ    പൊഴിയുമേ മേഘത്തൂണിൽനിന്നു പാടി</vt:lpstr>
      <vt:lpstr>3. മരിച്ചവരിൽ നിന്നാദ്യം ജനിച്ചവൻ - ഭൂമിരാജാക്കന്മാരെ ഭരിച്ചു വാഴും ഏകനായകൻ - നമ്മെ സ്നേഹിച്ചവൻ, തിരു-    ച്ചോരയിൽ കഴുകി - നമ്മെയെല്ലാം ശുദ്ധീ-   കരിച്ച വിശ്വസ്ത - സാക്ഷിയെ നിനച്ചു</vt:lpstr>
      <vt:lpstr>4 ഏഴു പൊൻ നിലവിളക്കുകളുള്ളിൽ -  നിലയങ്കി ധരിച്ചും    ഏഴു നക്ഷത്രം വലങ്കയ്യിലും മാർവ്വിൽ - പൊൻകച്ച പൂണ്ടും   വായിലിരുമുന വാളുമഗ്നി ജ്വാല    പോലെ കണ്ണുമുള്ള - മാനവ മകനെ</vt:lpstr>
      <vt:lpstr>5. കാലുകളുലയിൽ കാച്ചിപ്പഴുപ്പിച്ച –നല്ല പിച്ചളയ്ക്കൊത്തതും      ചേലൊടു മുഖഭാവമാദിത്യൻ - ശക്തിയോടു പ്രകാശിക്കും    പോലെയും തലമുടി ധവളപഞ്ഞി-   പോലെയുമിരിക്കുന്ന ദൈവകുഞ്ഞാടിനെ</vt:lpstr>
      <vt:lpstr>വളരെ വെള്ളത്തിന്നിരച്ചിൽക്കൊത്തതും-ശവക്കല്ലറയിൽ നിന്നും വെളിയെ മരിച്ചോരുയിർത്തുവരുവാനായ് – തക്ക വല്ലഭമുള്ളതും    എളിയജനം ചെവിക്കൊൾവതുമായ    വലിയ ഗംഭീര ശബ്ദവുമുള്ളോനെ </vt:lpstr>
      <vt:lpstr>7. വലിയ ദൈവദൂതന്‍റെ ശബ്ദവും – ദേവകാഹളവും തന്‍റെ      വിളിയോടിടകലർന്നു മുഴങ്ങവേ–വാനലോകത്തിൽ നിന്നേശു    ജ്വലിക്കുമഗ്നിമേഘത്തിൽ വെളിപ്പെടും    കലങ്ങും ദുഷ്ടർ തന്മക്കളാനന്ദിക്കും</vt:lpstr>
      <vt:lpstr>8. മന്നവമന്നനാകുന്ന മശിഹായയെ –മഹാസേനയിൽ കർത്തനെ    മണ്ണു വിണ്ണും പടച്ചവനെ മനുവേലെ, മനുനന്ദനനെ, പര    നന്ദനനെ - മരിനന്ദനനെ, രാജ-   നന്ദനനെ നിങ്ങൾ നന്ദിയോടു പാടി</vt:lpstr>
      <vt:lpstr>ഹല്ലേലുയ്യാ പാടി സ്തുതിപ്പിൻ യേശുവേ –യേശുനാമത്തിനു ജയം  അല്ലലെല്ലാമവനകലെ കളയുമേ – യേശുരാജാവിന്നോശന്ന    നല്ലവനാം യേശുരാജൻ വരും, സർവ്വ    വല്ലഭാ യേശുവേ വേഗം വരേണമേ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Sthuthippin sthuthippin</dc:title>
  <dc:creator>Digital Input; GM JOHN; Acsah Mathews</dc:creator>
  <cp:lastModifiedBy>Acsah Mathews</cp:lastModifiedBy>
  <cp:revision>44</cp:revision>
  <dcterms:created xsi:type="dcterms:W3CDTF">2013-07-17T10:28:54Z</dcterms:created>
  <dcterms:modified xsi:type="dcterms:W3CDTF">2018-10-29T13:55:08Z</dcterms:modified>
</cp:coreProperties>
</file>