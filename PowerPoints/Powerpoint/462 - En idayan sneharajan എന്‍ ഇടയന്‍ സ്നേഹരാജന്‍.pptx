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99CD-669D-4319-9489-2F5EDBCE6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A4518-E272-4427-A65E-57C00A23D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7CC8A-0D68-4F89-B737-C3D8ACDB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51FD4-8271-4F16-82AA-7313B0F6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44692-7A34-4B4F-8EAA-98F07E49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8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D79C-EFB3-4AE5-B7BE-88123588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BB49A-5AAE-4AD9-BFBD-DC8C164B0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77AA3-DE7B-467A-957A-7E621731F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D9CFA-747A-4815-B65B-CF3A341F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78D0A-E840-4907-9F0E-40E4F73E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5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50FE-211B-4B98-B3DF-42B2B282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C2140-047A-4EDE-A028-0AE302B53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FA761-1870-4A40-AC6C-7A8B59E5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9D87F-1EFE-4F1D-AA51-F703A974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4C335-E6D5-43F4-A064-A31031FD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5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5BCE-FBAF-4C01-8DF3-240998C6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EABE9-9FB9-4200-A803-420801EE6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DF95E-F882-48A8-92A8-873B50F05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45A34-A405-43AF-B232-A786D9B1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65D30-8655-4FA8-B5D6-08E98BB6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F728E-E5EE-449E-8715-5EDBCFF3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3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D402-FFBE-4E38-B6FE-97A97674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D84AF-9FBE-43CF-ADAE-63E1771A1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92286-4618-4E44-AF0A-1FA533A87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C6385-BB7F-4300-B96C-BCF6E5264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D64944-6D46-4A24-BBB8-02DFD0C11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DFB9FC-FCEE-4069-AE8F-7D06CDDB7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55378-1333-4D80-B0D7-0BF2DA5B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00A37-0E7F-4E66-9370-5D9C620F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3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AAE6-B951-4987-A31A-F4594E85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CFFBF-D0AC-477D-9FC2-FA2A8C2C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78353-6E05-408E-BAF0-81BF2D10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6451D-D8FD-4849-BC4B-25CE67F4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765B2-AB05-4717-9365-0085DF8B0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AB0E7-BC87-43BE-986C-ABF7D4A5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ADCDB-A1A4-4158-82DE-FFB88164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45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D9DA-1324-4D86-A3DC-63AEF6BF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70A8-98A3-4210-BE40-66436DAD1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5A229-0964-4358-8D6E-1259CB165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0E223-5439-48D1-BE18-BFE3FFB52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6486F-775D-4037-BC78-C93620C6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C0B83-7291-4146-94C1-5C6E3245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37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CAA1-A2A8-4030-B756-981E6E3AF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2FB4B-AD22-4975-A163-1784E32BC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5E369-3357-450C-8BEA-9901834AD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79274-F84E-48C7-ADF7-E55CB9F3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D6CD0-9D04-43D1-A020-8F4A09FA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4022B-838F-43A5-9B3A-3E380988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40EA-A1CF-4C86-B928-C5A7BC9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4E946E-2178-4849-B706-417363B22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D45BD-DA9F-4EB3-A026-A503A4133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FFF65-3C4C-4A33-954E-A987A070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68B16-E3A1-4767-AEA5-BB55291C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7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1BD65-1979-4634-92BF-D820DFF19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C41CF-2619-4202-A901-03EC57DEB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5FEE4-0238-42BB-85F4-A28CC0B1C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1B948-E5C1-4F16-BE57-EB05CFDF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7F664-CC96-406A-85CF-C49E7819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4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D6B76-8521-410F-89D9-869D0CFF1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A2AE-FDDF-49BC-8E1E-38707C855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5085C-42EE-423F-A5C2-33DC90581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E200D-BC0E-43EB-BA8C-0521775A01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6BF78-9E19-44E8-880B-3A8F9F33D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8D1D9-92E5-4388-928D-97C1F3B97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9CC59-C25E-45E0-8E45-C7C37B8C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7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CE0E-4AEB-4104-88AA-FE0FD46C2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/>
              <a:t>462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ഇടയന്‍ സ്നേഹരാജന്‍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7304-BA76-4AB8-B8D9-7090C0C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2060"/>
                </a:solidFill>
              </a:rPr>
              <a:t>En </a:t>
            </a:r>
            <a:r>
              <a:rPr lang="en-US" sz="4000" b="1" dirty="0" err="1">
                <a:solidFill>
                  <a:srgbClr val="002060"/>
                </a:solidFill>
              </a:rPr>
              <a:t>idayan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sneharaajan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The king of Love my Shepherd is – 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Henry W. Baker, Dr. D.B. Dykes</a:t>
            </a:r>
          </a:p>
        </p:txBody>
      </p:sp>
    </p:spTree>
    <p:extLst>
      <p:ext uri="{BB962C8B-B14F-4D97-AF65-F5344CB8AC3E}">
        <p14:creationId xmlns:p14="http://schemas.microsoft.com/office/powerpoint/2010/main" val="57583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7193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987360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ഇടയന്‍ സ്നേഹരാജന്‍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നന്മയ്ക്കില്ല ലോഭം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ഞാനവനും താനെനിക്കും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എന്നാല്‍ മുട്ടില്ലെനിക്കു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429000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En </a:t>
            </a:r>
            <a:r>
              <a:rPr lang="en-US" sz="3600" b="1" dirty="0" err="1">
                <a:solidFill>
                  <a:srgbClr val="002060"/>
                </a:solidFill>
              </a:rPr>
              <a:t>idayan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sneha-raajan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</a:rPr>
              <a:t>nanmaykkilla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laabham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avanum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thaanenikkum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muttillenikku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7193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987360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ജീവനദിയിലേക്കെന്‍റെ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ദേഹിയെ നടത്തുന്നാന്‍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പച്ചയാം പുല്‍പ്പുറങ്ങളില്‍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മെച്ചമാം ഭോജ്യം നല്‍കി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429000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Jeeva </a:t>
            </a:r>
            <a:r>
              <a:rPr lang="en-US" sz="3600" b="1" dirty="0" err="1">
                <a:solidFill>
                  <a:srgbClr val="002060"/>
                </a:solidFill>
              </a:rPr>
              <a:t>nadhiyilekkente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Dehiye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nadaththunnaan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Pachayaam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pulpurhangalhil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Mechamaam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bhojyam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nalki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6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7193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987360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ഭോഷന്‍ ഞാന്‍ വഴി തെറ്റി, താന്‍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സ്നേഹത്താല്‍ മാം തിരക്കി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വഹിച്ചു മെല്ലെ ചുമലില്‍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മോദമായ് വീടണച്ചു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429000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Bhoshan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vazhi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thetti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thaan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Snehaththaal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thirakki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Vahichu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melle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chumalil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Modamaai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veedanhachchu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16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7193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987360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മൃത്യുനാട്ടില്‍ നീ കൂട്ടെങ്കില്‍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ദോഷം ഭയപ്പെടാ ഞാന്‍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കോല്‍ വടിയെന്നാശ്വാസം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ക്രൂശെന്‍ വഴികാട്ടി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429000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Mrithyu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naattil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koottenkil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Dosham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bhayappedaa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kol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vadiyenn-aashwaasam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krooshen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vazhikaatti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32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7193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00" b="1" dirty="0">
                <a:solidFill>
                  <a:prstClr val="black"/>
                </a:solidFill>
                <a:latin typeface="Calibri" panose="020F0502020204030204"/>
              </a:rPr>
              <a:t>5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987360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മുമ്പില്‍ വിരുന്നൊരുക്കി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കൃപ നീ നല്‍കുന്നു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കാസാ കവിഞ്ഞൊഴുകും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സന്തോഷമത്യാശ്ചര്യം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429000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En </a:t>
            </a:r>
            <a:r>
              <a:rPr lang="en-US" sz="3600" b="1" dirty="0" err="1">
                <a:solidFill>
                  <a:srgbClr val="002060"/>
                </a:solidFill>
              </a:rPr>
              <a:t>mumbil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virunnorukki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kripa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nalkuunnu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kaasa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kavinjozhukum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Santhosham-athyaashcharyam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98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7193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987360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നാളെല്ലാമീ വിധത്തില്‍ നിന്‍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നന്മയ്ക്കില്ലാ മുടക്കം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നല്ലിടയാ നിന്‍ സ്തുതി ഞാന്‍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ചൊല്ലെട്ടെന്നും നിന്‍ വീട്ടില്‍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429000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Naalhellaamee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vidhaththil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nanmaykkilla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mudakkam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Nallidayaa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sthuthi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Chollettennum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veettil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77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173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462 എന്‍ ഇടയന്‍ സ്നേഹരാജന്‍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idayan sneharajan</dc:title>
  <dc:creator>Acsah Mathews</dc:creator>
  <cp:lastModifiedBy>Acsah Mathews</cp:lastModifiedBy>
  <cp:revision>2</cp:revision>
  <dcterms:created xsi:type="dcterms:W3CDTF">2018-11-30T15:14:46Z</dcterms:created>
  <dcterms:modified xsi:type="dcterms:W3CDTF">2018-11-30T15:25:00Z</dcterms:modified>
</cp:coreProperties>
</file>