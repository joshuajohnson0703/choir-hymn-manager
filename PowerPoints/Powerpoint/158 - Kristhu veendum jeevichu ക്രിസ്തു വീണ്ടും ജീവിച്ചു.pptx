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B3034F-71B6-4F77-8A36-D16C56210E4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197011-ECE8-42FC-894B-27A5723EB8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1EF89-FDE1-4D62-9F58-0004FD5B21D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3A276-A0F2-4E8F-AD90-530B32F05B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7F84D-94EA-4860-AA65-531EEFB98B3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75128-F95A-4A56-806E-DED157488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9F0AA-8BF4-427D-BB1F-B2561B941CA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7017CB-122C-497E-8EDC-7D6100310B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09EA8-2BC3-4131-A6B5-336541EC84F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1F028-9184-4B0F-9FA6-7CFF170323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9208C-5EAA-4646-BE9F-31D8C23F6D0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E6D15-A45C-4957-9DB6-8F8E21EFA2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36CDFD-BEFE-4604-8B04-BA5D8AC78E7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87ACF-156C-421C-A616-3DC9DCD344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DDE9C-14D4-474F-9634-118888E7F0E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2A89F-C43B-4662-BA5D-0A4AC276D3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99D83-FCDB-4EAD-ACA6-7E36A485F1E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1B2328-DABC-4914-8036-2E9D57B118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47118-1368-46A7-81FC-2A077C971BB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935C-6C87-4CFA-9E9E-E054955FB7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E2A36-4B06-4464-8703-9A2C907AF31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FE88B-D468-45F6-906F-B72A6DC944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51E1985-99AF-42C6-A1E1-F222A3BCDA2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24706C3-84EB-4F6E-B435-EDB72187CE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B03FF-80CB-492A-A5ED-1C6536F15E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158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ക്രിസ്തു വീണ്ടും ജീവിച്ചു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86C44-8A25-4137-B6E3-0569D8F30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Kristhu </a:t>
            </a:r>
            <a:r>
              <a:rPr lang="en-US" sz="4000" b="1" dirty="0" err="1">
                <a:solidFill>
                  <a:schemeClr val="tx2"/>
                </a:solidFill>
              </a:rPr>
              <a:t>veendum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jeevichchu</a:t>
            </a:r>
            <a:endParaRPr lang="en-US" sz="4000" b="1" dirty="0">
              <a:solidFill>
                <a:schemeClr val="tx2"/>
              </a:solidFill>
            </a:endParaRPr>
          </a:p>
          <a:p>
            <a:r>
              <a:rPr lang="en-US" sz="4000" i="1" dirty="0">
                <a:solidFill>
                  <a:schemeClr val="tx2"/>
                </a:solidFill>
              </a:rPr>
              <a:t>Christ the Lord is risen today – Charles Wesley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187185431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473411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വീണ്ടും ജീവിച്ചു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ഹാ-ആലേ-ലുയ്യാ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ശത്രുക്കൂട്ടം തോറ്റിതു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ഹാ-ആലേ-ലുയ്യാ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മേൽ ലോകങ്ങൾ പാടട്ടെ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ഹാ-ആലേ-ലുയ്യാ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ഭൂ-മി-സ്തുതി ചെയ്യട്ടെ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ഹാ-ആലേ-ലുയ്യാ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240135-5E3F-49BC-920F-50E7ADFF7260}"/>
              </a:ext>
            </a:extLst>
          </p:cNvPr>
          <p:cNvSpPr/>
          <p:nvPr/>
        </p:nvSpPr>
        <p:spPr>
          <a:xfrm>
            <a:off x="0" y="3718011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Kristhu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Shathru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thottithu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Mèl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paadattey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-mi-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cheyyattey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297D27-648A-45A8-8EAE-FC8AAC7558EC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473411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മുറിവേറ്റു തിരുകാൽ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</a:rPr>
              <a:t>ഹാ-ആലേ-ലുയ്യാ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മൃത്യുവിന്‍റെ കയ്യിനാൽ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</a:rPr>
              <a:t>ഹാ-ആലേ-ലുയ്യാ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ശത്രുവിന്‍റെ തലയെ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600" b="1" dirty="0">
                <a:latin typeface="Kartika" panose="02020503030404060203" pitchFamily="18" charset="0"/>
              </a:rPr>
              <a:t>ഹാ-ആലേ-ലുയ്യാ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ക്രി-സ്തു -ചതച്ചുടനെ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</a:rPr>
              <a:t> ഹാ-ആലേ-ലുയ്യാ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240135-5E3F-49BC-920F-50E7ADFF7260}"/>
              </a:ext>
            </a:extLst>
          </p:cNvPr>
          <p:cNvSpPr/>
          <p:nvPr/>
        </p:nvSpPr>
        <p:spPr>
          <a:xfrm>
            <a:off x="0" y="3718011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Murivèttu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Thirukaal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Mrithyuvintey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kayyinaal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Shathruvintey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thalayé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Kristhu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chathachchudaney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297D27-648A-45A8-8EAE-FC8AAC7558EC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635868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473411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കീഴ് ലോകത്തിൻ വാതിലിൻ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</a:rPr>
              <a:t>ഹാ-ആലേ-ലുയ്യാ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താക്കോൽ കിട്ടി പ്രഭുതാൻ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</a:rPr>
              <a:t> ഹാ-ആലേ-ലുയ്യാ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തുറന്നിട്ടു വിശുദ്ധർ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</a:rPr>
              <a:t>ഹാ-ആലേ-ലുയ്യാ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എഴുന്നേറ്റനേകം പേർ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</a:rPr>
              <a:t>ഹാ-ആലേ-ലുയ്യാ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240135-5E3F-49BC-920F-50E7ADFF7260}"/>
              </a:ext>
            </a:extLst>
          </p:cNvPr>
          <p:cNvSpPr/>
          <p:nvPr/>
        </p:nvSpPr>
        <p:spPr>
          <a:xfrm>
            <a:off x="0" y="3718011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Keezhlokaththin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vaathilin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Thaakkol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kitti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prabhu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Thurannittu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vishudhdhar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Ezhunnettanekam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pèr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297D27-648A-45A8-8EAE-FC8AAC7558EC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734583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473411"/>
          </a:xfrm>
        </p:spPr>
        <p:txBody>
          <a:bodyPr anchor="t"/>
          <a:lstStyle/>
          <a:p>
            <a:pPr algn="l" defTabSz="403225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ഘോഷിപ്പിൻ തൻ ജനമേ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</a:rPr>
              <a:t>ഹാ-ആലേ-ലുയ്യാ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വാഴ്ത്തുവിൻ തൻ നാമത്തെ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</a:rPr>
              <a:t> ഹാ-ആലേ-ലുയ്യാ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ക്രിസ്തുയേശു രക്ഷകൻ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</a:rPr>
              <a:t> ഹാ-ആലേ-ലുയ്യാ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എ-ന്നു-മേ പരാപരൻ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</a:rPr>
              <a:t>ഹാ-ആലേ-ലുയ്യാ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240135-5E3F-49BC-920F-50E7ADFF7260}"/>
              </a:ext>
            </a:extLst>
          </p:cNvPr>
          <p:cNvSpPr/>
          <p:nvPr/>
        </p:nvSpPr>
        <p:spPr>
          <a:xfrm>
            <a:off x="0" y="3718011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Ghoshippin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janamey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Vaazhththuvin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naamathey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Krishthu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Ennumey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paraaparan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Haa-aaley-luyya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297D27-648A-45A8-8EAE-FC8AAC7558EC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52432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111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158 ക്രിസ്തു വീണ്ടും ജീവിച്ചു</vt:lpstr>
      <vt:lpstr>ക്രിസ്തു വീണ്ടും ജീവിച്ചു -  ഹാ-ആലേ-ലുയ്യാ ശത്രുക്കൂട്ടം തോറ്റിതു -  ഹാ-ആലേ-ലുയ്യാ മേൽ ലോകങ്ങൾ പാടട്ടെ  -  ഹാ-ആലേ-ലുയ്യാ ഭൂ-മി-സ്തുതി ചെയ്യട്ടെ -  ഹാ-ആലേ-ലുയ്യാ</vt:lpstr>
      <vt:lpstr>മുറിവേറ്റു തിരുകാൽ - ഹാ-ആലേ-ലുയ്യാ മൃത്യുവിന്‍റെ കയ്യിനാൽ - ഹാ-ആലേ-ലുയ്യാ ശത്രുവിന്‍റെ തലയെ - ഹാ-ആലേ-ലുയ്യാ ക്രി-സ്തു -ചതച്ചുടനെ - ഹാ-ആലേ-ലുയ്യാ</vt:lpstr>
      <vt:lpstr>കീഴ് ലോകത്തിൻ വാതിലിൻ - ഹാ-ആലേ-ലുയ്യാ താക്കോൽ കിട്ടി പ്രഭുതാൻ - ഹാ-ആലേ-ലുയ്യാ തുറന്നിട്ടു വിശുദ്ധർ - ഹാ-ആലേ-ലുയ്യാ എഴുന്നേറ്റനേകം പേർ - ഹാ-ആലേ-ലുയ്യാ</vt:lpstr>
      <vt:lpstr>ഘോഷിപ്പിൻ തൻ ജനമേ - ഹാ-ആലേ-ലുയ്യാ വാഴ്ത്തുവിൻ തൻ നാമത്തെ - ഹാ-ആലേ-ലുയ്യാ ക്രിസ്തുയേശു രക്ഷകൻ - ഹാ-ആലേ-ലുയ്യാ എ-ന്നു-മേ പരാപരൻ - ഹാ-ആലേ-ലുയ്യാ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Kristhu veendum jeevichu</dc:title>
  <dc:creator>Digital Input:; GM JOHN; Acsah Mathews</dc:creator>
  <cp:lastModifiedBy>Acsah Mathews</cp:lastModifiedBy>
  <cp:revision>132</cp:revision>
  <dcterms:created xsi:type="dcterms:W3CDTF">2013-04-19T09:19:07Z</dcterms:created>
  <dcterms:modified xsi:type="dcterms:W3CDTF">2018-11-06T16:16:44Z</dcterms:modified>
</cp:coreProperties>
</file>