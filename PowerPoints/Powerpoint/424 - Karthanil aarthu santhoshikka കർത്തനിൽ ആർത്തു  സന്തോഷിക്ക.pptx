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83" r:id="rId3"/>
    <p:sldId id="287" r:id="rId4"/>
    <p:sldId id="288" r:id="rId5"/>
    <p:sldId id="289" r:id="rId6"/>
    <p:sldId id="290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2E4C8-0B9C-4C2F-8F8E-94FF625B2931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96A118-885E-4843-9AA8-1C645F58FC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8B60E0-BD8C-4F94-A7DB-48CF420D0F23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30810-844B-4124-8CC1-97D2774070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6EEC58-FABB-4D42-9F0A-4223E3184517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15BDFE-89D9-4C80-A47A-A5E1A578A1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9704A-2ED3-4114-8E71-945301D59133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7C8DF-692C-4CCF-BD8E-5771ACD4A3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5EDAA1-823B-446B-8C7C-BB7B2CD3E137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AE255-D501-4ACF-93BC-E2CA678680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AD00E5-2567-4357-8502-EE64273560C7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BA1323-810D-4DCC-A565-B60BA3D280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63EBF-596D-49FC-8498-98FA0EBB5B06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769ECD-C3CB-4FAF-9233-5ED74F2596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7F63C8-E595-4F5C-9CAA-4A85CCB6AD56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31865B-095F-47B3-985A-3F3D5061A1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8E7E66-89F2-403A-9D2E-FC587FAC365E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009971-70FA-44DC-824C-6F58BB0401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2A5DEC-E674-4DE9-B92C-A595A3CB8D07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76EA61-3F80-438C-8A45-E9A270E69E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E72A1-D0E2-482C-B680-FDA52C6DFEB7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451EE-97C2-41B9-8E00-929815D159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C2823C4-9FCB-4B5D-87EE-BD647931340D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730AFCF-C831-4516-AC4B-4751338F46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80CA5-7096-4C84-B3B1-904DDD6EB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6"/>
            <a:ext cx="12192000" cy="1470025"/>
          </a:xfrm>
        </p:spPr>
        <p:txBody>
          <a:bodyPr/>
          <a:lstStyle/>
          <a:p>
            <a:r>
              <a:rPr lang="en-US" dirty="0"/>
              <a:t>424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കർത്തനിൽ ആർത്തു  സന്തോഷിക്ക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39634-48E2-4B02-BF25-2F2B34244B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Karthannil </a:t>
            </a:r>
            <a:r>
              <a:rPr lang="en-US" sz="4000" b="1" dirty="0" err="1">
                <a:solidFill>
                  <a:srgbClr val="002060"/>
                </a:solidFill>
              </a:rPr>
              <a:t>aarththu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santhoshikka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rgbClr val="002060"/>
                </a:solidFill>
              </a:rPr>
              <a:t>Be glad in the Lord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1347499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33454" y="612018"/>
            <a:ext cx="12171556" cy="2493817"/>
          </a:xfrm>
        </p:spPr>
        <p:txBody>
          <a:bodyPr anchor="t"/>
          <a:lstStyle/>
          <a:p>
            <a:pPr algn="l" defTabSz="4635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കർത്തനിൽ ആർത്തു  സന്തോഷിക്ക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ചിത്തത്തിൽ സത്യമുള്ളൊരെല്ലാം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തന്നേ തിരഞ്ഞെടുത്തവരെ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വ്യാകുല ദു:ഖങ്ങൾ പൊക്കുക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45450" y="-7434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2573DA-60B2-4C14-B1D0-05D104151097}"/>
              </a:ext>
            </a:extLst>
          </p:cNvPr>
          <p:cNvSpPr/>
          <p:nvPr/>
        </p:nvSpPr>
        <p:spPr>
          <a:xfrm>
            <a:off x="663497" y="2640788"/>
            <a:ext cx="1077765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കർത്തനിൽ, കർത്തനിൽ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കർത്തനിൽ ആർത്തു സന്തോഷിക്ക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1C7729-93BE-4C5E-890C-949058FDDC9B}"/>
              </a:ext>
            </a:extLst>
          </p:cNvPr>
          <p:cNvSpPr/>
          <p:nvPr/>
        </p:nvSpPr>
        <p:spPr>
          <a:xfrm>
            <a:off x="228600" y="3936650"/>
            <a:ext cx="951199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Karthannil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aarththu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santhoshikka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Chiththathil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sathyamullhorelaam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thiranjeduththavare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Vyaakula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dukhangalh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pokkuka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16564D-62E3-427E-9434-EA16F9A49F6F}"/>
              </a:ext>
            </a:extLst>
          </p:cNvPr>
          <p:cNvSpPr/>
          <p:nvPr/>
        </p:nvSpPr>
        <p:spPr>
          <a:xfrm>
            <a:off x="3886200" y="5592060"/>
            <a:ext cx="7315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aarththu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santhoshikka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33454" y="612018"/>
            <a:ext cx="12171556" cy="2493817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</a:rPr>
              <a:t>2	അവൻ താൻ കർത്തനെന്നോർക്കുക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വാനിലും ഭൂവിലും നാഥൻ താൻ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വചനത്താൽ ഭരിക്കുന്നു താൻ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ബലവീരരെ വീണ്ടെടുപ്പാൻ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45450" y="-7434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2573DA-60B2-4C14-B1D0-05D104151097}"/>
              </a:ext>
            </a:extLst>
          </p:cNvPr>
          <p:cNvSpPr/>
          <p:nvPr/>
        </p:nvSpPr>
        <p:spPr>
          <a:xfrm>
            <a:off x="663497" y="2640788"/>
            <a:ext cx="1077765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കർത്തനിൽ, കർത്തനിൽ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കർത്തനിൽ ആർത്തു സന്തോഷിക്ക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1C7729-93BE-4C5E-890C-949058FDDC9B}"/>
              </a:ext>
            </a:extLst>
          </p:cNvPr>
          <p:cNvSpPr/>
          <p:nvPr/>
        </p:nvSpPr>
        <p:spPr>
          <a:xfrm>
            <a:off x="228600" y="3936650"/>
            <a:ext cx="951199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karthanennorkkuka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Vaanilum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bhoovilum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Vachanaththaal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bharikkunnu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Balaveerare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veendeduppaan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16564D-62E3-427E-9434-EA16F9A49F6F}"/>
              </a:ext>
            </a:extLst>
          </p:cNvPr>
          <p:cNvSpPr/>
          <p:nvPr/>
        </p:nvSpPr>
        <p:spPr>
          <a:xfrm>
            <a:off x="3886200" y="5592060"/>
            <a:ext cx="7315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aarththu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santhoshikka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3963639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33454" y="612018"/>
            <a:ext cx="12171556" cy="2493817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</a:rPr>
              <a:t>3	നീതിക്കായുള്ള പോരാട്ടത്തിൽ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ശത്രുവിൻ ശക്തി വർദ്ധിച്ചാലും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കാഴ്ച മറഞ്ഞു ദൈവസൈന്യം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ശത്രുസൈന്യത്തേക്കാൾ അധികം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45450" y="-7434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2573DA-60B2-4C14-B1D0-05D104151097}"/>
              </a:ext>
            </a:extLst>
          </p:cNvPr>
          <p:cNvSpPr/>
          <p:nvPr/>
        </p:nvSpPr>
        <p:spPr>
          <a:xfrm>
            <a:off x="663497" y="2640788"/>
            <a:ext cx="1077765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കർത്തനിൽ, കർത്തനിൽ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കർത്തനിൽ ആർത്തു സന്തോഷിക്ക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1C7729-93BE-4C5E-890C-949058FDDC9B}"/>
              </a:ext>
            </a:extLst>
          </p:cNvPr>
          <p:cNvSpPr/>
          <p:nvPr/>
        </p:nvSpPr>
        <p:spPr>
          <a:xfrm>
            <a:off x="228600" y="3936650"/>
            <a:ext cx="951199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Neethikkayullha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poraattaththil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Shathruvin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vardhichaalum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Kaazhchamarhanju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sainyam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Shathru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sainyaththekkaalh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adhikam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16564D-62E3-427E-9434-EA16F9A49F6F}"/>
              </a:ext>
            </a:extLst>
          </p:cNvPr>
          <p:cNvSpPr/>
          <p:nvPr/>
        </p:nvSpPr>
        <p:spPr>
          <a:xfrm>
            <a:off x="3886200" y="5592060"/>
            <a:ext cx="7315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aarththu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santhoshikka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4155848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33454" y="612018"/>
            <a:ext cx="12171556" cy="2493817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</a:rPr>
              <a:t>4	പകലിൽ ഇരുൾ നിൻ ചുറ്റിലും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രാത്രിയില്‍ മേഘങ്ങൾ നിൻമേലും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വന്നിടുമ്പോൾ നീ കുലുങ്ങീടാ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ആശ്രയിക്കവനിൽ ആപത്തിൽ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45450" y="-7434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2573DA-60B2-4C14-B1D0-05D104151097}"/>
              </a:ext>
            </a:extLst>
          </p:cNvPr>
          <p:cNvSpPr/>
          <p:nvPr/>
        </p:nvSpPr>
        <p:spPr>
          <a:xfrm>
            <a:off x="663497" y="2640788"/>
            <a:ext cx="1077765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കർത്തനിൽ, കർത്തനിൽ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കർത്തനിൽ ആർത്തു സന്തോഷിക്ക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1C7729-93BE-4C5E-890C-949058FDDC9B}"/>
              </a:ext>
            </a:extLst>
          </p:cNvPr>
          <p:cNvSpPr/>
          <p:nvPr/>
        </p:nvSpPr>
        <p:spPr>
          <a:xfrm>
            <a:off x="228600" y="3936650"/>
            <a:ext cx="951199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Pakalil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irulh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chuttilum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Raathriyil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meghangalh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Vannidumbolh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kulungeedaa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Aashrayikkavanil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aapaththil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16564D-62E3-427E-9434-EA16F9A49F6F}"/>
              </a:ext>
            </a:extLst>
          </p:cNvPr>
          <p:cNvSpPr/>
          <p:nvPr/>
        </p:nvSpPr>
        <p:spPr>
          <a:xfrm>
            <a:off x="3886200" y="5592060"/>
            <a:ext cx="7315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aarththu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santhoshikka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2480928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33454" y="612018"/>
            <a:ext cx="12171556" cy="2493817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</a:rPr>
              <a:t>5	കർത്തനിൽ ആർത്തു സന്തോഷിക്ക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കീർത്തിച്ച് ഘോഷിക്കതൻ സ്തുതി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വാദ്യത്തോടു ചേർത്തു നിൻസ്വരം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ഹല്ലേലുയ്യാ ഗീതം പാടുക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45450" y="-7434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2573DA-60B2-4C14-B1D0-05D104151097}"/>
              </a:ext>
            </a:extLst>
          </p:cNvPr>
          <p:cNvSpPr/>
          <p:nvPr/>
        </p:nvSpPr>
        <p:spPr>
          <a:xfrm>
            <a:off x="663497" y="2640788"/>
            <a:ext cx="1077765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കർത്തനിൽ, കർത്തനിൽ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കർത്തനിൽ ആർത്തു സന്തോഷിക്ക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1C7729-93BE-4C5E-890C-949058FDDC9B}"/>
              </a:ext>
            </a:extLst>
          </p:cNvPr>
          <p:cNvSpPr/>
          <p:nvPr/>
        </p:nvSpPr>
        <p:spPr>
          <a:xfrm>
            <a:off x="228600" y="3936650"/>
            <a:ext cx="951199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aarththu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santhoshikka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Keerthichu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ghoshikka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Vaadyaththodu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Hallelujah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geetham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paaduka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16564D-62E3-427E-9434-EA16F9A49F6F}"/>
              </a:ext>
            </a:extLst>
          </p:cNvPr>
          <p:cNvSpPr/>
          <p:nvPr/>
        </p:nvSpPr>
        <p:spPr>
          <a:xfrm>
            <a:off x="3886200" y="5592060"/>
            <a:ext cx="7315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aarththu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santhoshikka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450373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</TotalTime>
  <Words>139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424 കർത്തനിൽ ആർത്തു  സന്തോഷിക്ക</vt:lpstr>
      <vt:lpstr>1 കർത്തനിൽ ആർത്തു  സന്തോഷിക്ക  ചിത്തത്തിൽ സത്യമുള്ളൊരെല്ലാം   തന്നേ തിരഞ്ഞെടുത്തവരെ   വ്യാകുല ദു:ഖങ്ങൾ പൊക്കുക </vt:lpstr>
      <vt:lpstr>2 അവൻ താൻ കർത്തനെന്നോർക്കുക   വാനിലും ഭൂവിലും നാഥൻ താൻ   വചനത്താൽ ഭരിക്കുന്നു താൻ   ബലവീരരെ വീണ്ടെടുപ്പാൻ </vt:lpstr>
      <vt:lpstr>3 നീതിക്കായുള്ള പോരാട്ടത്തിൽ   ശത്രുവിൻ ശക്തി വർദ്ധിച്ചാലും   കാഴ്ച മറഞ്ഞു ദൈവസൈന്യം   ശത്രുസൈന്യത്തേക്കാൾ അധികം </vt:lpstr>
      <vt:lpstr>4 പകലിൽ ഇരുൾ നിൻ ചുറ്റിലും   രാത്രിയില്‍ മേഘങ്ങൾ നിൻമേലും   വന്നിടുമ്പോൾ നീ കുലുങ്ങീടാ   ആശ്രയിക്കവനിൽ ആപത്തിൽ </vt:lpstr>
      <vt:lpstr>5 കർത്തനിൽ ആർത്തു സന്തോഷിക്ക   കീർത്തിച്ച് ഘോഷിക്കതൻ സ്തുതി   വാദ്യത്തോടു ചേർത്തു നിൻസ്വരം   ഹല്ലേലുയ്യാ ഗീതം പാടുക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Karthanil aarthu santhoshikka</dc:title>
  <dc:creator>Digital Input; GM JOHN; Acsah Mathews</dc:creator>
  <cp:lastModifiedBy>Acsah Mathews</cp:lastModifiedBy>
  <cp:revision>418</cp:revision>
  <dcterms:created xsi:type="dcterms:W3CDTF">2013-04-19T09:19:07Z</dcterms:created>
  <dcterms:modified xsi:type="dcterms:W3CDTF">2018-11-27T15:20:59Z</dcterms:modified>
</cp:coreProperties>
</file>