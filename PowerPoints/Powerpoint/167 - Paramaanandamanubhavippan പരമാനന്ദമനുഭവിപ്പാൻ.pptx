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54337-0B1F-4CE2-AC21-D0A1AB80474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B64B-EB41-4F68-A7E6-E5DD548D44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2B343-D312-4259-9087-B684096958F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9ACBBD-2B5A-4458-ACDD-C93885871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CE90E-7582-49CC-9DB7-5599AFD79AD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581CC-89D6-4884-A3E7-4792221DAF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5709B-E8E7-43EA-B6A7-60E409EA077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99F60-DA62-4A33-91E9-CA9583E063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DEB1F-9E2E-496D-B57C-700DE9C1F37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19B480-A5A4-4BE4-B3C1-0CF6EAE57A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D538D-0A0B-44F9-99CC-EA2A24713FC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36ECA-D5B9-4D78-8678-0DCCF3B73D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0557EE-FA71-43E6-8412-AB510834A29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7D824F-B6E3-4DEA-B222-46748115D5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75C2C-F38A-4AE4-9E9F-DCCC2D2774E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74620-EC7A-48B1-A694-6C4D723765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C11F3-5FDA-473E-8009-5D8362DD4C3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F567F-291A-4B72-B4C2-CBCAAB216C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C11BA-3B47-4A60-83FB-42DA02DC6DD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52535-259F-463D-B2AC-8625DF57EF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1D4C2E-237D-40F5-BCF4-A40F0745E22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1C07F-58D1-41B9-B1ED-3FED5067A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238AEE6-A262-4899-82D9-CE75DEE0794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0D96238-DD4D-4E47-910B-36FEAAD403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A052-F7CF-4DE9-A106-CA78CA9D0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167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പരമാനന്ദമനുഭവിപ്പാൻ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4B27C-7384-4D96-95DB-645215845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Paramaanandam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anubhavipaan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BD8389-3E21-460B-AFB9-5C5E62A8EE94}"/>
              </a:ext>
            </a:extLst>
          </p:cNvPr>
          <p:cNvSpPr/>
          <p:nvPr/>
        </p:nvSpPr>
        <p:spPr>
          <a:xfrm>
            <a:off x="1854200" y="4977883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(റ്റി. ജെ. വർക്കി)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745ECC-9FB2-4335-9733-6FB6FA581CB7}"/>
              </a:ext>
            </a:extLst>
          </p:cNvPr>
          <p:cNvSpPr/>
          <p:nvPr/>
        </p:nvSpPr>
        <p:spPr>
          <a:xfrm>
            <a:off x="9067800" y="4977883"/>
            <a:ext cx="17354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(T.J. </a:t>
            </a:r>
            <a:r>
              <a:rPr lang="en-US" sz="2000" b="1" dirty="0" err="1">
                <a:solidFill>
                  <a:schemeClr val="accent2"/>
                </a:solidFill>
              </a:rPr>
              <a:t>Varkey</a:t>
            </a:r>
            <a:r>
              <a:rPr lang="en-US" sz="2000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18463530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282575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പരമാനന്ദമനുഭവിപ്പാൻ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വരുവിൻ നരരേ! വിരഞ്ഞോടി നിങ്ങൾ </a:t>
            </a: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പരമോന്നതനേശുവിതാ!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അരികിൽ വരുവാനുരചെ യ്തിടുന്നു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B53606-EC1A-445A-BC94-2B7F8C08D42B}"/>
              </a:ext>
            </a:extLst>
          </p:cNvPr>
          <p:cNvSpPr/>
          <p:nvPr/>
        </p:nvSpPr>
        <p:spPr>
          <a:xfrm>
            <a:off x="381000" y="3581400"/>
            <a:ext cx="11811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Paramaanandamanubhavipaan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narare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viranjodi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ningal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Paramonnathaneshu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varuvaanura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cheythidunnu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282575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 	</a:t>
            </a:r>
            <a:r>
              <a:rPr lang="ml-IN" sz="3400" b="1" dirty="0">
                <a:latin typeface="Kartika" panose="02020503030404060203" pitchFamily="18" charset="0"/>
              </a:rPr>
              <a:t>പരി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പാവന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മീവചനം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	</a:t>
            </a:r>
            <a:r>
              <a:rPr lang="ml-IN" sz="3400" b="1" dirty="0">
                <a:latin typeface="Kartika" panose="02020503030404060203" pitchFamily="18" charset="0"/>
              </a:rPr>
              <a:t>ഒരു കാലത്തിലും വരികില്ല ഭേദം </a:t>
            </a:r>
            <a:br>
              <a:rPr lang="en-US" sz="3400" b="1" dirty="0">
                <a:latin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  </a:t>
            </a:r>
            <a:r>
              <a:rPr lang="ml-IN" sz="3400" b="1" dirty="0">
                <a:latin typeface="Kartika" panose="02020503030404060203" pitchFamily="18" charset="0"/>
              </a:rPr>
              <a:t>പരമോന്നത വാക്യമിതാ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 </a:t>
            </a:r>
            <a:r>
              <a:rPr lang="ml-IN" sz="3400" b="1" dirty="0">
                <a:latin typeface="Kartika" panose="02020503030404060203" pitchFamily="18" charset="0"/>
              </a:rPr>
              <a:t>ശരിയായ് നിന്നോടിന്നുരചെയ്തിടുന്നു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B53606-EC1A-445A-BC94-2B7F8C08D42B}"/>
              </a:ext>
            </a:extLst>
          </p:cNvPr>
          <p:cNvSpPr/>
          <p:nvPr/>
        </p:nvSpPr>
        <p:spPr>
          <a:xfrm>
            <a:off x="381000" y="3581400"/>
            <a:ext cx="11811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Paripaavanamee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vachanam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kaalathilum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varikilla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bhetham</a:t>
            </a:r>
            <a:br>
              <a:rPr lang="en-US" sz="3600" b="1" dirty="0">
                <a:solidFill>
                  <a:schemeClr val="tx2"/>
                </a:solidFill>
                <a:latin typeface="+mn-lt"/>
              </a:rPr>
            </a:br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Paramonnatha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vaakyamithaa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shariyaayi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ninnodinnura-cheythidunnu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001604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282575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തിരു സന്നിധിയിൽ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പരമാർത്ഥമെല്ലാം പറഞ്ഞീടുക നീ </a:t>
            </a: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6	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മാത്രയും പാർത്തിടാതെ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വെറുത്തേറ്റു പറഞ്ഞൊഴിഞ്ഞിടു പാപം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B53606-EC1A-445A-BC94-2B7F8C08D42B}"/>
              </a:ext>
            </a:extLst>
          </p:cNvPr>
          <p:cNvSpPr/>
          <p:nvPr/>
        </p:nvSpPr>
        <p:spPr>
          <a:xfrm>
            <a:off x="381000" y="3581400"/>
            <a:ext cx="11811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thirusannidhiyil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Paramaarththamellaam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paranjeeduka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maathrayum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paartheedaathe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Veruththettu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parhanjozhinjidu-paapam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803409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282575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തിരുച്ചോരയിനാലെ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പെരിയോരു പാപം കഴു കീടുമവൻ</a:t>
            </a: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പിറകോട്ടെറിഞ്ഞീടാമെന്നു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പറയുന്നതിനെ അറിഞ്ഞീടുക നീ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B53606-EC1A-445A-BC94-2B7F8C08D42B}"/>
              </a:ext>
            </a:extLst>
          </p:cNvPr>
          <p:cNvSpPr/>
          <p:nvPr/>
        </p:nvSpPr>
        <p:spPr>
          <a:xfrm>
            <a:off x="381000" y="3581400"/>
            <a:ext cx="11811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7.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Thiruchorayinaale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Periyoru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kazhukeedumavan</a:t>
            </a:r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endParaRPr lang="en-US" sz="20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8.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Pirhakotterhinjeedamennu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Parhayunnathine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arinjeeduka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284210605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84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167 പരമാനന്ദമനുഭവിപ്പാൻ</vt:lpstr>
      <vt:lpstr>1  പരമാനന്ദമനുഭവിപ്പാൻ    വരുവിൻ നരരേ! വിരഞ്ഞോടി നിങ്ങൾ   2  പരമോന്നതനേശുവിതാ!    അരികിൽ വരുവാനുരചെ യ്തിടുന്നു</vt:lpstr>
      <vt:lpstr>3  പരി പാവന മീവചനം      ഒരു കാലത്തിലും വരികില്ല ഭേദം   4   പരമോന്നത വാക്യമിതാ     ശരിയായ് നിന്നോടിന്നുരചെയ്തിടുന്നു</vt:lpstr>
      <vt:lpstr>5  വരിക തിരു സന്നിധിയിൽ   പരമാർത്ഥമെല്ലാം പറഞ്ഞീടുക നീ   6  ഒരു മാത്രയും പാർത്തിടാതെ    വെറുത്തേറ്റു പറഞ്ഞൊഴിഞ്ഞിടു പാപം </vt:lpstr>
      <vt:lpstr>7 തിരുച്ചോരയിനാലെ നിന്‍റെ   പെരിയോരു പാപം കഴു കീടുമവൻ   8 പിറകോട്ടെറിഞ്ഞീടാമെന്നു  പറയുന്നതിനെ അറിഞ്ഞീടുക നീ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Paramaanandamanubhavippan</dc:title>
  <dc:creator>Digital Input:; GM JOHN; Acsah Mathews</dc:creator>
  <cp:lastModifiedBy>Acsah Mathews</cp:lastModifiedBy>
  <cp:revision>264</cp:revision>
  <dcterms:created xsi:type="dcterms:W3CDTF">2013-04-19T09:19:07Z</dcterms:created>
  <dcterms:modified xsi:type="dcterms:W3CDTF">2018-11-06T18:26:59Z</dcterms:modified>
</cp:coreProperties>
</file>