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0" r:id="rId3"/>
    <p:sldId id="274" r:id="rId4"/>
    <p:sldId id="275" r:id="rId5"/>
    <p:sldId id="279" r:id="rId6"/>
    <p:sldId id="276" r:id="rId7"/>
    <p:sldId id="280" r:id="rId8"/>
    <p:sldId id="277" r:id="rId9"/>
    <p:sldId id="281" r:id="rId10"/>
    <p:sldId id="278" r:id="rId11"/>
    <p:sldId id="282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0558A-EEA3-41B7-86D1-14CBDE04675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5A7A5-F735-47C0-8779-D647D9A281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AC12F-89DE-4CEE-B906-47D0A239B6C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F12CF-0C5E-454D-89AA-BA2D595C58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4DAF-5171-40E0-8BC1-7DD3CA87890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9CF0F7-0C2C-4EA6-B9E5-9A7DB08084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92E4-F732-47ED-B094-1A81394EEC6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57C80-B4B4-4369-A487-4843E2BB0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E95B94-C474-44A9-8E71-537799A850F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5220-497D-4CFA-9C51-C94825759B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A2C88-C168-434C-BD37-D5D351F8D7A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8DEA6A-B86B-4CC6-A955-61A43B1446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7344D-407D-4824-97AC-7891E12B8B4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BF120-72E1-4733-B63E-70525E8D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445E9-B841-4C0C-9FC0-C004D1C2011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45A50-26CC-494E-9651-9D1A073CD1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77E07-8FD2-4A6D-BCCA-DBCB2B3AC72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39457-CE5F-4781-900B-29189C6635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2EEB0-0694-4B30-A1C2-AF0FC7DB3B5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64F46-BF74-4CDE-82C2-0FCB92D1A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F9416-CFCA-45A4-9FB0-759E3629CFC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71D03-7C08-4AB1-8832-F8A7616C5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B208275-C337-4651-B3CF-6E535CCEB45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ACB86C2-AD0F-465B-BCD6-7469DD32BE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19BD-4565-41C9-A801-5D89B77D4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250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എന്‍ രക്ഷകാ! എന്‍ ദൈവമേ!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1BADB-F6C1-4E73-AFC0-F0927FDEA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6764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En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Rakshakaa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Daivamé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! </a:t>
            </a:r>
          </a:p>
          <a:p>
            <a:r>
              <a:rPr lang="en-US" sz="3800" i="1" dirty="0">
                <a:solidFill>
                  <a:schemeClr val="accent1">
                    <a:lumMod val="50000"/>
                  </a:schemeClr>
                </a:solidFill>
              </a:rPr>
              <a:t>O Happy Day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032D6-D136-48A3-B94C-9510B3EDE0A9}"/>
              </a:ext>
            </a:extLst>
          </p:cNvPr>
          <p:cNvSpPr/>
          <p:nvPr/>
        </p:nvSpPr>
        <p:spPr>
          <a:xfrm>
            <a:off x="1822047" y="5269468"/>
            <a:ext cx="33121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(വിവ. റവ. റ്റി. കോശി)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3CE3C-5D3A-425F-A572-881271147782}"/>
              </a:ext>
            </a:extLst>
          </p:cNvPr>
          <p:cNvSpPr/>
          <p:nvPr/>
        </p:nvSpPr>
        <p:spPr>
          <a:xfrm>
            <a:off x="7830696" y="5269468"/>
            <a:ext cx="33836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(Translation: 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14041252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020" y="1143000"/>
            <a:ext cx="12165980" cy="2743200"/>
          </a:xfrm>
        </p:spPr>
        <p:txBody>
          <a:bodyPr anchor="t"/>
          <a:lstStyle/>
          <a:p>
            <a:pPr algn="l" defTabSz="568325">
              <a:lnSpc>
                <a:spcPct val="125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രക്ഷകാ! എന്‍ ദൈവമേ!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നിന്നിൽ  ആയ നാള്‍ ഭാഗ്യമെ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എന്നുള്ളത്തിന്‍ സന്തോഷത്തെ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ഞാന്‍ കീര്‍ത്തിച്ചിടട്ടേ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26020" y="3886200"/>
            <a:ext cx="1087058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Daivamé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Ennullhathin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santhoshathtey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keerthicheedattey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52EF9-58F1-4EC2-8F90-B90B54BBC979}"/>
              </a:ext>
            </a:extLst>
          </p:cNvPr>
          <p:cNvSpPr txBox="1"/>
          <p:nvPr/>
        </p:nvSpPr>
        <p:spPr>
          <a:xfrm>
            <a:off x="29737" y="52744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37831"/>
            <a:ext cx="12192000" cy="3748369"/>
          </a:xfrm>
        </p:spPr>
        <p:txBody>
          <a:bodyPr anchor="t"/>
          <a:lstStyle/>
          <a:p>
            <a:pPr defTabSz="568325">
              <a:lnSpc>
                <a:spcPct val="114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കാത്തു പ്രാര്‍ഥിക്കാറാക്കി താന്‍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ആര്‍ത്തു ഘോഷിക്കാറാക്കി താന്‍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0" y="4024031"/>
            <a:ext cx="1216598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Kaathupraarthikkaaraaki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Aarthu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ghoshikaaraaki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454784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020" y="1143000"/>
            <a:ext cx="12165980" cy="2743200"/>
          </a:xfrm>
        </p:spPr>
        <p:txBody>
          <a:bodyPr anchor="t"/>
          <a:lstStyle/>
          <a:p>
            <a:pPr algn="l" defTabSz="568325">
              <a:lnSpc>
                <a:spcPct val="125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വന്‍ ക്രിയ എന്നില്‍ നടന്നു,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കര്‍ത്തന്‍ എന്‍റെ ഞാന്‍ അവന്‍റെ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താന്‍ വിളിച്ചു ഞാന്‍ പിന്‍ചെന്നു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സ്വീകരിച്ചു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 ശബ്ദത്തെ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26020" y="3886200"/>
            <a:ext cx="1087058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Vankriya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Avantey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pinchennu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sweekarichchu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shabdaththey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52EF9-58F1-4EC2-8F90-B90B54BBC979}"/>
              </a:ext>
            </a:extLst>
          </p:cNvPr>
          <p:cNvSpPr txBox="1"/>
          <p:nvPr/>
        </p:nvSpPr>
        <p:spPr>
          <a:xfrm>
            <a:off x="29737" y="52744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189211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37831"/>
            <a:ext cx="12192000" cy="3748369"/>
          </a:xfrm>
        </p:spPr>
        <p:txBody>
          <a:bodyPr anchor="t"/>
          <a:lstStyle/>
          <a:p>
            <a:pPr defTabSz="568325">
              <a:lnSpc>
                <a:spcPct val="114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കാത്തു പ്രാര്‍ഥിക്കാറാക്കി താന്‍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ആര്‍ത്തു ഘോഷിക്കാറാക്കി താന്‍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0" y="4024031"/>
            <a:ext cx="1216598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Kaathupraarthikkaaraaki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Aarthu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ghoshikaaraaki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970544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020" y="1143000"/>
            <a:ext cx="12165980" cy="2743200"/>
          </a:xfrm>
        </p:spPr>
        <p:txBody>
          <a:bodyPr anchor="t"/>
          <a:lstStyle/>
          <a:p>
            <a:pPr algn="l" defTabSz="568325">
              <a:lnSpc>
                <a:spcPct val="125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latin typeface="Kartika" panose="02020503030404060203" pitchFamily="18" charset="0"/>
              </a:rPr>
              <a:t>സ്വസ്ഥം ഇല്ലാത്ത മനമെ!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കര്‍ത്തനില്‍ നീ ആശ്വസിക്ക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ഉപേക്ഷിയാതെ അവനെ,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തന്‍ നന്മകള്‍ സ്വീകരിക്ക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26020" y="3886200"/>
            <a:ext cx="1087058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Swastham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illaaththa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aashwasikka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Upekshiyaathey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</a:t>
            </a: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</a:b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nanmakalh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sweekarikka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52EF9-58F1-4EC2-8F90-B90B54BBC979}"/>
              </a:ext>
            </a:extLst>
          </p:cNvPr>
          <p:cNvSpPr txBox="1"/>
          <p:nvPr/>
        </p:nvSpPr>
        <p:spPr>
          <a:xfrm>
            <a:off x="29737" y="52744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331771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37831"/>
            <a:ext cx="12192000" cy="3748369"/>
          </a:xfrm>
        </p:spPr>
        <p:txBody>
          <a:bodyPr anchor="t"/>
          <a:lstStyle/>
          <a:p>
            <a:pPr defTabSz="568325">
              <a:lnSpc>
                <a:spcPct val="114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കാത്തു പ്രാര്‍ഥിക്കാറാക്കി താന്‍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ആര്‍ത്തു ഘോഷിക്കാറാക്കി താന്‍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0" y="4024031"/>
            <a:ext cx="1216598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Kaathupraarthikkaaraaki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Aarthu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ghoshikaaraaki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471304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020" y="1143000"/>
            <a:ext cx="12165980" cy="2743200"/>
          </a:xfrm>
        </p:spPr>
        <p:txBody>
          <a:bodyPr anchor="t"/>
          <a:lstStyle/>
          <a:p>
            <a:pPr algn="l" defTabSz="568325">
              <a:lnSpc>
                <a:spcPct val="125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സ്വര്‍പ്പൂരം ഈ കരാറിന്നു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സാക്ഷി നില്‍ക്കുന്നെന്‍ മനമേ!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എന്നില്‍ പുതുക്കുന്നു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നന്മുദ്ര നീ ശുദ്ധാത്മാവേ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26020" y="3886200"/>
            <a:ext cx="1087058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Swarpuram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karaarinnu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Saakshi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nilkun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puthukkunnu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nanmudra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shudhdhathmaavey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52EF9-58F1-4EC2-8F90-B90B54BBC979}"/>
              </a:ext>
            </a:extLst>
          </p:cNvPr>
          <p:cNvSpPr txBox="1"/>
          <p:nvPr/>
        </p:nvSpPr>
        <p:spPr>
          <a:xfrm>
            <a:off x="29737" y="52744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0249247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37831"/>
            <a:ext cx="12192000" cy="3748369"/>
          </a:xfrm>
        </p:spPr>
        <p:txBody>
          <a:bodyPr anchor="t"/>
          <a:lstStyle/>
          <a:p>
            <a:pPr defTabSz="568325">
              <a:lnSpc>
                <a:spcPct val="114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കാത്തു പ്രാര്‍ഥിക്കാറാക്കി താന്‍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ആര്‍ത്തു ഘോഷിക്കാറാക്കി താന്‍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0" y="4024031"/>
            <a:ext cx="1216598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Kaathupraarthikkaaraaki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Aarthu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ghoshikaaraaki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04852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020" y="1143000"/>
            <a:ext cx="12165980" cy="2743200"/>
          </a:xfrm>
        </p:spPr>
        <p:txBody>
          <a:bodyPr anchor="t"/>
          <a:lstStyle/>
          <a:p>
            <a:pPr algn="l" defTabSz="568325">
              <a:lnSpc>
                <a:spcPct val="125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latin typeface="Kartika" panose="02020503030404060203" pitchFamily="18" charset="0"/>
              </a:rPr>
              <a:t>സൌഭാഗ്യം നല്‍കും ബാന്ധവം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വാഴ്ത്തും നീ ജീവകാലമെല്ലാം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ക്രിസ്തേശുവില്‍ എന്‍ ആനന്ദം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പാടും ഞാൻ 	അന്ത്യകാലത്തും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26020" y="3886200"/>
            <a:ext cx="1087058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Soubhaagyam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baandhavam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Kristheshuvil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aanandam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anthyakaalaththum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52EF9-58F1-4EC2-8F90-B90B54BBC979}"/>
              </a:ext>
            </a:extLst>
          </p:cNvPr>
          <p:cNvSpPr txBox="1"/>
          <p:nvPr/>
        </p:nvSpPr>
        <p:spPr>
          <a:xfrm>
            <a:off x="29737" y="52744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07969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37831"/>
            <a:ext cx="12192000" cy="3748369"/>
          </a:xfrm>
        </p:spPr>
        <p:txBody>
          <a:bodyPr anchor="t"/>
          <a:lstStyle/>
          <a:p>
            <a:pPr defTabSz="568325">
              <a:lnSpc>
                <a:spcPct val="114000"/>
              </a:lnSpc>
              <a:tabLst>
                <a:tab pos="469900" algn="l"/>
                <a:tab pos="963613" algn="l"/>
              </a:tabLst>
            </a:pP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കാത്തു പ്രാര്‍ഥിക്കാറാക്കി താന്‍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ആര്‍ത്തു ഘോഷിക്കാറാക്കി താന്‍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ഭാഗ്യനാള്‍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എന്‍ പാപം തീര്‍ത്ത നാള്‍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B4415-A4D6-4C46-954D-6064CB55F322}"/>
              </a:ext>
            </a:extLst>
          </p:cNvPr>
          <p:cNvSpPr/>
          <p:nvPr/>
        </p:nvSpPr>
        <p:spPr>
          <a:xfrm>
            <a:off x="0" y="4024031"/>
            <a:ext cx="1216598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Kaathupraarthikkaaraaki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Aarthu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ghoshikaaraaki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Bhaagyanaalh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theertha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naalh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49244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260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250 എന്‍ രക്ഷകാ! എന്‍ ദൈവമേ!</vt:lpstr>
      <vt:lpstr>എന്‍ രക്ഷകാ! എന്‍ ദൈവമേ!  നിന്നിൽ  ആയ നാള്‍ ഭാഗ്യമെ എന്നുള്ളത്തിന്‍ സന്തോഷത്തെ എന്നും ഞാന്‍ കീര്‍ത്തിച്ചിടട്ടേ</vt:lpstr>
      <vt:lpstr>ഭാഗ്യനാള്‍! ഭാഗ്യനാള്‍!  യേശു എന്‍ പാപം തീര്‍ത്ത നാള്‍ കാത്തു പ്രാര്‍ഥിക്കാറാക്കി താന്‍!  ആര്‍ത്തു ഘോഷിക്കാറാക്കി താന്‍   ഭാഗ്യനാള്‍! ഭാഗ്യനാള്‍!  യേശു എന്‍ പാപം തീര്‍ത്ത നാള്‍</vt:lpstr>
      <vt:lpstr>വന്‍ ക്രിയ എന്നില്‍ നടന്നു, കര്‍ത്തന്‍ എന്‍റെ ഞാന്‍ അവന്‍റെ താന്‍ വിളിച്ചു ഞാന്‍ പിന്‍ചെന്നു സ്വീകരിച്ചു തന്‍ ശബ്ദത്തെ </vt:lpstr>
      <vt:lpstr>ഭാഗ്യനാള്‍! ഭാഗ്യനാള്‍!  യേശു എന്‍ പാപം തീര്‍ത്ത നാള്‍ കാത്തു പ്രാര്‍ഥിക്കാറാക്കി താന്‍!  ആര്‍ത്തു ഘോഷിക്കാറാക്കി താന്‍   ഭാഗ്യനാള്‍! ഭാഗ്യനാള്‍!  യേശു എന്‍ പാപം തീര്‍ത്ത നാള്‍</vt:lpstr>
      <vt:lpstr>സ്വസ്ഥം ഇല്ലാത്ത മനമെ!  കര്‍ത്തനില്‍ നീ ആശ്വസിക്ക ഉപേക്ഷിയാതെ അവനെ, തന്‍ നന്മകള്‍ സ്വീകരിക്ക </vt:lpstr>
      <vt:lpstr>ഭാഗ്യനാള്‍! ഭാഗ്യനാള്‍!  യേശു എന്‍ പാപം തീര്‍ത്ത നാള്‍ കാത്തു പ്രാര്‍ഥിക്കാറാക്കി താന്‍!  ആര്‍ത്തു ഘോഷിക്കാറാക്കി താന്‍   ഭാഗ്യനാള്‍! ഭാഗ്യനാള്‍!  യേശു എന്‍ പാപം തീര്‍ത്ത നാള്‍</vt:lpstr>
      <vt:lpstr>സ്വര്‍പ്പൂരം ഈ കരാറിന്നു സാക്ഷി നില്‍ക്കുന്നെന്‍ മനമേ! എന്നും എന്നില്‍ പുതുക്കുന്നു നന്മുദ്ര നീ ശുദ്ധാത്മാവേ </vt:lpstr>
      <vt:lpstr>ഭാഗ്യനാള്‍! ഭാഗ്യനാള്‍!  യേശു എന്‍ പാപം തീര്‍ത്ത നാള്‍ കാത്തു പ്രാര്‍ഥിക്കാറാക്കി താന്‍!  ആര്‍ത്തു ഘോഷിക്കാറാക്കി താന്‍   ഭാഗ്യനാള്‍! ഭാഗ്യനാള്‍!  യേശു എന്‍ പാപം തീര്‍ത്ത നാള്‍</vt:lpstr>
      <vt:lpstr>സൌഭാഗ്യം നല്‍കും ബാന്ധവം വാഴ്ത്തും നീ ജീവകാലമെല്ലാം  ക്രിസ്തേശുവില്‍ എന്‍ ആനന്ദം പാടും ഞാൻ  അന്ത്യകാലത്തും </vt:lpstr>
      <vt:lpstr>ഭാഗ്യനാള്‍! ഭാഗ്യനാള്‍!  യേശു എന്‍ പാപം തീര്‍ത്ത നാള്‍ കാത്തു പ്രാര്‍ഥിക്കാറാക്കി താന്‍!  ആര്‍ത്തു ഘോഷിക്കാറാക്കി താന്‍   ഭാഗ്യനാള്‍! ഭാഗ്യനാള്‍!  യേശു എന്‍ പാപം തീര്‍ത്ത നാള്‍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rakshaka en daivame</dc:title>
  <dc:creator>Digital Input; GM JOHN; Acsah Mathews</dc:creator>
  <cp:lastModifiedBy>Acsah Mathews</cp:lastModifiedBy>
  <cp:revision>119</cp:revision>
  <dcterms:created xsi:type="dcterms:W3CDTF">2013-04-19T09:19:07Z</dcterms:created>
  <dcterms:modified xsi:type="dcterms:W3CDTF">2018-11-14T14:08:37Z</dcterms:modified>
</cp:coreProperties>
</file>