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70" r:id="rId3"/>
    <p:sldId id="276" r:id="rId4"/>
    <p:sldId id="280" r:id="rId5"/>
    <p:sldId id="277" r:id="rId6"/>
    <p:sldId id="281" r:id="rId7"/>
    <p:sldId id="278" r:id="rId8"/>
    <p:sldId id="282" r:id="rId9"/>
    <p:sldId id="279" r:id="rId10"/>
    <p:sldId id="283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8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34152A-C614-404B-9C34-3A93CE263720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7EE76-9F84-4E30-9B13-1643CBCBBE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183E44-2CEE-4645-B61F-06CDF9202545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9B1E35-EE04-499E-BD1D-4AF1C41EDB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E1A885-5B8C-45AF-92E2-68308675ABB5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A20CF4-96BA-4B36-BBBD-69AD585489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E45177-CAEC-4DDE-A8EA-559031B2171A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02B55-CE0C-4F17-AE17-542E004FCB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AAAF25-058E-455E-819E-416180BFF34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1537BA-1F24-4825-BC09-B315D6E544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5A5DE-E8EB-40D0-8D17-BD8A8F36328A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9D82D3-759A-4AC0-8DEA-D918578155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CCF2C8-D7F7-4EA8-809F-445F2A921B3A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59993-0644-490C-8E00-326488E751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B9F3BE-E441-4443-8290-080B0FD2AB35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9174C7-4554-446B-B192-FA9967A20B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63582C-227C-42B5-B6AC-DF592F59E0DE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F4ADAB-9771-4D2A-AF2C-4D929FF6DA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D40A2-D4C2-4D2B-8C4C-28CDA1D0D964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B0B276-FB2B-48CF-94E1-7905D08FCB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83457A-3D1A-490E-8BA2-25002C0F4BE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3BC8C6-466D-4D14-A090-9C22B2C74C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44E0036-EACC-499B-A81B-01B2EFC633DD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43C61A8-7FCC-4DFF-902D-E7C15977AE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44077-7FF3-4F00-BA69-DDBBF72777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181 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വന്നീടുവീൻ യേശുപാദം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7E50A5-9CBA-44FE-BDA8-44C253912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Vanneeduveen </a:t>
            </a:r>
            <a:r>
              <a:rPr lang="en-US" sz="4000" b="1" dirty="0" err="1">
                <a:solidFill>
                  <a:schemeClr val="tx2"/>
                </a:solidFill>
              </a:rPr>
              <a:t>yeshupaadam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72303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243971"/>
            <a:ext cx="12192000" cy="3657600"/>
          </a:xfrm>
        </p:spPr>
        <p:txBody>
          <a:bodyPr anchor="t"/>
          <a:lstStyle/>
          <a:p>
            <a:pPr defTabSz="346075"/>
            <a:r>
              <a:rPr lang="ml-IN" sz="20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 </a:t>
            </a:r>
            <a:r>
              <a:rPr lang="en-US" sz="2000" i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വന്നീടുവീൻ യേശുപാദം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ചേർന്നീടുവിൻ 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പാപത്തെ വിട്ടോടീടുവിൻ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0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വരുന്നാരെയും ഒരുനാളും ഞാൻ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തള്ളുകയില്ലെന്നുരച്ചുയേശു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വന്നീ...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F61363-483A-460D-99F9-B8154DBC4E0E}"/>
              </a:ext>
            </a:extLst>
          </p:cNvPr>
          <p:cNvSpPr/>
          <p:nvPr/>
        </p:nvSpPr>
        <p:spPr>
          <a:xfrm>
            <a:off x="0" y="3581400"/>
            <a:ext cx="12192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i="1" dirty="0">
                <a:solidFill>
                  <a:schemeClr val="tx2"/>
                </a:solidFill>
                <a:latin typeface="+mn-lt"/>
              </a:rPr>
              <a:t>Pallavi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Vanneeduveen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yeshupaadam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cherneeduvin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Paapathe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vittodeeduvin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2000" i="1" dirty="0" err="1">
                <a:solidFill>
                  <a:schemeClr val="tx2"/>
                </a:solidFill>
                <a:latin typeface="+mn-lt"/>
              </a:rPr>
              <a:t>Anupallavi</a:t>
            </a:r>
            <a:endParaRPr lang="en-US" sz="2000" i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Varuvinnareyum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orunaalhum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Thallhukayillennurachu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000" b="1" dirty="0">
                <a:solidFill>
                  <a:schemeClr val="tx2"/>
                </a:solidFill>
                <a:latin typeface="+mn-lt"/>
              </a:rPr>
              <a:t>										 -</a:t>
            </a:r>
            <a:r>
              <a:rPr lang="en-US" sz="3000" b="1" dirty="0" err="1">
                <a:solidFill>
                  <a:schemeClr val="tx2"/>
                </a:solidFill>
                <a:latin typeface="+mn-lt"/>
              </a:rPr>
              <a:t>vanneedu</a:t>
            </a:r>
            <a:r>
              <a:rPr lang="en-US" sz="30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2032" y="1447800"/>
            <a:ext cx="12192000" cy="2270629"/>
          </a:xfrm>
        </p:spPr>
        <p:txBody>
          <a:bodyPr anchor="t"/>
          <a:lstStyle/>
          <a:p>
            <a:pPr algn="l" defTabSz="34607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പാപത്തിൻ ശമ്പളം മരണമേ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അതുനിന്നേ നശിപ്പിക്കുമേ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ദൈവകൃപയോ ക്രിസ്തുവിൽ നിത്യ-ജീവനാണെന്നു വിശ്വസിച്ചിട്ടു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വന്നീ...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F61363-483A-460D-99F9-B8154DBC4E0E}"/>
              </a:ext>
            </a:extLst>
          </p:cNvPr>
          <p:cNvSpPr/>
          <p:nvPr/>
        </p:nvSpPr>
        <p:spPr>
          <a:xfrm>
            <a:off x="36095" y="3962400"/>
            <a:ext cx="11201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Paapathin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shambalham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maranhame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nashippikkume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Daivakripayo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kristhuvil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nithya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Jeevanaanhennu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vishwasichittu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E18EB1-F966-48BB-9D5B-D4E5BF235E93}"/>
              </a:ext>
            </a:extLst>
          </p:cNvPr>
          <p:cNvSpPr txBox="1"/>
          <p:nvPr/>
        </p:nvSpPr>
        <p:spPr>
          <a:xfrm>
            <a:off x="0" y="557498"/>
            <a:ext cx="12179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11616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1"/>
            <a:ext cx="12192000" cy="2895600"/>
          </a:xfrm>
        </p:spPr>
        <p:txBody>
          <a:bodyPr anchor="t"/>
          <a:lstStyle/>
          <a:p>
            <a:pPr defTabSz="34607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വന്നീടുവീൻ യേശുപാദം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ചേർന്നീടുവിൻ 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പാപത്തെ വിട്ടോടീടുവിൻ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വരുന്നാരെയും ഒരുനാളും ഞാൻ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തള്ളുകയില്ലെന്നുരച്ചുയേശു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വന്നീ...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F61363-483A-460D-99F9-B8154DBC4E0E}"/>
              </a:ext>
            </a:extLst>
          </p:cNvPr>
          <p:cNvSpPr/>
          <p:nvPr/>
        </p:nvSpPr>
        <p:spPr>
          <a:xfrm>
            <a:off x="0" y="3525253"/>
            <a:ext cx="12192000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Vanneeduveen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yeshupaadam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cherneeduvin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Paapathe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vittodeeduvin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endParaRPr lang="en-US" sz="20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Varuvinnareyum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orunaalhum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Thallhukayillennurachu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000" b="1" dirty="0">
                <a:solidFill>
                  <a:schemeClr val="tx2"/>
                </a:solidFill>
                <a:latin typeface="+mn-lt"/>
              </a:rPr>
              <a:t>										 -</a:t>
            </a:r>
            <a:r>
              <a:rPr lang="en-US" sz="3000" b="1" dirty="0" err="1">
                <a:solidFill>
                  <a:schemeClr val="tx2"/>
                </a:solidFill>
                <a:latin typeface="+mn-lt"/>
              </a:rPr>
              <a:t>vanneedu</a:t>
            </a:r>
            <a:r>
              <a:rPr lang="en-US" sz="30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1871037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2032" y="1447800"/>
            <a:ext cx="12192000" cy="2270629"/>
          </a:xfrm>
        </p:spPr>
        <p:txBody>
          <a:bodyPr anchor="t"/>
          <a:lstStyle/>
          <a:p>
            <a:pPr algn="l" defTabSz="34607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ഇന്നു നീ മരിച്ചാലെങ്ങുപോം?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ദൈവകോപം നീങ്ങിയോ?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നിനക്കായ് യേശു കുരിശിൽമരി 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ച്ചുയിർത്തെഴുന്നള്ളി മഹിമയിൽ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വന്നീ...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F61363-483A-460D-99F9-B8154DBC4E0E}"/>
              </a:ext>
            </a:extLst>
          </p:cNvPr>
          <p:cNvSpPr/>
          <p:nvPr/>
        </p:nvSpPr>
        <p:spPr>
          <a:xfrm>
            <a:off x="36095" y="3962400"/>
            <a:ext cx="11201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Innu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marichaalengu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Daivakopoam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neengiyo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Ninakkai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kurishil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chchuyirthezhunnallhi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mahimayil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E18EB1-F966-48BB-9D5B-D4E5BF235E93}"/>
              </a:ext>
            </a:extLst>
          </p:cNvPr>
          <p:cNvSpPr txBox="1"/>
          <p:nvPr/>
        </p:nvSpPr>
        <p:spPr>
          <a:xfrm>
            <a:off x="0" y="557498"/>
            <a:ext cx="12179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87429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1"/>
            <a:ext cx="12192000" cy="2895600"/>
          </a:xfrm>
        </p:spPr>
        <p:txBody>
          <a:bodyPr anchor="t"/>
          <a:lstStyle/>
          <a:p>
            <a:pPr defTabSz="34607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വന്നീടുവീൻ യേശുപാദം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ചേർന്നീടുവിൻ 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പാപത്തെ വിട്ടോടീടുവിൻ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വരുന്നാരെയും ഒരുനാളും ഞാൻ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തള്ളുകയില്ലെന്നുരച്ചുയേശു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വന്നീ...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F61363-483A-460D-99F9-B8154DBC4E0E}"/>
              </a:ext>
            </a:extLst>
          </p:cNvPr>
          <p:cNvSpPr/>
          <p:nvPr/>
        </p:nvSpPr>
        <p:spPr>
          <a:xfrm>
            <a:off x="0" y="3525253"/>
            <a:ext cx="12192000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Vanneeduveen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yeshupaadam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cherneeduvin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Paapathe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vittodeeduvin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endParaRPr lang="en-US" sz="20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Varuvinnareyum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orunaalhum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Thallhukayillennurachu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000" b="1" dirty="0">
                <a:solidFill>
                  <a:schemeClr val="tx2"/>
                </a:solidFill>
                <a:latin typeface="+mn-lt"/>
              </a:rPr>
              <a:t>										 -</a:t>
            </a:r>
            <a:r>
              <a:rPr lang="en-US" sz="3000" b="1" dirty="0" err="1">
                <a:solidFill>
                  <a:schemeClr val="tx2"/>
                </a:solidFill>
                <a:latin typeface="+mn-lt"/>
              </a:rPr>
              <a:t>vanneedu</a:t>
            </a:r>
            <a:r>
              <a:rPr lang="en-US" sz="30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1205019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2032" y="1447800"/>
            <a:ext cx="12192000" cy="2270629"/>
          </a:xfrm>
        </p:spPr>
        <p:txBody>
          <a:bodyPr anchor="t"/>
          <a:lstStyle/>
          <a:p>
            <a:pPr algn="l" defTabSz="34607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മരണമേ നിനയാ നേരമേ-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അതു നിന്നെ സന്ധിക്കുമേ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മരിച്ചോർ ദൈവപുത്രന്‍റെ ശബ്ദം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കേട്ടു ജീവിക്കും നേരമായല്ലോ 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വന്നീ...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F61363-483A-460D-99F9-B8154DBC4E0E}"/>
              </a:ext>
            </a:extLst>
          </p:cNvPr>
          <p:cNvSpPr/>
          <p:nvPr/>
        </p:nvSpPr>
        <p:spPr>
          <a:xfrm>
            <a:off x="36095" y="3962400"/>
            <a:ext cx="11201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Maranhame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ninayaa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nerame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sandhikkume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Marichor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daivaputhrante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shabdam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Kettu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jeevikkum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neramaayallo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E18EB1-F966-48BB-9D5B-D4E5BF235E93}"/>
              </a:ext>
            </a:extLst>
          </p:cNvPr>
          <p:cNvSpPr txBox="1"/>
          <p:nvPr/>
        </p:nvSpPr>
        <p:spPr>
          <a:xfrm>
            <a:off x="0" y="557498"/>
            <a:ext cx="12179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30388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1"/>
            <a:ext cx="12192000" cy="2895600"/>
          </a:xfrm>
        </p:spPr>
        <p:txBody>
          <a:bodyPr anchor="t"/>
          <a:lstStyle/>
          <a:p>
            <a:pPr defTabSz="34607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വന്നീടുവീൻ യേശുപാദം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ചേർന്നീടുവിൻ 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പാപത്തെ വിട്ടോടീടുവിൻ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വരുന്നാരെയും ഒരുനാളും ഞാൻ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തള്ളുകയില്ലെന്നുരച്ചുയേശു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വന്നീ...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F61363-483A-460D-99F9-B8154DBC4E0E}"/>
              </a:ext>
            </a:extLst>
          </p:cNvPr>
          <p:cNvSpPr/>
          <p:nvPr/>
        </p:nvSpPr>
        <p:spPr>
          <a:xfrm>
            <a:off x="0" y="3525253"/>
            <a:ext cx="12192000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Vanneeduveen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yeshupaadam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cherneeduvin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Paapathe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vittodeeduvin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endParaRPr lang="en-US" sz="20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Varuvinnareyum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orunaalhum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Thallhukayillennurachu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000" b="1" dirty="0">
                <a:solidFill>
                  <a:schemeClr val="tx2"/>
                </a:solidFill>
                <a:latin typeface="+mn-lt"/>
              </a:rPr>
              <a:t>										 -</a:t>
            </a:r>
            <a:r>
              <a:rPr lang="en-US" sz="3000" b="1" dirty="0" err="1">
                <a:solidFill>
                  <a:schemeClr val="tx2"/>
                </a:solidFill>
                <a:latin typeface="+mn-lt"/>
              </a:rPr>
              <a:t>vanneedu</a:t>
            </a:r>
            <a:r>
              <a:rPr lang="en-US" sz="30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4071448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2032" y="1447800"/>
            <a:ext cx="12192000" cy="2270629"/>
          </a:xfrm>
        </p:spPr>
        <p:txBody>
          <a:bodyPr anchor="t"/>
          <a:lstStyle/>
          <a:p>
            <a:pPr algn="l" defTabSz="34607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ഇതാ ഞാൻ വേഗം വരുന്നുവെന്ന്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യേശുരാജൻ അരുളിയല്ലോ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യേശുവേ! വേഗം മേഘത്തിൽവന്നു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നിത്യരാജ്യത്തിൽ ചേർക്ക ഞങ്ങളെ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വന്നീ...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F61363-483A-460D-99F9-B8154DBC4E0E}"/>
              </a:ext>
            </a:extLst>
          </p:cNvPr>
          <p:cNvSpPr/>
          <p:nvPr/>
        </p:nvSpPr>
        <p:spPr>
          <a:xfrm>
            <a:off x="36095" y="3962400"/>
            <a:ext cx="11201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vegam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varunnuvennu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Yeshuraajan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arulhiyallo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Vegam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meghathil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Nithya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raajyathil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cherkka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njangalhe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E18EB1-F966-48BB-9D5B-D4E5BF235E93}"/>
              </a:ext>
            </a:extLst>
          </p:cNvPr>
          <p:cNvSpPr txBox="1"/>
          <p:nvPr/>
        </p:nvSpPr>
        <p:spPr>
          <a:xfrm>
            <a:off x="0" y="557498"/>
            <a:ext cx="12179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15289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1"/>
            <a:ext cx="12192000" cy="2895600"/>
          </a:xfrm>
        </p:spPr>
        <p:txBody>
          <a:bodyPr anchor="t"/>
          <a:lstStyle/>
          <a:p>
            <a:pPr defTabSz="34607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വന്നീടുവീൻ യേശുപാദം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ചേർന്നീടുവിൻ 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പാപത്തെ വിട്ടോടീടുവിൻ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വരുന്നാരെയും ഒരുനാളും ഞാൻ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തള്ളുകയില്ലെന്നുരച്ചുയേശു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വന്നീ...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F61363-483A-460D-99F9-B8154DBC4E0E}"/>
              </a:ext>
            </a:extLst>
          </p:cNvPr>
          <p:cNvSpPr/>
          <p:nvPr/>
        </p:nvSpPr>
        <p:spPr>
          <a:xfrm>
            <a:off x="0" y="3525253"/>
            <a:ext cx="12192000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Vanneeduveen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yeshupaadam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cherneeduvin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Paapathe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vittodeeduvin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endParaRPr lang="en-US" sz="20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Varuvinnareyum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orunaalhum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Thallhukayillennurachu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000" b="1" dirty="0">
                <a:solidFill>
                  <a:schemeClr val="tx2"/>
                </a:solidFill>
                <a:latin typeface="+mn-lt"/>
              </a:rPr>
              <a:t>										 -</a:t>
            </a:r>
            <a:r>
              <a:rPr lang="en-US" sz="3000" b="1" dirty="0" err="1">
                <a:solidFill>
                  <a:schemeClr val="tx2"/>
                </a:solidFill>
                <a:latin typeface="+mn-lt"/>
              </a:rPr>
              <a:t>vanneedu</a:t>
            </a:r>
            <a:r>
              <a:rPr lang="en-US" sz="30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3198283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1294</TotalTime>
  <Words>143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181  വന്നീടുവീൻ യേശുപാദം</vt:lpstr>
      <vt:lpstr>പല്ലവി   വന്നീടുവീൻ യേശുപാദം  ചേർന്നീടുവിൻ   പാപത്തെ വിട്ടോടീടുവിൻ   അനുപല്ലവി  വരുന്നാരെയും ഒരുനാളും ഞാൻ  തള്ളുകയില്ലെന്നുരച്ചുയേശു                             - വന്നീ...</vt:lpstr>
      <vt:lpstr>പാപത്തിൻ ശമ്പളം മരണമേ  അതുനിന്നേ നശിപ്പിക്കുമേ  ദൈവകൃപയോ ക്രിസ്തുവിൽ നിത്യ-ജീവനാണെന്നു വിശ്വസിച്ചിട്ടു        - വന്നീ...</vt:lpstr>
      <vt:lpstr>വന്നീടുവീൻ യേശുപാദം  ചേർന്നീടുവിൻ   പാപത്തെ വിട്ടോടീടുവിൻ   വരുന്നാരെയും ഒരുനാളും ഞാൻ  തള്ളുകയില്ലെന്നുരച്ചുയേശു                             - വന്നീ...</vt:lpstr>
      <vt:lpstr>ഇന്നു നീ മരിച്ചാലെങ്ങുപോം? ദൈവകോപം നീങ്ങിയോ? നിനക്കായ് യേശു കുരിശിൽമരി - ച്ചുയിർത്തെഴുന്നള്ളി മഹിമയിൽ      - വന്നീ...</vt:lpstr>
      <vt:lpstr>വന്നീടുവീൻ യേശുപാദം  ചേർന്നീടുവിൻ   പാപത്തെ വിട്ടോടീടുവിൻ   വരുന്നാരെയും ഒരുനാളും ഞാൻ  തള്ളുകയില്ലെന്നുരച്ചുയേശു                             - വന്നീ...</vt:lpstr>
      <vt:lpstr>മരണമേ നിനയാ നേരമേ- അതു നിന്നെ സന്ധിക്കുമേ  മരിച്ചോർ ദൈവപുത്രന്‍റെ ശബ്ദം  കേട്ടു ജീവിക്കും നേരമായല്ലോ       - വന്നീ...</vt:lpstr>
      <vt:lpstr>വന്നീടുവീൻ യേശുപാദം  ചേർന്നീടുവിൻ   പാപത്തെ വിട്ടോടീടുവിൻ   വരുന്നാരെയും ഒരുനാളും ഞാൻ  തള്ളുകയില്ലെന്നുരച്ചുയേശു                             - വന്നീ...</vt:lpstr>
      <vt:lpstr>ഇതാ ഞാൻ വേഗം വരുന്നുവെന്ന്  യേശുരാജൻ അരുളിയല്ലോ  യേശുവേ! വേഗം മേഘത്തിൽവന്നു  നിത്യരാജ്യത്തിൽ ചേർക്ക ഞങ്ങളെ     - വന്നീ...</vt:lpstr>
      <vt:lpstr>വന്നീടുവീൻ യേശുപാദം  ചേർന്നീടുവിൻ   പാപത്തെ വിട്ടോടീടുവിൻ   വരുന്നാരെയും ഒരുനാളും ഞാൻ  തള്ളുകയില്ലെന്നുരച്ചുയേശു                             - വന്നീ...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Vanneeduvin yeshupaadam</dc:title>
  <dc:creator>Digital Input:;Digital Input;GM JOHN</dc:creator>
  <cp:lastModifiedBy>Acsah Mathews</cp:lastModifiedBy>
  <cp:revision>358</cp:revision>
  <dcterms:created xsi:type="dcterms:W3CDTF">2013-04-19T09:19:07Z</dcterms:created>
  <dcterms:modified xsi:type="dcterms:W3CDTF">2018-11-07T13:58:41Z</dcterms:modified>
</cp:coreProperties>
</file>