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78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AC8E-40D2-4152-9EA6-1775C46B4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DD7CA-6FB3-4BCB-AFD6-6C66A9478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D1BCE-718B-4245-993B-21C39437A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7DCCA-8445-4360-8F5B-72B873FA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EC782-1B56-433C-B1F3-51A03F3B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4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4245-21B9-446A-BA59-9F22807B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6F07D-B2AE-42B6-944A-0C9018F4A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B75E4-D5F5-419A-ABE0-21A18FA76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8461D-7C31-4BFE-B308-82647961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013EB-F7C1-4D2A-9AA3-29D35220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9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22306-BA37-4E85-AB16-E1DBE8638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E5F00-BF70-4FA3-B231-B53A7580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86893-B6A5-488D-B684-212FF4B47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76793-1264-4D2A-8257-926C7B25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674F3-59E1-4F9D-AD50-D2513AC8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0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2B5C-90ED-444E-B849-01372477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AC5F4-913A-4A8D-AED8-5C2D34FC5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5C890-508D-4B72-8161-F782E49C4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59AEA-5F48-4707-BD80-E1715811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53A20-B5D3-4927-90CA-A9B9CA40A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B18BB-2D69-4A20-B373-4EF0F972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6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9B32-89C4-40A0-8C05-C949F1CC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14005-B617-4EE1-8F1D-4DE1AAC1D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D2809-4C71-434A-825C-AC0C93A87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F1349-3B52-4BE5-B8A9-DE81FBEE7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A4139-2D06-4C87-8466-D3323D703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5FF8FF-F127-471D-A824-81E15158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062EE-7602-4713-AAD3-2A7C07E5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1EB64E-2A83-4A59-884B-57600DA9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7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CE21C-5BE4-414E-962D-071B62B7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EB0C4-5607-407C-9BDB-08AD6F6F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9FD8BD-1475-42CC-9573-0D1A35BBD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A21D8-ABE9-49B4-8C72-CCB0A26C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19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6FC08-A0BE-40F3-8A78-E8D61BB5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0EE21-A320-433B-AB59-34FEDAB6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2DD48-E396-45F6-836D-B541C14C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7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CBA40-A5EC-4550-A2FB-3C4EDA0F1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14F87-83E2-4BC2-AFC7-62BA365B2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5032E-1A14-433E-BAEE-464F0FFD7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AC9AE-A90B-4768-A48B-4EC12062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99ECB-3DDF-41D7-B4A6-B3B36F84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0F659-C3FC-4172-87E5-C5F7CBD3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6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8185-00DC-4570-BEBA-58ABDF1F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AD010-78B2-442A-8A27-4827FF683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A94B5-A2A5-45C6-8A02-919DC23D0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5BE0-3864-4E7D-887C-17B43F49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2D503-ECAC-4D3C-B8CC-71B88228B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1DCB9-F008-4C95-AF36-C396EC07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7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5799-5A52-444C-8D91-05052DC4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59949-6CFF-40C5-98A3-F6B38CFF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107E4-F562-407A-8A6A-2806934DB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1F529-AA96-482D-A39B-10293442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3810D-5C6E-4450-9BD5-D49A418A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5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8CB4B-40DB-4DF4-863B-4173CC1D2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DCA7A-2EF1-4578-BEFE-F7226AAE4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37314-AB06-4A93-88A3-7954EE48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C50D9-6CBA-4FF3-9929-FFE358EB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FE7CB-DE6E-414D-A726-91BAEA78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3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99B5C-2669-4EC9-910E-E811982F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4C5DC-62EB-4D27-8BD1-6A79C7EF1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C809F-0A50-4DA6-B681-78FAC5AC9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C749A-4299-4B34-ABDF-601E8D39283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AE94E-B293-49F4-B1A7-93A321364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6A69D-439E-4548-B649-13F5FB7E2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6941E-B107-48ED-BD2C-8FD028548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4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A1B9-F086-43BD-8B00-7DDB3016A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580" y="1122363"/>
            <a:ext cx="11798744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475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ദൈവം സകലവും നന്മയ്ക്കായ്‌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25566-5E51-45A7-9A64-DDEEC82E5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56055"/>
            <a:ext cx="9144000" cy="852731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Daivam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sakalavum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nanmakkaai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BE06F9-A505-4415-B735-A519CC76CD4E}"/>
              </a:ext>
            </a:extLst>
          </p:cNvPr>
          <p:cNvSpPr/>
          <p:nvPr/>
        </p:nvSpPr>
        <p:spPr>
          <a:xfrm>
            <a:off x="252580" y="4854879"/>
            <a:ext cx="58993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(മൂത്താംപാക്കല്‍ കൊച്ചുകുഞ്ഞ് ഉപദേശി)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06C0C3-8E92-4E39-AF57-89990D89E495}"/>
              </a:ext>
            </a:extLst>
          </p:cNvPr>
          <p:cNvSpPr/>
          <p:nvPr/>
        </p:nvSpPr>
        <p:spPr>
          <a:xfrm>
            <a:off x="7064061" y="4854879"/>
            <a:ext cx="49872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</a:rPr>
              <a:t>Kochukunju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</a:rPr>
              <a:t>Upadeshi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40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633607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ദൈവം സകലവും നന്മയ്ക്കായ്‌ ചെയ്യുന്നു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ഭക്തന്മാരിഹേയെന്തിനലയുന്നു വലയുന്നു (2)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ഞാനോ ഇതേവരെ ദൈവമാം പിതാവിന്‍റെ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കൈകളില്‍ രുചിച്ചതില്‍ തിന്മയായൊന്നുമില്ല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B59C64-0B1F-4A90-A66B-070D683CAA76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281354" y="3575539"/>
            <a:ext cx="11910644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1. </a:t>
            </a:r>
            <a:r>
              <a:rPr lang="en-US" sz="3400" b="1" dirty="0" err="1">
                <a:solidFill>
                  <a:srgbClr val="002060"/>
                </a:solidFill>
              </a:rPr>
              <a:t>Daivam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sakalavum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nanmakkaai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Bhakthanmaarihe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enthinalayunnu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valayunnu</a:t>
            </a:r>
            <a:r>
              <a:rPr lang="en-US" sz="3400" b="1" dirty="0">
                <a:solidFill>
                  <a:srgbClr val="002060"/>
                </a:solidFill>
              </a:rPr>
              <a:t> (2) </a:t>
            </a:r>
          </a:p>
          <a:p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2. </a:t>
            </a:r>
            <a:r>
              <a:rPr lang="en-US" sz="3400" b="1" dirty="0" err="1">
                <a:solidFill>
                  <a:srgbClr val="002060"/>
                </a:solidFill>
              </a:rPr>
              <a:t>Njaano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ithevare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daivamaam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pithaavinte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Kaikalhil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ruchichathil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thinmayaayonnumilla</a:t>
            </a:r>
            <a:r>
              <a:rPr lang="en-US" sz="3400" b="1" dirty="0">
                <a:solidFill>
                  <a:srgbClr val="002060"/>
                </a:solidFill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3326330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633607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3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ശിക്ഷയായി പലതെന്മേല്‍ വന്നു ഞാനറിയുന്നു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രക്ഷകനടിയന്മേല്‍ പക്ഷമായ്‌ ചെയ്തതെല്ലാം (2)</a:t>
            </a:r>
          </a:p>
          <a:p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4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സങ്കടം ബഹുവിധം സാധു ഞാന്‍ രുചിച്ചതില്‍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കൃപ അളവെന്യേ അനുഗ്രഹ നിറവേകി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B59C64-0B1F-4A90-A66B-070D683CAA76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281354" y="3575539"/>
            <a:ext cx="11910644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3. </a:t>
            </a:r>
            <a:r>
              <a:rPr lang="en-US" sz="3400" b="1" dirty="0" err="1">
                <a:solidFill>
                  <a:srgbClr val="002060"/>
                </a:solidFill>
              </a:rPr>
              <a:t>Shikshayaayi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palathenmel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arhiyunnu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Rakshakanadiyanmel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pakshamaai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cheythathelaam</a:t>
            </a:r>
            <a:r>
              <a:rPr lang="en-US" sz="3400" b="1" dirty="0">
                <a:solidFill>
                  <a:srgbClr val="002060"/>
                </a:solidFill>
              </a:rPr>
              <a:t> (2)</a:t>
            </a:r>
          </a:p>
          <a:p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4. </a:t>
            </a:r>
            <a:r>
              <a:rPr lang="en-US" sz="3400" b="1" dirty="0" err="1">
                <a:solidFill>
                  <a:srgbClr val="002060"/>
                </a:solidFill>
              </a:rPr>
              <a:t>Sankadam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bahuvidham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saadh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ruchichathil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Than </a:t>
            </a:r>
            <a:r>
              <a:rPr lang="en-US" sz="3400" b="1" dirty="0" err="1">
                <a:solidFill>
                  <a:srgbClr val="002060"/>
                </a:solidFill>
              </a:rPr>
              <a:t>kripa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alhavenye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anugraha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nirhaveki</a:t>
            </a:r>
            <a:r>
              <a:rPr lang="en-US" sz="3400" b="1" dirty="0">
                <a:solidFill>
                  <a:srgbClr val="002060"/>
                </a:solidFill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791732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633607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5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സ്വര്‍ഗ്ഗമെനിക്കായ് തന്‍ പുത്രനില്‍ നല്‍കിയ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</a:rPr>
              <a:t>ദത്തവകാശമോര്‍ത്തെന്‍ കര്‍ത്താവെ വണങ്ങുന്നു (2)</a:t>
            </a:r>
          </a:p>
          <a:p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6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എമ്മാനുവേലിന്‍റെ ചിറകുകള്‍ വിടരുന്നേ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അമ്മഹാ ഭാഗ്യദേശേ അടിയാനെയോ-ര്‍ക്കണേ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B59C64-0B1F-4A90-A66B-070D683CAA76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281354" y="3575539"/>
            <a:ext cx="11910644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5. </a:t>
            </a:r>
            <a:r>
              <a:rPr lang="en-US" sz="3400" b="1" dirty="0" err="1">
                <a:solidFill>
                  <a:srgbClr val="002060"/>
                </a:solidFill>
              </a:rPr>
              <a:t>Swargamenikkai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puthranil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nalkiya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Daththavakaashamorththen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karththave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vanhangunnu</a:t>
            </a:r>
            <a:r>
              <a:rPr lang="en-US" sz="3400" b="1" dirty="0">
                <a:solidFill>
                  <a:srgbClr val="002060"/>
                </a:solidFill>
              </a:rPr>
              <a:t> (2)</a:t>
            </a:r>
          </a:p>
          <a:p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6. </a:t>
            </a:r>
            <a:r>
              <a:rPr lang="en-US" sz="3400" b="1" dirty="0" err="1">
                <a:solidFill>
                  <a:srgbClr val="002060"/>
                </a:solidFill>
              </a:rPr>
              <a:t>Emmanuvelinte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chirhakukal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vidarunne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Ammahaa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bhaagyadeshe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adiyaaneyorkkanhe</a:t>
            </a:r>
            <a:r>
              <a:rPr lang="en-US" sz="3400" b="1" dirty="0">
                <a:solidFill>
                  <a:srgbClr val="002060"/>
                </a:solidFill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884393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Kartika</vt:lpstr>
      <vt:lpstr>Office Theme</vt:lpstr>
      <vt:lpstr>475 ദൈവം സകലവും നന്മയ്ക്കായ്‌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Daivam sakalavum nanmakaai</dc:title>
  <dc:creator>Acsah Mathews</dc:creator>
  <cp:lastModifiedBy>Acsah Mathews</cp:lastModifiedBy>
  <cp:revision>1</cp:revision>
  <dcterms:created xsi:type="dcterms:W3CDTF">2018-11-30T19:05:48Z</dcterms:created>
  <dcterms:modified xsi:type="dcterms:W3CDTF">2018-11-30T19:06:07Z</dcterms:modified>
</cp:coreProperties>
</file>