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0" r:id="rId3"/>
    <p:sldId id="273" r:id="rId4"/>
    <p:sldId id="274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2C7676-4B24-4E54-9F01-AD0607C9FB8C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A73AC-85C8-428E-A94A-686B6DD1BB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81022-44F0-44D5-A58F-E718EFF8D918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AE499-FFD8-4B44-9AA7-F3A0130B59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914B60-5704-41C4-8002-88AA32C72A38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C1788-F066-4C1F-974B-35F93E40C3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C7022-FF79-4037-AD4A-2ED21A437F6D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010C34-5B83-45F7-AC2B-7546B10874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D01E15-DBF4-453F-9C00-F1FC9AF3D55F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459723-684C-4231-AB67-708B4C06CE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63DD7-D79D-482B-8EFF-0AD1587C8DC0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E0FA54-9EEA-4637-94C2-BEA98354E8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A5B5B-4437-4C94-B3BA-0266E70F0C09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0CB7AE-09C7-4271-84E9-6510A4EAB3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19F896-170F-4186-9671-6403B33B0D07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60298-6F83-4B29-BAC9-DBED65F2D9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FBD1E-0184-48C8-8160-273324BC499C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E8402E-CCC1-4DD6-94C4-2DB418EAB5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F13970-DDF7-4694-B4EE-683713D96E5E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3A5355-C3CE-41D3-A994-8DEF336AAA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0AE2B-7A1F-4AAE-B626-50A710695C73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77130-FB25-44EF-B8BC-6C451942E2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2AED96B-5B63-495C-99BD-15DF8344DA0C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8E54193-BD97-439B-A0F7-281E1765BB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3C36F-7350-41B3-B94F-A8441ECB19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53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ശ്രീയേശുദേവാ സ്തുതി നിനക്കു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621E19-66E8-43CA-81FB-9E0D70D1DC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Shreeyeshu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devaa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Sthuthi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ninakku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0009277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94846"/>
            <a:ext cx="12192000" cy="1219200"/>
          </a:xfrm>
        </p:spPr>
        <p:txBody>
          <a:bodyPr anchor="t"/>
          <a:lstStyle/>
          <a:p>
            <a:pPr defTabSz="457200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ശ്രീയേശുദേവാ സ്തുതി നിനക്കു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അതി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പ്രീതിയോടനുദിനം ചെയ്തീടുവേൻ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BA4292-A5FF-4F7F-8EB4-07EDA987C720}"/>
              </a:ext>
            </a:extLst>
          </p:cNvPr>
          <p:cNvSpPr/>
          <p:nvPr/>
        </p:nvSpPr>
        <p:spPr>
          <a:xfrm>
            <a:off x="0" y="1256943"/>
            <a:ext cx="12171947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നിത്യവും ദൂതഗണാദികളാൽ-ബഹു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ഭക്തിപൂര്‍വ്വം സ്തുതി ലഭിച്ചീടുന്ന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–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ശ്രീയേശു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..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മാനവവേഷം ധരിച്ചുവന്നു - അപ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മാനം എനിക്കായി സഹിച്ചവനാം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– ശ്രീയേശു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..</a:t>
            </a: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3699D3-BD85-467B-9B78-A511D8553C22}"/>
              </a:ext>
            </a:extLst>
          </p:cNvPr>
          <p:cNvSpPr/>
          <p:nvPr/>
        </p:nvSpPr>
        <p:spPr>
          <a:xfrm>
            <a:off x="24062" y="3550146"/>
            <a:ext cx="12147883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Shreeyeshu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Preethiyodanudinam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cheytheeduven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en-US" sz="1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endParaRPr lang="en-US" sz="1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Nithyavum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doothaganhaadikalhaal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bahu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Bhakthipoorvam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labhicheedunna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  <a:endParaRPr lang="en-US" sz="1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fi-FI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   Maanava vesham vannu dharichu apa-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enikkayi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sahichavanaam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19200"/>
            <a:ext cx="12192000" cy="1219200"/>
          </a:xfrm>
        </p:spPr>
        <p:txBody>
          <a:bodyPr anchor="t"/>
          <a:lstStyle/>
          <a:p>
            <a:pPr defTabSz="457200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ശ്രീയേശുദേവാ സ്തുതി നിനക്കു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അതി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പ്രീതിയോടനുദിനം ചെയ്തീടുവേൻ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3699D3-BD85-467B-9B78-A511D8553C22}"/>
              </a:ext>
            </a:extLst>
          </p:cNvPr>
          <p:cNvSpPr/>
          <p:nvPr/>
        </p:nvSpPr>
        <p:spPr>
          <a:xfrm>
            <a:off x="44117" y="4419600"/>
            <a:ext cx="1214788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Shreeyeshu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Preethiyodanudinam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cheytheeduven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EF09A5-3ED8-4300-93B2-15768C25AC64}"/>
              </a:ext>
            </a:extLst>
          </p:cNvPr>
          <p:cNvSpPr/>
          <p:nvPr/>
        </p:nvSpPr>
        <p:spPr>
          <a:xfrm>
            <a:off x="-48129" y="205372"/>
            <a:ext cx="122160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ദുരിതം നിമിത്തം നിന്തിരുനിണം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ചിന്തി വന്‍ദുരിതം ഏറ്റവനാം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endParaRPr lang="en-US" sz="3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C2B727-9A99-4274-B9D8-D3AAF25935F7}"/>
              </a:ext>
            </a:extLst>
          </p:cNvPr>
          <p:cNvSpPr/>
          <p:nvPr/>
        </p:nvSpPr>
        <p:spPr>
          <a:xfrm>
            <a:off x="0" y="2413337"/>
            <a:ext cx="1215590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മൃത്യുവെ ജയിച്ചതിഘോഷത്തോടെ സ്വര്‍ഗ്ഗെ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ശക്തിയോടകംപുക്കു വസിച്ചീടുന്ന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– ശ്രീയേശു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..</a:t>
            </a:r>
            <a:endParaRPr lang="en-US" sz="30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DD6352-D635-4E0C-ACC5-06CCC638D019}"/>
              </a:ext>
            </a:extLst>
          </p:cNvPr>
          <p:cNvSpPr/>
          <p:nvPr/>
        </p:nvSpPr>
        <p:spPr>
          <a:xfrm>
            <a:off x="-2009" y="3505200"/>
            <a:ext cx="1219400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duritham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nimitham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ninthiru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ninham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Chinthi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vanduritham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ettavanaam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	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7650C8-B345-415E-B531-2E1CA7E58C10}"/>
              </a:ext>
            </a:extLst>
          </p:cNvPr>
          <p:cNvSpPr/>
          <p:nvPr/>
        </p:nvSpPr>
        <p:spPr>
          <a:xfrm>
            <a:off x="0" y="5420386"/>
            <a:ext cx="1219400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Mrithyuve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jayichathi-ghoshaththode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swarge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Shakthiyodakam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pookku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vasichcheedunna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 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7872105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371600"/>
            <a:ext cx="12192000" cy="1219200"/>
          </a:xfrm>
        </p:spPr>
        <p:txBody>
          <a:bodyPr anchor="t"/>
          <a:lstStyle/>
          <a:p>
            <a:pPr defTabSz="457200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ശ്രീയേശുദേവാ സ്തുതി നിനക്കു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അതി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പ്രീതിയോടനുദിനം ചെയ്തീടുവേൻ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3699D3-BD85-467B-9B78-A511D8553C22}"/>
              </a:ext>
            </a:extLst>
          </p:cNvPr>
          <p:cNvSpPr/>
          <p:nvPr/>
        </p:nvSpPr>
        <p:spPr>
          <a:xfrm>
            <a:off x="44117" y="4419600"/>
            <a:ext cx="1214788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Shreeyeshu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Preethiyodanudinam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cheytheeduven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EF09A5-3ED8-4300-93B2-15768C25AC64}"/>
              </a:ext>
            </a:extLst>
          </p:cNvPr>
          <p:cNvSpPr/>
          <p:nvPr/>
        </p:nvSpPr>
        <p:spPr>
          <a:xfrm>
            <a:off x="-48129" y="205372"/>
            <a:ext cx="122160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cs typeface="Kartika" pitchFamily="18" charset="0"/>
              </a:rPr>
              <a:t>5	</a:t>
            </a:r>
            <a:r>
              <a:rPr lang="ml-IN" sz="3200" b="1" dirty="0"/>
              <a:t>അന്നവസ്ത്രാദികള്‍ നല്‍കി എന്നും - എന്നെ</a:t>
            </a:r>
            <a:br>
              <a:rPr lang="en-US" sz="3200" b="1" dirty="0">
                <a:cs typeface="Kartika" pitchFamily="18" charset="0"/>
              </a:rPr>
            </a:br>
            <a:r>
              <a:rPr lang="en-US" sz="3200" b="1" dirty="0">
                <a:cs typeface="Kartika" pitchFamily="18" charset="0"/>
              </a:rPr>
              <a:t>	</a:t>
            </a:r>
            <a:r>
              <a:rPr lang="ml-IN" sz="3200" b="1" dirty="0"/>
              <a:t>നന്നേ സൂക്ഷിച്ചു പരിപാലിക്കുന്ന</a:t>
            </a:r>
            <a:endParaRPr lang="en-US" sz="30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C2B727-9A99-4274-B9D8-D3AAF25935F7}"/>
              </a:ext>
            </a:extLst>
          </p:cNvPr>
          <p:cNvSpPr/>
          <p:nvPr/>
        </p:nvSpPr>
        <p:spPr>
          <a:xfrm>
            <a:off x="0" y="2413337"/>
            <a:ext cx="1215590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രക്ഷകാ തിരുനാമം കീര്‍ത്തിച്ചീടാന്‍ - എന്മേൽ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പക്ഷമോടരുളുക ആശിസ്സുകൾ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ശ്രീയേശു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..</a:t>
            </a:r>
            <a:endParaRPr lang="en-US" sz="30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DD6352-D635-4E0C-ACC5-06CCC638D019}"/>
              </a:ext>
            </a:extLst>
          </p:cNvPr>
          <p:cNvSpPr/>
          <p:nvPr/>
        </p:nvSpPr>
        <p:spPr>
          <a:xfrm>
            <a:off x="-2009" y="3505200"/>
            <a:ext cx="1219400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Annavasthraadikalh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sookshichu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paripaalikkunna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7650C8-B345-415E-B531-2E1CA7E58C10}"/>
              </a:ext>
            </a:extLst>
          </p:cNvPr>
          <p:cNvSpPr/>
          <p:nvPr/>
        </p:nvSpPr>
        <p:spPr>
          <a:xfrm>
            <a:off x="0" y="5420386"/>
            <a:ext cx="1219400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Rakshakaa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Thirunaamam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keerthichidaan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enmel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Pakshamodarulka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aashissukalh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9212EB-0E61-4DA7-A4F8-CE068BB9B96B}"/>
              </a:ext>
            </a:extLst>
          </p:cNvPr>
          <p:cNvSpPr/>
          <p:nvPr/>
        </p:nvSpPr>
        <p:spPr>
          <a:xfrm>
            <a:off x="9519474" y="3436950"/>
            <a:ext cx="2672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(</a:t>
            </a:r>
            <a:r>
              <a:rPr lang="ml-IN" b="1"/>
              <a:t>ദാവീദ് ഇസ്ഹാക്ക്</a:t>
            </a:r>
            <a:r>
              <a:rPr lang="en-US" b="1"/>
              <a:t>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053D0A-B9CF-4A91-8131-3A9F5E925267}"/>
              </a:ext>
            </a:extLst>
          </p:cNvPr>
          <p:cNvSpPr/>
          <p:nvPr/>
        </p:nvSpPr>
        <p:spPr>
          <a:xfrm>
            <a:off x="10135027" y="6418936"/>
            <a:ext cx="2056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Daveed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Issahak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54107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117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53 ശ്രീയേശുദേവാ സ്തുതി നിനക്കു</vt:lpstr>
      <vt:lpstr>ശ്രീയേശുദേവാ സ്തുതി നിനക്കു – അതി - പ്രീതിയോടനുദിനം ചെയ്തീടുവേൻ </vt:lpstr>
      <vt:lpstr>ശ്രീയേശുദേവാ സ്തുതി നിനക്കു – അതി - പ്രീതിയോടനുദിനം ചെയ്തീടുവേൻ </vt:lpstr>
      <vt:lpstr>ശ്രീയേശുദേവാ സ്തുതി നിനക്കു – അതി - പ്രീതിയോടനുദിനം ചെയ്തീടുവേൻ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Shreeyeshu deva sthuthi ninakku</dc:title>
  <dc:creator>Digital Input:;GM JOHN</dc:creator>
  <cp:lastModifiedBy>Acsah Mathews</cp:lastModifiedBy>
  <cp:revision>225</cp:revision>
  <dcterms:created xsi:type="dcterms:W3CDTF">2013-04-19T09:19:07Z</dcterms:created>
  <dcterms:modified xsi:type="dcterms:W3CDTF">2018-10-29T15:33:54Z</dcterms:modified>
</cp:coreProperties>
</file>