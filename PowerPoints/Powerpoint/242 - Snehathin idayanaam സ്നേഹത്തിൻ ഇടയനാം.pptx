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E47C6-8B87-4F87-BEE7-810FD128D4F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90DA8-BF9C-4D2F-9FD8-0FE74314C6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1403E-9B64-4226-A815-42078A8FCA8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9DCF6-AC8C-4BFF-B9A0-CE6600C927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034D6-B4E5-405C-8675-933A206B395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BE2D8-233A-48D7-9E13-DEC8EB39C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C4F39-AA6D-454D-82CE-82A5DA5BBDD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FC01E7-CFAA-453D-81FE-5111DB5705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166B1-3EDE-41E1-B6A0-77BB84323D6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5A0AF-6277-4A9D-A02C-11A289D0D8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C25EF-D4AD-4FE3-A18D-3B505784F46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C62F9-E56D-448B-9213-D3A9FF2DAF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AAACB-9E27-4549-9108-29240AD3A9D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2F6E5-DB52-4B78-BE5C-04656B0CF3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9C85A-8085-41D4-94B9-9C2A2AC440A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E9D4C-75CC-4CCC-9BC7-5EF58BF47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E8BF7-2197-417A-A087-1EBE5010C8D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40926-EA0A-46AE-9AA8-FB5866B705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52DD5-3C2E-4182-85B6-05D48C333C8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A2CC5-56AD-4384-84B9-7B493BFAE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D4D92-2A71-4932-A8BA-F4E90FE0F715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01B58-1D63-4192-9AD1-0A56C511CE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780EC-AB4C-4ABD-B1EB-DFE1699C26E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6C6422-2DEB-47F6-BAF9-EB5599FCA1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7814-0BAE-4AF4-857D-8E5CBA4C2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78" y="1733549"/>
            <a:ext cx="12192000" cy="1695451"/>
          </a:xfrm>
        </p:spPr>
        <p:txBody>
          <a:bodyPr/>
          <a:lstStyle/>
          <a:p>
            <a:r>
              <a:rPr lang="en-US" dirty="0"/>
              <a:t>242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സ്നേഹത്തിൻ ഇടയനാം യേശുവേ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4414A-D68B-4D44-BFAB-2C8357EC6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5200"/>
            <a:ext cx="12192000" cy="1470024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Snehaththin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idayanaam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Yeshuvey</a:t>
            </a:r>
            <a:endParaRPr lang="en-US" sz="4000" dirty="0"/>
          </a:p>
          <a:p>
            <a:r>
              <a:rPr lang="en-US" sz="3600" i="1" dirty="0"/>
              <a:t>Tune: Tenderly Guide 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4B23AC-2EBE-4545-81E0-5D46CB37E778}"/>
              </a:ext>
            </a:extLst>
          </p:cNvPr>
          <p:cNvSpPr/>
          <p:nvPr/>
        </p:nvSpPr>
        <p:spPr>
          <a:xfrm>
            <a:off x="2438400" y="5010090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(വി. നാഗൽ)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10C2E-5A13-4677-AA6E-AF47C54DC0D9}"/>
              </a:ext>
            </a:extLst>
          </p:cNvPr>
          <p:cNvSpPr/>
          <p:nvPr/>
        </p:nvSpPr>
        <p:spPr>
          <a:xfrm>
            <a:off x="9296400" y="5010090"/>
            <a:ext cx="13858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(V. </a:t>
            </a:r>
            <a:r>
              <a:rPr lang="en-US" sz="2000" dirty="0" err="1">
                <a:solidFill>
                  <a:schemeClr val="accent2"/>
                </a:solidFill>
              </a:rPr>
              <a:t>Nagal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1877645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49384"/>
            <a:ext cx="12191999" cy="18288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ഇടയനാം യേശുവേ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വഴിയും സത്യവും നീ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നിത്യമാം ജീവനും ദൈവപുത്രാ!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നീയല്ലാതാരുമില്ല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4425" y="0"/>
            <a:ext cx="9175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F1889D-9EB2-4CEA-80C0-DC687345E9D4}"/>
              </a:ext>
            </a:extLst>
          </p:cNvPr>
          <p:cNvSpPr/>
          <p:nvPr/>
        </p:nvSpPr>
        <p:spPr>
          <a:xfrm>
            <a:off x="13011" y="2578184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നാഥാ! ഞങ്ങൾക്കു നീയല്ലാതാരുമില്ല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 നീയല്ലാതാരുമില്ല!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1914F-2D09-460B-9F96-A1C727840B46}"/>
              </a:ext>
            </a:extLst>
          </p:cNvPr>
          <p:cNvSpPr/>
          <p:nvPr/>
        </p:nvSpPr>
        <p:spPr>
          <a:xfrm>
            <a:off x="-7434" y="3852515"/>
            <a:ext cx="122124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idayanaam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maathramey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Daivaputhraa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0738F-0601-40FD-8DFA-21E126D254A3}"/>
              </a:ext>
            </a:extLst>
          </p:cNvPr>
          <p:cNvSpPr/>
          <p:nvPr/>
        </p:nvSpPr>
        <p:spPr>
          <a:xfrm>
            <a:off x="-20446" y="5512859"/>
            <a:ext cx="122124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62000"/>
            <a:ext cx="12191999" cy="18288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പാപികൾക്കായ് വലഞ്ഞലഞ്ഞതും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ആടുകൾക്കായ് ജീവൻ വെടിഞ്ഞതും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പാടുകൾപെട്ടതും ആർ നായകാ!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	നീയല്ലാതാരുമില്ല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4425" y="0"/>
            <a:ext cx="9175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F1889D-9EB2-4CEA-80C0-DC687345E9D4}"/>
              </a:ext>
            </a:extLst>
          </p:cNvPr>
          <p:cNvSpPr/>
          <p:nvPr/>
        </p:nvSpPr>
        <p:spPr>
          <a:xfrm>
            <a:off x="13011" y="2590800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നാഥാ! ഞങ്ങൾക്കു നീയല്ലാതാരുമില്ല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 നീയല്ലാതാരുമില്ല!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1914F-2D09-460B-9F96-A1C727840B46}"/>
              </a:ext>
            </a:extLst>
          </p:cNvPr>
          <p:cNvSpPr/>
          <p:nvPr/>
        </p:nvSpPr>
        <p:spPr>
          <a:xfrm>
            <a:off x="-10224" y="3810000"/>
            <a:ext cx="122124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Paapikalhkaay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valanjalanjathum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Aadukalhkaay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vedinjathum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pettathum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0738F-0601-40FD-8DFA-21E126D254A3}"/>
              </a:ext>
            </a:extLst>
          </p:cNvPr>
          <p:cNvSpPr/>
          <p:nvPr/>
        </p:nvSpPr>
        <p:spPr>
          <a:xfrm>
            <a:off x="-20446" y="5486400"/>
            <a:ext cx="122124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01167178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62000"/>
            <a:ext cx="12191999" cy="18288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3	നീക്കീടുവാൻ എല്ലാ പാപത്തെയും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പോക്കിടുവാൻ സർവ്വശാപത്തെയും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  </a:t>
            </a:r>
            <a:r>
              <a:rPr lang="ml-IN" sz="3400" b="1" spc="-300" dirty="0">
                <a:latin typeface="Kartika" panose="02020503030404060203" pitchFamily="18" charset="0"/>
              </a:rPr>
              <a:t>കോപാഗ്നിയും കെടുത്തീടാൻ കർത്താ</a:t>
            </a:r>
            <a:r>
              <a:rPr lang="en-US" sz="3400" b="1" spc="-300" dirty="0">
                <a:latin typeface="Kartika" panose="02020503030404060203" pitchFamily="18" charset="0"/>
              </a:rPr>
              <a:t>! </a:t>
            </a:r>
            <a:r>
              <a:rPr lang="ml-IN" sz="3400" b="1" spc="-300" dirty="0">
                <a:latin typeface="Kartika" panose="02020503030404060203" pitchFamily="18" charset="0"/>
              </a:rPr>
              <a:t>നീയല്ലാതാരുമില്ല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4425" y="0"/>
            <a:ext cx="9175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F1889D-9EB2-4CEA-80C0-DC687345E9D4}"/>
              </a:ext>
            </a:extLst>
          </p:cNvPr>
          <p:cNvSpPr/>
          <p:nvPr/>
        </p:nvSpPr>
        <p:spPr>
          <a:xfrm>
            <a:off x="13011" y="2590800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നാഥാ! ഞങ്ങൾക്കു നീയല്ലാതാരുമില്ല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 നീയല്ലാതാരുമില്ല!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1914F-2D09-460B-9F96-A1C727840B46}"/>
              </a:ext>
            </a:extLst>
          </p:cNvPr>
          <p:cNvSpPr/>
          <p:nvPr/>
        </p:nvSpPr>
        <p:spPr>
          <a:xfrm>
            <a:off x="-10224" y="3810000"/>
            <a:ext cx="122124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Neekkiduvaan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paapaththeyum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Pokkiduvaan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shaapaththeyum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Kopaagniyum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keduththeedaan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0738F-0601-40FD-8DFA-21E126D254A3}"/>
              </a:ext>
            </a:extLst>
          </p:cNvPr>
          <p:cNvSpPr/>
          <p:nvPr/>
        </p:nvSpPr>
        <p:spPr>
          <a:xfrm>
            <a:off x="-20446" y="5486400"/>
            <a:ext cx="122124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23478993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62000"/>
            <a:ext cx="12191999" cy="18288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4	അറിവാൻ സ്വർഗ്ഗപിതാവിനേയും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പ്രാപിപ്പാൻ വിശുദ്ധാത്മാവിനേയും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വേറൊരുവഴിയും ഇല്ല നാഥാ!	നീയല്ലാതാരുമില്ല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4425" y="0"/>
            <a:ext cx="9175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F1889D-9EB2-4CEA-80C0-DC687345E9D4}"/>
              </a:ext>
            </a:extLst>
          </p:cNvPr>
          <p:cNvSpPr/>
          <p:nvPr/>
        </p:nvSpPr>
        <p:spPr>
          <a:xfrm>
            <a:off x="13011" y="2590800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നാഥാ! ഞങ്ങൾക്കു നീയല്ലാതാരുമില്ല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 നീയല്ലാതാരുമില്ല!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1914F-2D09-460B-9F96-A1C727840B46}"/>
              </a:ext>
            </a:extLst>
          </p:cNvPr>
          <p:cNvSpPr/>
          <p:nvPr/>
        </p:nvSpPr>
        <p:spPr>
          <a:xfrm>
            <a:off x="-10224" y="3810000"/>
            <a:ext cx="122124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Arivaan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Swarga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Pithaavineyum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vishudhdhaathmaavineyum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Veroru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vazhiyumilla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0738F-0601-40FD-8DFA-21E126D254A3}"/>
              </a:ext>
            </a:extLst>
          </p:cNvPr>
          <p:cNvSpPr/>
          <p:nvPr/>
        </p:nvSpPr>
        <p:spPr>
          <a:xfrm>
            <a:off x="-20446" y="5486400"/>
            <a:ext cx="122124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737963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62000"/>
            <a:ext cx="12191999" cy="18288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സഹിപ്പാൻ എൻ ബുദ്ധിഹീനതയും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വഹിപ്പാൻ എൻ മഹാക്ഷീണതയും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ലാളിപ്പാൻ പാലിപ്പാൻ ദൈവപുത്രാ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നീയല്ലാതാരുമില്ല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4425" y="0"/>
            <a:ext cx="9175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F1889D-9EB2-4CEA-80C0-DC687345E9D4}"/>
              </a:ext>
            </a:extLst>
          </p:cNvPr>
          <p:cNvSpPr/>
          <p:nvPr/>
        </p:nvSpPr>
        <p:spPr>
          <a:xfrm>
            <a:off x="13011" y="2590800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നാഥാ! ഞങ്ങൾക്കു നീയല്ലാതാരുമില്ല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 നീയല്ലാതാരുമില്ല!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1914F-2D09-460B-9F96-A1C727840B46}"/>
              </a:ext>
            </a:extLst>
          </p:cNvPr>
          <p:cNvSpPr/>
          <p:nvPr/>
        </p:nvSpPr>
        <p:spPr>
          <a:xfrm>
            <a:off x="-10224" y="3810000"/>
            <a:ext cx="122124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Sahippaan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buddhiheenathayum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Vahippaan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mahaaksheenhathayum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Laalhippaan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Daivaputhraa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0738F-0601-40FD-8DFA-21E126D254A3}"/>
              </a:ext>
            </a:extLst>
          </p:cNvPr>
          <p:cNvSpPr/>
          <p:nvPr/>
        </p:nvSpPr>
        <p:spPr>
          <a:xfrm>
            <a:off x="-20446" y="5486400"/>
            <a:ext cx="122124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21727382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62000"/>
            <a:ext cx="12191999" cy="18288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സത്യവിശ്വാസത്തെ കാത്തീടുവാൻ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നിത്യം നിൻ കീർത്തിയെ പാടിടുവാൻ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ഭൃത്യന്മാരിൽ കൃപ തന്നീടുവാൻ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നീയല്ലാതാരുമില്ല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4425" y="0"/>
            <a:ext cx="9175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F1889D-9EB2-4CEA-80C0-DC687345E9D4}"/>
              </a:ext>
            </a:extLst>
          </p:cNvPr>
          <p:cNvSpPr/>
          <p:nvPr/>
        </p:nvSpPr>
        <p:spPr>
          <a:xfrm>
            <a:off x="13011" y="2590800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നാഥാ! ഞങ്ങൾക്കു നീയല്ലാതാരുമില്ല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 നീയല്ലാതാരുമില്ല!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1914F-2D09-460B-9F96-A1C727840B46}"/>
              </a:ext>
            </a:extLst>
          </p:cNvPr>
          <p:cNvSpPr/>
          <p:nvPr/>
        </p:nvSpPr>
        <p:spPr>
          <a:xfrm>
            <a:off x="-10224" y="3810000"/>
            <a:ext cx="122124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6. Sathya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vishwaasaththey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kaathiduvaan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keerthiye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Bhrithyanmaaril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thanneeduvaan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0738F-0601-40FD-8DFA-21E126D254A3}"/>
              </a:ext>
            </a:extLst>
          </p:cNvPr>
          <p:cNvSpPr/>
          <p:nvPr/>
        </p:nvSpPr>
        <p:spPr>
          <a:xfrm>
            <a:off x="-20446" y="5486400"/>
            <a:ext cx="122124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85878226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762000"/>
            <a:ext cx="12191999" cy="18288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7	ദൈവമഹത്വത്തിൽ താൻ വരുമ്പോൾ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ജീവകിരീടത്തെ താൻ തരുമ്പോൾ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</a:rPr>
              <a:t>അപ്പോഴും ഞങ്ങൾ പാടീടും നാഥാ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നീയല്ലാതാരുമില്ല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4425" y="0"/>
            <a:ext cx="9175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F1889D-9EB2-4CEA-80C0-DC687345E9D4}"/>
              </a:ext>
            </a:extLst>
          </p:cNvPr>
          <p:cNvSpPr/>
          <p:nvPr/>
        </p:nvSpPr>
        <p:spPr>
          <a:xfrm>
            <a:off x="13011" y="2590800"/>
            <a:ext cx="121919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നാഥാ! ഞങ്ങൾക്കു നീയല്ലാതാരുമില്ല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യേശു! നാഥാ നീയല്ലാതാരുമില്ല!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81914F-2D09-460B-9F96-A1C727840B46}"/>
              </a:ext>
            </a:extLst>
          </p:cNvPr>
          <p:cNvSpPr/>
          <p:nvPr/>
        </p:nvSpPr>
        <p:spPr>
          <a:xfrm>
            <a:off x="-10224" y="3810000"/>
            <a:ext cx="122124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Daivmahathwaththil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varumbolh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kireedaththey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tharumbolh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Appozhum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10738F-0601-40FD-8DFA-21E126D254A3}"/>
              </a:ext>
            </a:extLst>
          </p:cNvPr>
          <p:cNvSpPr/>
          <p:nvPr/>
        </p:nvSpPr>
        <p:spPr>
          <a:xfrm>
            <a:off x="-20446" y="5486400"/>
            <a:ext cx="122124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Njangalhkku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Neeyallaathaarumilla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61240798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266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242 സ്നേഹത്തിൻ ഇടയനാം യേശുവേ</vt:lpstr>
      <vt:lpstr>1 സ്നേഹത്തിൻ ഇടയനാം യേശുവേ  വഴിയും സത്യവും നീ മാത്രമേ  നിത്യമാം ജീവനും ദൈവപുത്രാ! നീയല്ലാതാരുമില്ല</vt:lpstr>
      <vt:lpstr>2 പാപികൾക്കായ് വലഞ്ഞലഞ്ഞതും  ആടുകൾക്കായ് ജീവൻ വെടിഞ്ഞതും  പാടുകൾപെട്ടതും ആർ നായകാ!  നീയല്ലാതാരുമില്ല</vt:lpstr>
      <vt:lpstr>3 നീക്കീടുവാൻ എല്ലാ പാപത്തെയും  പോക്കിടുവാൻ സർവ്വശാപത്തെയും   കോപാഗ്നിയും കെടുത്തീടാൻ കർത്താ! നീയല്ലാതാരുമില്ല </vt:lpstr>
      <vt:lpstr>4 അറിവാൻ സ്വർഗ്ഗപിതാവിനേയും  പ്രാപിപ്പാൻ വിശുദ്ധാത്മാവിനേയും  വേറൊരുവഴിയും ഇല്ല നാഥാ! നീയല്ലാതാരുമില്ല</vt:lpstr>
      <vt:lpstr>5 സഹിപ്പാൻ എൻ ബുദ്ധിഹീനതയും  വഹിപ്പാൻ എൻ മഹാക്ഷീണതയും   ലാളിപ്പാൻ പാലിപ്പാൻ ദൈവപുത്രാ നീയല്ലാതാരുമില്ല</vt:lpstr>
      <vt:lpstr>6 സത്യവിശ്വാസത്തെ കാത്തീടുവാൻ  നിത്യം നിൻ കീർത്തിയെ പാടിടുവാൻ  ഭൃത്യന്മാരിൽ കൃപ തന്നീടുവാൻ നീയല്ലാതാരുമില്ല</vt:lpstr>
      <vt:lpstr>7 ദൈവമഹത്വത്തിൽ താൻ വരുമ്പോൾ  ജീവകിരീടത്തെ താൻ തരുമ്പോൾ   അപ്പോഴും ഞങ്ങൾ പാടീടും നാഥാ നീയല്ലാതാരുമില്ല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Snehathin idayanaam</dc:title>
  <dc:creator>Digital Input:; GM JOHN; Acsah Mathews</dc:creator>
  <cp:lastModifiedBy>Acsah Mathews</cp:lastModifiedBy>
  <cp:revision>241</cp:revision>
  <dcterms:created xsi:type="dcterms:W3CDTF">2013-04-19T09:19:07Z</dcterms:created>
  <dcterms:modified xsi:type="dcterms:W3CDTF">2018-11-13T18:53:02Z</dcterms:modified>
</cp:coreProperties>
</file>