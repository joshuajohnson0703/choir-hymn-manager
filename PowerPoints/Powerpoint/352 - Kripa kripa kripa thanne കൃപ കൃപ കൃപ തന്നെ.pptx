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0" r:id="rId3"/>
    <p:sldId id="272" r:id="rId4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66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C441C-46ED-49ED-B43E-5CCFC83AEE89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ACA14B-2164-4714-B4D7-F0AB41F5C9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9727C-99FB-4462-90A8-6F57C80EAA5D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2BCB7C-3A3B-4A38-AC63-294688D0D6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12ACC-CBAF-4B89-A400-6FD4FBD4BCE7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5FC43A-DBCC-4615-8550-9E4CEAF2C0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BED62D-3797-4EA2-83A9-EC9FC279AF6C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3B2CF-98E6-4313-B86C-8BD7AD3228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C2B4F9-E393-467E-995C-C450233F8252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519963-E88D-4EED-941C-034B01C38A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8C95DE-9518-43C2-9881-909F85C15071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B6833-9E5B-468B-8716-689C347834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72A720-7D34-494B-A2E0-5200EE3BF425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5810B2-9B93-4A32-A891-CE737D3C7E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69FD88-ADC4-4B57-9203-9EE9F2AB3C99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867513-76FB-4C60-83F9-0F3AFED697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D8C90-A9B9-48A7-9EF2-E383F982D3A5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3325DE-71A8-4B1D-B768-F8BC171D98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6CBAC-11DC-46FA-8E11-D9370347B820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19741-53B9-46D0-9A97-C7A2AB6C6D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B0D2FF-B104-4820-B61A-A5ECC67EA5EA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3B36CA-A266-4490-BB6D-5218B63E90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9ED90CE-64E2-4447-903A-57B598FA3CE4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D2406D6-925A-4576-8DBF-00121E566C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5EAFC-28D4-4C6D-8041-626477EC57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352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കൃപ </a:t>
            </a:r>
            <a:r>
              <a:rPr lang="en-US" b="1" dirty="0">
                <a:latin typeface="Kartika" panose="02020503030404060203" pitchFamily="18" charset="0"/>
              </a:rPr>
              <a:t> </a:t>
            </a:r>
            <a:r>
              <a:rPr lang="ml-IN" b="1" dirty="0">
                <a:latin typeface="Kartika" panose="02020503030404060203" pitchFamily="18" charset="0"/>
              </a:rPr>
              <a:t>കൃപ </a:t>
            </a:r>
            <a:r>
              <a:rPr lang="en-US" b="1" dirty="0">
                <a:latin typeface="Kartika" panose="02020503030404060203" pitchFamily="18" charset="0"/>
              </a:rPr>
              <a:t> </a:t>
            </a:r>
            <a:r>
              <a:rPr lang="ml-IN" b="1" dirty="0">
                <a:latin typeface="Kartika" panose="02020503030404060203" pitchFamily="18" charset="0"/>
              </a:rPr>
              <a:t>കൃപ </a:t>
            </a:r>
            <a:r>
              <a:rPr lang="en-US" b="1" dirty="0">
                <a:latin typeface="Kartika" panose="02020503030404060203" pitchFamily="18" charset="0"/>
              </a:rPr>
              <a:t> </a:t>
            </a:r>
            <a:r>
              <a:rPr lang="ml-IN" b="1" dirty="0">
                <a:latin typeface="Kartika" panose="02020503030404060203" pitchFamily="18" charset="0"/>
              </a:rPr>
              <a:t>തന്നെ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346582-42C7-4325-968A-0D2AB106DE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Kripa </a:t>
            </a:r>
            <a:r>
              <a:rPr lang="en-US" sz="4000" b="1" dirty="0" err="1">
                <a:solidFill>
                  <a:srgbClr val="002060"/>
                </a:solidFill>
              </a:rPr>
              <a:t>kripa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kripa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thanne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1CB682-9A79-4B20-B0B5-F6417C007CF2}"/>
              </a:ext>
            </a:extLst>
          </p:cNvPr>
          <p:cNvSpPr/>
          <p:nvPr/>
        </p:nvSpPr>
        <p:spPr>
          <a:xfrm>
            <a:off x="1531570" y="4733894"/>
            <a:ext cx="27203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2000" dirty="0">
                <a:solidFill>
                  <a:schemeClr val="accent2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(റവ. റ്റി. കോശി)</a:t>
            </a:r>
            <a:endParaRPr lang="en-US" sz="2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ACA5E0-4BE8-4064-99AD-0426F37BE956}"/>
              </a:ext>
            </a:extLst>
          </p:cNvPr>
          <p:cNvSpPr/>
          <p:nvPr/>
        </p:nvSpPr>
        <p:spPr>
          <a:xfrm>
            <a:off x="8229600" y="4733894"/>
            <a:ext cx="24252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</a:rPr>
              <a:t>(Rev. T. Koshy) </a:t>
            </a:r>
            <a:endParaRPr lang="en-US" sz="20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388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971800"/>
          </a:xfrm>
        </p:spPr>
        <p:txBody>
          <a:bodyPr anchor="t"/>
          <a:lstStyle/>
          <a:p>
            <a:pPr algn="l" defTabSz="509588">
              <a:defRPr/>
            </a:pP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കൃപ കൃപ കൃപ തന്നെ കൃപയുടെ പൈതൽ ഞാൻ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കൃപയാലെൻ ഹൃദയത്തെ കവർന്നു രക്ഷാകരൻ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പ്രതികൂലങ്ങളെ നീക്കി അതിമോദം ഹൃദയേ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സതതം തന്നിടുന്നെന്നിൽ കൃപയാലത്യുന്നതൻ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9B8265-A75A-42E4-AC0A-F793002017B6}"/>
              </a:ext>
            </a:extLst>
          </p:cNvPr>
          <p:cNvSpPr/>
          <p:nvPr/>
        </p:nvSpPr>
        <p:spPr>
          <a:xfrm>
            <a:off x="0" y="3733800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1. Kripa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kripayude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paithal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Kripayaalen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hridayaththe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kavarnnu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rakshaakaran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Prathikoolangalhe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neekki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athimodam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hridaye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Sathatham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thannidunnennil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kripayaal-athyunnathan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971800"/>
          </a:xfrm>
        </p:spPr>
        <p:txBody>
          <a:bodyPr anchor="t"/>
          <a:lstStyle/>
          <a:p>
            <a:pPr algn="l" defTabSz="509588">
              <a:defRPr/>
            </a:pPr>
            <a:r>
              <a:rPr lang="ml-IN" sz="3400" b="1" spc="-300" dirty="0">
                <a:latin typeface="Kartika" panose="02020503030404060203" pitchFamily="18" charset="0"/>
              </a:rPr>
              <a:t>3	നിത്യനായ രക്ഷകന്‍റെ രക്തത്താൽ മാം കഴുകി</a:t>
            </a:r>
            <a:br>
              <a:rPr lang="ml-IN" sz="3400" b="1" spc="-300" dirty="0">
                <a:latin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</a:rPr>
              <a:t>	പുത്രനാക്കി നിത്യജീവൻ മാത്ര തോറും തരുന്നു</a:t>
            </a:r>
            <a:br>
              <a:rPr lang="ml-IN" sz="3400" b="1" spc="-300" dirty="0">
                <a:latin typeface="Kartika" panose="02020503030404060203" pitchFamily="18" charset="0"/>
              </a:rPr>
            </a:br>
            <a:br>
              <a:rPr lang="ml-IN" sz="3400" b="1" spc="-300" dirty="0">
                <a:latin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</a:rPr>
              <a:t>4	ഹല്ലേലുയ്യാ ഹല്ലേലുയ്യാ ദൈവമാം ത്രിയേകനു</a:t>
            </a:r>
            <a:br>
              <a:rPr lang="ml-IN" sz="3400" b="1" spc="-300" dirty="0">
                <a:latin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</a:rPr>
              <a:t>	ഹല്ലേലുയ്യാ ഹല്ലേലുയ്യാ ഹല്ലേലുയ്യാ വന്ദനം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9B8265-A75A-42E4-AC0A-F793002017B6}"/>
              </a:ext>
            </a:extLst>
          </p:cNvPr>
          <p:cNvSpPr/>
          <p:nvPr/>
        </p:nvSpPr>
        <p:spPr>
          <a:xfrm>
            <a:off x="0" y="3733800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Nithyanaaya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rakshakante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rakthathaal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kazhuki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Puthranaakki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nithyajeevan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maathra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thorhum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tharunnu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daivamaam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thriyekanu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vandanam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87055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</TotalTime>
  <Words>72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Kartika</vt:lpstr>
      <vt:lpstr>Office Theme</vt:lpstr>
      <vt:lpstr>352 കൃപ  കൃപ  കൃപ  തന്നെ</vt:lpstr>
      <vt:lpstr>1 കൃപ കൃപ കൃപ തന്നെ കൃപയുടെ പൈതൽ ഞാൻ  കൃപയാലെൻ ഹൃദയത്തെ കവർന്നു രക്ഷാകരൻ  2 പ്രതികൂലങ്ങളെ നീക്കി അതിമോദം ഹൃദയേ  സതതം തന്നിടുന്നെന്നിൽ കൃപയാലത്യുന്നതൻ</vt:lpstr>
      <vt:lpstr>3 നിത്യനായ രക്ഷകന്‍റെ രക്തത്താൽ മാം കഴുകി  പുത്രനാക്കി നിത്യജീവൻ മാത്ര തോറും തരുന്നു  4 ഹല്ലേലുയ്യാ ഹല്ലേലുയ്യാ ദൈവമാം ത്രിയേകനു  ഹല്ലേലുയ്യാ ഹല്ലേലുയ്യാ ഹല്ലേലുയ്യാ വന്ദനം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Kripa kripa kripa thanne</dc:title>
  <dc:creator>Digital Input:; GM JOHN; Acsah Mathews</dc:creator>
  <cp:lastModifiedBy>Acsah Mathews</cp:lastModifiedBy>
  <cp:revision>278</cp:revision>
  <dcterms:created xsi:type="dcterms:W3CDTF">2013-04-19T09:19:07Z</dcterms:created>
  <dcterms:modified xsi:type="dcterms:W3CDTF">2018-11-20T19:30:20Z</dcterms:modified>
</cp:coreProperties>
</file>