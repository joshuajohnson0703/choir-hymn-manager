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3" r:id="rId6"/>
    <p:sldId id="261" r:id="rId7"/>
    <p:sldId id="264" r:id="rId8"/>
    <p:sldId id="262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44" autoAdjust="0"/>
    <p:restoredTop sz="94660"/>
  </p:normalViewPr>
  <p:slideViewPr>
    <p:cSldViewPr snapToGrid="0">
      <p:cViewPr varScale="1">
        <p:scale>
          <a:sx n="42" d="100"/>
          <a:sy n="42" d="100"/>
        </p:scale>
        <p:origin x="78" y="9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2B4CA-B99C-4752-9C6B-0D5F0548D7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1BF3D7-BF80-4504-AC36-4697EA92CE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089BD-A27C-4F8D-B54B-0D25471A6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1146-9F77-4FBB-8409-B1B4E83860FF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BF014-CFE2-4DE0-9B50-58EE00AB8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819E5-B0D5-4704-9E30-72F63AFDC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22235-2DC6-49C5-9369-E0FD7844D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681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1040D-94E2-44FF-BC76-D7E9BBADE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96A1C-8984-4C99-9847-E7E218F92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0A88C-2BBC-4F21-AFE3-AD37E24CD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1146-9F77-4FBB-8409-B1B4E83860FF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AE0B7-CC8C-4E78-A7A9-A5B8C5862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4A7B0-06D3-435C-92E3-3E9DB194B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22235-2DC6-49C5-9369-E0FD7844D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476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47323-C351-46DF-82B1-A03006140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66CEAA-23D1-4151-9F67-23D86C69A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72FD3-09E7-4677-8150-C01CFD74D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1146-9F77-4FBB-8409-B1B4E83860FF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A2577-7CD8-4B05-95D8-2343B6FA8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ED3CD-F07B-4D5D-9199-94301E9AB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22235-2DC6-49C5-9369-E0FD7844D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567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BA6DB-E09F-4561-A582-76F79ADA0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0C340-1857-4A49-9DA4-7D834D90B3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6999B1-B59F-4F1D-986C-40473C5133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4FE71D-69E1-426C-87A9-9A1E2DF4D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1146-9F77-4FBB-8409-B1B4E83860FF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B2F81-81B0-48DD-BA42-3D2681E04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753FD9-972C-4D91-86FD-848F3D1B0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22235-2DC6-49C5-9369-E0FD7844D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980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8E543-FFC8-442C-8837-F5AEAC483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F46FD-1AA4-4C99-AE7B-AF286FFA6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51705A-CB87-4E9A-A5D5-4B67FC4DD4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478D6D-803A-47EA-96D3-0AC18916EA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6BE706-1B26-455C-9399-7A1D9F668F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C7B3B5-2262-4545-AF54-73E055460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1146-9F77-4FBB-8409-B1B4E83860FF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F9F9D3-D5FA-418A-A734-DF3349D8F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2B5918-9669-41A4-9865-2DC15599A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22235-2DC6-49C5-9369-E0FD7844D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79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69064-0C6E-4CE4-913A-A0400C52F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594D25-D844-41CD-A0E7-60E34EF99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1146-9F77-4FBB-8409-B1B4E83860FF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6F6F20-B3A1-45FC-8BF2-C46A2E9FF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60FEBA-75F4-4717-AD60-204812463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22235-2DC6-49C5-9369-E0FD7844D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777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B03159-CE3C-42AB-B41B-1E1785B7E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1146-9F77-4FBB-8409-B1B4E83860FF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1607DA-91B2-4A2F-BAA0-3BCC813BB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CF2A1-52EB-42E3-9E71-5669A1551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22235-2DC6-49C5-9369-E0FD7844D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615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F3205-4208-4787-B765-C65C44DB5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B7FFE-B330-4B6F-ABC2-7D8FBDF63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901B82-8FDA-4954-8A85-ED2951BFBD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F47112-7E54-4101-8106-D3AD31F07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1146-9F77-4FBB-8409-B1B4E83860FF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2E1E88-6F25-4059-B844-4B01FC86F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202AA8-7FDE-4722-97EE-21493D623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22235-2DC6-49C5-9369-E0FD7844D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10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DADFE-2105-4E64-9BE2-88F2374EA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ED8804-AFFB-4A7C-821D-2C7FF11DF5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E20D8D-9410-43B7-9C3B-22A1956231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E83019-2A40-4A80-8BA8-8400EA5BD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1146-9F77-4FBB-8409-B1B4E83860FF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207D5E-79B4-405A-8A22-B3742A680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9D90C-3423-4B7B-8F18-E89581229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22235-2DC6-49C5-9369-E0FD7844D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295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C5869-F8EE-4E7E-A4AE-DFABE41BE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44268F-7703-4949-B611-C7A67D9F15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201A5-C94C-4210-8CAE-D130C7687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1146-9F77-4FBB-8409-B1B4E83860FF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944BD-439A-4E53-B6E2-DD9141711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46928-34E0-470F-8A61-1FC4D238A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22235-2DC6-49C5-9369-E0FD7844D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6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76B0F1-A151-43B7-8719-B7CF441397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5D197C-B3B2-4A58-9247-6DD7C11C9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29D27-59B9-47C9-A970-FB2B9D6AC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31146-9F77-4FBB-8409-B1B4E83860FF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7BF61-D726-4DF5-8F4C-CDAB3BD63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222FF-6A6B-472F-B701-9A6878383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22235-2DC6-49C5-9369-E0FD7844D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394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DF0028-F3DA-435D-9D5B-A4E0CFCAB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A61B53-B8F8-453D-88A2-D9406DB25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FD2EF-4333-4B4B-B2A7-8C8A07BB8E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31146-9F77-4FBB-8409-B1B4E83860FF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2B4F1-1BA3-4C6A-B119-10BAC418FD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9606D-E883-4902-BF7F-2752AAE0DE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22235-2DC6-49C5-9369-E0FD7844D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443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AA4C5-60F4-4564-936B-5B6CD03985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434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നന്ദിയാലെന്നുള്ളം തിങ്ങുകയാൽ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0E326F-3464-48F2-BC32-3F2F5E23B8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03854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Nanniyaal </a:t>
            </a:r>
            <a:r>
              <a:rPr lang="en-US" sz="4000" b="1" dirty="0" err="1">
                <a:solidFill>
                  <a:srgbClr val="002060"/>
                </a:solidFill>
              </a:rPr>
              <a:t>ennullham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thingukkayaal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55DD60-03F2-4097-9E7C-2BF56EDCDC28}"/>
              </a:ext>
            </a:extLst>
          </p:cNvPr>
          <p:cNvSpPr/>
          <p:nvPr/>
        </p:nvSpPr>
        <p:spPr>
          <a:xfrm>
            <a:off x="1524000" y="4640580"/>
            <a:ext cx="25378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rgbClr val="C00000"/>
                </a:solidFill>
                <a:latin typeface="Calibri" panose="020F0502020204030204" pitchFamily="34" charset="0"/>
              </a:rPr>
              <a:t>(മാത്യു നൈനാൻ)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C0530F-AD7D-4F76-BC67-1D58DF5A6224}"/>
              </a:ext>
            </a:extLst>
          </p:cNvPr>
          <p:cNvSpPr/>
          <p:nvPr/>
        </p:nvSpPr>
        <p:spPr>
          <a:xfrm>
            <a:off x="8952041" y="4640580"/>
            <a:ext cx="21483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</a:rPr>
              <a:t>(Mathew </a:t>
            </a:r>
            <a:r>
              <a:rPr lang="en-US" sz="2000" b="1" dirty="0" err="1">
                <a:solidFill>
                  <a:srgbClr val="C00000"/>
                </a:solidFill>
                <a:latin typeface="Arial" panose="020B0604020202020204" pitchFamily="34" charset="0"/>
              </a:rPr>
              <a:t>Ninan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</a:rPr>
              <a:t>) </a:t>
            </a:r>
            <a:endParaRPr lang="en-US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0835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F42919-6F0B-4EEC-9D80-888024859982}"/>
              </a:ext>
            </a:extLst>
          </p:cNvPr>
          <p:cNvSpPr/>
          <p:nvPr/>
        </p:nvSpPr>
        <p:spPr>
          <a:xfrm>
            <a:off x="0" y="725716"/>
            <a:ext cx="12192000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1.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നന്ദിയാലെന്നുള്ളം തിങ്ങുകയാൽ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സ്തോത്രത്തിൻ പല്ലവി പാടിടും ഞാൻ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എണ്ണമില്ലാ തവ നന്മകൾക്കായ്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എണ്ണിയെണ്ണി സ്തുതി പാടിടും ഞാൻ</a:t>
            </a:r>
            <a:endParaRPr lang="en-US" sz="34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CE0BC6-83D2-4EE0-9B90-B9177194007F}"/>
              </a:ext>
            </a:extLst>
          </p:cNvPr>
          <p:cNvSpPr/>
          <p:nvPr/>
        </p:nvSpPr>
        <p:spPr>
          <a:xfrm>
            <a:off x="1028700" y="3654171"/>
            <a:ext cx="108585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</a:rPr>
              <a:t>Nanniyaal </a:t>
            </a:r>
            <a:r>
              <a:rPr lang="en-US" sz="3400" b="1" dirty="0" err="1">
                <a:solidFill>
                  <a:srgbClr val="002060"/>
                </a:solidFill>
              </a:rPr>
              <a:t>ennullham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thingukkayaal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Sthothraththil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pallavil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paadidum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njan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Ennhamillaa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thava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nanmakalhkkaai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Ennhiyennhi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sthuthi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paadidum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njan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D95445-2A72-40BD-8C4F-A4214C3C6289}"/>
              </a:ext>
            </a:extLst>
          </p:cNvPr>
          <p:cNvSpPr txBox="1"/>
          <p:nvPr/>
        </p:nvSpPr>
        <p:spPr>
          <a:xfrm>
            <a:off x="11384280" y="0"/>
            <a:ext cx="80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434</a:t>
            </a:r>
          </a:p>
        </p:txBody>
      </p:sp>
    </p:spTree>
    <p:extLst>
      <p:ext uri="{BB962C8B-B14F-4D97-AF65-F5344CB8AC3E}">
        <p14:creationId xmlns:p14="http://schemas.microsoft.com/office/powerpoint/2010/main" val="813041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F42919-6F0B-4EEC-9D80-888024859982}"/>
              </a:ext>
            </a:extLst>
          </p:cNvPr>
          <p:cNvSpPr/>
          <p:nvPr/>
        </p:nvSpPr>
        <p:spPr>
          <a:xfrm>
            <a:off x="0" y="585163"/>
            <a:ext cx="12192000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ഹല്ലേലൂയ്യാ പാടിടും ഞാൻ</a:t>
            </a:r>
          </a:p>
          <a:p>
            <a:pPr algn="ctr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യേശുവിന്‍റെ സന്നിധിയിൽ ജീവകാലം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ആരാധിക്കും ഉന്നതനെ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ആത്മാവിലും സത്യത്തിലും നിത്യകാലം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CE0BC6-83D2-4EE0-9B90-B9177194007F}"/>
              </a:ext>
            </a:extLst>
          </p:cNvPr>
          <p:cNvSpPr/>
          <p:nvPr/>
        </p:nvSpPr>
        <p:spPr>
          <a:xfrm>
            <a:off x="0" y="3654171"/>
            <a:ext cx="12192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Halleluiah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paadeedum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njan</a:t>
            </a:r>
            <a:endParaRPr lang="en-US" sz="36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Yeshuvinte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sannidhiyil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jeevakaalam</a:t>
            </a:r>
            <a:endParaRPr lang="en-US" sz="36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Aaradhikkum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unnathane</a:t>
            </a:r>
            <a:endParaRPr lang="en-US" sz="36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Aathmaavilum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sathyaththilum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nithyakaalam</a:t>
            </a:r>
            <a:endParaRPr lang="en-US" sz="3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2BF5BE-B7C8-438A-B14B-6CCB58FDB523}"/>
              </a:ext>
            </a:extLst>
          </p:cNvPr>
          <p:cNvSpPr txBox="1"/>
          <p:nvPr/>
        </p:nvSpPr>
        <p:spPr>
          <a:xfrm>
            <a:off x="11384280" y="0"/>
            <a:ext cx="80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434</a:t>
            </a:r>
          </a:p>
        </p:txBody>
      </p:sp>
    </p:spTree>
    <p:extLst>
      <p:ext uri="{BB962C8B-B14F-4D97-AF65-F5344CB8AC3E}">
        <p14:creationId xmlns:p14="http://schemas.microsoft.com/office/powerpoint/2010/main" val="3424864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F42919-6F0B-4EEC-9D80-888024859982}"/>
              </a:ext>
            </a:extLst>
          </p:cNvPr>
          <p:cNvSpPr/>
          <p:nvPr/>
        </p:nvSpPr>
        <p:spPr>
          <a:xfrm>
            <a:off x="0" y="725716"/>
            <a:ext cx="12192000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</a:rPr>
              <a:t>2.	ആവശ്യഭരങ്ങളേറിടുമ്പോൾ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ആർത്തനായുള്ളം കലങ്ങിടുമ്പോൾ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ആവൽ തീർത്താനന്ദമേകിയോൻ താൻ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ആശ്വാസദായകനേശു പരൻ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CE0BC6-83D2-4EE0-9B90-B9177194007F}"/>
              </a:ext>
            </a:extLst>
          </p:cNvPr>
          <p:cNvSpPr/>
          <p:nvPr/>
        </p:nvSpPr>
        <p:spPr>
          <a:xfrm>
            <a:off x="1028700" y="3654171"/>
            <a:ext cx="108585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</a:rPr>
              <a:t>Aavashya </a:t>
            </a:r>
            <a:r>
              <a:rPr lang="en-US" sz="3400" b="1" dirty="0" err="1">
                <a:solidFill>
                  <a:srgbClr val="002060"/>
                </a:solidFill>
              </a:rPr>
              <a:t>bhaarangalh-erhidumbolh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Aarththanaayulhlham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kalangeedumbolh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Aaval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theerththaanandam-ekiyon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thaan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Aashwaasa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daayakaneshu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paran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7D3C67-636A-4A92-A9A9-C2E0EFF35626}"/>
              </a:ext>
            </a:extLst>
          </p:cNvPr>
          <p:cNvSpPr txBox="1"/>
          <p:nvPr/>
        </p:nvSpPr>
        <p:spPr>
          <a:xfrm>
            <a:off x="11384280" y="0"/>
            <a:ext cx="80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434</a:t>
            </a:r>
          </a:p>
        </p:txBody>
      </p:sp>
    </p:spTree>
    <p:extLst>
      <p:ext uri="{BB962C8B-B14F-4D97-AF65-F5344CB8AC3E}">
        <p14:creationId xmlns:p14="http://schemas.microsoft.com/office/powerpoint/2010/main" val="2599659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F42919-6F0B-4EEC-9D80-888024859982}"/>
              </a:ext>
            </a:extLst>
          </p:cNvPr>
          <p:cNvSpPr/>
          <p:nvPr/>
        </p:nvSpPr>
        <p:spPr>
          <a:xfrm>
            <a:off x="0" y="585163"/>
            <a:ext cx="12192000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ഹല്ലേലൂയ്യാ പാടിടും ഞാൻ</a:t>
            </a:r>
          </a:p>
          <a:p>
            <a:pPr algn="ctr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യേശുവിന്‍റെ സന്നിധിയിൽ ജീവകാലം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ആരാധിക്കും ഉന്നതനെ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ആത്മാവിലും സത്യത്തിലും നിത്യകാലം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CE0BC6-83D2-4EE0-9B90-B9177194007F}"/>
              </a:ext>
            </a:extLst>
          </p:cNvPr>
          <p:cNvSpPr/>
          <p:nvPr/>
        </p:nvSpPr>
        <p:spPr>
          <a:xfrm>
            <a:off x="0" y="3654171"/>
            <a:ext cx="12192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Halleluiah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paadeedum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njan</a:t>
            </a:r>
            <a:endParaRPr lang="en-US" sz="36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Yeshuvinte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sannidhiyil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jeevakaalam</a:t>
            </a:r>
            <a:endParaRPr lang="en-US" sz="36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Aaradhikkum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unnathane</a:t>
            </a:r>
            <a:endParaRPr lang="en-US" sz="36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Aathmaavilum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sathyaththilum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nithyakaalam</a:t>
            </a:r>
            <a:endParaRPr lang="en-US" sz="3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F38866-2B67-4689-8C5C-1F3CFC5D5E04}"/>
              </a:ext>
            </a:extLst>
          </p:cNvPr>
          <p:cNvSpPr txBox="1"/>
          <p:nvPr/>
        </p:nvSpPr>
        <p:spPr>
          <a:xfrm>
            <a:off x="11384280" y="0"/>
            <a:ext cx="80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434</a:t>
            </a:r>
          </a:p>
        </p:txBody>
      </p:sp>
    </p:spTree>
    <p:extLst>
      <p:ext uri="{BB962C8B-B14F-4D97-AF65-F5344CB8AC3E}">
        <p14:creationId xmlns:p14="http://schemas.microsoft.com/office/powerpoint/2010/main" val="782247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F42919-6F0B-4EEC-9D80-888024859982}"/>
              </a:ext>
            </a:extLst>
          </p:cNvPr>
          <p:cNvSpPr/>
          <p:nvPr/>
        </p:nvSpPr>
        <p:spPr>
          <a:xfrm>
            <a:off x="0" y="725716"/>
            <a:ext cx="12192000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</a:rPr>
              <a:t>3.	കർത്താവറിയാതെയില്ലായോന്നെൻ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ജീവിതയാത്രയിൽ ചൊല്ലുവാനായ്‌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നീറിടും ശോധനവേളകളിൽ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നിക്കുപോക്കേകി പുലർത്തീടും താൻ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CE0BC6-83D2-4EE0-9B90-B9177194007F}"/>
              </a:ext>
            </a:extLst>
          </p:cNvPr>
          <p:cNvSpPr/>
          <p:nvPr/>
        </p:nvSpPr>
        <p:spPr>
          <a:xfrm>
            <a:off x="1028700" y="3654171"/>
            <a:ext cx="108585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</a:rPr>
              <a:t>Karththav-arhiyaatheyillaa-yonnen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Jeevitha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yaathrayathil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cholluvaanaai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Neerhidum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shodhanavelhakalhil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Neekku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pokkeki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pularthidum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thaan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9E8552-4AED-447C-82CB-C7E3C49FB5A6}"/>
              </a:ext>
            </a:extLst>
          </p:cNvPr>
          <p:cNvSpPr txBox="1"/>
          <p:nvPr/>
        </p:nvSpPr>
        <p:spPr>
          <a:xfrm>
            <a:off x="11384280" y="0"/>
            <a:ext cx="80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434</a:t>
            </a:r>
          </a:p>
        </p:txBody>
      </p:sp>
    </p:spTree>
    <p:extLst>
      <p:ext uri="{BB962C8B-B14F-4D97-AF65-F5344CB8AC3E}">
        <p14:creationId xmlns:p14="http://schemas.microsoft.com/office/powerpoint/2010/main" val="474965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F42919-6F0B-4EEC-9D80-888024859982}"/>
              </a:ext>
            </a:extLst>
          </p:cNvPr>
          <p:cNvSpPr/>
          <p:nvPr/>
        </p:nvSpPr>
        <p:spPr>
          <a:xfrm>
            <a:off x="0" y="585163"/>
            <a:ext cx="12192000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ഹല്ലേലൂയ്യാ പാടിടും ഞാൻ</a:t>
            </a:r>
          </a:p>
          <a:p>
            <a:pPr algn="ctr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യേശുവിന്‍റെ സന്നിധിയിൽ ജീവകാലം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ആരാധിക്കും ഉന്നതനെ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ആത്മാവിലും സത്യത്തിലും നിത്യകാലം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CE0BC6-83D2-4EE0-9B90-B9177194007F}"/>
              </a:ext>
            </a:extLst>
          </p:cNvPr>
          <p:cNvSpPr/>
          <p:nvPr/>
        </p:nvSpPr>
        <p:spPr>
          <a:xfrm>
            <a:off x="0" y="3654171"/>
            <a:ext cx="12192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Halleluiah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paadeedum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njan</a:t>
            </a:r>
            <a:endParaRPr lang="en-US" sz="36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Yeshuvinte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sannidhiyil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jeevakaalam</a:t>
            </a:r>
            <a:endParaRPr lang="en-US" sz="36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Aaradhikkum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unnathane</a:t>
            </a:r>
            <a:endParaRPr lang="en-US" sz="36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Aathmaavilum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sathyaththilum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nithyakaalam</a:t>
            </a:r>
            <a:endParaRPr lang="en-US" sz="3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12E1B1-AE55-48BF-96CF-A53619DBA9F0}"/>
              </a:ext>
            </a:extLst>
          </p:cNvPr>
          <p:cNvSpPr txBox="1"/>
          <p:nvPr/>
        </p:nvSpPr>
        <p:spPr>
          <a:xfrm>
            <a:off x="11384280" y="0"/>
            <a:ext cx="80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434</a:t>
            </a:r>
          </a:p>
        </p:txBody>
      </p:sp>
    </p:spTree>
    <p:extLst>
      <p:ext uri="{BB962C8B-B14F-4D97-AF65-F5344CB8AC3E}">
        <p14:creationId xmlns:p14="http://schemas.microsoft.com/office/powerpoint/2010/main" val="1133298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F42919-6F0B-4EEC-9D80-888024859982}"/>
              </a:ext>
            </a:extLst>
          </p:cNvPr>
          <p:cNvSpPr/>
          <p:nvPr/>
        </p:nvSpPr>
        <p:spPr>
          <a:xfrm>
            <a:off x="0" y="725716"/>
            <a:ext cx="12192000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</a:rPr>
              <a:t>4.	മരണ പാശങ്ങളുയർന്ന നേരം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ശരണം തന്നരികിൽ തൻ ചിറകിൻ മീതെ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മൃത്യുവെന്നുയിർത്ത യെശുനാഥൻ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മാറാതെയെന്നുമെൻ ചരെയുണ്ട്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CE0BC6-83D2-4EE0-9B90-B9177194007F}"/>
              </a:ext>
            </a:extLst>
          </p:cNvPr>
          <p:cNvSpPr/>
          <p:nvPr/>
        </p:nvSpPr>
        <p:spPr>
          <a:xfrm>
            <a:off x="1028700" y="3654171"/>
            <a:ext cx="108585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Maranha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paashangalh-uyarnna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neram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Sharanham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thannarikil</a:t>
            </a:r>
            <a:r>
              <a:rPr lang="en-US" sz="3400" b="1" dirty="0">
                <a:solidFill>
                  <a:srgbClr val="002060"/>
                </a:solidFill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</a:rPr>
              <a:t>chirakin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meethe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Mrithyuvennuyirtha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yeshunaadhan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Maaraathe-yennumen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chaareyundu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589466-3A05-43E1-8960-93897C73FB25}"/>
              </a:ext>
            </a:extLst>
          </p:cNvPr>
          <p:cNvSpPr txBox="1"/>
          <p:nvPr/>
        </p:nvSpPr>
        <p:spPr>
          <a:xfrm>
            <a:off x="11384280" y="0"/>
            <a:ext cx="80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434</a:t>
            </a:r>
          </a:p>
        </p:txBody>
      </p:sp>
    </p:spTree>
    <p:extLst>
      <p:ext uri="{BB962C8B-B14F-4D97-AF65-F5344CB8AC3E}">
        <p14:creationId xmlns:p14="http://schemas.microsoft.com/office/powerpoint/2010/main" val="3495807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F42919-6F0B-4EEC-9D80-888024859982}"/>
              </a:ext>
            </a:extLst>
          </p:cNvPr>
          <p:cNvSpPr/>
          <p:nvPr/>
        </p:nvSpPr>
        <p:spPr>
          <a:xfrm>
            <a:off x="0" y="585163"/>
            <a:ext cx="12192000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ഹല്ലേലൂയ്യാ പാടിടും ഞാൻ</a:t>
            </a:r>
          </a:p>
          <a:p>
            <a:pPr algn="ctr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യേശുവിന്‍റെ സന്നിധിയിൽ ജീവകാലം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ആരാധിക്കും ഉന്നതനെ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ആത്മാവിലും സത്യത്തിലും നിത്യകാലം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CE0BC6-83D2-4EE0-9B90-B9177194007F}"/>
              </a:ext>
            </a:extLst>
          </p:cNvPr>
          <p:cNvSpPr/>
          <p:nvPr/>
        </p:nvSpPr>
        <p:spPr>
          <a:xfrm>
            <a:off x="0" y="3654171"/>
            <a:ext cx="12192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Halleluiah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paadeedum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njan</a:t>
            </a:r>
            <a:endParaRPr lang="en-US" sz="36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Yeshuvinte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sannidhiyil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jeevakaalam</a:t>
            </a:r>
            <a:endParaRPr lang="en-US" sz="36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Aaradhikkum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unnathane</a:t>
            </a:r>
            <a:endParaRPr lang="en-US" sz="36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Aathmaavilum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sathyaththilum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5">
                    <a:lumMod val="75000"/>
                  </a:schemeClr>
                </a:solidFill>
              </a:rPr>
              <a:t>nithyakaalam</a:t>
            </a:r>
            <a:endParaRPr lang="en-US" sz="3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00B30-F6F7-467B-B021-148F53DC5B96}"/>
              </a:ext>
            </a:extLst>
          </p:cNvPr>
          <p:cNvSpPr txBox="1"/>
          <p:nvPr/>
        </p:nvSpPr>
        <p:spPr>
          <a:xfrm>
            <a:off x="11384280" y="0"/>
            <a:ext cx="80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434</a:t>
            </a:r>
          </a:p>
        </p:txBody>
      </p:sp>
    </p:spTree>
    <p:extLst>
      <p:ext uri="{BB962C8B-B14F-4D97-AF65-F5344CB8AC3E}">
        <p14:creationId xmlns:p14="http://schemas.microsoft.com/office/powerpoint/2010/main" val="1893833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142</Words>
  <Application>Microsoft Office PowerPoint</Application>
  <PresentationFormat>Widescreen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Kartika</vt:lpstr>
      <vt:lpstr>Office Theme</vt:lpstr>
      <vt:lpstr>434 നന്ദിയാലെന്നുള്ളം തിങ്ങുകയാൽ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Nanniyaal ennulam thingukayaal</dc:title>
  <dc:creator>Acsah Mathews</dc:creator>
  <cp:lastModifiedBy>Acsah Mathews</cp:lastModifiedBy>
  <cp:revision>2</cp:revision>
  <dcterms:created xsi:type="dcterms:W3CDTF">2018-11-27T19:49:46Z</dcterms:created>
  <dcterms:modified xsi:type="dcterms:W3CDTF">2018-11-27T19:54:42Z</dcterms:modified>
</cp:coreProperties>
</file>