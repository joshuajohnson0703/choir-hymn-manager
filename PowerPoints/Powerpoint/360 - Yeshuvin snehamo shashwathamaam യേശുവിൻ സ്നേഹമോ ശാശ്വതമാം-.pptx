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2" r:id="rId2"/>
    <p:sldId id="288" r:id="rId3"/>
    <p:sldId id="290" r:id="rId4"/>
    <p:sldId id="291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66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DEBB9D-75AD-43C5-87AB-772A35FAED6C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641FCD-2137-43AC-B8C0-4FFA098DB6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5A1D0F-DDA5-4898-BBE5-B077DC973686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00FBCC-7FDB-4601-82C0-DD284A4923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3C7970-8D8C-44F7-B12F-FDEA02363FC5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377970-77DC-4466-A45A-1EDBD89238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BCE9F3-275F-43C4-A71F-451A13DF2494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9AB5A2-8385-4DC6-8C3C-CD7605E7A8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DDF5D-F898-4590-9CF7-F8A76BF0251B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570454-7DC7-45D5-B63C-94E3FF063B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6B6730-7B25-42DD-939D-5FF330B680AD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B151D7-F7DB-4EAD-88F9-7054736524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435440-95E0-48E9-A911-1A966B240488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45358C-C27D-43E0-B892-E4ACA65E76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88C84-7E52-4397-A215-EE7A3809CB33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E8BDA-520E-4345-B9C6-397BAD9B7F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FB4266-E14A-4606-ADD6-EFD5583476C1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1EF2E2-7D0B-49F2-9A9D-84D0183EBA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1161FB-B404-41C9-A959-6B802A8AF6F3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43D0C-F447-4321-B27B-5E838780DF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B92FB1-EE0C-4609-B0CD-054EAFE949BB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3A4BF3-C0C9-49F2-9C89-847A8FCB97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432D215-8AE2-49EC-B348-5EDEB0D224B7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D60443E-4D5A-4FD4-84EF-198DD7FA0F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3B67E-878A-4E14-8D25-8E19D286A1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360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യേശുവിൻ സ്നേഹമോ ശാശ്വതമാം-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E0EA91-0DA5-4BE2-9DF8-E889085CAF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Yeshuvin </a:t>
            </a:r>
            <a:r>
              <a:rPr lang="en-US" sz="4000" b="1" dirty="0" err="1">
                <a:solidFill>
                  <a:srgbClr val="002060"/>
                </a:solidFill>
              </a:rPr>
              <a:t>snehamo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shaashwathamaam</a:t>
            </a:r>
            <a:endParaRPr lang="en-US" sz="4000" b="1" dirty="0">
              <a:solidFill>
                <a:srgbClr val="002060"/>
              </a:solidFill>
            </a:endParaRP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71648133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152400" y="646450"/>
            <a:ext cx="11887200" cy="3242846"/>
          </a:xfrm>
        </p:spPr>
        <p:txBody>
          <a:bodyPr anchor="t"/>
          <a:lstStyle/>
          <a:p>
            <a:pPr algn="l" defTabSz="463550">
              <a:lnSpc>
                <a:spcPct val="112000"/>
              </a:lnSpc>
            </a:pP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യേശുവിൻ സ്നേഹമോ ശാശ്വതമാം-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ശാശ്വതമാം - ശാശ്വതമാം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കാരുണ്യ നാഥൻ തൻ കൃപയാൽ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ജീവൻ നല്കി രക്ഷ ഏകി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നാശത്തിൻ സാഗരേ വീഴാതെ കാത്തിടും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നിൻപദം തേടുന്നീ പാപികൾ നാം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പാപികൾ നാം 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075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360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875182-291F-43BC-B926-DF072E7E3B5D}"/>
              </a:ext>
            </a:extLst>
          </p:cNvPr>
          <p:cNvSpPr txBox="1"/>
          <p:nvPr/>
        </p:nvSpPr>
        <p:spPr>
          <a:xfrm>
            <a:off x="152400" y="169277"/>
            <a:ext cx="11887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162AC3-5E63-4E7A-A179-2DBA81AB5013}"/>
              </a:ext>
            </a:extLst>
          </p:cNvPr>
          <p:cNvSpPr/>
          <p:nvPr/>
        </p:nvSpPr>
        <p:spPr>
          <a:xfrm>
            <a:off x="152400" y="3626346"/>
            <a:ext cx="1110234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rgbClr val="002060"/>
                </a:solidFill>
                <a:latin typeface="+mn-lt"/>
              </a:rPr>
              <a:t>Yeshuvin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snehamo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shaashwathamaam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shaashwathamaam-shaashwathamaam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Kaarunhya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naathan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kripayaal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>
                <a:solidFill>
                  <a:srgbClr val="002060"/>
                </a:solidFill>
                <a:latin typeface="+mn-lt"/>
              </a:rPr>
              <a:t>Jeevan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raksha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èki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Naashaththin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saagarey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veezhaathey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kaaththidum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Ninpaadam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thedunni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paapikalh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152400" y="646450"/>
            <a:ext cx="11887200" cy="3242846"/>
          </a:xfrm>
        </p:spPr>
        <p:txBody>
          <a:bodyPr anchor="t"/>
          <a:lstStyle/>
          <a:p>
            <a:pPr algn="l" defTabSz="463550">
              <a:lnSpc>
                <a:spcPct val="112000"/>
              </a:lnSpc>
            </a:pPr>
            <a:r>
              <a:rPr lang="ml-IN" sz="3000" b="1" dirty="0">
                <a:latin typeface="Kartika" panose="02020503030404060203" pitchFamily="18" charset="0"/>
              </a:rPr>
              <a:t>യേശുവിൻ സ്നേഹമോ മാധുര്യമാം-</a:t>
            </a:r>
            <a:r>
              <a:rPr lang="en-US" sz="3000" b="1" dirty="0">
                <a:latin typeface="Kartika" panose="02020503030404060203" pitchFamily="18" charset="0"/>
              </a:rPr>
              <a:t> </a:t>
            </a:r>
            <a:br>
              <a:rPr lang="en-US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മാധുര്യമാം-മാധുര്യമാം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തേജസ്സിൽ വാഴും വല്ലഭനെ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തേടുക നാം എന്നുമെന്നും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നിർമമല മാനസരായി നാം മേവിടാൻ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നിത്യ മഹത്വത്തിൽ തൻ വരവിൽ-</a:t>
            </a:r>
            <a:r>
              <a:rPr lang="en-US" sz="3000" b="1" dirty="0">
                <a:latin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</a:rPr>
              <a:t>തൻ വരവിൽ - യേശു...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075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360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875182-291F-43BC-B926-DF072E7E3B5D}"/>
              </a:ext>
            </a:extLst>
          </p:cNvPr>
          <p:cNvSpPr txBox="1"/>
          <p:nvPr/>
        </p:nvSpPr>
        <p:spPr>
          <a:xfrm>
            <a:off x="152400" y="169277"/>
            <a:ext cx="11887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162AC3-5E63-4E7A-A179-2DBA81AB5013}"/>
              </a:ext>
            </a:extLst>
          </p:cNvPr>
          <p:cNvSpPr/>
          <p:nvPr/>
        </p:nvSpPr>
        <p:spPr>
          <a:xfrm>
            <a:off x="152400" y="3626346"/>
            <a:ext cx="1110234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rgbClr val="002060"/>
                </a:solidFill>
                <a:latin typeface="+mn-lt"/>
              </a:rPr>
              <a:t>Yeshuvin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snehamo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maadhuryamaam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</a:t>
            </a: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Calibri"/>
              </a:rPr>
              <a:t>Maadhuryamaam-maadhuryamaam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Thèjassil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vaazhum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vallabhaney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Thèduka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ennumennum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/>
            <a:r>
              <a:rPr lang="en-US" sz="3400" b="1" dirty="0">
                <a:solidFill>
                  <a:srgbClr val="002060"/>
                </a:solidFill>
                <a:latin typeface="+mn-lt"/>
              </a:rPr>
              <a:t>Nirmala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maanasaraayi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mèvidaan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/>
            <a:r>
              <a:rPr lang="en-US" sz="3400" b="1" dirty="0">
                <a:solidFill>
                  <a:srgbClr val="002060"/>
                </a:solidFill>
                <a:latin typeface="+mn-lt"/>
              </a:rPr>
              <a:t>Nithya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mahathwaththil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varavil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,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varavil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8317281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22860" y="499527"/>
            <a:ext cx="12039600" cy="3475792"/>
          </a:xfrm>
        </p:spPr>
        <p:txBody>
          <a:bodyPr anchor="t"/>
          <a:lstStyle/>
          <a:p>
            <a:pPr algn="l" defTabSz="463550">
              <a:lnSpc>
                <a:spcPct val="112000"/>
              </a:lnSpc>
            </a:pP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യേശുവിൻ സ്നേഹമോ പാവനമാം-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പാവനമാം-പാവനമാം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നൽസ്തുതി ഗീതം പാടീടും നാം 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ആനന്ദത്തോടെ കീർത്തിക്കും നാം 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ആത്മീയ ദീപമായ് ആശാ സങ്കേതമായ് 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ആശ്രയ മേകുന്നു നല്ലിടയൻ നല്ലിടയൻ 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യേശുവിൻ സ്നേഹമോ ശാശ്വതമാം </a:t>
            </a:r>
            <a:r>
              <a:rPr lang="en-US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മാധുര്യമാം പാവനമാം - യേശു...</a:t>
            </a:r>
            <a:endParaRPr lang="en-US" sz="28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075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360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875182-291F-43BC-B926-DF072E7E3B5D}"/>
              </a:ext>
            </a:extLst>
          </p:cNvPr>
          <p:cNvSpPr txBox="1"/>
          <p:nvPr/>
        </p:nvSpPr>
        <p:spPr>
          <a:xfrm>
            <a:off x="175260" y="61555"/>
            <a:ext cx="11887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162AC3-5E63-4E7A-A179-2DBA81AB5013}"/>
              </a:ext>
            </a:extLst>
          </p:cNvPr>
          <p:cNvSpPr/>
          <p:nvPr/>
        </p:nvSpPr>
        <p:spPr>
          <a:xfrm>
            <a:off x="175260" y="3975319"/>
            <a:ext cx="1110234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800" b="1" dirty="0">
                <a:solidFill>
                  <a:srgbClr val="002060"/>
                </a:solidFill>
                <a:latin typeface="+mn-lt"/>
              </a:rPr>
              <a:t>Yeshuvin </a:t>
            </a:r>
            <a:r>
              <a:rPr lang="en-US" sz="2800" b="1" dirty="0" err="1">
                <a:solidFill>
                  <a:srgbClr val="002060"/>
                </a:solidFill>
                <a:latin typeface="+mn-lt"/>
              </a:rPr>
              <a:t>snehamo</a:t>
            </a:r>
            <a:r>
              <a:rPr lang="en-US" sz="28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+mn-lt"/>
              </a:rPr>
              <a:t>paavanamaam</a:t>
            </a:r>
            <a:r>
              <a:rPr lang="en-US" sz="2800" b="1" dirty="0">
                <a:solidFill>
                  <a:srgbClr val="002060"/>
                </a:solidFill>
                <a:latin typeface="+mn-lt"/>
              </a:rPr>
              <a:t> (3)</a:t>
            </a:r>
          </a:p>
          <a:p>
            <a:pPr algn="r"/>
            <a:r>
              <a:rPr lang="en-US" sz="2800" b="1" dirty="0" err="1">
                <a:solidFill>
                  <a:srgbClr val="002060"/>
                </a:solidFill>
                <a:latin typeface="+mn-lt"/>
              </a:rPr>
              <a:t>Nal</a:t>
            </a:r>
            <a:r>
              <a:rPr lang="en-US" sz="28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+mn-lt"/>
              </a:rPr>
              <a:t>sthuthigeetham</a:t>
            </a:r>
            <a:r>
              <a:rPr lang="en-US" sz="28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+mn-lt"/>
              </a:rPr>
              <a:t>paadiddum</a:t>
            </a:r>
            <a:r>
              <a:rPr lang="en-US" sz="28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+mn-lt"/>
              </a:rPr>
              <a:t>naam</a:t>
            </a:r>
            <a:endParaRPr lang="en-US" sz="2800" b="1" dirty="0">
              <a:solidFill>
                <a:srgbClr val="002060"/>
              </a:solidFill>
              <a:latin typeface="+mn-lt"/>
            </a:endParaRPr>
          </a:p>
          <a:p>
            <a:pPr algn="r"/>
            <a:r>
              <a:rPr lang="en-US" sz="2800" b="1" dirty="0" err="1">
                <a:solidFill>
                  <a:srgbClr val="002060"/>
                </a:solidFill>
                <a:latin typeface="+mn-lt"/>
              </a:rPr>
              <a:t>Aanadaththodey</a:t>
            </a:r>
            <a:r>
              <a:rPr lang="en-US" sz="28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+mn-lt"/>
              </a:rPr>
              <a:t>keerthikkum</a:t>
            </a:r>
            <a:r>
              <a:rPr lang="en-US" sz="28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+mn-lt"/>
              </a:rPr>
              <a:t>naam</a:t>
            </a:r>
            <a:endParaRPr lang="en-US" sz="2800" b="1" dirty="0">
              <a:solidFill>
                <a:srgbClr val="002060"/>
              </a:solidFill>
              <a:latin typeface="+mn-lt"/>
            </a:endParaRPr>
          </a:p>
          <a:p>
            <a:pPr algn="r"/>
            <a:r>
              <a:rPr lang="en-US" sz="2800" b="1" dirty="0" err="1">
                <a:solidFill>
                  <a:srgbClr val="002060"/>
                </a:solidFill>
                <a:latin typeface="+mn-lt"/>
              </a:rPr>
              <a:t>Aathmeeya</a:t>
            </a:r>
            <a:r>
              <a:rPr lang="en-US" sz="28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+mn-lt"/>
              </a:rPr>
              <a:t>deepamaai</a:t>
            </a:r>
            <a:r>
              <a:rPr lang="en-US" sz="28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+mn-lt"/>
              </a:rPr>
              <a:t>aasha</a:t>
            </a:r>
            <a:r>
              <a:rPr lang="en-US" sz="28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+mn-lt"/>
              </a:rPr>
              <a:t>sankethamaai</a:t>
            </a:r>
            <a:endParaRPr lang="en-US" sz="2800" b="1" dirty="0">
              <a:solidFill>
                <a:srgbClr val="002060"/>
              </a:solidFill>
              <a:latin typeface="+mn-lt"/>
            </a:endParaRPr>
          </a:p>
          <a:p>
            <a:pPr algn="r"/>
            <a:r>
              <a:rPr lang="en-US" sz="2800" b="1" dirty="0" err="1">
                <a:solidFill>
                  <a:srgbClr val="002060"/>
                </a:solidFill>
                <a:latin typeface="+mn-lt"/>
              </a:rPr>
              <a:t>Aashraya</a:t>
            </a:r>
            <a:r>
              <a:rPr lang="en-US" sz="28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+mn-lt"/>
              </a:rPr>
              <a:t>mèkunnu</a:t>
            </a:r>
            <a:r>
              <a:rPr lang="en-US" sz="28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+mn-lt"/>
              </a:rPr>
              <a:t>nallidayan</a:t>
            </a:r>
            <a:r>
              <a:rPr lang="en-US" sz="28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+mn-lt"/>
              </a:rPr>
              <a:t>nallidayan</a:t>
            </a:r>
            <a:endParaRPr lang="en-US" sz="2800" b="1" dirty="0">
              <a:solidFill>
                <a:srgbClr val="002060"/>
              </a:solidFill>
              <a:latin typeface="+mn-lt"/>
            </a:endParaRPr>
          </a:p>
          <a:p>
            <a:pPr algn="r"/>
            <a:r>
              <a:rPr lang="en-US" sz="2800" b="1" dirty="0">
                <a:solidFill>
                  <a:srgbClr val="002060"/>
                </a:solidFill>
                <a:latin typeface="+mn-lt"/>
              </a:rPr>
              <a:t>Yeshuvin </a:t>
            </a:r>
            <a:r>
              <a:rPr lang="en-US" sz="2800" b="1" dirty="0" err="1">
                <a:solidFill>
                  <a:srgbClr val="002060"/>
                </a:solidFill>
                <a:latin typeface="+mn-lt"/>
              </a:rPr>
              <a:t>snehamo</a:t>
            </a:r>
            <a:r>
              <a:rPr lang="en-US" sz="28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+mn-lt"/>
              </a:rPr>
              <a:t>shaashwathamaam</a:t>
            </a:r>
            <a:r>
              <a:rPr lang="en-US" sz="28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+mn-lt"/>
              </a:rPr>
              <a:t>Maadhuryamaam</a:t>
            </a:r>
            <a:r>
              <a:rPr lang="en-US" sz="28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+mn-lt"/>
              </a:rPr>
              <a:t>Paavanamaam</a:t>
            </a:r>
            <a:r>
              <a:rPr lang="en-US" sz="2800" b="1" dirty="0">
                <a:solidFill>
                  <a:srgbClr val="002060"/>
                </a:solidFill>
                <a:latin typeface="+mn-lt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13838959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1825</TotalTime>
  <Words>90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Kartika</vt:lpstr>
      <vt:lpstr>Office Theme</vt:lpstr>
      <vt:lpstr>360 യേശുവിൻ സ്നേഹമോ ശാശ്വതമാം-</vt:lpstr>
      <vt:lpstr>യേശുവിൻ സ്നേഹമോ ശാശ്വതമാം- ശാശ്വതമാം - ശാശ്വതമാം  കാരുണ്യ നാഥൻ തൻ കൃപയാൽ  ജീവൻ നല്കി രക്ഷ ഏകി  നാശത്തിൻ സാഗരേ വീഴാതെ കാത്തിടും  നിൻപദം തേടുന്നീ പാപികൾ നാം പാപികൾ നാം </vt:lpstr>
      <vt:lpstr>യേശുവിൻ സ്നേഹമോ മാധുര്യമാം-  മാധുര്യമാം-മാധുര്യമാം തേജസ്സിൽ വാഴും വല്ലഭനെ  തേടുക നാം എന്നുമെന്നും നിർമമല മാനസരായി നാം മേവിടാൻ  നിത്യ മഹത്വത്തിൽ തൻ വരവിൽ- തൻ വരവിൽ - യേശു...</vt:lpstr>
      <vt:lpstr>യേശുവിൻ സ്നേഹമോ പാവനമാം- പാവനമാം-പാവനമാം നൽസ്തുതി ഗീതം പാടീടും നാം  ആനന്ദത്തോടെ കീർത്തിക്കും നാം  ആത്മീയ ദീപമായ് ആശാ സങ്കേതമായ്  ആശ്രയ മേകുന്നു നല്ലിടയൻ നല്ലിടയൻ  യേശുവിൻ സ്നേഹമോ ശാശ്വതമാം  മാധുര്യമാം പാവനമാം - യേശു...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Yeshuvin snehamo</dc:title>
  <dc:creator>Digital Input;GM JOHN</dc:creator>
  <cp:lastModifiedBy>Acsah Mathews</cp:lastModifiedBy>
  <cp:revision>494</cp:revision>
  <dcterms:created xsi:type="dcterms:W3CDTF">2013-04-19T09:19:07Z</dcterms:created>
  <dcterms:modified xsi:type="dcterms:W3CDTF">2018-11-21T17:59:32Z</dcterms:modified>
</cp:coreProperties>
</file>