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41" d="100"/>
          <a:sy n="41" d="100"/>
        </p:scale>
        <p:origin x="7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AC9D-E5D7-47E6-BF0E-7B02B37A0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6DA4A-C281-45F1-8061-814BFB4E7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1C4B-FBC8-43B1-A947-BBB9E836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F7901-64FA-40A6-A228-FD520A0A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3008-285F-44D3-A2F6-C3B6E578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3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4BC1-9224-44A7-81A9-A6D433DE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DE7EF-BA74-425B-9E34-B44259C7F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9F1AE-9B9B-44DF-937D-38B0D2D8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7876D-7286-4E78-A38E-566555F1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65431-F99A-480C-BFAB-9A10F9A9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5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5598-158C-4D49-BCB5-FBFDA347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C531A-D0C3-4039-B811-2D7FFAC3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64CF5-36E7-4B23-AC7D-059C96A7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A78C6-4587-4BB3-8B85-39DB63EE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52DE-94E9-4A3F-B19C-7E3509F5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8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F226C-442E-4E8A-97D9-68A3590F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1340-F7B0-4888-9EA9-2B4719294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72ACD-87A5-495B-8454-8E26C3CCF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4EB75-30E4-4074-81E7-03D9D7C7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B897C-D26A-404F-AB4D-13EF3D9D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89F71-C300-4FED-A39E-46EE36F8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9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D45F-67AC-4CBF-BF03-7DACE651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9F814-E8A5-4D1D-824D-CFFCB83CD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8BBF1-E5C8-4D4A-9949-59D4B4041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9CCFF-98BB-4D18-9CFA-E03D29FD4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9149D-A21A-4D82-9EEC-2DBE54E1B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766A0-2967-4392-8691-EEE9C7DDA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D8142-558D-4341-B77A-7458C71A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F68FF-FCC3-4120-A5F2-CB8C84F6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5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0AE1-0BA3-48E8-94CF-69A0EFB3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2F5B5-2235-4045-9543-DF24E544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47A9F-9B84-45A1-8942-D36D6EF3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7B45C-9C34-4016-BF57-F4FCF074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3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101D3-F6DB-487E-9768-85D54E99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FD196-2758-4823-B12F-9E11FB67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C0D18-59DE-4540-B40C-5A16F15A9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3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112C-5242-4F0D-80D1-C3118D6A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26927-1E7C-47B3-8957-69D48B554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F0F4F-2B71-420A-83DE-2E37EE8E7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298E-4DFA-4470-BB8F-73F973EE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AF2A0-C324-44B1-A702-DFFA1EC6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40FFA-9E3E-469F-976E-97384E36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0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C081-91A1-494D-8759-C788F920B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B2DF7-90FC-436F-996C-D252E33BA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7EE7A-77E9-4CF0-8498-9E23F4A2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26512-3262-48C2-A1EA-97CE04F3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21A30-3151-4FFB-883A-1FE071BC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2BF5-A579-459C-B724-954E438F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0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4FF0-3923-4208-A2CC-4084DD9F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92496-ABE6-4475-A4B3-B52F11ADA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0D6C7-5482-46AE-B97B-28B9C386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3ACF8-8AB4-4D6B-99F9-1C7494F5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37427-C7BA-4562-9726-0ECB08B9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9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9C61C-1E82-4940-A4B6-C99478199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1E1CA-0DA1-47EB-8627-30225246F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271D0-CFAF-46EB-865C-65DAB286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21FE9-1ECD-467C-891B-9F7BA436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07080-5947-4F64-9EF0-741C405F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002E2-4E1E-4E3C-909C-7E56D4ED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8153-FB28-4D8E-8EF7-686F89CC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3DCAA-2E26-4ADA-901D-3290E51B1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938AB-4CC7-40DD-9AB7-4AF8C14E47CA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9B86E-7F0B-4357-B3FF-2D6278B71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4291A-E85F-4C04-81FA-E25245E94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1B650-045E-49EB-90FC-E2E83196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05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8AE9-4A18-4457-BAD7-F6CADD645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439</a:t>
            </a:r>
            <a:br>
              <a:rPr lang="en-US" dirty="0"/>
            </a:br>
            <a:r>
              <a:rPr lang="ml-IN" sz="53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ദൈവകുഞ്ഞാടിതാ</a:t>
            </a:r>
            <a:r>
              <a:rPr lang="en-US" sz="53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53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പാപികള്‍ക്കായ്</a:t>
            </a: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DB17-B789-46D0-9E80-9B59876FB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12192000" cy="193125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Daivakunjaadithaa </a:t>
            </a:r>
            <a:r>
              <a:rPr lang="en-US" sz="4000" b="1" dirty="0" err="1">
                <a:solidFill>
                  <a:srgbClr val="002060"/>
                </a:solidFill>
              </a:rPr>
              <a:t>paapikalhkaai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Behold the lamb of God </a:t>
            </a:r>
            <a:r>
              <a:rPr lang="en-US" sz="3600" i="1" dirty="0">
                <a:solidFill>
                  <a:srgbClr val="002060"/>
                </a:solidFill>
              </a:rPr>
              <a:t>– Rev. Dr. J. B. Dykes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60193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AC2EF-75F7-42CB-B5B7-A3340D01C864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658C7-B19A-45AD-912D-21C953C94D97}"/>
              </a:ext>
            </a:extLst>
          </p:cNvPr>
          <p:cNvSpPr/>
          <p:nvPr/>
        </p:nvSpPr>
        <p:spPr>
          <a:xfrm>
            <a:off x="375138" y="1243786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ദൈവകുഞ്ഞാടിതാ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പാപികള്‍ക്കായ് മൃതന്‍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ആകരുതെ വൃഥാ നിന്‍ മരണം 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നീ താന്‍ എനിക്കു രക്ഷകന്‍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മുറിഞ്ഞ നിന്‍ വിലാവുമെന്‍ 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സങ്കേതമെ</a:t>
            </a:r>
            <a:endParaRPr lang="ml-IN" sz="34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476D1-C9DF-4877-8626-B89023F9BE19}"/>
              </a:ext>
            </a:extLst>
          </p:cNvPr>
          <p:cNvSpPr/>
          <p:nvPr/>
        </p:nvSpPr>
        <p:spPr>
          <a:xfrm>
            <a:off x="375138" y="3760060"/>
            <a:ext cx="118168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Daivakunjaadithaa </a:t>
            </a:r>
            <a:r>
              <a:rPr lang="en-US" sz="3400" b="1" dirty="0" err="1">
                <a:solidFill>
                  <a:srgbClr val="002060"/>
                </a:solidFill>
              </a:rPr>
              <a:t>paapikalhkaai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mrithan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Aakaruthe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vriddhaa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Nee than </a:t>
            </a:r>
            <a:r>
              <a:rPr lang="en-US" sz="3400" b="1" dirty="0" err="1">
                <a:solidFill>
                  <a:srgbClr val="002060"/>
                </a:solidFill>
              </a:rPr>
              <a:t>enikku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rakshakan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Murinja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vilaavumen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sankethame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9059D-0C1E-46AF-BAF2-DF582EAE54ED}"/>
              </a:ext>
            </a:extLst>
          </p:cNvPr>
          <p:cNvSpPr txBox="1"/>
          <p:nvPr/>
        </p:nvSpPr>
        <p:spPr>
          <a:xfrm>
            <a:off x="0" y="40011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6591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AC2EF-75F7-42CB-B5B7-A3340D01C864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658C7-B19A-45AD-912D-21C953C94D97}"/>
              </a:ext>
            </a:extLst>
          </p:cNvPr>
          <p:cNvSpPr/>
          <p:nvPr/>
        </p:nvSpPr>
        <p:spPr>
          <a:xfrm>
            <a:off x="375138" y="1243786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ദൈവകുഞ്ഞാടിതാ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എറിഞ്ഞേന്‍ എന്നാത്മം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ശുദ്ധപ്രവാഹമാം രക്തമതില്‍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കഴുകെന്നുള്ളം പാവനം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 ജീവനാന്തം കാക്കെന്നെ പപമേന്യ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476D1-C9DF-4877-8626-B89023F9BE19}"/>
              </a:ext>
            </a:extLst>
          </p:cNvPr>
          <p:cNvSpPr/>
          <p:nvPr/>
        </p:nvSpPr>
        <p:spPr>
          <a:xfrm>
            <a:off x="375138" y="3760060"/>
            <a:ext cx="118168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Daivakunjaadithaa </a:t>
            </a:r>
            <a:r>
              <a:rPr lang="en-US" sz="3400" b="1" dirty="0" err="1">
                <a:solidFill>
                  <a:srgbClr val="002060"/>
                </a:solidFill>
              </a:rPr>
              <a:t>erhinjen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ennaathmam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Shudha-pravaahamaam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rakthamathil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Kazhukenn-ullham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paavanam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Aa </a:t>
            </a:r>
            <a:r>
              <a:rPr lang="en-US" sz="3400" b="1" dirty="0" err="1">
                <a:solidFill>
                  <a:srgbClr val="002060"/>
                </a:solidFill>
              </a:rPr>
              <a:t>jeevanaantham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kaakkenne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paapamenye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9059D-0C1E-46AF-BAF2-DF582EAE54ED}"/>
              </a:ext>
            </a:extLst>
          </p:cNvPr>
          <p:cNvSpPr txBox="1"/>
          <p:nvPr/>
        </p:nvSpPr>
        <p:spPr>
          <a:xfrm>
            <a:off x="0" y="40011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949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AC2EF-75F7-42CB-B5B7-A3340D01C864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658C7-B19A-45AD-912D-21C953C94D97}"/>
              </a:ext>
            </a:extLst>
          </p:cNvPr>
          <p:cNvSpPr/>
          <p:nvPr/>
        </p:nvSpPr>
        <p:spPr>
          <a:xfrm>
            <a:off x="375138" y="1243786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ദൈവകുഞ്ഞാടിതാ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നിത്യനാം രക്ഷകാ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ജഡാവതാരനേ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വാഴ്ക, വാഴ്ക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വാടാസ്നേഹാല്‍ നിറെക്കുക 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ശുദ്ധരോടെങ്ങള്‍ക്കും നല്‍ക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നിത്യസ്വസ്ഥം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476D1-C9DF-4877-8626-B89023F9BE19}"/>
              </a:ext>
            </a:extLst>
          </p:cNvPr>
          <p:cNvSpPr/>
          <p:nvPr/>
        </p:nvSpPr>
        <p:spPr>
          <a:xfrm>
            <a:off x="375138" y="3760060"/>
            <a:ext cx="118168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Daivakunjaadithaa </a:t>
            </a:r>
            <a:r>
              <a:rPr lang="en-US" sz="3400" b="1" dirty="0" err="1">
                <a:solidFill>
                  <a:srgbClr val="002060"/>
                </a:solidFill>
              </a:rPr>
              <a:t>nithyanaam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rakshakaa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Jadaavathaarane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vaazhka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Vaada-snehaal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niraykkuka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Shudharodengalkkum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nithyaswastham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9059D-0C1E-46AF-BAF2-DF582EAE54ED}"/>
              </a:ext>
            </a:extLst>
          </p:cNvPr>
          <p:cNvSpPr txBox="1"/>
          <p:nvPr/>
        </p:nvSpPr>
        <p:spPr>
          <a:xfrm>
            <a:off x="0" y="40011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8289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AC2EF-75F7-42CB-B5B7-A3340D01C864}"/>
              </a:ext>
            </a:extLst>
          </p:cNvPr>
          <p:cNvSpPr txBox="1"/>
          <p:nvPr/>
        </p:nvSpPr>
        <p:spPr>
          <a:xfrm>
            <a:off x="11301047" y="0"/>
            <a:ext cx="890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658C7-B19A-45AD-912D-21C953C94D97}"/>
              </a:ext>
            </a:extLst>
          </p:cNvPr>
          <p:cNvSpPr/>
          <p:nvPr/>
        </p:nvSpPr>
        <p:spPr>
          <a:xfrm>
            <a:off x="375138" y="1243786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ദൈവകുഞ്ഞാടിതാ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താന്‍ മാത്രം ഇരിപ്പാന്‍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യോഗ്യന്‍ സിംഹാസനെ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അത്യന്നതെ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പിതാശുദ്ധാത്മാവോടൈക്യം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സ്നേഹപ്രകാശത്തില്‍ നിത്യം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വാണീടുവാന്‍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476D1-C9DF-4877-8626-B89023F9BE19}"/>
              </a:ext>
            </a:extLst>
          </p:cNvPr>
          <p:cNvSpPr/>
          <p:nvPr/>
        </p:nvSpPr>
        <p:spPr>
          <a:xfrm>
            <a:off x="375138" y="3760060"/>
            <a:ext cx="118168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Daivakunjaadithaa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mathram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irippaan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Yogyan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simhaasane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athyunnathe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Pithaa-shudhaathmovod-aikyam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Snehaprakaashaththil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nithyam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vaanheeduvan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9059D-0C1E-46AF-BAF2-DF582EAE54ED}"/>
              </a:ext>
            </a:extLst>
          </p:cNvPr>
          <p:cNvSpPr txBox="1"/>
          <p:nvPr/>
        </p:nvSpPr>
        <p:spPr>
          <a:xfrm>
            <a:off x="0" y="40011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9453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439 ദൈവകുഞ്ഞാടിതാ പാപികള്‍ക്കായ്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Daivakunjaadithaa</dc:title>
  <dc:creator>Acsah Mathews</dc:creator>
  <cp:lastModifiedBy>Acsah Mathews</cp:lastModifiedBy>
  <cp:revision>2</cp:revision>
  <dcterms:created xsi:type="dcterms:W3CDTF">2018-11-29T16:15:39Z</dcterms:created>
  <dcterms:modified xsi:type="dcterms:W3CDTF">2018-11-29T16:16:41Z</dcterms:modified>
</cp:coreProperties>
</file>