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5" r:id="rId2"/>
    <p:sldId id="280" r:id="rId3"/>
    <p:sldId id="282" r:id="rId4"/>
    <p:sldId id="286" r:id="rId5"/>
    <p:sldId id="283" r:id="rId6"/>
    <p:sldId id="287" r:id="rId7"/>
    <p:sldId id="284" r:id="rId8"/>
    <p:sldId id="288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2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A9BCB6C-AE3E-44B5-A0C1-EDB659854365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B953AC1-D75B-460F-AC4B-546B762C3A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A8E0AB-E644-430E-BC33-451DE7FA5D3D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C960E7-A120-4703-A553-4C3E4E76AE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9C61C3-8255-454A-A6F9-D46293DF826C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366ED-9287-43FF-8FAE-0A55C31321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3E9C66-506C-494C-95F3-F048E7036FD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08CB05-A53C-4C89-951F-6836351D37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3FF77-B947-4D96-8E76-9E6045D7C312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84C4C2-5D51-4522-801F-41878AA0CD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963451-AD0D-4342-9423-6A878C68009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895F37-A3EC-410B-A416-E9C02F9200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C44198-AF4B-40F1-96E2-965D65B7AA3F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ED6414-175F-4E2E-A0B9-8278EB5C24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BECA63-02FC-4489-B351-1582994F4E2E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5C429F-6DA3-4295-9C72-B72078B9DC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914D9-9EE6-4720-A4D2-2D1E828F7D2F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B4064-D5D7-4379-88AF-57A8C57764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F87B49-A504-4908-B8E3-2400AEA7FF2E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92CDAE-EE58-46ED-8A03-9C747377EE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1DC51-7580-4909-845F-C6FB17AD0E05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39809-3ECA-4E8A-B9AD-90D783FCB7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FB020-A020-4BCF-8E98-DD7FA08A3110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E541F9-37A8-4936-BC6D-C4EB838D8A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5579F81-1915-456E-9538-178FD4C58669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6951228-5CBC-4F35-9616-25D737208C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F5165-EC52-4C19-A917-5A9C6E0AB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195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പാവനാത്മാദാനം പകർന്നീടേണം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B2490-A948-4C1B-B06F-58294E90C6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Paavanaathma </a:t>
            </a:r>
            <a:r>
              <a:rPr lang="en-US" sz="4000" b="1" dirty="0" err="1">
                <a:solidFill>
                  <a:schemeClr val="tx2"/>
                </a:solidFill>
              </a:rPr>
              <a:t>daanam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DEF0DA-8057-4AE2-BFCB-A2AEF880D024}"/>
              </a:ext>
            </a:extLst>
          </p:cNvPr>
          <p:cNvSpPr/>
          <p:nvPr/>
        </p:nvSpPr>
        <p:spPr>
          <a:xfrm>
            <a:off x="2057400" y="4648200"/>
            <a:ext cx="2828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chemeClr val="accent2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(കെ. സി. ഏലിയാസ്) 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301529-1622-47D0-924F-D8F08E3A7201}"/>
              </a:ext>
            </a:extLst>
          </p:cNvPr>
          <p:cNvSpPr/>
          <p:nvPr/>
        </p:nvSpPr>
        <p:spPr>
          <a:xfrm>
            <a:off x="9220200" y="4648200"/>
            <a:ext cx="1467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(K.C. Elias) </a:t>
            </a:r>
          </a:p>
        </p:txBody>
      </p:sp>
    </p:spTree>
    <p:extLst>
      <p:ext uri="{BB962C8B-B14F-4D97-AF65-F5344CB8AC3E}">
        <p14:creationId xmlns:p14="http://schemas.microsoft.com/office/powerpoint/2010/main" val="55886794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04446"/>
            <a:ext cx="12191999" cy="2895600"/>
          </a:xfrm>
        </p:spPr>
        <p:txBody>
          <a:bodyPr anchor="t"/>
          <a:lstStyle/>
          <a:p>
            <a:pPr defTabSz="341313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പാവനാത്മാദാനം പകർന്നീടേണം ദേവ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ദാസരിൽ നന്നെ നിറവോടീ ദിനമതിൽ 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ആത്മദാനം ദിവ്യവാഗ്ദത്ത ദാനം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അരുളുക കൃപയോടെ പരാപരനെ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43EA18-DA93-4A8F-8A66-EF95054E52BD}"/>
              </a:ext>
            </a:extLst>
          </p:cNvPr>
          <p:cNvSpPr/>
          <p:nvPr/>
        </p:nvSpPr>
        <p:spPr>
          <a:xfrm>
            <a:off x="-24066" y="3745230"/>
            <a:ext cx="12191999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Paavanaathma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parkarnneedènham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Dèva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Daasaril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niravôdeedinamathil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Aathma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vaagdaththadaanam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Arulhuka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kripayôdey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paraaparaney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16041" y="1828800"/>
            <a:ext cx="12191999" cy="2146131"/>
          </a:xfrm>
        </p:spPr>
        <p:txBody>
          <a:bodyPr anchor="t"/>
          <a:lstStyle/>
          <a:p>
            <a:pPr algn="l" defTabSz="341313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സാക്ഷികളായി രക്ഷകൻ നാമം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പക്ഷമോടെന്നും കൊണ്ടാടീടുവാൻ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പാവനാ.....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43EA18-DA93-4A8F-8A66-EF95054E52BD}"/>
              </a:ext>
            </a:extLst>
          </p:cNvPr>
          <p:cNvSpPr/>
          <p:nvPr/>
        </p:nvSpPr>
        <p:spPr>
          <a:xfrm>
            <a:off x="308814" y="3974931"/>
            <a:ext cx="11863133" cy="195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Saakshikalhaayi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naamam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Pakshamôdennum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kondaadeeduvaan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		</a:t>
            </a: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									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paavana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1C6689-4A8D-4C87-A039-F72D201F8C1C}"/>
              </a:ext>
            </a:extLst>
          </p:cNvPr>
          <p:cNvSpPr txBox="1"/>
          <p:nvPr/>
        </p:nvSpPr>
        <p:spPr>
          <a:xfrm>
            <a:off x="0" y="9906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5224690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04446"/>
            <a:ext cx="12191999" cy="2895600"/>
          </a:xfrm>
        </p:spPr>
        <p:txBody>
          <a:bodyPr anchor="t"/>
          <a:lstStyle/>
          <a:p>
            <a:pPr defTabSz="341313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പാവനാത്മാദാനം പകർന്നീടേണം ദേവ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ദാസരിൽ നന്നെ നിറവോടീ ദിനമതിൽ 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ആത്മദാനം ദിവ്യവാഗ്ദത്ത ദാനം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അരുളുക കൃപയോടെ പരാപരനെ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43EA18-DA93-4A8F-8A66-EF95054E52BD}"/>
              </a:ext>
            </a:extLst>
          </p:cNvPr>
          <p:cNvSpPr/>
          <p:nvPr/>
        </p:nvSpPr>
        <p:spPr>
          <a:xfrm>
            <a:off x="-24066" y="3745230"/>
            <a:ext cx="12191999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Paavanaathma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parkarnneedènham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Dèva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Daasaril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niravôdeedinamathil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Aathma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vaagdaththadaanam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Arulhuka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kripayôdey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paraaparaney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570504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16041" y="1828800"/>
            <a:ext cx="12191999" cy="2146131"/>
          </a:xfrm>
        </p:spPr>
        <p:txBody>
          <a:bodyPr anchor="t"/>
          <a:lstStyle/>
          <a:p>
            <a:pPr algn="l" defTabSz="341313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പീഡകൾ വന്നാൽ ആടൽകൂടാതെ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മോടിയോടേശുവേ പാടീടുവാൻ </a:t>
            </a:r>
            <a:br>
              <a:rPr lang="en-US" sz="3600" b="1" dirty="0">
                <a:latin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</a:rPr>
              <a:t>																										</a:t>
            </a:r>
            <a:r>
              <a:rPr lang="ml-IN" sz="3600" b="1" dirty="0">
                <a:latin typeface="Kartika" panose="02020503030404060203" pitchFamily="18" charset="0"/>
              </a:rPr>
              <a:t>- പാവനാ.....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43EA18-DA93-4A8F-8A66-EF95054E52BD}"/>
              </a:ext>
            </a:extLst>
          </p:cNvPr>
          <p:cNvSpPr/>
          <p:nvPr/>
        </p:nvSpPr>
        <p:spPr>
          <a:xfrm>
            <a:off x="308814" y="3974931"/>
            <a:ext cx="11863133" cy="195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Peedakalh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aadalkoodaathey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Môdiyodèshuvey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paadiduvaan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		</a:t>
            </a: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									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paavana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1C6689-4A8D-4C87-A039-F72D201F8C1C}"/>
              </a:ext>
            </a:extLst>
          </p:cNvPr>
          <p:cNvSpPr txBox="1"/>
          <p:nvPr/>
        </p:nvSpPr>
        <p:spPr>
          <a:xfrm>
            <a:off x="0" y="9906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0635261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04446"/>
            <a:ext cx="12191999" cy="2895600"/>
          </a:xfrm>
        </p:spPr>
        <p:txBody>
          <a:bodyPr anchor="t"/>
          <a:lstStyle/>
          <a:p>
            <a:pPr defTabSz="341313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പാവനാത്മാദാനം പകർന്നീടേണം ദേവ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ദാസരിൽ നന്നെ നിറവോടീ ദിനമതിൽ 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ആത്മദാനം ദിവ്യവാഗ്ദത്ത ദാനം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അരുളുക കൃപയോടെ പരാപരനെ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43EA18-DA93-4A8F-8A66-EF95054E52BD}"/>
              </a:ext>
            </a:extLst>
          </p:cNvPr>
          <p:cNvSpPr/>
          <p:nvPr/>
        </p:nvSpPr>
        <p:spPr>
          <a:xfrm>
            <a:off x="-24066" y="3745230"/>
            <a:ext cx="12191999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Paavanaathma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parkarnneedènham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Dèva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Daasaril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niravôdeedinamathil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Aathma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vaagdaththadaanam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Arulhuka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kripayôdey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paraaparaney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354096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16041" y="1828800"/>
            <a:ext cx="12191999" cy="2146131"/>
          </a:xfrm>
        </p:spPr>
        <p:txBody>
          <a:bodyPr anchor="t"/>
          <a:lstStyle/>
          <a:p>
            <a:pPr algn="l" defTabSz="341313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പട്ടിണി,ദാഹം,നഗ്നത, നിന്ദ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ഏതിനും ശക്തരായ് മേവീടുവാൻ </a:t>
            </a:r>
            <a:br>
              <a:rPr lang="en-US" sz="3600" b="1" dirty="0">
                <a:latin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</a:rPr>
              <a:t>																										</a:t>
            </a:r>
            <a:r>
              <a:rPr lang="ml-IN" sz="3600" b="1" dirty="0">
                <a:latin typeface="Kartika" panose="02020503030404060203" pitchFamily="18" charset="0"/>
              </a:rPr>
              <a:t>- പാവനാ.....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43EA18-DA93-4A8F-8A66-EF95054E52BD}"/>
              </a:ext>
            </a:extLst>
          </p:cNvPr>
          <p:cNvSpPr/>
          <p:nvPr/>
        </p:nvSpPr>
        <p:spPr>
          <a:xfrm>
            <a:off x="308814" y="3974931"/>
            <a:ext cx="11863133" cy="195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Pattinhi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nagnatha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Èthinum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shaktharaai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mèviduvaan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		</a:t>
            </a: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									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paavana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1C6689-4A8D-4C87-A039-F72D201F8C1C}"/>
              </a:ext>
            </a:extLst>
          </p:cNvPr>
          <p:cNvSpPr txBox="1"/>
          <p:nvPr/>
        </p:nvSpPr>
        <p:spPr>
          <a:xfrm>
            <a:off x="0" y="9906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4552887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04446"/>
            <a:ext cx="12191999" cy="2895600"/>
          </a:xfrm>
        </p:spPr>
        <p:txBody>
          <a:bodyPr anchor="t"/>
          <a:lstStyle/>
          <a:p>
            <a:pPr defTabSz="341313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പാവനാത്മാദാനം പകർന്നീടേണം ദേവ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ദാസരിൽ നന്നെ നിറവോടീ ദിനമതിൽ 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ആത്മദാനം ദിവ്യവാഗ്ദത്ത ദാനം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അരുളുക കൃപയോടെ പരാപരനെ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43EA18-DA93-4A8F-8A66-EF95054E52BD}"/>
              </a:ext>
            </a:extLst>
          </p:cNvPr>
          <p:cNvSpPr/>
          <p:nvPr/>
        </p:nvSpPr>
        <p:spPr>
          <a:xfrm>
            <a:off x="-24066" y="3745230"/>
            <a:ext cx="12191999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Paavanaathma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parkarnneedènham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Dèva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Daasaril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niravôdeedinamathil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Aathma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vaagdaththadaanam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Arulhuka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kripayôdey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paraaparaney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4047174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2691</TotalTime>
  <Words>115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195 പാവനാത്മാദാനം പകർന്നീടേണം</vt:lpstr>
      <vt:lpstr>പാവനാത്മാദാനം പകർന്നീടേണം ദേവ  ദാസരിൽ നന്നെ നിറവോടീ ദിനമതിൽ   ആത്മദാനം ദിവ്യവാഗ്ദത്ത ദാനം  അരുളുക കൃപയോടെ പരാപരനെ</vt:lpstr>
      <vt:lpstr> സാക്ഷികളായി രക്ഷകൻ നാമം   പക്ഷമോടെന്നും കൊണ്ടാടീടുവാൻ                              - പാവനാ.....</vt:lpstr>
      <vt:lpstr>പാവനാത്മാദാനം പകർന്നീടേണം ദേവ  ദാസരിൽ നന്നെ നിറവോടീ ദിനമതിൽ   ആത്മദാനം ദിവ്യവാഗ്ദത്ത ദാനം  അരുളുക കൃപയോടെ പരാപരനെ</vt:lpstr>
      <vt:lpstr> പീഡകൾ വന്നാൽ ആടൽകൂടാതെ   മോടിയോടേശുവേ പാടീടുവാൻ                            - പാവനാ.....</vt:lpstr>
      <vt:lpstr>പാവനാത്മാദാനം പകർന്നീടേണം ദേവ  ദാസരിൽ നന്നെ നിറവോടീ ദിനമതിൽ   ആത്മദാനം ദിവ്യവാഗ്ദത്ത ദാനം  അരുളുക കൃപയോടെ പരാപരനെ</vt:lpstr>
      <vt:lpstr> പട്ടിണി,ദാഹം,നഗ്നത, നിന്ദ   ഏതിനും ശക്തരായ് മേവീടുവാൻ                            - പാവനാ.....</vt:lpstr>
      <vt:lpstr>പാവനാത്മാദാനം പകർന്നീടേണം ദേവ  ദാസരിൽ നന്നെ നിറവോടീ ദിനമതിൽ   ആത്മദാനം ദിവ്യവാഗ്ദത്ത ദാനം  അരുളുക കൃപയോടെ പരാപരനെ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Paavanathma daanam</dc:title>
  <dc:creator>Digital Input;GM JOHN</dc:creator>
  <cp:lastModifiedBy>Acsah Mathews</cp:lastModifiedBy>
  <cp:revision>630</cp:revision>
  <dcterms:created xsi:type="dcterms:W3CDTF">2013-04-19T09:19:07Z</dcterms:created>
  <dcterms:modified xsi:type="dcterms:W3CDTF">2018-11-07T19:05:13Z</dcterms:modified>
</cp:coreProperties>
</file>