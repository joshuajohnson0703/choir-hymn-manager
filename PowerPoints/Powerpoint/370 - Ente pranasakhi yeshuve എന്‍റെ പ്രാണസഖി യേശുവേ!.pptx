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4" r:id="rId2"/>
    <p:sldId id="273" r:id="rId3"/>
    <p:sldId id="279" r:id="rId4"/>
    <p:sldId id="280" r:id="rId5"/>
    <p:sldId id="285" r:id="rId6"/>
    <p:sldId id="281" r:id="rId7"/>
    <p:sldId id="286" r:id="rId8"/>
    <p:sldId id="282" r:id="rId9"/>
    <p:sldId id="287" r:id="rId10"/>
    <p:sldId id="283" r:id="rId11"/>
    <p:sldId id="288" r:id="rId12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01" autoAdjust="0"/>
    <p:restoredTop sz="94660"/>
  </p:normalViewPr>
  <p:slideViewPr>
    <p:cSldViewPr>
      <p:cViewPr varScale="1">
        <p:scale>
          <a:sx n="47" d="100"/>
          <a:sy n="47" d="100"/>
        </p:scale>
        <p:origin x="48" y="90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79B223-A743-4E39-86A5-CA8C1CE68416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33CB41-F955-4F7D-ABE6-7B10871DE8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F4CE02-C215-4983-9C8C-3A39BB384C48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E2916C-897D-4E92-88E3-A77B9409AB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E59A4B-D5B0-4693-9C16-1A2EA0C0FA8B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CD9B9B-E60B-410E-86E1-51CA9C4D60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90BD05-3CCB-4DB1-A64F-04CD24A83499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9DE9DE-AB7B-4E9B-9A9B-61AF26BC91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D38E26-B3E8-4477-B3C4-27903F6AD97C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8EFD8B-8506-40C6-BE34-00FF53D578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D5B5E1-9573-4BDD-A5E3-1F5E3260088A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833B7F-29AC-4E46-A14E-0FFCC664FD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1DFE12-D6E9-4EAE-ABFB-F0E95A6A2C43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7C4C30-85DC-4584-95A4-3B94DE15CD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FBD73F-1B33-446A-B0D0-631BE4C19BB9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CF142A-FD48-47A1-90CF-D094C03045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7E3614-273C-4C8F-A4DE-A22C05D22DD8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A3B187-CD11-4B0E-8096-CDBC02BA72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E6E63A-4BF0-4C36-95A7-1C22F018BBB6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32F195-71BA-4C4D-B5E6-635D40D596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C609E8-4673-4176-8373-A262E3309067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7A50D2-3B8D-4A27-A64A-92C0F6DB98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EF01601-ADB6-4D2D-A548-145DEB4CBDDD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65CC3B8-1B64-44E9-8C18-FF2B3BF29F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D42A6-0F22-4244-9E0A-F64D76D21F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370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എന്‍റെ പ്രാണസഖി യേശുവേ!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D852E4-8023-487E-9AD6-6382408655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605532"/>
            <a:ext cx="8534400" cy="1470025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Ente </a:t>
            </a:r>
            <a:r>
              <a:rPr lang="en-US" sz="4000" b="1" dirty="0" err="1">
                <a:solidFill>
                  <a:srgbClr val="002060"/>
                </a:solidFill>
              </a:rPr>
              <a:t>praanhasakhi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yeshuve</a:t>
            </a:r>
            <a:r>
              <a:rPr lang="en-US" sz="4000" b="1" dirty="0">
                <a:solidFill>
                  <a:srgbClr val="002060"/>
                </a:solidFill>
              </a:rPr>
              <a:t>! </a:t>
            </a:r>
          </a:p>
          <a:p>
            <a:r>
              <a:rPr lang="en-US" sz="3800" i="1" dirty="0"/>
              <a:t>Tune: This is the God we adore </a:t>
            </a:r>
            <a:endParaRPr lang="en-US" sz="3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B2F5C8-BBB6-4C7C-93D4-75BEDFB11ACF}"/>
              </a:ext>
            </a:extLst>
          </p:cNvPr>
          <p:cNvSpPr/>
          <p:nvPr/>
        </p:nvSpPr>
        <p:spPr>
          <a:xfrm>
            <a:off x="878840" y="5071747"/>
            <a:ext cx="34419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>
                <a:solidFill>
                  <a:schemeClr val="accent2"/>
                </a:solidFill>
              </a:rPr>
              <a:t>(ജോണ്‍ ഈശോ</a:t>
            </a:r>
            <a:r>
              <a:rPr lang="en-US" b="1" dirty="0">
                <a:solidFill>
                  <a:schemeClr val="accent2"/>
                </a:solidFill>
                <a:cs typeface="Kartika" pitchFamily="18" charset="0"/>
              </a:rPr>
              <a:t>, </a:t>
            </a:r>
            <a:r>
              <a:rPr lang="ml-IN" b="1" dirty="0">
                <a:solidFill>
                  <a:schemeClr val="accent2"/>
                </a:solidFill>
              </a:rPr>
              <a:t>മലബാർ)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3A7DEC-71CC-43A8-B022-5033059434DB}"/>
              </a:ext>
            </a:extLst>
          </p:cNvPr>
          <p:cNvSpPr/>
          <p:nvPr/>
        </p:nvSpPr>
        <p:spPr>
          <a:xfrm>
            <a:off x="8569449" y="5075557"/>
            <a:ext cx="28049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(John </a:t>
            </a:r>
            <a:r>
              <a:rPr lang="en-US" b="1" dirty="0" err="1">
                <a:solidFill>
                  <a:schemeClr val="accent2"/>
                </a:solidFill>
              </a:rPr>
              <a:t>Easow</a:t>
            </a:r>
            <a:r>
              <a:rPr lang="en-US" b="1" dirty="0">
                <a:solidFill>
                  <a:schemeClr val="accent2"/>
                </a:solidFill>
              </a:rPr>
              <a:t>, Malabar) </a:t>
            </a:r>
          </a:p>
        </p:txBody>
      </p:sp>
    </p:spTree>
    <p:extLst>
      <p:ext uri="{BB962C8B-B14F-4D97-AF65-F5344CB8AC3E}">
        <p14:creationId xmlns:p14="http://schemas.microsoft.com/office/powerpoint/2010/main" val="3103641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01400" y="0"/>
            <a:ext cx="990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370</a:t>
            </a:r>
            <a:endParaRPr lang="en-US" sz="1600" b="1" dirty="0">
              <a:solidFill>
                <a:srgbClr val="FF0000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1219200" y="1066800"/>
            <a:ext cx="9982200" cy="2514600"/>
          </a:xfrm>
        </p:spPr>
        <p:txBody>
          <a:bodyPr anchor="t"/>
          <a:lstStyle/>
          <a:p>
            <a:pPr algn="l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പ്രാണസഖി യേശുവേ!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ഉള്ളത്തിന്‍ ആനന്ദമേ!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 നിന്‍ മാർവിങ്കൽ ചേർപ്പാനായ്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‌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വന്നിതാ ഇപ്പോൾ നിൻ പാദത്തിൽ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24558E-B5B4-4996-A77D-E49A0FE6EC0C}"/>
              </a:ext>
            </a:extLst>
          </p:cNvPr>
          <p:cNvSpPr/>
          <p:nvPr/>
        </p:nvSpPr>
        <p:spPr>
          <a:xfrm>
            <a:off x="647700" y="3886200"/>
            <a:ext cx="99822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Ente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praanhasakhi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yeshuve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</a:p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Ente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ullhaththin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aanandame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maarvinkal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cherppanaai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Vannithaa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ippolh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paadathil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5374F5-F486-443E-A46A-7D287B7D810C}"/>
              </a:ext>
            </a:extLst>
          </p:cNvPr>
          <p:cNvSpPr txBox="1"/>
          <p:nvPr/>
        </p:nvSpPr>
        <p:spPr>
          <a:xfrm>
            <a:off x="0" y="3810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01400" y="0"/>
            <a:ext cx="990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370</a:t>
            </a:r>
            <a:endParaRPr lang="en-US" sz="1600" b="1" dirty="0">
              <a:solidFill>
                <a:srgbClr val="FF0000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1219200" y="1389965"/>
            <a:ext cx="9982200" cy="2057400"/>
          </a:xfrm>
        </p:spPr>
        <p:txBody>
          <a:bodyPr anchor="t"/>
          <a:lstStyle/>
          <a:p>
            <a:pPr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</a:rPr>
              <a:t>പറക - പറക - ഞാന്‍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പ്രാര്‍ത്ഥിക്കുമ്പോൾ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കര്‍ത്താവേ! ഈ നീച പാപിക്കു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പ്രേമഹിതത്തെ നീ കാട്ടുക!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24558E-B5B4-4996-A77D-E49A0FE6EC0C}"/>
              </a:ext>
            </a:extLst>
          </p:cNvPr>
          <p:cNvSpPr/>
          <p:nvPr/>
        </p:nvSpPr>
        <p:spPr>
          <a:xfrm>
            <a:off x="0" y="3590322"/>
            <a:ext cx="12192000" cy="18476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Parhaka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Parhaka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praarthikkumbolh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Karththave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neecha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paapikku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Prema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hithathe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kaattuka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034226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01400" y="0"/>
            <a:ext cx="990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370</a:t>
            </a:r>
            <a:endParaRPr lang="en-US" sz="1600" b="1" dirty="0">
              <a:solidFill>
                <a:srgbClr val="FF0000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1219200" y="1066800"/>
            <a:ext cx="9982200" cy="2514600"/>
          </a:xfrm>
        </p:spPr>
        <p:txBody>
          <a:bodyPr anchor="t"/>
          <a:lstStyle/>
          <a:p>
            <a:pPr algn="l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നിന്നെ സ്നേഹിക്കുന്ന മക്കൾക്കു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ഉള്ളതാം എല്ലാ പദവികളും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അടിയാനും തിരിച്ചറിവാൻ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അപ്പനേ! ബുദ്ധിയെ തെളിക്ക!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24558E-B5B4-4996-A77D-E49A0FE6EC0C}"/>
              </a:ext>
            </a:extLst>
          </p:cNvPr>
          <p:cNvSpPr/>
          <p:nvPr/>
        </p:nvSpPr>
        <p:spPr>
          <a:xfrm>
            <a:off x="647700" y="3886200"/>
            <a:ext cx="99822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Ninne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snehikkunna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makkalkku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Ullhathaam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elaa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padavikalhum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Adiyaanum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thiricharhivaan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Appane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Budhiye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thelhikka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5374F5-F486-443E-A46A-7D287B7D810C}"/>
              </a:ext>
            </a:extLst>
          </p:cNvPr>
          <p:cNvSpPr txBox="1"/>
          <p:nvPr/>
        </p:nvSpPr>
        <p:spPr>
          <a:xfrm>
            <a:off x="0" y="3810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959541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01400" y="0"/>
            <a:ext cx="990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370</a:t>
            </a:r>
            <a:endParaRPr lang="en-US" sz="1600" b="1" dirty="0">
              <a:solidFill>
                <a:srgbClr val="FF0000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1219200" y="1389965"/>
            <a:ext cx="9982200" cy="2057400"/>
          </a:xfrm>
        </p:spPr>
        <p:txBody>
          <a:bodyPr anchor="t"/>
          <a:lstStyle/>
          <a:p>
            <a:pPr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</a:rPr>
              <a:t>പറക - പറക - ഞാന്‍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പ്രാര്‍ത്ഥിക്കുമ്പോൾ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കര്‍ത്താവേ! ഈ നീച പാപിക്കു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പ്രേമഹിതത്തെ നീ കാട്ടുക!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24558E-B5B4-4996-A77D-E49A0FE6EC0C}"/>
              </a:ext>
            </a:extLst>
          </p:cNvPr>
          <p:cNvSpPr/>
          <p:nvPr/>
        </p:nvSpPr>
        <p:spPr>
          <a:xfrm>
            <a:off x="0" y="3590322"/>
            <a:ext cx="12192000" cy="18476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Parhaka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Parhaka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praarthikkumbolh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Karththave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neecha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paapikku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Prema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hithathe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kaattuka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635092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01400" y="0"/>
            <a:ext cx="990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370</a:t>
            </a:r>
            <a:endParaRPr lang="en-US" sz="1600" b="1" dirty="0">
              <a:solidFill>
                <a:srgbClr val="FF0000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1219200" y="1066800"/>
            <a:ext cx="9982200" cy="2514600"/>
          </a:xfrm>
        </p:spPr>
        <p:txBody>
          <a:bodyPr anchor="t"/>
          <a:lstStyle/>
          <a:p>
            <a:pPr algn="l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ഏലിയാ - ഏലീശാ പ്രവരർ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ബലമായ്‌ ചെയ്ത ക്രിയകൾ കാണ്മാൻ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ഏലോഹീം! എന്നെയും ഓർക്കുക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വേല നിന്നുടെ ഞാൻ ചെയ്യുവാൻ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24558E-B5B4-4996-A77D-E49A0FE6EC0C}"/>
              </a:ext>
            </a:extLst>
          </p:cNvPr>
          <p:cNvSpPr/>
          <p:nvPr/>
        </p:nvSpPr>
        <p:spPr>
          <a:xfrm>
            <a:off x="647700" y="3886200"/>
            <a:ext cx="99822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Aeliyaa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Elishaa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pravararh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Balamaai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cheytha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kriyakalh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kaanhmaan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Aeloheem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Enneyum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orkkuka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Vela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ninnude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cheyyuvaan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5374F5-F486-443E-A46A-7D287B7D810C}"/>
              </a:ext>
            </a:extLst>
          </p:cNvPr>
          <p:cNvSpPr txBox="1"/>
          <p:nvPr/>
        </p:nvSpPr>
        <p:spPr>
          <a:xfrm>
            <a:off x="0" y="3810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00237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01400" y="0"/>
            <a:ext cx="990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370</a:t>
            </a:r>
            <a:endParaRPr lang="en-US" sz="1600" b="1" dirty="0">
              <a:solidFill>
                <a:srgbClr val="FF0000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1219200" y="1389965"/>
            <a:ext cx="9982200" cy="2057400"/>
          </a:xfrm>
        </p:spPr>
        <p:txBody>
          <a:bodyPr anchor="t"/>
          <a:lstStyle/>
          <a:p>
            <a:pPr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</a:rPr>
              <a:t>പറക - പറക - ഞാന്‍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പ്രാര്‍ത്ഥിക്കുമ്പോൾ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കര്‍ത്താവേ! ഈ നീച പാപിക്കു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പ്രേമഹിതത്തെ നീ കാട്ടുക!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24558E-B5B4-4996-A77D-E49A0FE6EC0C}"/>
              </a:ext>
            </a:extLst>
          </p:cNvPr>
          <p:cNvSpPr/>
          <p:nvPr/>
        </p:nvSpPr>
        <p:spPr>
          <a:xfrm>
            <a:off x="0" y="3590322"/>
            <a:ext cx="12192000" cy="18476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Parhaka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Parhaka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praarthikkumbolh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Karththave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neecha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paapikku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Prema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hithathe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kaattuka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755874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01400" y="0"/>
            <a:ext cx="990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370</a:t>
            </a:r>
            <a:endParaRPr lang="en-US" sz="1600" b="1" dirty="0">
              <a:solidFill>
                <a:srgbClr val="FF0000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1219200" y="1066800"/>
            <a:ext cx="9982200" cy="2514600"/>
          </a:xfrm>
        </p:spPr>
        <p:txBody>
          <a:bodyPr anchor="t"/>
          <a:lstStyle/>
          <a:p>
            <a:pPr algn="l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പാപികൾക്കു നിന്‍റെ സ്നേഹത്തെ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ശീലത്താൽ ഞാൻ കാട്ടുവാൻ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കാല്‍വറി മലമേൽ കാണിച്ച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അൻപിൻ ശീലം പകര്‍ക്ക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24558E-B5B4-4996-A77D-E49A0FE6EC0C}"/>
              </a:ext>
            </a:extLst>
          </p:cNvPr>
          <p:cNvSpPr/>
          <p:nvPr/>
        </p:nvSpPr>
        <p:spPr>
          <a:xfrm>
            <a:off x="647700" y="3886200"/>
            <a:ext cx="99822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Paapikalkku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snehathe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Ente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sheelaththaal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kaattuvaan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Kaalvary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malamel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kaanhicha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anpinsheelam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pakarkka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5374F5-F486-443E-A46A-7D287B7D810C}"/>
              </a:ext>
            </a:extLst>
          </p:cNvPr>
          <p:cNvSpPr txBox="1"/>
          <p:nvPr/>
        </p:nvSpPr>
        <p:spPr>
          <a:xfrm>
            <a:off x="0" y="3810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07873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01400" y="0"/>
            <a:ext cx="990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370</a:t>
            </a:r>
            <a:endParaRPr lang="en-US" sz="1600" b="1" dirty="0">
              <a:solidFill>
                <a:srgbClr val="FF0000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1219200" y="1389965"/>
            <a:ext cx="9982200" cy="2057400"/>
          </a:xfrm>
        </p:spPr>
        <p:txBody>
          <a:bodyPr anchor="t"/>
          <a:lstStyle/>
          <a:p>
            <a:pPr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</a:rPr>
              <a:t>പറക - പറക - ഞാന്‍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പ്രാര്‍ത്ഥിക്കുമ്പോൾ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കര്‍ത്താവേ! ഈ നീച പാപിക്കു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പ്രേമഹിതത്തെ നീ കാട്ടുക!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24558E-B5B4-4996-A77D-E49A0FE6EC0C}"/>
              </a:ext>
            </a:extLst>
          </p:cNvPr>
          <p:cNvSpPr/>
          <p:nvPr/>
        </p:nvSpPr>
        <p:spPr>
          <a:xfrm>
            <a:off x="0" y="3590322"/>
            <a:ext cx="12192000" cy="18476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Parhaka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Parhaka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praarthikkumbolh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Karththave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neecha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paapikku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Prema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hithathe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kaattuka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14493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01400" y="0"/>
            <a:ext cx="990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370</a:t>
            </a:r>
            <a:endParaRPr lang="en-US" sz="1600" b="1" dirty="0">
              <a:solidFill>
                <a:srgbClr val="FF0000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1219200" y="1066800"/>
            <a:ext cx="9982200" cy="2514600"/>
          </a:xfrm>
        </p:spPr>
        <p:txBody>
          <a:bodyPr anchor="t"/>
          <a:lstStyle/>
          <a:p>
            <a:pPr algn="l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ആയുസിന്‍റെ നാളെല്ലാം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നീ പോയ വഴിയേ പോകുവാൻ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ആശയോടേശുവേ! എന്നെ ഞാൻ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ജീവ ബലിയായി നൽകുന്നേ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24558E-B5B4-4996-A77D-E49A0FE6EC0C}"/>
              </a:ext>
            </a:extLst>
          </p:cNvPr>
          <p:cNvSpPr/>
          <p:nvPr/>
        </p:nvSpPr>
        <p:spPr>
          <a:xfrm>
            <a:off x="647700" y="3886200"/>
            <a:ext cx="99822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Ente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aayussinte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naalhelaam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vazhiye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pokuvaan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Aashayodeshuve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Jeevabaliyayi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nalkunne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5374F5-F486-443E-A46A-7D287B7D810C}"/>
              </a:ext>
            </a:extLst>
          </p:cNvPr>
          <p:cNvSpPr txBox="1"/>
          <p:nvPr/>
        </p:nvSpPr>
        <p:spPr>
          <a:xfrm>
            <a:off x="0" y="3810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66657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01400" y="0"/>
            <a:ext cx="990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370</a:t>
            </a:r>
            <a:endParaRPr lang="en-US" sz="1600" b="1" dirty="0">
              <a:solidFill>
                <a:srgbClr val="FF0000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1219200" y="1389965"/>
            <a:ext cx="9982200" cy="2057400"/>
          </a:xfrm>
        </p:spPr>
        <p:txBody>
          <a:bodyPr anchor="t"/>
          <a:lstStyle/>
          <a:p>
            <a:pPr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</a:rPr>
              <a:t>പറക - പറക - ഞാന്‍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പ്രാര്‍ത്ഥിക്കുമ്പോൾ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കര്‍ത്താവേ! ഈ നീച പാപിക്കു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പ്രേമഹിതത്തെ നീ കാട്ടുക!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24558E-B5B4-4996-A77D-E49A0FE6EC0C}"/>
              </a:ext>
            </a:extLst>
          </p:cNvPr>
          <p:cNvSpPr/>
          <p:nvPr/>
        </p:nvSpPr>
        <p:spPr>
          <a:xfrm>
            <a:off x="0" y="3590322"/>
            <a:ext cx="12192000" cy="18476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Parhaka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Parhaka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praarthikkumbolh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Karththave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neecha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paapikku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Prema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hithathe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kaattuka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992987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745</TotalTime>
  <Words>236</Words>
  <Application>Microsoft Office PowerPoint</Application>
  <PresentationFormat>Widescreen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Kartika</vt:lpstr>
      <vt:lpstr>Office Theme</vt:lpstr>
      <vt:lpstr>370 എന്‍റെ പ്രാണസഖി യേശുവേ!</vt:lpstr>
      <vt:lpstr>എന്‍റെ പ്രാണസഖി യേശുവേ! എന്‍റെ ഉള്ളത്തിന്‍ ആനന്ദമേ! എന്നെ നിന്‍ മാർവിങ്കൽ ചേർപ്പാനായ്‌ വന്നിതാ ഇപ്പോൾ നിൻ പാദത്തിൽ</vt:lpstr>
      <vt:lpstr>പറക - പറക - ഞാന്‍ പ്രാര്‍ത്ഥിക്കുമ്പോൾ കര്‍ത്താവേ! ഈ നീച പാപിക്കു പ്രേമഹിതത്തെ നീ കാട്ടുക!</vt:lpstr>
      <vt:lpstr>നിന്നെ സ്നേഹിക്കുന്ന മക്കൾക്കു ഉള്ളതാം എല്ലാ പദവികളും അടിയാനും തിരിച്ചറിവാൻ അപ്പനേ! ബുദ്ധിയെ തെളിക്ക! </vt:lpstr>
      <vt:lpstr>പറക - പറക - ഞാന്‍ പ്രാര്‍ത്ഥിക്കുമ്പോൾ കര്‍ത്താവേ! ഈ നീച പാപിക്കു പ്രേമഹിതത്തെ നീ കാട്ടുക!</vt:lpstr>
      <vt:lpstr>ഏലിയാ - ഏലീശാ പ്രവരർ ബലമായ്‌ ചെയ്ത ക്രിയകൾ കാണ്മാൻ ഏലോഹീം! എന്നെയും ഓർക്കുക വേല നിന്നുടെ ഞാൻ ചെയ്യുവാൻ</vt:lpstr>
      <vt:lpstr>പറക - പറക - ഞാന്‍ പ്രാര്‍ത്ഥിക്കുമ്പോൾ കര്‍ത്താവേ! ഈ നീച പാപിക്കു പ്രേമഹിതത്തെ നീ കാട്ടുക!</vt:lpstr>
      <vt:lpstr>പാപികൾക്കു നിന്‍റെ സ്നേഹത്തെ എന്‍റെ ശീലത്താൽ ഞാൻ കാട്ടുവാൻ  കാല്‍വറി മലമേൽ കാണിച്ച  നിന്‍റെ അൻപിൻ ശീലം പകര്‍ക്ക</vt:lpstr>
      <vt:lpstr>പറക - പറക - ഞാന്‍ പ്രാര്‍ത്ഥിക്കുമ്പോൾ കര്‍ത്താവേ! ഈ നീച പാപിക്കു പ്രേമഹിതത്തെ നീ കാട്ടുക!</vt:lpstr>
      <vt:lpstr>എന്‍റെ ആയുസിന്‍റെ നാളെല്ലാം നീ പോയ വഴിയേ പോകുവാൻ ആശയോടേശുവേ! എന്നെ ഞാൻ ജീവ ബലിയായി നൽകുന്നേ</vt:lpstr>
      <vt:lpstr>പറക - പറക - ഞാന്‍ പ്രാര്‍ത്ഥിക്കുമ്പോൾ കര്‍ത്താവേ! ഈ നീച പാപിക്കു പ്രേമഹിതത്തെ നീ കാട്ടുക!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 pranasakhi yeshuve</dc:title>
  <dc:creator>Digital Input; GM JOHN; Acsah Mathews</dc:creator>
  <cp:lastModifiedBy>Acsah Mathews</cp:lastModifiedBy>
  <cp:revision>170</cp:revision>
  <dcterms:created xsi:type="dcterms:W3CDTF">2013-04-25T00:28:25Z</dcterms:created>
  <dcterms:modified xsi:type="dcterms:W3CDTF">2018-11-23T16:03:05Z</dcterms:modified>
</cp:coreProperties>
</file>