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3" r:id="rId3"/>
    <p:sldId id="277" r:id="rId4"/>
    <p:sldId id="280" r:id="rId5"/>
    <p:sldId id="281" r:id="rId6"/>
    <p:sldId id="282" r:id="rId7"/>
    <p:sldId id="283" r:id="rId8"/>
    <p:sldId id="286" r:id="rId9"/>
    <p:sldId id="284" r:id="rId10"/>
    <p:sldId id="287" r:id="rId11"/>
    <p:sldId id="285" r:id="rId12"/>
    <p:sldId id="288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78" y="8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F1A06-A7C4-40ED-BCB5-C5A101C5201B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13B70-AF41-449F-BD17-00F960ED36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ED524-1322-400A-9ED7-6E90099D3EFD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BEE53-79B6-48DD-967F-CC6417074D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166122-F69F-46C9-855D-B4ACFEE19F38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2FF183-3A42-4419-90CA-CD6902B2B5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3CDEB-50D7-4A28-B60F-1A9E2C5729F1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C50983-4DA5-4E29-BEDE-FF6E5F1A6A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09D51-ABBF-4538-8882-C75241491355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0BC991-CF8A-4DDC-BBF4-B91BCC4929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57EA8-75E2-4E9D-B508-63A003C6C709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BD257-8F2C-48C7-B653-F352657E8C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DECA9D-6B4B-40CB-AACE-02E83C6DF652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B5630E-5501-47F5-93E3-1F92FD31CD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5B673-8F25-4919-A2D1-3F7AB86FB97A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5049DD-C308-4D9D-82FC-93D60218CE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884A7-A34F-4966-B9F5-30F5FAC7BEDF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DEF8AD-EF08-4836-B1A9-5BEB020C25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516AC-A8A5-4F0B-8BD3-86451D16B7CC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BF62E-5BD3-4FB9-8A33-D69CA8C96B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958DFE-1EEA-448F-A6FD-98CE55BE4B37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527471-8927-44FB-9F41-847AB438F9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B062FF9-C31F-4FFE-A5CB-14B0AC7D9F03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F9F0AE7-7386-48B2-8357-C5C33FD592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549E7-3AC5-4897-8EA9-821DCC2756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 എന്നുള്ള നാമമേ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1E8DE-5BDC-460F-A1FA-148C6A6EBE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Yeshu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ennullha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naamamey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lokam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1304764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43419"/>
            <a:ext cx="8305800" cy="2042581"/>
          </a:xfrm>
        </p:spPr>
        <p:txBody>
          <a:bodyPr anchor="t"/>
          <a:lstStyle/>
          <a:p>
            <a:pPr algn="l" defTabSz="457200"/>
            <a:r>
              <a:rPr lang="en-US" sz="2400" i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എന്നുള്ള നാമമേ - ലോകം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എങ്ങും വിശേഷ നാമമേ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1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1715D6-92BC-4426-9757-0AF383B805DD}"/>
              </a:ext>
            </a:extLst>
          </p:cNvPr>
          <p:cNvSpPr/>
          <p:nvPr/>
        </p:nvSpPr>
        <p:spPr>
          <a:xfrm>
            <a:off x="-8238" y="1264709"/>
            <a:ext cx="1197163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800" i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Pallavi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Yeshu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ennullha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lokam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Engum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vishesha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naamamey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pPr algn="r"/>
            <a:endParaRPr lang="en-US" sz="3000" i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endParaRPr lang="en-US" sz="3000" i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endParaRPr lang="en-US" sz="3000" i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000" i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Anupallavi</a:t>
            </a:r>
            <a:endParaRPr lang="en-US" sz="3000" i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Naashamundaakum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paapa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-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Naasham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varuththaan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para-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mèshan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jagaththil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marthyu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Vèsham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dharichchu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–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Yeshu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…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240154-63D0-4772-BC9E-06621558284B}"/>
              </a:ext>
            </a:extLst>
          </p:cNvPr>
          <p:cNvSpPr/>
          <p:nvPr/>
        </p:nvSpPr>
        <p:spPr>
          <a:xfrm>
            <a:off x="8238" y="2038748"/>
            <a:ext cx="685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r>
              <a:rPr lang="ml-IN" sz="24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നാശമുണ്ടാക്കും പാപ –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നാശം വരുത്താൻ പര-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മേശൻ ജഗത്തിൽ മർത്യ –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വേഷം ധരിച്ചുവന്ന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യേശു..</a:t>
            </a:r>
            <a:endParaRPr lang="en-US" sz="30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1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1715D6-92BC-4426-9757-0AF383B805DD}"/>
              </a:ext>
            </a:extLst>
          </p:cNvPr>
          <p:cNvSpPr/>
          <p:nvPr/>
        </p:nvSpPr>
        <p:spPr>
          <a:xfrm>
            <a:off x="4148781" y="3138137"/>
            <a:ext cx="7148384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1 </a:t>
            </a: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Munnam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Gabriel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vinhdoothan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chonna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Môkshadaayaka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Kanni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Mariyam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kèttu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Kaaththirunnu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vilhichcha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-</a:t>
            </a: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Mannidaththengum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bhaagyam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Varuththum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vallabha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</a:t>
            </a:r>
            <a:endParaRPr lang="en-US" sz="3400" i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240154-63D0-4772-BC9E-06621558284B}"/>
              </a:ext>
            </a:extLst>
          </p:cNvPr>
          <p:cNvSpPr/>
          <p:nvPr/>
        </p:nvSpPr>
        <p:spPr>
          <a:xfrm>
            <a:off x="685800" y="0"/>
            <a:ext cx="92964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മുന്നം ഗബ്രിയേൽ വിൺദൂതൻ ചൊന്ന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മോക്ഷദായക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നാമമേ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കന്നി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മറിയം കേട്ടു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കാത്തിരുന്നു വിളിച്ച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മന്നിടത്തെങ്ങും ഭാഗ്യം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വരുത്തും വല്ലഭനാമം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156284380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393"/>
            <a:ext cx="12192000" cy="1154589"/>
          </a:xfrm>
        </p:spPr>
        <p:txBody>
          <a:bodyPr anchor="t"/>
          <a:lstStyle/>
          <a:p>
            <a:pPr defTabSz="457200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എന്നുള്ള നാമമേ - ലോകം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എങ്ങും വിശേഷ നാമമേ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1"/>
            <a:ext cx="6127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039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8A84E2-7237-426B-8BBA-87E9165228BE}"/>
              </a:ext>
            </a:extLst>
          </p:cNvPr>
          <p:cNvSpPr/>
          <p:nvPr/>
        </p:nvSpPr>
        <p:spPr>
          <a:xfrm>
            <a:off x="0" y="2921168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Yeshu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ennullha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lokam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Engum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vishesha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naamamey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378794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1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1715D6-92BC-4426-9757-0AF383B805DD}"/>
              </a:ext>
            </a:extLst>
          </p:cNvPr>
          <p:cNvSpPr/>
          <p:nvPr/>
        </p:nvSpPr>
        <p:spPr>
          <a:xfrm>
            <a:off x="3200400" y="3138137"/>
            <a:ext cx="83058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2. </a:t>
            </a: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Aarkkum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chollaakunna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engum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Aaradhippaanullha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Pèikkum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pèyinpadaikkum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Bheethi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chèrkunna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Moorkha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paapikalhkkum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vi-</a:t>
            </a: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môksham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nalkunna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</a:t>
            </a:r>
            <a:endParaRPr lang="en-US" sz="3400" i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240154-63D0-4772-BC9E-06621558284B}"/>
              </a:ext>
            </a:extLst>
          </p:cNvPr>
          <p:cNvSpPr/>
          <p:nvPr/>
        </p:nvSpPr>
        <p:spPr>
          <a:xfrm>
            <a:off x="685800" y="0"/>
            <a:ext cx="92964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2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ആർക്കും ചൊല്ലാകുന്ന നാമം എങ്ങും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ആരാധിപ്പാനുള്ള നാമം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പേയ്ക്കും പേയിൻപടയ്ക്കും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ഭീതി ചേർക്കുന്ന നാമം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മൂർഖ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പാപികൾക്കും വി-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മോക്ഷം നൽകുന്ന നാമം</a:t>
            </a:r>
            <a:endParaRPr lang="en-US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41761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393"/>
            <a:ext cx="12192000" cy="1154589"/>
          </a:xfrm>
        </p:spPr>
        <p:txBody>
          <a:bodyPr anchor="t"/>
          <a:lstStyle/>
          <a:p>
            <a:pPr defTabSz="457200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എന്നുള്ള നാമമേ - ലോകം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എങ്ങും വിശേഷ നാമമേ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1"/>
            <a:ext cx="6127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039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8A84E2-7237-426B-8BBA-87E9165228BE}"/>
              </a:ext>
            </a:extLst>
          </p:cNvPr>
          <p:cNvSpPr/>
          <p:nvPr/>
        </p:nvSpPr>
        <p:spPr>
          <a:xfrm>
            <a:off x="0" y="2921168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Yeshu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ennullha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lokam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Engum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vishesha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naamamey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839300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1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1715D6-92BC-4426-9757-0AF383B805DD}"/>
              </a:ext>
            </a:extLst>
          </p:cNvPr>
          <p:cNvSpPr/>
          <p:nvPr/>
        </p:nvSpPr>
        <p:spPr>
          <a:xfrm>
            <a:off x="3200400" y="3138137"/>
            <a:ext cx="83058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3. </a:t>
            </a:r>
          </a:p>
          <a:p>
            <a:pPr algn="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Mannar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chakravarththi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kalhum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vaazhthi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Vannichcheedum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mahanaamam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Vinnhin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geethaththin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Vèdaanthasaaranaamam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Punhyam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peruththa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Bhoovil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prashastha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</a:t>
            </a:r>
            <a:endParaRPr lang="en-US" sz="3400" i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240154-63D0-4772-BC9E-06621558284B}"/>
              </a:ext>
            </a:extLst>
          </p:cNvPr>
          <p:cNvSpPr/>
          <p:nvPr/>
        </p:nvSpPr>
        <p:spPr>
          <a:xfrm>
            <a:off x="685800" y="0"/>
            <a:ext cx="929640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3	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മന്നർ ചക്രവർത്തികളും - വാഴ്ത്തി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വന്ദിച്ചിടും മഹാനാമം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വിണ്ണിൻ ഗീതത്തിൻ നാമം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വേദാന്തസാര നാമം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പുണ്യം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പെരുത്ത നാമം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ഭൂവിൽ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പ്രശസ്ത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നാമം</a:t>
            </a:r>
            <a:endParaRPr lang="en-US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4452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393"/>
            <a:ext cx="12192000" cy="1154589"/>
          </a:xfrm>
        </p:spPr>
        <p:txBody>
          <a:bodyPr anchor="t"/>
          <a:lstStyle/>
          <a:p>
            <a:pPr defTabSz="457200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എന്നുള്ള നാമമേ - ലോകം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എങ്ങും വിശേഷ നാമമേ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1"/>
            <a:ext cx="6127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039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8A84E2-7237-426B-8BBA-87E9165228BE}"/>
              </a:ext>
            </a:extLst>
          </p:cNvPr>
          <p:cNvSpPr/>
          <p:nvPr/>
        </p:nvSpPr>
        <p:spPr>
          <a:xfrm>
            <a:off x="0" y="2921168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Yeshu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ennullha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lokam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Engum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vishesha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naamamey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473291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1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1715D6-92BC-4426-9757-0AF383B805DD}"/>
              </a:ext>
            </a:extLst>
          </p:cNvPr>
          <p:cNvSpPr/>
          <p:nvPr/>
        </p:nvSpPr>
        <p:spPr>
          <a:xfrm>
            <a:off x="3048000" y="3138137"/>
            <a:ext cx="84582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4. </a:t>
            </a:r>
          </a:p>
          <a:p>
            <a:pPr algn="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Vinhmannum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chèrtheedum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japam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Vinnhil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kondaadunna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Nanma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nidhi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para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Nyaayam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neethi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kripaikkum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Unhmayaam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saakshiyaayi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-</a:t>
            </a:r>
          </a:p>
          <a:p>
            <a:pPr algn="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tuyarnnuthoongiya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</a:t>
            </a:r>
            <a:endParaRPr lang="en-US" sz="3400" i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240154-63D0-4772-BC9E-06621558284B}"/>
              </a:ext>
            </a:extLst>
          </p:cNvPr>
          <p:cNvSpPr/>
          <p:nvPr/>
        </p:nvSpPr>
        <p:spPr>
          <a:xfrm>
            <a:off x="685800" y="0"/>
            <a:ext cx="92964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4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വിൺമണ്ണും ചേർത്തിടും നാമം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ജപം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വിണ്ണിൽ കൊണ്ടാടുന്ന നാമം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നന്മനിധി പര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ന്യായം നീതി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കൃപയ്ക്കും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ഉണ്മയാം സാക്ഷിയായി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ട്ടുയർന്നു തൂങ്ങിയ നാമം</a:t>
            </a:r>
            <a:endParaRPr lang="en-US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66961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393"/>
            <a:ext cx="12192000" cy="1154589"/>
          </a:xfrm>
        </p:spPr>
        <p:txBody>
          <a:bodyPr anchor="t"/>
          <a:lstStyle/>
          <a:p>
            <a:pPr defTabSz="457200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എന്നുള്ള നാമമേ - ലോകം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എങ്ങും വിശേഷ നാമമേ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1"/>
            <a:ext cx="6127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039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8A84E2-7237-426B-8BBA-87E9165228BE}"/>
              </a:ext>
            </a:extLst>
          </p:cNvPr>
          <p:cNvSpPr/>
          <p:nvPr/>
        </p:nvSpPr>
        <p:spPr>
          <a:xfrm>
            <a:off x="0" y="2921168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Yeshu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ennullha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lokam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Engum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vishesha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naamamey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995323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1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1715D6-92BC-4426-9757-0AF383B805DD}"/>
              </a:ext>
            </a:extLst>
          </p:cNvPr>
          <p:cNvSpPr/>
          <p:nvPr/>
        </p:nvSpPr>
        <p:spPr>
          <a:xfrm>
            <a:off x="3048000" y="3138137"/>
            <a:ext cx="84582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5. </a:t>
            </a: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Kalnenchudaikkunna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– mana</a:t>
            </a: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kkaadaakey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vettunna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puthiyathupol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Èrey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madhuranaamam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Thannil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pala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saarangalh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Dharichchirikkunna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</a:t>
            </a:r>
            <a:endParaRPr lang="en-US" sz="3400" i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240154-63D0-4772-BC9E-06621558284B}"/>
              </a:ext>
            </a:extLst>
          </p:cNvPr>
          <p:cNvSpPr/>
          <p:nvPr/>
        </p:nvSpPr>
        <p:spPr>
          <a:xfrm>
            <a:off x="685800" y="0"/>
            <a:ext cx="92964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5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കൽനെഞ്ചുടയ്ക്കുന്ന നാമം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ക്കാടാകെ വെട്ടുന്ന നാമം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പുതിയതുപോൽ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ഏറെ മധുര നാമം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തന്നിൽ പല സാരങ്ങൾ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ധരിച്ചിരിക്കുന്ന നാമം</a:t>
            </a:r>
            <a:endParaRPr lang="en-US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93029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393"/>
            <a:ext cx="12192000" cy="1154589"/>
          </a:xfrm>
        </p:spPr>
        <p:txBody>
          <a:bodyPr anchor="t"/>
          <a:lstStyle/>
          <a:p>
            <a:pPr defTabSz="457200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എന്നുള്ള നാമമേ - ലോകം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എങ്ങും വിശേഷ നാമമേ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1"/>
            <a:ext cx="6127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039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8A84E2-7237-426B-8BBA-87E9165228BE}"/>
              </a:ext>
            </a:extLst>
          </p:cNvPr>
          <p:cNvSpPr/>
          <p:nvPr/>
        </p:nvSpPr>
        <p:spPr>
          <a:xfrm>
            <a:off x="0" y="2921168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Yeshu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ennullha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lokam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Engum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vishesha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naamamey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69FF4F-1D3E-4AE9-A46A-3060B10E9B55}"/>
              </a:ext>
            </a:extLst>
          </p:cNvPr>
          <p:cNvSpPr/>
          <p:nvPr/>
        </p:nvSpPr>
        <p:spPr>
          <a:xfrm>
            <a:off x="9448800" y="2056625"/>
            <a:ext cx="22685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</a:t>
            </a:r>
            <a:r>
              <a:rPr lang="ml-IN" sz="20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മോശവത്സലം</a:t>
            </a:r>
            <a:r>
              <a:rPr lang="en-US" sz="20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20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556D8E-84E1-4D09-BAEB-DC28B2E10C4B}"/>
              </a:ext>
            </a:extLst>
          </p:cNvPr>
          <p:cNvSpPr/>
          <p:nvPr/>
        </p:nvSpPr>
        <p:spPr>
          <a:xfrm>
            <a:off x="9448800" y="4158567"/>
            <a:ext cx="2103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Mosha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Vatsalam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58163396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199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39 യേശു എന്നുള്ള നാമമേ</vt:lpstr>
      <vt:lpstr>     പല്ലവി യേശു എന്നുള്ള നാമമേ - ലോകം എങ്ങും വിശേഷ നാമമേ     </vt:lpstr>
      <vt:lpstr>PowerPoint Presentation</vt:lpstr>
      <vt:lpstr>യേശു എന്നുള്ള നാമമേ - ലോകം എങ്ങും വിശേഷ നാമമേ </vt:lpstr>
      <vt:lpstr>PowerPoint Presentation</vt:lpstr>
      <vt:lpstr>യേശു എന്നുള്ള നാമമേ - ലോകം എങ്ങും വിശേഷ നാമമേ </vt:lpstr>
      <vt:lpstr>PowerPoint Presentation</vt:lpstr>
      <vt:lpstr>യേശു എന്നുള്ള നാമമേ - ലോകം എങ്ങും വിശേഷ നാമമേ </vt:lpstr>
      <vt:lpstr>PowerPoint Presentation</vt:lpstr>
      <vt:lpstr>യേശു എന്നുള്ള നാമമേ - ലോകം എങ്ങും വിശേഷ നാമമേ </vt:lpstr>
      <vt:lpstr>PowerPoint Presentation</vt:lpstr>
      <vt:lpstr>യേശു എന്നുള്ള നാമമേ - ലോകം എങ്ങും വിശേഷ നാമമേ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ennulla naamame</dc:title>
  <dc:creator>Digital Input:;GM JOHN</dc:creator>
  <cp:lastModifiedBy>Acsah Mathews</cp:lastModifiedBy>
  <cp:revision>196</cp:revision>
  <dcterms:created xsi:type="dcterms:W3CDTF">2013-04-19T09:19:07Z</dcterms:created>
  <dcterms:modified xsi:type="dcterms:W3CDTF">2018-10-26T16:29:32Z</dcterms:modified>
</cp:coreProperties>
</file>