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1" r:id="rId3"/>
    <p:sldId id="277" r:id="rId4"/>
    <p:sldId id="278" r:id="rId5"/>
    <p:sldId id="279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84" y="7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8720B0-8EE5-4069-A315-21956808F489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03FCE-83D5-461E-BEA7-049721A027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1C6BE-7026-4FF3-978C-28B0CADADDC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351D5-DDB6-4BC4-B01C-0D689E4774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E0419-B756-431A-BE25-F0F539B175AA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052EE-E890-4C23-886F-13909AC1A5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DAA13-0DC3-4920-BFE5-FDE0B552671F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ABF55-86AF-477F-B5DF-7F5CA0A782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A94AC9-2D58-411C-9074-6563AA4D140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FFAAA-DFBB-472A-9FC5-64207F2BF1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21A85-E8AD-4911-8821-A79C27368C0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6C5F3B-8FD9-460D-813A-A9A657DB6F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221E0-FB2C-449D-9DF7-45EF4232526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A7A0A2-7B73-4EAF-B4F4-35B970F888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F9865-7CD8-467F-A43E-51B4F0C455B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289D9F-0385-4EED-BCBA-BB824D39D8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EA479-8DEB-4254-BB0B-54EC8961529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34BE0-7ECD-4090-8352-90B20D16A1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9E2AA-A8CA-4AEE-9704-21DD60B94C3C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13791-2BE2-4166-9A3A-EF3596B0D5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CABEC-B73D-4266-A722-6EA194446A6D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AAF5F-5995-4C0E-AEFD-94EF4BE841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92BEA0B-091F-4733-AEFF-8AEAC84852A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CD236D1-9419-44A1-BE64-93BB88FABA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1E409-29A3-4223-8692-19222FDEC2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221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മുറിവേറ്റ</a:t>
            </a:r>
            <a:r>
              <a:rPr lang="en-US" b="1">
                <a:latin typeface="Kartika" panose="02020503030404060203" pitchFamily="18" charset="0"/>
              </a:rPr>
              <a:t> </a:t>
            </a:r>
            <a:r>
              <a:rPr lang="ml-IN" b="1">
                <a:latin typeface="Kartika" panose="02020503030404060203" pitchFamily="18" charset="0"/>
              </a:rPr>
              <a:t>കുഞ്ഞാടേ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73218-3AFB-42D5-905D-C6C660D9C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Murhivetta </a:t>
            </a:r>
            <a:r>
              <a:rPr lang="en-US" sz="4000" b="1" dirty="0" err="1">
                <a:solidFill>
                  <a:schemeClr val="tx2"/>
                </a:solidFill>
              </a:rPr>
              <a:t>kunjaade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95B91D-96D6-4601-87DF-00C40140DAC4}"/>
              </a:ext>
            </a:extLst>
          </p:cNvPr>
          <p:cNvSpPr/>
          <p:nvPr/>
        </p:nvSpPr>
        <p:spPr>
          <a:xfrm>
            <a:off x="2819400" y="4808576"/>
            <a:ext cx="265810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200" b="1" dirty="0">
                <a:solidFill>
                  <a:schemeClr val="accent2"/>
                </a:solidFill>
              </a:rPr>
              <a:t>(റവ. റ്റി. കോശി)</a:t>
            </a:r>
            <a:endParaRPr lang="en-US" sz="22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9D969D-FA3C-4EDD-8EFE-1A654C970C90}"/>
              </a:ext>
            </a:extLst>
          </p:cNvPr>
          <p:cNvSpPr/>
          <p:nvPr/>
        </p:nvSpPr>
        <p:spPr>
          <a:xfrm>
            <a:off x="8229600" y="4812957"/>
            <a:ext cx="217841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i="1" dirty="0">
                <a:solidFill>
                  <a:schemeClr val="accent2"/>
                </a:solidFill>
                <a:latin typeface="Arial" panose="020B0604020202020204" pitchFamily="34" charset="0"/>
              </a:rPr>
              <a:t>(Rev. T. Koshy) </a:t>
            </a:r>
            <a:endParaRPr lang="en-US" sz="22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27400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303506"/>
            <a:ext cx="12192000" cy="2582694"/>
          </a:xfrm>
        </p:spPr>
        <p:txBody>
          <a:bodyPr anchor="t"/>
          <a:lstStyle/>
          <a:p>
            <a:pPr algn="l" defTabSz="465138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മുറിവേറ്റ-കുഞ്ഞാടേ നിൻ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രുധിരമൊഴുകുന്നൊരു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ഉറവയതിൽ നീയെന്നെ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കഴുകേണമേ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പാപക്കറയെ നീക്കാൻ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തുറന്ന ഉറവയിലെൻ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പാപമഖിലം പോക്കി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–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കഴുകേണമേ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B7886D-46DD-41A9-90C1-5C9724E051A5}"/>
              </a:ext>
            </a:extLst>
          </p:cNvPr>
          <p:cNvSpPr/>
          <p:nvPr/>
        </p:nvSpPr>
        <p:spPr>
          <a:xfrm>
            <a:off x="457200" y="3886200"/>
            <a:ext cx="11734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Murhivetta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kunjaade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rudhiramozhunnoru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Urhavayathil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kazhukenhame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Paapakkarhaye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neekkaan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thurhanna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urhavayilen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Paapamakhilam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pokki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kazhukenhame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DAB6A2-AD05-4DE3-A646-D85C9924F995}"/>
              </a:ext>
            </a:extLst>
          </p:cNvPr>
          <p:cNvSpPr txBox="1"/>
          <p:nvPr/>
        </p:nvSpPr>
        <p:spPr>
          <a:xfrm>
            <a:off x="0" y="64906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303506"/>
            <a:ext cx="12192000" cy="2582694"/>
          </a:xfrm>
        </p:spPr>
        <p:txBody>
          <a:bodyPr anchor="t"/>
          <a:lstStyle/>
          <a:p>
            <a:pPr algn="l" defTabSz="465138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നിൻ മുറിവിൽ മറഞ്ഞു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പാർക്കിലെൻ വേദനകൾ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നീങ്ങി സുഖമാകും നീ</a:t>
            </a:r>
            <a:r>
              <a:rPr lang="en-US" sz="3600" b="1" dirty="0">
                <a:latin typeface="Kartika" panose="02020503030404060203" pitchFamily="18" charset="0"/>
              </a:rPr>
              <a:t>  - </a:t>
            </a:r>
            <a:r>
              <a:rPr lang="ml-IN" sz="3600" b="1" dirty="0">
                <a:latin typeface="Kartika" panose="02020503030404060203" pitchFamily="18" charset="0"/>
              </a:rPr>
              <a:t>കഴുകേണമേ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കൂടെക്കൂടെ പാപത്താൽ</a:t>
            </a:r>
            <a:r>
              <a:rPr lang="en-US" sz="3600" b="1" dirty="0">
                <a:latin typeface="Kartika" panose="02020503030404060203" pitchFamily="18" charset="0"/>
              </a:rPr>
              <a:t> - </a:t>
            </a:r>
            <a:r>
              <a:rPr lang="ml-IN" sz="3600" b="1" dirty="0">
                <a:latin typeface="Kartika" panose="02020503030404060203" pitchFamily="18" charset="0"/>
              </a:rPr>
              <a:t>വീഴുന്നു ക്ഷീണതയാൽ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പാടുപെടുന്നു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ശക്തി നല്കേണമേ!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B7886D-46DD-41A9-90C1-5C9724E051A5}"/>
              </a:ext>
            </a:extLst>
          </p:cNvPr>
          <p:cNvSpPr/>
          <p:nvPr/>
        </p:nvSpPr>
        <p:spPr>
          <a:xfrm>
            <a:off x="457200" y="3886200"/>
            <a:ext cx="11734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murhivil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marhanju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paarkkilen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vedanakalh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Neengi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sukhamaakum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kazhukenhame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Koodekkoode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paapathaal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veezhunnu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ksheenhathayaal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Paadupedunnu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shakthi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nalkenhame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DAB6A2-AD05-4DE3-A646-D85C9924F995}"/>
              </a:ext>
            </a:extLst>
          </p:cNvPr>
          <p:cNvSpPr txBox="1"/>
          <p:nvPr/>
        </p:nvSpPr>
        <p:spPr>
          <a:xfrm>
            <a:off x="0" y="64906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6252368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303506"/>
            <a:ext cx="12192000" cy="2582694"/>
          </a:xfrm>
        </p:spPr>
        <p:txBody>
          <a:bodyPr anchor="t"/>
          <a:lstStyle/>
          <a:p>
            <a:pPr algn="l" defTabSz="465138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ശക്തനാകും കർത്തനേ!-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നീയെന്നുളിൽ വന്നെന്‍റെ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ശക്തി ഹീനത നീക്കി</a:t>
            </a:r>
            <a:r>
              <a:rPr lang="en-US" sz="3600" b="1" dirty="0">
                <a:latin typeface="Kartika" panose="02020503030404060203" pitchFamily="18" charset="0"/>
              </a:rPr>
              <a:t> - </a:t>
            </a:r>
            <a:r>
              <a:rPr lang="ml-IN" sz="3600" b="1" dirty="0">
                <a:latin typeface="Kartika" panose="02020503030404060203" pitchFamily="18" charset="0"/>
              </a:rPr>
              <a:t>വാണിടുക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അടവാക്കെന്നുള്ള മതിൽ വേറാരും നീയെന്നിയേ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കടക്കാതാക്കി നീ മുദ്ര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പതിക്കേണമേ!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B7886D-46DD-41A9-90C1-5C9724E051A5}"/>
              </a:ext>
            </a:extLst>
          </p:cNvPr>
          <p:cNvSpPr/>
          <p:nvPr/>
        </p:nvSpPr>
        <p:spPr>
          <a:xfrm>
            <a:off x="457200" y="3886200"/>
            <a:ext cx="11734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Shakthanaakum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karthane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Neeyennullhil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vannente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Shakthiheenatha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neekki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vaanhiduka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Adavaakkennullhamathil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verhaarum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neeyenniye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Kadakkaathaakki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mudra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pathikkenhame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DAB6A2-AD05-4DE3-A646-D85C9924F995}"/>
              </a:ext>
            </a:extLst>
          </p:cNvPr>
          <p:cNvSpPr txBox="1"/>
          <p:nvPr/>
        </p:nvSpPr>
        <p:spPr>
          <a:xfrm>
            <a:off x="0" y="64906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0412886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303506"/>
            <a:ext cx="12192000" cy="2582694"/>
          </a:xfrm>
        </p:spPr>
        <p:txBody>
          <a:bodyPr anchor="t"/>
          <a:lstStyle/>
          <a:p>
            <a:pPr algn="l" defTabSz="465138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നിന്നുടെ സ്നേ വടുകെന്മേൽ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പതിഞ്ഞതങ്ങു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നന്നായ് വിളങ്ങുവാൻ നീ തുണയ്ക്കേണമേ!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ജീവൻ-സുഖം-ബലവും-നന്നായ് ലഭിക്കുമെ നിൻ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മാർവിൽ വാസം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ചെയ്യുന്നോ	ർക്കെന്നേക്കുമേ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B7886D-46DD-41A9-90C1-5C9724E051A5}"/>
              </a:ext>
            </a:extLst>
          </p:cNvPr>
          <p:cNvSpPr/>
          <p:nvPr/>
        </p:nvSpPr>
        <p:spPr>
          <a:xfrm>
            <a:off x="457200" y="3886200"/>
            <a:ext cx="117348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Ninnude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snehavadu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enmel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pathinjathangu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vilhanguvaan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thunhaykkenhame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Jeevan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sukham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balavum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nannaai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labhikkume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Maarvil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vaasam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cheyyunnorkkennekkume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DAB6A2-AD05-4DE3-A646-D85C9924F995}"/>
              </a:ext>
            </a:extLst>
          </p:cNvPr>
          <p:cNvSpPr txBox="1"/>
          <p:nvPr/>
        </p:nvSpPr>
        <p:spPr>
          <a:xfrm>
            <a:off x="0" y="64906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9639454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116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221 മുറിവേറ്റ കുഞ്ഞാടേ</vt:lpstr>
      <vt:lpstr>മുറിവേറ്റ-കുഞ്ഞാടേ നിൻ രുധിരമൊഴുകുന്നൊരു ഉറവയതിൽ നീയെന്നെ കഴുകേണമേ  പാപക്കറയെ നീക്കാൻ തുറന്ന ഉറവയിലെൻ  പാപമഖിലം പോക്കി – കഴുകേണമേ! </vt:lpstr>
      <vt:lpstr>നിൻ മുറിവിൽ മറഞ്ഞു പാർക്കിലെൻ വേദനകൾ  നീങ്ങി സുഖമാകും നീ  - കഴുകേണമേ  കൂടെക്കൂടെ പാപത്താൽ - വീഴുന്നു ക്ഷീണതയാൽ  പാടുപെടുന്നു ശക്തി നല്കേണമേ!</vt:lpstr>
      <vt:lpstr>ശക്തനാകും കർത്തനേ!- നീയെന്നുളിൽ വന്നെന്‍റെ ശക്തി ഹീനത നീക്കി - വാണിടുക  അടവാക്കെന്നുള്ള മതിൽ വേറാരും നീയെന്നിയേ  കടക്കാതാക്കി നീ മുദ്ര - പതിക്കേണമേ!</vt:lpstr>
      <vt:lpstr>നിന്നുടെ സ്നേ വടുകെന്മേൽ പതിഞ്ഞതങ്ങു  നന്നായ് വിളങ്ങുവാൻ നീ തുണയ്ക്കേണമേ! ജീവൻ-സുഖം-ബലവും-നന്നായ് ലഭിക്കുമെ നിൻ  മാർവിൽ വാസം ചെയ്യുന്നോ ർക്കെന്നേക്കുമേ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Murivetta kunjaade</dc:title>
  <dc:creator>Digital Input:; GM JOHN; Acsah Mathews</dc:creator>
  <cp:lastModifiedBy>Acsah Mathews</cp:lastModifiedBy>
  <cp:revision>289</cp:revision>
  <dcterms:created xsi:type="dcterms:W3CDTF">2013-04-19T09:19:07Z</dcterms:created>
  <dcterms:modified xsi:type="dcterms:W3CDTF">2018-11-09T16:00:46Z</dcterms:modified>
</cp:coreProperties>
</file>