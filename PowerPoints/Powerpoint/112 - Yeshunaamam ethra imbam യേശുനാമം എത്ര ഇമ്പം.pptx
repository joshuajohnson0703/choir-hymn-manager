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0" r:id="rId3"/>
    <p:sldId id="273" r:id="rId4"/>
    <p:sldId id="274" r:id="rId5"/>
    <p:sldId id="275" r:id="rId6"/>
    <p:sldId id="276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B4BD3D-29DB-4929-B8F1-D6A16263B6FB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3C158-A9C3-42D6-854C-F263E992BC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BA08C6-08E8-491B-B20E-C7AD7D5FF4A2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4BA8A-10F9-4923-A7D0-ACAA039E57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824175-8126-417A-B939-8AC424D8C123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03F8BD-2795-402A-9378-CBC6F0B5EF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8EB87-E1B0-4D9F-8885-CFC68035BD5D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FA7F79-0F81-4565-B882-F057EA6CDA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3329F8-2945-48EA-B5A8-7BA39458796F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7C958C-967E-46A8-A392-9A3F62CBC5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007C66-BAC0-4D50-9A6B-29023F40B0BD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284D4-728E-48C4-948B-888C14896A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0675D9-D1BF-410A-B548-4A366113DBE8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0424B-4A6D-4781-AF39-1F7FB94C68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9BB52-5E0F-4E4A-B6F1-F3839B06D092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C18A9B-8294-4E6D-8276-323A27A947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C0CC12-817E-4363-BF49-1E86B12327D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77F088-1C8D-4F21-9DA5-1437F0F746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BBC68C-963B-496F-B583-DBEFEFC7F8FE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8C27BD-45F8-4C4E-9E67-9036E7614C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F0E6FB-F547-42B0-BFA4-9DC3911F8A2C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9CBC2-B797-4BCD-9905-F5B8C29B37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A0409C2-2A54-40CF-BEFA-729620CF3F24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46CD7B5-428F-42F1-B149-9E1B918BD9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B1C72-2641-49E9-9F97-5EAEF1750D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112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യേശുനാമം എത്ര ഇമ്പം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AFC645-5035-43DA-A9B6-99D8D5271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Yeshu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naamam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Ethra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imbam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en-US" sz="3400" i="1" dirty="0">
                <a:solidFill>
                  <a:schemeClr val="tx2">
                    <a:lumMod val="75000"/>
                  </a:schemeClr>
                </a:solidFill>
              </a:rPr>
              <a:t>How sweet the name of Jesus sounds – John Newton</a:t>
            </a:r>
          </a:p>
        </p:txBody>
      </p:sp>
    </p:spTree>
    <p:extLst>
      <p:ext uri="{BB962C8B-B14F-4D97-AF65-F5344CB8AC3E}">
        <p14:creationId xmlns:p14="http://schemas.microsoft.com/office/powerpoint/2010/main" val="187710797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295400" y="1198784"/>
            <a:ext cx="10896600" cy="2224354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യേശുനാമം എത്ര ഇമ്പം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കേൾപ്പാൻ വിശ്വാസിക്ക്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ദു:ഖവും ഭയവും പോക്കും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ആലസ്യം നീക്കും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2B2555-04CD-4C82-8673-C7A23EFF60FC}"/>
              </a:ext>
            </a:extLst>
          </p:cNvPr>
          <p:cNvSpPr/>
          <p:nvPr/>
        </p:nvSpPr>
        <p:spPr>
          <a:xfrm>
            <a:off x="0" y="3614032"/>
            <a:ext cx="10896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imbam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Kèlhppaan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vishwsasikku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dukham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bhayavum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aalasyam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6E3A65-F6A9-4A8C-80D0-B830DD47478E}"/>
              </a:ext>
            </a:extLst>
          </p:cNvPr>
          <p:cNvSpPr/>
          <p:nvPr/>
        </p:nvSpPr>
        <p:spPr>
          <a:xfrm>
            <a:off x="0" y="445503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295400" y="1198784"/>
            <a:ext cx="10896600" cy="2224354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</a:rPr>
              <a:t>ആത്മ മുറിവിന്നൗഷധം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ഹൃദയെ ശാന്തത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ക്ഷീണിക്കുന്നോർക്കു വിശ്രമം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വിശക്കുകിൽ മന്നാ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2B2555-04CD-4C82-8673-C7A23EFF60FC}"/>
              </a:ext>
            </a:extLst>
          </p:cNvPr>
          <p:cNvSpPr/>
          <p:nvPr/>
        </p:nvSpPr>
        <p:spPr>
          <a:xfrm>
            <a:off x="0" y="3614032"/>
            <a:ext cx="10896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murivin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oushadham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Hridayé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shaanthatha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Ksheenhikkunnorkku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vishramam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Vishakkukil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mannaa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6E3A65-F6A9-4A8C-80D0-B830DD47478E}"/>
              </a:ext>
            </a:extLst>
          </p:cNvPr>
          <p:cNvSpPr/>
          <p:nvPr/>
        </p:nvSpPr>
        <p:spPr>
          <a:xfrm>
            <a:off x="0" y="445503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0068608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295400" y="1198784"/>
            <a:ext cx="10896600" cy="2224354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 പാറമേൽ ഞാൻ പണിയും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 നാമം പരിച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ആഴമേറും കൃപാക്കടൽ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ആർക്കും നൽ സങ്കേതം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2B2555-04CD-4C82-8673-C7A23EFF60FC}"/>
              </a:ext>
            </a:extLst>
          </p:cNvPr>
          <p:cNvSpPr/>
          <p:nvPr/>
        </p:nvSpPr>
        <p:spPr>
          <a:xfrm>
            <a:off x="0" y="3614032"/>
            <a:ext cx="10896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paaramèl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panhiyum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paricha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Aazhamèrum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kripaakadal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Aarkkum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sankètham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6E3A65-F6A9-4A8C-80D0-B830DD47478E}"/>
              </a:ext>
            </a:extLst>
          </p:cNvPr>
          <p:cNvSpPr/>
          <p:nvPr/>
        </p:nvSpPr>
        <p:spPr>
          <a:xfrm>
            <a:off x="0" y="445503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6197007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295400" y="1198784"/>
            <a:ext cx="10896600" cy="2224354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നാഥാ എന്നടിയാ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എന്നാചാര്യ ഗുരോ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ജീവൻ വഴി അന്തമേ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സ്തുതി കേൾക്കണേ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2B2555-04CD-4C82-8673-C7A23EFF60FC}"/>
              </a:ext>
            </a:extLst>
          </p:cNvPr>
          <p:cNvSpPr/>
          <p:nvPr/>
        </p:nvSpPr>
        <p:spPr>
          <a:xfrm>
            <a:off x="0" y="3614032"/>
            <a:ext cx="10896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Ennidayaa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Ennaachaarya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guro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vazhi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anthamey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kèlhkkanhey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6E3A65-F6A9-4A8C-80D0-B830DD47478E}"/>
              </a:ext>
            </a:extLst>
          </p:cNvPr>
          <p:cNvSpPr/>
          <p:nvPr/>
        </p:nvSpPr>
        <p:spPr>
          <a:xfrm>
            <a:off x="0" y="445503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2594699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295400" y="1198784"/>
            <a:ext cx="10896600" cy="2224354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അളവറ്റ നിൻ സ്നേഹത്തെ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നിവർന്നു ഘോഷിക്കും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നാമമാം പുണ്യസ്വരം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നിശ്ചയം എൻ രക്ഷ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2B2555-04CD-4C82-8673-C7A23EFF60FC}"/>
              </a:ext>
            </a:extLst>
          </p:cNvPr>
          <p:cNvSpPr/>
          <p:nvPr/>
        </p:nvSpPr>
        <p:spPr>
          <a:xfrm>
            <a:off x="0" y="3614032"/>
            <a:ext cx="10896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Alhavatta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snehaththey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Nivarnnu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ghoshikkum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naamamaam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punhyaswaram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Nishchayam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6E3A65-F6A9-4A8C-80D0-B830DD47478E}"/>
              </a:ext>
            </a:extLst>
          </p:cNvPr>
          <p:cNvSpPr/>
          <p:nvPr/>
        </p:nvSpPr>
        <p:spPr>
          <a:xfrm>
            <a:off x="0" y="445503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9392507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99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112 യേശുനാമം എത്ര ഇമ്പം</vt:lpstr>
      <vt:lpstr>യേശുനാമം എത്ര ഇമ്പം  കേൾപ്പാൻ വിശ്വാസിക്ക്  എൻ ദു:ഖവും ഭയവും പോക്കും  എൻ ആലസ്യം നീക്കും</vt:lpstr>
      <vt:lpstr>ആത്മ മുറിവിന്നൗഷധം  ഹൃദയെ ശാന്തത  ക്ഷീണിക്കുന്നോർക്കു വിശ്രമം  വിശക്കുകിൽ മന്നാ </vt:lpstr>
      <vt:lpstr>ആ പാറമേൽ ഞാൻ പണിയും  ആ നാമം പരിച  ആഴമേറും കൃപാക്കടൽ  ആർക്കും നൽ സങ്കേതം </vt:lpstr>
      <vt:lpstr>യേശു നാഥാ എന്നടിയാ  എന്നാചാര്യ ഗുരോ  എൻ ജീവൻ വഴി അന്തമേ  എൻ സ്തുതി കേൾക്കണേ </vt:lpstr>
      <vt:lpstr>അളവറ്റ നിൻ സ്നേഹത്തെ  നിവർന്നു ഘോഷിക്കും  നിൻ നാമമാം പുണ്യസ്വരം  നിശ്ചയം എൻ രക്ഷ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ക്രിസ്തീയ കീർത്തനങ്ങൾ</dc:title>
  <dc:creator>Digital Input:; GM JOHN; Acsah Mathews</dc:creator>
  <cp:lastModifiedBy>Acsah Mathews</cp:lastModifiedBy>
  <cp:revision>125</cp:revision>
  <dcterms:created xsi:type="dcterms:W3CDTF">2013-04-19T09:19:07Z</dcterms:created>
  <dcterms:modified xsi:type="dcterms:W3CDTF">2018-11-02T15:39:44Z</dcterms:modified>
</cp:coreProperties>
</file>