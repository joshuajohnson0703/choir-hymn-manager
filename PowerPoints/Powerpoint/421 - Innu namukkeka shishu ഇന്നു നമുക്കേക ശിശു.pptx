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7DAEC-B35E-4975-BEDB-9FE6B2709356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5DD71-4917-402A-A2A6-8C98FF164D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0C73B-FC7E-47D8-8012-49C0CC5C384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54070-7892-403A-9FD0-AF692DAB2E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B9AEC-9672-435A-9A2B-BBBD6501CA8C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C4B2E-9B03-49F9-AC6B-3D9CC6A74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E843CA-0A15-4989-A2AE-CA71D4E58439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68568-5102-43E8-BFAC-8229EE79D3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7A3479-69FA-4B58-ADCE-967D6BB1C6A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517D0-4C1F-4C80-B15C-D6F0798568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5179C-E80F-4271-B84A-BD5C822F3705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27915-EF4E-4842-B897-8FA1B5CFBB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CB6FB-F530-4ACE-A415-268B8E328005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E2D0-2DBC-44ED-90F9-85507453F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8C53B-E7D7-4CFC-B91D-A09137FA43D2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00995-C6CB-40ED-9F99-DBE778171C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EFB7A-E13E-4DFF-A183-57CFC0C7D7C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82577-17B1-45F0-9FA0-B39186EBA2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C4277-CBD4-4DD0-A5CD-77F1B9E83F94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B34F7-38EE-4334-9B79-C816D6894D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F8B7A-0C88-4C47-B551-48E9C8D46742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2A32A-F9E3-4CEB-BE32-2AB451D449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AF23770-E080-472A-B58F-D14F380A43A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95D0B08-3664-4C7D-AA63-1E39DF5265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43F6-17E4-4201-A7E8-E1C90CA8F8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421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ഇന്നു നമുക്കേക ശിശു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413EB-CB94-4BB7-B4E1-9CA398792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576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Innu </a:t>
            </a:r>
            <a:r>
              <a:rPr lang="en-US" sz="4000" b="1" dirty="0" err="1">
                <a:solidFill>
                  <a:srgbClr val="002060"/>
                </a:solidFill>
              </a:rPr>
              <a:t>namukkeka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shishu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3086E0-44E3-4EEA-86BF-107D00F72BA3}"/>
              </a:ext>
            </a:extLst>
          </p:cNvPr>
          <p:cNvSpPr/>
          <p:nvPr/>
        </p:nvSpPr>
        <p:spPr>
          <a:xfrm>
            <a:off x="1821366" y="4608705"/>
            <a:ext cx="19511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(പി. റ്റി. ഇട്ടി)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D9BC04-A5B0-46FB-9CFC-D847E45480A2}"/>
              </a:ext>
            </a:extLst>
          </p:cNvPr>
          <p:cNvSpPr/>
          <p:nvPr/>
        </p:nvSpPr>
        <p:spPr>
          <a:xfrm>
            <a:off x="9177547" y="4608705"/>
            <a:ext cx="13095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(P. T. Itty) </a:t>
            </a:r>
          </a:p>
        </p:txBody>
      </p:sp>
    </p:spTree>
    <p:extLst>
      <p:ext uri="{BB962C8B-B14F-4D97-AF65-F5344CB8AC3E}">
        <p14:creationId xmlns:p14="http://schemas.microsoft.com/office/powerpoint/2010/main" val="25640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37" y="914400"/>
            <a:ext cx="12162263" cy="2819400"/>
          </a:xfrm>
        </p:spPr>
        <p:txBody>
          <a:bodyPr anchor="t"/>
          <a:lstStyle/>
          <a:p>
            <a:pPr algn="l" defTabSz="4619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നമുക്കേക ശിശു ജാതനായിതാ - ചിത്രം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നമുക്കേക പുത്രൻ നല്ക പ്പെട്ടല്ലോ!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ആധിപത്യം ആയവൻ തൻ തോളിലിരിക്കും നല്ല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ആലോചനക്കാരനെന്നു തന്നുടെ നാമം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70B480-3E32-42FA-9B00-858D332A9D62}"/>
              </a:ext>
            </a:extLst>
          </p:cNvPr>
          <p:cNvSpPr/>
          <p:nvPr/>
        </p:nvSpPr>
        <p:spPr>
          <a:xfrm>
            <a:off x="29736" y="3709481"/>
            <a:ext cx="12130667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Innu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namukkeka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shishu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jaathanaayithaa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Innu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namukkeka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nalkappettallo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Aadhipathyam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tholhilirikkum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Aalochana-kkaranennu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37" y="914400"/>
            <a:ext cx="12162263" cy="2819400"/>
          </a:xfrm>
        </p:spPr>
        <p:txBody>
          <a:bodyPr anchor="t"/>
          <a:lstStyle/>
          <a:p>
            <a:pPr algn="l" defTabSz="461963"/>
            <a:r>
              <a:rPr lang="ml-IN" sz="3400" b="1" dirty="0">
                <a:latin typeface="Kartika" panose="02020503030404060203" pitchFamily="18" charset="0"/>
              </a:rPr>
              <a:t>3	തന്‍റെ നാമം അത്യത്ഭുതൻ എന്നുമാകുന്നു-സർവ്വ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ശക്തനായ ദൈവം നിത്യനായ പിതാവ് </a:t>
            </a:r>
            <a:br>
              <a:rPr lang="ml-IN" sz="3400" b="1" dirty="0">
                <a:latin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4	ദാവീദിൻ സിംഹാസനത്തിന്മേൽ ഇരുന്നീടും-തന്‍റെ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രാജ്യമവസാന മില്ലാ തെന്നുമിരിക്കും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70B480-3E32-42FA-9B00-858D332A9D62}"/>
              </a:ext>
            </a:extLst>
          </p:cNvPr>
          <p:cNvSpPr/>
          <p:nvPr/>
        </p:nvSpPr>
        <p:spPr>
          <a:xfrm>
            <a:off x="29736" y="3709481"/>
            <a:ext cx="12130667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athyathbhuthan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ennumaakunnu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Shakthanaaya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nithyanaaya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pithaavu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Daaveedin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simhaasanaththinmel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iruneedum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Raajyam-avasaanamillaath-ennumirikkum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9743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37" y="914400"/>
            <a:ext cx="12162263" cy="2819400"/>
          </a:xfrm>
        </p:spPr>
        <p:txBody>
          <a:bodyPr anchor="t"/>
          <a:lstStyle/>
          <a:p>
            <a:pPr algn="l" defTabSz="46196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ന്യായമോടും നീതിയോടും താൻ ഭരിച്ചിടും-തന്‍റെ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ആധിപത്യം വർദ്ധിച്ചിടും അന്തമില്ലാതെ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ഹല്ലേലുയ്യാ, ഹല്ലേലുയ്യാ ദൈവസുതനു നിത്യം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ഹല്ലേലുയ്യാ യേശുരാജനല്ലേലുയ്യാമെൻ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70B480-3E32-42FA-9B00-858D332A9D62}"/>
              </a:ext>
            </a:extLst>
          </p:cNvPr>
          <p:cNvSpPr/>
          <p:nvPr/>
        </p:nvSpPr>
        <p:spPr>
          <a:xfrm>
            <a:off x="29736" y="3709481"/>
            <a:ext cx="12130667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Nyaayamodum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neethiyodum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bharicheedum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Aadhipathyam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vardhichidum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anthamillaathe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6. Halleluiah, halleluiah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daivasuthanu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Halleluiah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yeshuraajan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alleluiah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-amen</a:t>
            </a:r>
          </a:p>
        </p:txBody>
      </p:sp>
    </p:spTree>
    <p:extLst>
      <p:ext uri="{BB962C8B-B14F-4D97-AF65-F5344CB8AC3E}">
        <p14:creationId xmlns:p14="http://schemas.microsoft.com/office/powerpoint/2010/main" val="2152773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93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421 ഇന്നു നമുക്കേക ശിശു</vt:lpstr>
      <vt:lpstr>1 ഇന്നു നമുക്കേക ശിശു ജാതനായിതാ - ചിത്രം   ഇന്നു നമുക്കേക പുത്രൻ നല്ക പ്പെട്ടല്ലോ!  2 ആധിപത്യം ആയവൻ തൻ തോളിലിരിക്കും നല്ല   ആലോചനക്കാരനെന്നു തന്നുടെ നാമം</vt:lpstr>
      <vt:lpstr>3 തന്‍റെ നാമം അത്യത്ഭുതൻ എന്നുമാകുന്നു-സർവ്വ   ശക്തനായ ദൈവം നിത്യനായ പിതാവ്   4 ദാവീദിൻ സിംഹാസനത്തിന്മേൽ ഇരുന്നീടും-തന്‍റെ  രാജ്യമവസാന മില്ലാ തെന്നുമിരിക്കും </vt:lpstr>
      <vt:lpstr>5 ന്യായമോടും നീതിയോടും താൻ ഭരിച്ചിടും-തന്‍റെ  ആധിപത്യം വർദ്ധിച്ചിടും അന്തമില്ലാതെ   6 ഹല്ലേലുയ്യാ, ഹല്ലേലുയ്യാ ദൈവസുതനു നിത്യം   ഹല്ലേലുയ്യാ യേശുരാജനല്ലേലുയ്യാമെൻ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Innu namukkeka shishu</dc:title>
  <dc:creator>Digital Input; GM JOHN; Acsah Mathews</dc:creator>
  <cp:lastModifiedBy>Acsah Mathews</cp:lastModifiedBy>
  <cp:revision>250</cp:revision>
  <dcterms:created xsi:type="dcterms:W3CDTF">2013-04-19T09:19:07Z</dcterms:created>
  <dcterms:modified xsi:type="dcterms:W3CDTF">2018-11-27T14:58:59Z</dcterms:modified>
</cp:coreProperties>
</file>