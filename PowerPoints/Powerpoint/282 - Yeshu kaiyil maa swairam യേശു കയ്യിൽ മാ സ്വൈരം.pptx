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0" r:id="rId3"/>
    <p:sldId id="282" r:id="rId4"/>
    <p:sldId id="283" r:id="rId5"/>
    <p:sldId id="285" r:id="rId6"/>
    <p:sldId id="284" r:id="rId7"/>
    <p:sldId id="286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5" autoAdjust="0"/>
    <p:restoredTop sz="94660"/>
  </p:normalViewPr>
  <p:slideViewPr>
    <p:cSldViewPr>
      <p:cViewPr varScale="1">
        <p:scale>
          <a:sx n="45" d="100"/>
          <a:sy n="45" d="100"/>
        </p:scale>
        <p:origin x="48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6C24E-447A-45D8-BB00-5DCC5DCF778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7419E-5E74-4F0C-8766-EACCEF45CC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4D050-CA3D-4CF3-A3A3-A85ECA2AD98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33B02-0871-44F8-8E7D-3818259D5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0C129-C000-4520-9769-A735269E6CB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DA4F1-5D57-415B-AD3D-8196F5AAB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F2771-E84E-4796-9D0A-5A4BDF03FF0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8EDFF-CE95-42DC-8074-6646CD5EB9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10A04-3F9F-416A-B105-56D6F47F8B5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59431-C6E2-4D62-AE21-E7B39F55DC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FB3CE-A52A-40DA-953F-732B699B1F9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E99ED-C728-43FA-8F8F-1427ABC310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13BF1-9099-45D8-9502-AE73D2B70F7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900C6-964E-4AAC-ADCC-3A513DA6CB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ADE81-AF9B-4640-8231-5881A7CA87D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C6893-6EF0-4F0E-A174-2134728F37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868F8-66E1-4D25-A19F-1AEE537D184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15538-5631-418A-AFE9-2A7666B03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0E9FD-D0E0-4764-9715-F37542638BC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36989-5381-4D72-9A0C-936CB5D007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BA5CC-2242-41E8-B050-05498AE7E62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4F0DF-1EE7-4FBC-AD0F-1F5EA91455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1233945-F499-4FCC-A20E-FC9F763A681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0657B1-A463-4B1C-8F41-4D7495A4E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064F-8942-4B1E-893E-DD9F6BF5E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282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യേശു കയ്യിൽ മാ സ്വൈരം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AD37D-BB00-4537-BC80-33C7BDD65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886200"/>
            <a:ext cx="11811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Yeshu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kaiyyil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maa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swairyam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Safe in the arms of Jesus – Fanny J. Crosby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71958803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1106536"/>
            <a:ext cx="11734800" cy="2551063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യേശു കയ്യിൽ മാ സ്വൈരം തൻ മാർവിലെൻ ക്ഷേമം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സ്നേഹത്തണലിലെൻ ദേഹിമേവും സ്വസ്ഥം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 സ്വരം വീശുന്നു തേജോവീഥിയുടെ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പളുങ്കു കടലിന്മേൽ ഇൻപ ഗീതമോടെ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52ECB4-B5F3-49E4-ABA9-DDAB0C22E573}"/>
              </a:ext>
            </a:extLst>
          </p:cNvPr>
          <p:cNvSpPr/>
          <p:nvPr/>
        </p:nvSpPr>
        <p:spPr>
          <a:xfrm>
            <a:off x="304800" y="3886200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kaiyyil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swairyam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kshemam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snehatthanhalilen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dehimevum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swastham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veeshunnu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Thejoveedhuyude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Palhunku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kadalinmel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geethamode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BDF61-E4A4-4BC5-B1D0-9D02D94BDDB0}"/>
              </a:ext>
            </a:extLst>
          </p:cNvPr>
          <p:cNvSpPr txBox="1"/>
          <p:nvPr/>
        </p:nvSpPr>
        <p:spPr>
          <a:xfrm>
            <a:off x="0" y="5334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4A51B-2614-488E-9788-7710FDBC812F}"/>
              </a:ext>
            </a:extLst>
          </p:cNvPr>
          <p:cNvSpPr/>
          <p:nvPr/>
        </p:nvSpPr>
        <p:spPr>
          <a:xfrm>
            <a:off x="990601" y="633666"/>
            <a:ext cx="6400800" cy="3166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കയ്യിൽ മാ സ്വൈരം </a:t>
            </a:r>
            <a:endParaRPr lang="en-US" sz="3400" b="1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മാർവിലെൻ ക്ഷേമം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സ്നേഹത്തണലിലെൻ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ദേഹിമേവും സ്വസ്ഥം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BAD8DA-F791-429B-A155-04A62EFB21F6}"/>
              </a:ext>
            </a:extLst>
          </p:cNvPr>
          <p:cNvSpPr/>
          <p:nvPr/>
        </p:nvSpPr>
        <p:spPr>
          <a:xfrm>
            <a:off x="4876800" y="3707458"/>
            <a:ext cx="5787389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kaiyyil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swairyam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kshemam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snehatthanhalilen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swastham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14236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1106536"/>
            <a:ext cx="11734800" cy="2551063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യേശു കയ്യിൽ മാ സ്വൈരം ആകുല വിഹീനം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ലോക പരീക്ഷ പാപം ദ്രോഹിച്ചിടാ നൂനം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ദു:ഖത്തിൻ വരൾചയും, സംശയം ഭയവും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നീങ്ങി സുഖമണയും സ്വാതന്ത്ര്യം മോദവും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52ECB4-B5F3-49E4-ABA9-DDAB0C22E573}"/>
              </a:ext>
            </a:extLst>
          </p:cNvPr>
          <p:cNvSpPr/>
          <p:nvPr/>
        </p:nvSpPr>
        <p:spPr>
          <a:xfrm>
            <a:off x="304800" y="3886200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kaiyyil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swairyam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viheenam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pareeksha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drohichidaa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noonam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varalhchayum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samshayam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sukhamanhayum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swathanthryam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BDF61-E4A4-4BC5-B1D0-9D02D94BDDB0}"/>
              </a:ext>
            </a:extLst>
          </p:cNvPr>
          <p:cNvSpPr txBox="1"/>
          <p:nvPr/>
        </p:nvSpPr>
        <p:spPr>
          <a:xfrm>
            <a:off x="0" y="5334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054565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4A51B-2614-488E-9788-7710FDBC812F}"/>
              </a:ext>
            </a:extLst>
          </p:cNvPr>
          <p:cNvSpPr/>
          <p:nvPr/>
        </p:nvSpPr>
        <p:spPr>
          <a:xfrm>
            <a:off x="990601" y="633666"/>
            <a:ext cx="6400800" cy="3166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കയ്യിൽ മാ സ്വൈരം </a:t>
            </a:r>
            <a:endParaRPr lang="en-US" sz="3400" b="1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മാർവിലെൻ ക്ഷേമം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സ്നേഹത്തണലിലെൻ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ദേഹിമേവും സ്വസ്ഥം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BAD8DA-F791-429B-A155-04A62EFB21F6}"/>
              </a:ext>
            </a:extLst>
          </p:cNvPr>
          <p:cNvSpPr/>
          <p:nvPr/>
        </p:nvSpPr>
        <p:spPr>
          <a:xfrm>
            <a:off x="4876800" y="3707458"/>
            <a:ext cx="5787389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kaiyyil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swairyam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kshemam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snehatthanhalilen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swastham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39162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1106536"/>
            <a:ext cx="11734800" cy="2551063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പ്രേമ സങ്കേതം യേശു എൻ പേർക്കുയിർ വിട്ടു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പൂർവിക പാറമേലെൻ സ്ഥാനം നല്ലുറപ്പ്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ക്ഷാന്തിയിൽ ഞാൻ നില്ക്കട്ടെ രാത്രി കഴിവോളം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പ്രഭാത ശോഭ സ്വർണ്ണ-തീരത്തുദിപ്പോളം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52ECB4-B5F3-49E4-ABA9-DDAB0C22E573}"/>
              </a:ext>
            </a:extLst>
          </p:cNvPr>
          <p:cNvSpPr/>
          <p:nvPr/>
        </p:nvSpPr>
        <p:spPr>
          <a:xfrm>
            <a:off x="304800" y="3886200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sanketham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perkkuyirh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vittu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Poorvika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paarhamelen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nallurhappu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Kshaanthiyil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nilkatte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kazhivolham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Prabhaatha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swarnnha-theeratthudippolham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BDF61-E4A4-4BC5-B1D0-9D02D94BDDB0}"/>
              </a:ext>
            </a:extLst>
          </p:cNvPr>
          <p:cNvSpPr txBox="1"/>
          <p:nvPr/>
        </p:nvSpPr>
        <p:spPr>
          <a:xfrm>
            <a:off x="0" y="5334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786765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4A51B-2614-488E-9788-7710FDBC812F}"/>
              </a:ext>
            </a:extLst>
          </p:cNvPr>
          <p:cNvSpPr/>
          <p:nvPr/>
        </p:nvSpPr>
        <p:spPr>
          <a:xfrm>
            <a:off x="990601" y="633666"/>
            <a:ext cx="6400800" cy="3166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കയ്യിൽ മാ സ്വൈരം </a:t>
            </a:r>
            <a:endParaRPr lang="en-US" sz="3400" b="1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മാർവിലെൻ ക്ഷേമം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സ്നേഹത്തണലിലെൻ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ദേഹിമേവും സ്വസ്ഥം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BAD8DA-F791-429B-A155-04A62EFB21F6}"/>
              </a:ext>
            </a:extLst>
          </p:cNvPr>
          <p:cNvSpPr/>
          <p:nvPr/>
        </p:nvSpPr>
        <p:spPr>
          <a:xfrm>
            <a:off x="4876800" y="3707458"/>
            <a:ext cx="5787389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kaiyyil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swairyam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kshemam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snehatthanhalilen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swastham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647333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158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282 യേശു കയ്യിൽ മാ സ്വൈരം</vt:lpstr>
      <vt:lpstr>യേശു കയ്യിൽ മാ സ്വൈരം തൻ മാർവിലെൻ ക്ഷേമം  തൻ സ്നേഹത്തണലിലെൻ ദേഹിമേവും സ്വസ്ഥം  ദൂത സ്വരം വീശുന്നു തേജോവീഥിയുടെ  പളുങ്കു കടലിന്മേൽ ഇൻപ ഗീതമോടെ</vt:lpstr>
      <vt:lpstr>PowerPoint Presentation</vt:lpstr>
      <vt:lpstr>യേശു കയ്യിൽ മാ സ്വൈരം ആകുല വിഹീനം  ലോക പരീക്ഷ പാപം ദ്രോഹിച്ചിടാ നൂനം  ദു:ഖത്തിൻ വരൾചയും, സംശയം ഭയവും  നീങ്ങി സുഖമണയും സ്വാതന്ത്ര്യം മോദവും</vt:lpstr>
      <vt:lpstr>PowerPoint Presentation</vt:lpstr>
      <vt:lpstr>പ്രേമ സങ്കേതം യേശു എൻ പേർക്കുയിർ വിട്ടു  പൂർവിക പാറമേലെൻ സ്ഥാനം നല്ലുറപ്പ്  ക്ഷാന്തിയിൽ ഞാൻ നില്ക്കട്ടെ രാത്രി കഴിവോളം  പ്രഭാത ശോഭ സ്വർണ്ണ-തീരത്തുദിപ്പോളം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kaiyil maa swairam</dc:title>
  <dc:creator>Digital Input; GM JOHN; Acsah Mathews</dc:creator>
  <cp:lastModifiedBy>Acsah Mathews</cp:lastModifiedBy>
  <cp:revision>396</cp:revision>
  <dcterms:created xsi:type="dcterms:W3CDTF">2013-04-19T09:19:07Z</dcterms:created>
  <dcterms:modified xsi:type="dcterms:W3CDTF">2018-11-15T16:50:10Z</dcterms:modified>
</cp:coreProperties>
</file>