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33F1B9-DFF4-4C34-AE6A-3DD89B30D61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C18D3-E600-4C68-8EBA-871BFF17EA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F17D3-BEF5-40D2-B763-E77A98365B9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7FC145-A858-4F33-ADD3-1684B15E1B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4A9A62-DAD8-48EE-A223-2C64E558FA7E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0EC33A-35B6-4824-9DA4-AE08210FF9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A821F-4BA0-4E72-83BC-0C75A127BBC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CF6ED7-7D06-4345-B695-FD8A3A0D3D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486AEF-CB30-42F5-BFD5-0D362B7F977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3ADB58-1FC4-4530-B96E-2AE399E025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DD27D-3535-47D2-86A8-6076BC87831F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70F483-10B4-4832-A35B-6FD7E6F563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7FA512-1D8E-474A-846C-72938DB7EAE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5AABA-60C1-48F4-B616-F9C15E6274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46503-5EC6-4AD4-9436-0817369439CB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94647-9D3A-4179-A7F0-B3CF764FC5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0BE06-4686-49AB-9ACF-791D87F9A319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D01B75-5743-49B3-B17F-ED4E9BC2C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FE654-18F9-4FE1-9774-DA7DE61A581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11725-AA56-4931-858C-C33FE6311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F01957-33E0-428A-BE8F-41634BE81E8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78732C-FED4-4D1B-96AC-9E930F8E9E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F4935DA-2C0E-4651-82AE-B24EE729A32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406F8A3-C3B9-4E60-9B87-E001E96101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700C-DBB6-4D87-A494-4DFEF3059F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176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ശുദ്ധിക്കായ്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നീ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>
                <a:latin typeface="Kartika" panose="02020503030404060203" pitchFamily="18" charset="0"/>
              </a:rPr>
              <a:t>യേശുസമീപെ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 dirty="0">
                <a:latin typeface="Kartika" panose="02020503030404060203" pitchFamily="18" charset="0"/>
              </a:rPr>
              <a:t>പോയോ</a:t>
            </a:r>
            <a:r>
              <a:rPr lang="en-US" b="1" dirty="0">
                <a:latin typeface="Kartika" panose="02020503030404060203" pitchFamily="18" charset="0"/>
              </a:rPr>
              <a:t>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D9EC0-76C3-45A2-BF14-85BC6D718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470024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Shuddhikaai nee </a:t>
            </a:r>
            <a:r>
              <a:rPr lang="en-US" sz="4000" b="1" dirty="0" err="1">
                <a:solidFill>
                  <a:schemeClr val="tx2"/>
                </a:solidFill>
              </a:rPr>
              <a:t>Yeshu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sameepay</a:t>
            </a:r>
            <a:endParaRPr lang="en-US" sz="4000" b="1" dirty="0">
              <a:solidFill>
                <a:schemeClr val="tx2"/>
              </a:solidFill>
            </a:endParaRPr>
          </a:p>
          <a:p>
            <a:r>
              <a:rPr lang="en-US" sz="4000" i="1" dirty="0">
                <a:solidFill>
                  <a:schemeClr val="tx2"/>
                </a:solidFill>
              </a:rPr>
              <a:t>Have you been to Jesus – E. A. Hoffman</a:t>
            </a: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E61350-AB5A-447A-A622-723B047A3E17}"/>
              </a:ext>
            </a:extLst>
          </p:cNvPr>
          <p:cNvSpPr/>
          <p:nvPr/>
        </p:nvSpPr>
        <p:spPr>
          <a:xfrm>
            <a:off x="1905000" y="5356224"/>
            <a:ext cx="30796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(വിവ: റവ. റ്റി. കോശി) 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D7DF2-3154-455C-AB31-5E8E6AE06FD7}"/>
              </a:ext>
            </a:extLst>
          </p:cNvPr>
          <p:cNvSpPr/>
          <p:nvPr/>
        </p:nvSpPr>
        <p:spPr>
          <a:xfrm>
            <a:off x="7080792" y="5356224"/>
            <a:ext cx="3065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(Translation: Rev. T. Koshy) </a:t>
            </a:r>
          </a:p>
        </p:txBody>
      </p:sp>
    </p:spTree>
    <p:extLst>
      <p:ext uri="{BB962C8B-B14F-4D97-AF65-F5344CB8AC3E}">
        <p14:creationId xmlns:p14="http://schemas.microsoft.com/office/powerpoint/2010/main" val="3712179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145976"/>
            <a:ext cx="11963400" cy="2816423"/>
          </a:xfrm>
        </p:spPr>
        <p:txBody>
          <a:bodyPr anchor="t"/>
          <a:lstStyle/>
          <a:p>
            <a:pPr algn="l" defTabSz="2825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ശുദ്ധിക്കായ്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യേശുസമീപെ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പോയോ?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കുളിച്ചോ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കുഞ്ഞാട്ടിൻ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രക്തത്തിൽ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പൂർണ്ണാശ്രയം ഈ നിമിഷം തൻകൃപ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വച്ചോ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ശുദ്ധിയായോ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06BD3-9EFB-4FB9-91F7-A8E0506A0746}"/>
              </a:ext>
            </a:extLst>
          </p:cNvPr>
          <p:cNvSpPr txBox="1"/>
          <p:nvPr/>
        </p:nvSpPr>
        <p:spPr>
          <a:xfrm>
            <a:off x="0" y="4191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7D71B-1701-412F-89AC-D9C7BD83C6D2}"/>
              </a:ext>
            </a:extLst>
          </p:cNvPr>
          <p:cNvSpPr/>
          <p:nvPr/>
        </p:nvSpPr>
        <p:spPr>
          <a:xfrm>
            <a:off x="0" y="4042944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Shuddhikaai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sameepay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Kulhicho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kunjaattin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Poornhaashrayam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nimisham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vachcho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shudhdhiyaayo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09600"/>
            <a:ext cx="12192000" cy="2816423"/>
          </a:xfrm>
        </p:spPr>
        <p:txBody>
          <a:bodyPr anchor="t"/>
          <a:lstStyle/>
          <a:p>
            <a:pPr defTabSz="2825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കുളിച്ചോ-കുഞ്ഞാട്ടിൻ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ആത്മശുദ്ധി നൽകും രക്തത്തിൽ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ഹിമം പോൽ നിഷ്കളങ്കമോ നിൻ അങ്കി?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കുളിച്ചോ കുഞ്ഞാട്ടിൻ രക്തത്തിൽ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7D71B-1701-412F-89AC-D9C7BD83C6D2}"/>
              </a:ext>
            </a:extLst>
          </p:cNvPr>
          <p:cNvSpPr/>
          <p:nvPr/>
        </p:nvSpPr>
        <p:spPr>
          <a:xfrm>
            <a:off x="-25400" y="3697069"/>
            <a:ext cx="121920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Kulhicho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kunjaattin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Aathmashudhdhi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nalkum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Himam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pol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nishkalankamo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ct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Kulhicho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kunjaattin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7243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145976"/>
            <a:ext cx="11963400" cy="2816423"/>
          </a:xfrm>
        </p:spPr>
        <p:txBody>
          <a:bodyPr anchor="t"/>
          <a:lstStyle/>
          <a:p>
            <a:pPr algn="l" defTabSz="2825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അനുദിനം രക്ഷകൻ പക്ഷത്തോ നീ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ശുദ്ധിയായ് നടന്നീടുന്നതു?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ക്രൂശേറിയ കർത്തനിൽ നിനക്കുണ്ടോ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വിശ്രമം നാഴിക തോറുമേ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06BD3-9EFB-4FB9-91F7-A8E0506A0746}"/>
              </a:ext>
            </a:extLst>
          </p:cNvPr>
          <p:cNvSpPr txBox="1"/>
          <p:nvPr/>
        </p:nvSpPr>
        <p:spPr>
          <a:xfrm>
            <a:off x="0" y="4191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7D71B-1701-412F-89AC-D9C7BD83C6D2}"/>
              </a:ext>
            </a:extLst>
          </p:cNvPr>
          <p:cNvSpPr/>
          <p:nvPr/>
        </p:nvSpPr>
        <p:spPr>
          <a:xfrm>
            <a:off x="0" y="4042944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Anudinam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rakshakan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pakshaththo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Shudhdhiyaay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nadannidunnathu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Krusheriya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Karthanil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ninakkundo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?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Vishramam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naazhika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thorumey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203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145976"/>
            <a:ext cx="11963400" cy="2816423"/>
          </a:xfrm>
        </p:spPr>
        <p:txBody>
          <a:bodyPr anchor="t"/>
          <a:lstStyle/>
          <a:p>
            <a:pPr algn="l" defTabSz="2825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വരവിൽ നിൻ അങ്കി ശുദ്ധമോ-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ഏറ്റവും വെണ്‍മയായ്ക്കാണുമോ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സ്വർപ്പുരത്തിൽ വാസം ചെയ്തീടാൻ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യോഗ്യ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പാത്രമായ് തീരുമോ അന്നാളിൽ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06BD3-9EFB-4FB9-91F7-A8E0506A0746}"/>
              </a:ext>
            </a:extLst>
          </p:cNvPr>
          <p:cNvSpPr txBox="1"/>
          <p:nvPr/>
        </p:nvSpPr>
        <p:spPr>
          <a:xfrm>
            <a:off x="0" y="4191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7D71B-1701-412F-89AC-D9C7BD83C6D2}"/>
              </a:ext>
            </a:extLst>
          </p:cNvPr>
          <p:cNvSpPr/>
          <p:nvPr/>
        </p:nvSpPr>
        <p:spPr>
          <a:xfrm>
            <a:off x="0" y="4042944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Karthan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varavil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shudhdhamo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Ettavum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venhmayaay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kaanhumo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Swarpuraththil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vaasam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cheitheedaan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yogya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Paathramaay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theerumo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annalhil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079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1145976"/>
            <a:ext cx="11963400" cy="2816423"/>
          </a:xfrm>
        </p:spPr>
        <p:txBody>
          <a:bodyPr anchor="t"/>
          <a:lstStyle/>
          <a:p>
            <a:pPr algn="l" defTabSz="282575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പാപക്കറ ഏറ്റ അങ്കി നീ നീക്കി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കുഞ്ഞാട്ടിൻ രക്തത്തിൽ കുളിക്ക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ജീവനീർ ഒഴുകുന്നു അശുദ്ധർക്കായ്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കുളിച്ചു ശുദ്ധിയായിടുക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306BD3-9EFB-4FB9-91F7-A8E0506A0746}"/>
              </a:ext>
            </a:extLst>
          </p:cNvPr>
          <p:cNvSpPr txBox="1"/>
          <p:nvPr/>
        </p:nvSpPr>
        <p:spPr>
          <a:xfrm>
            <a:off x="0" y="4191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B7D71B-1701-412F-89AC-D9C7BD83C6D2}"/>
              </a:ext>
            </a:extLst>
          </p:cNvPr>
          <p:cNvSpPr/>
          <p:nvPr/>
        </p:nvSpPr>
        <p:spPr>
          <a:xfrm>
            <a:off x="0" y="4042944"/>
            <a:ext cx="104394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Paapakkara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etti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anki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neekki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Kunjaattin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rakthathil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kulhikka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Jeevaneer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ozhukunnu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ashudhdharkaay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Kulhichu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shudhiyaayiduka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539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142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176 ശുദ്ധിക്കായ് നീ യേശുസമീപെ പോയോ?</vt:lpstr>
      <vt:lpstr>ശുദ്ധിക്കായ് നീ, യേശുസമീപെ പോയോ? കുളിച്ചോ കുഞ്ഞാട്ടിൻ രക്തത്തിൽ പൂർണ്ണാശ്രയം ഈ നിമിഷം തൻകൃപ തന്നിൽ വച്ചോ ശുദ്ധിയായോ നീ?</vt:lpstr>
      <vt:lpstr>കുളിച്ചോ-കുഞ്ഞാട്ടിൻ  ആത്മശുദ്ധി നൽകും രക്തത്തിൽ ഹിമം പോൽ നിഷ്കളങ്കമോ നിൻ അങ്കി? കുളിച്ചോ കുഞ്ഞാട്ടിൻ രക്തത്തിൽ</vt:lpstr>
      <vt:lpstr>അനുദിനം രക്ഷകൻ പക്ഷത്തോ നീ ശുദ്ധിയായ് നടന്നീടുന്നതു? ക്രൂശേറിയ കർത്തനിൽ നിനക്കുണ്ടോ വിശ്രമം നാഴിക തോറുമേ</vt:lpstr>
      <vt:lpstr>കർത്തൻ വരവിൽ നിൻ അങ്കി ശുദ്ധമോ- ഏറ്റവും വെണ്‍മയായ്ക്കാണുമോ സ്വർപ്പുരത്തിൽ വാസം ചെയ്തീടാൻ യോഗ്യ പാത്രമായ് തീരുമോ അന്നാളിൽ </vt:lpstr>
      <vt:lpstr>പാപക്കറ ഏറ്റ അങ്കി നീ നീക്കി കുഞ്ഞാട്ടിൻ രക്തത്തിൽ കുളിക്ക ജീവനീർ ഒഴുകുന്നു അശുദ്ധർക്കായ് കുളിച്ചു ശുദ്ധിയായിടുക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Shudhikkai nee yeshu</dc:title>
  <dc:creator>Digital Input:; GM JOHN; Acsah Mathews</dc:creator>
  <cp:lastModifiedBy>Acsah Mathews</cp:lastModifiedBy>
  <cp:revision>316</cp:revision>
  <dcterms:created xsi:type="dcterms:W3CDTF">2013-04-19T09:19:07Z</dcterms:created>
  <dcterms:modified xsi:type="dcterms:W3CDTF">2018-11-06T19:55:33Z</dcterms:modified>
</cp:coreProperties>
</file>