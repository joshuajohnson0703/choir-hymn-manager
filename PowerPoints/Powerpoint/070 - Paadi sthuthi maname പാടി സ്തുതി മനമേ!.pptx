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7" r:id="rId2"/>
    <p:sldId id="271" r:id="rId3"/>
    <p:sldId id="274" r:id="rId4"/>
    <p:sldId id="275" r:id="rId5"/>
    <p:sldId id="276" r:id="rId6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0" d="100"/>
          <a:sy n="40" d="100"/>
        </p:scale>
        <p:origin x="84" y="91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80E82E-4C12-4FB9-9335-F51B5FFB7A33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F41746-7C0D-40AF-925F-F13AA70993F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769CB8-5068-4552-846A-A9387CE3B853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80CC5C-7EFF-481D-AB4F-A5413DA19F9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B83C21-8149-4898-BE58-2C8F66BB145E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664852-BE09-4C4D-80AA-87A18D8FAA7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41AD79-16E9-4188-B0B1-2C9AB94F934A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999FF2-201B-43B4-9C3F-FD0A3E1542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DE56E7-D15B-4E8B-BDAB-7DBADBDB3869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B13369-123B-43CA-9EDE-29C6EE1ECD5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A764DF-1E02-4C82-BB93-9921E16872EA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354D32-BEC9-4468-819E-9591DDFE032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E67C5E-204D-48FD-B0A2-ACDB9CA4BA2C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A570D8-5B66-47EA-AD35-F4BC7CC48AC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3D0118-D88A-4838-A183-B37CE4D78F2F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3F7104-DC2D-4CAB-9A0C-B56B571398D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13AF41-ED43-4BE3-9052-7AC9F722FF0E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2AF0D4-3786-49E7-B332-7A6BBF2A7D2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E6DF50-B84A-49D0-A631-49802C3C613F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E48C8D-A640-431F-B401-584543A5831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D44ED1-D027-443E-BAF2-D0D3568A3645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FD72BA-D6B3-484A-9AF9-3ED754E1D0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49CB12B1-2FF6-4602-B26D-54655CFDB1F4}" type="datetimeFigureOut">
              <a:rPr lang="en-US"/>
              <a:pPr>
                <a:defRPr/>
              </a:pPr>
              <a:t>10/31/2018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47EAC931-1393-421A-AFD7-45058E35914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FBF36-5783-4067-B3A5-222B7B26CEC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70</a:t>
            </a:r>
            <a:br>
              <a:rPr lang="en-US" dirty="0"/>
            </a:br>
            <a:r>
              <a:rPr lang="ml-IN" b="1">
                <a:latin typeface="Kartika" panose="02020503030404060203" pitchFamily="18" charset="0"/>
              </a:rPr>
              <a:t>പാടി സ്തുതി മനമേ!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6EF366-B035-4FAB-B504-AD094FEA89E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b="1" dirty="0">
                <a:solidFill>
                  <a:schemeClr val="tx2">
                    <a:lumMod val="75000"/>
                  </a:schemeClr>
                </a:solidFill>
              </a:rPr>
              <a:t>Paadi </a:t>
            </a:r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</a:rPr>
              <a:t>sthuthimaname</a:t>
            </a:r>
            <a:r>
              <a:rPr lang="en-US" sz="4000" b="1" dirty="0">
                <a:solidFill>
                  <a:schemeClr val="tx2">
                    <a:lumMod val="75000"/>
                  </a:schemeClr>
                </a:solidFill>
              </a:rPr>
              <a:t>!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994574399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513347"/>
            <a:ext cx="12192000" cy="2895600"/>
          </a:xfrm>
        </p:spPr>
        <p:txBody>
          <a:bodyPr anchor="t"/>
          <a:lstStyle/>
          <a:p>
            <a:pPr algn="l" defTabSz="466725">
              <a:defRPr/>
            </a:pP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		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പാടി സ്തുതി മനമേ! പരനെകൊണ്ടാടി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						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സ്തുതിദിനവും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	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 - പരനെ </a:t>
            </a:r>
            <a:br>
              <a:rPr lang="ml-IN" sz="1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en-US" sz="18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ആടുകൾക്കായ് തിരു ജീവൻ വെടിഞ്ഞൊരു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കേടില്ലാ ദേവകുഞ്ഞാടിനെ വാഴ്ത്തി നീ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		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–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പാടി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…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070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FF5745B-AD65-445C-B360-91DBD4580C90}"/>
              </a:ext>
            </a:extLst>
          </p:cNvPr>
          <p:cNvSpPr/>
          <p:nvPr/>
        </p:nvSpPr>
        <p:spPr>
          <a:xfrm>
            <a:off x="0" y="4114800"/>
            <a:ext cx="1219200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Paadi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sthuthimaname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Paranekondaadi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sthuthidinavum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parane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	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Aadukalhkkai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thirujeevan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vedinjoru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	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Kedilla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devakunjaadine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vaazhthi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nee		 -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paadi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…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513347"/>
            <a:ext cx="12192000" cy="2185214"/>
          </a:xfrm>
        </p:spPr>
        <p:txBody>
          <a:bodyPr anchor="t"/>
          <a:lstStyle/>
          <a:p>
            <a:pPr algn="l" defTabSz="466725">
              <a:defRPr/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അന്തമില്ലാ ദയവാൻ അവനുടെ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സന്തതികൾക്കു മോദാൽ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ചിന്തിയതാം തിരുരക്തത്തിനാലവൻ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സന്താപം നീക്കി സന്തോഷം നൽകുന്നിതു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070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FF5745B-AD65-445C-B360-91DBD4580C90}"/>
              </a:ext>
            </a:extLst>
          </p:cNvPr>
          <p:cNvSpPr/>
          <p:nvPr/>
        </p:nvSpPr>
        <p:spPr>
          <a:xfrm>
            <a:off x="0" y="3915569"/>
            <a:ext cx="1219200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1.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Anthmilla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dayavaan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avanude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santhathikalkku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modaal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Chinthiyathaam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thirurakthathinaalavan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Santhaapam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neekki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santhosham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nalkunnathinu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8EBD1CA-ACB2-48F9-80A4-7D4F0F132CB9}"/>
              </a:ext>
            </a:extLst>
          </p:cNvPr>
          <p:cNvSpPr/>
          <p:nvPr/>
        </p:nvSpPr>
        <p:spPr>
          <a:xfrm>
            <a:off x="0" y="2656582"/>
            <a:ext cx="12192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200" b="1" spc="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പാടി സ്തുതി മനമേ! പരനെകൊണ്ടാടി</a:t>
            </a:r>
            <a:r>
              <a:rPr lang="en-US" sz="3200" b="1" spc="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spc="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സ്തുതിദിനവും- പരനെ </a:t>
            </a:r>
            <a:endParaRPr lang="en-US" sz="3200" spc="3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C9BDF6E-B346-4BCE-84B9-3B58A2BFDE0A}"/>
              </a:ext>
            </a:extLst>
          </p:cNvPr>
          <p:cNvSpPr/>
          <p:nvPr/>
        </p:nvSpPr>
        <p:spPr>
          <a:xfrm>
            <a:off x="0" y="6100783"/>
            <a:ext cx="12192000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Paadi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sthuthi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maname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!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Paranekondaadi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sthuthidinavum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-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parane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47936816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513347"/>
            <a:ext cx="12192000" cy="2185214"/>
          </a:xfrm>
        </p:spPr>
        <p:txBody>
          <a:bodyPr anchor="t"/>
          <a:lstStyle/>
          <a:p>
            <a:pPr algn="l" defTabSz="466725">
              <a:defRPr/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2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മൃത്യുവിനെ ജയിച്ചു നിസ്തുല്യനാം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കർത്താധി കർത്തനവൻ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മർത്ത്യർക്കമർത്ത്യത നൽകി പ്രമോദമായ്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സത്യാത്മദാനം ചെയ്തൊരു ദയാലുവേ!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070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FF5745B-AD65-445C-B360-91DBD4580C90}"/>
              </a:ext>
            </a:extLst>
          </p:cNvPr>
          <p:cNvSpPr/>
          <p:nvPr/>
        </p:nvSpPr>
        <p:spPr>
          <a:xfrm>
            <a:off x="0" y="3915569"/>
            <a:ext cx="1219200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2.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Mrithyuvine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jayicha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nisthulyanaam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karthaadhi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karthanavan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Marthyarkkamarthyatha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nalki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pramodamai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Sathyaathma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daanam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cheythoru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dayaaluve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8EBD1CA-ACB2-48F9-80A4-7D4F0F132CB9}"/>
              </a:ext>
            </a:extLst>
          </p:cNvPr>
          <p:cNvSpPr/>
          <p:nvPr/>
        </p:nvSpPr>
        <p:spPr>
          <a:xfrm>
            <a:off x="0" y="2656582"/>
            <a:ext cx="12192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200" b="1" spc="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പാടി സ്തുതി മനമേ! പരനെകൊണ്ടാടി</a:t>
            </a:r>
            <a:r>
              <a:rPr lang="en-US" sz="3200" b="1" spc="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spc="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സ്തുതിദിനവും- പരനെ </a:t>
            </a:r>
            <a:endParaRPr lang="en-US" sz="3200" spc="3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9B61670-2756-4AFD-9CC7-4E14A9F38817}"/>
              </a:ext>
            </a:extLst>
          </p:cNvPr>
          <p:cNvSpPr/>
          <p:nvPr/>
        </p:nvSpPr>
        <p:spPr>
          <a:xfrm>
            <a:off x="0" y="6096000"/>
            <a:ext cx="12192000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Paadi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sthuthi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maname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!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Paranekondaadi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sthuthidinavum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-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parane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67322440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513347"/>
            <a:ext cx="12192000" cy="2185214"/>
          </a:xfrm>
        </p:spPr>
        <p:txBody>
          <a:bodyPr anchor="t"/>
          <a:lstStyle/>
          <a:p>
            <a:pPr algn="l" defTabSz="466725">
              <a:defRPr/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3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സ്വർഗ്ഗീയ ഗാത്ര ധരാൻ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നരർക്കു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സന്മാർഗ്ഗം തുറന്നപരൻ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ദു:ഖങ്ങളാകെ നീക്കിടും സർവ്വേശ്വരൻ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സ്വർഗ്ഗമീ ഭൂമിയിലാക്കിയ നാഥനു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070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FF5745B-AD65-445C-B360-91DBD4580C90}"/>
              </a:ext>
            </a:extLst>
          </p:cNvPr>
          <p:cNvSpPr/>
          <p:nvPr/>
        </p:nvSpPr>
        <p:spPr>
          <a:xfrm>
            <a:off x="8021" y="3895516"/>
            <a:ext cx="1219200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3.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Swargeeya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gaathradharan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nararkku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sanmaargam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thuranna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paran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Dukhangalhaake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neekkidum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sarveshwaran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Swargamee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bhoomiyillakkiya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naadhanu</a:t>
            </a:r>
            <a:endParaRPr lang="en-US" sz="34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8EBD1CA-ACB2-48F9-80A4-7D4F0F132CB9}"/>
              </a:ext>
            </a:extLst>
          </p:cNvPr>
          <p:cNvSpPr/>
          <p:nvPr/>
        </p:nvSpPr>
        <p:spPr>
          <a:xfrm>
            <a:off x="0" y="2656582"/>
            <a:ext cx="12192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200" b="1" spc="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പാടി സ്തുതി മനമേ! പരനെകൊണ്ടാടി</a:t>
            </a:r>
            <a:r>
              <a:rPr lang="en-US" sz="3200" b="1" spc="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spc="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സ്തുതിദിനവും- പരനെ </a:t>
            </a:r>
            <a:endParaRPr lang="en-US" sz="3200" spc="3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03852D6-71C0-4FED-8375-3A1128285FE7}"/>
              </a:ext>
            </a:extLst>
          </p:cNvPr>
          <p:cNvSpPr/>
          <p:nvPr/>
        </p:nvSpPr>
        <p:spPr>
          <a:xfrm>
            <a:off x="0" y="6200148"/>
            <a:ext cx="12192000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Paadi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sthuthi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maname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!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Paranekondaadi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sthuthidinavum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-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Calibri"/>
              </a:rPr>
              <a:t>parane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Calibri"/>
              </a:rPr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3FBEDEF-397E-4B24-B7DF-F45A44D38777}"/>
              </a:ext>
            </a:extLst>
          </p:cNvPr>
          <p:cNvSpPr/>
          <p:nvPr/>
        </p:nvSpPr>
        <p:spPr>
          <a:xfrm>
            <a:off x="9917024" y="3804172"/>
            <a:ext cx="22829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cs typeface="Kartika" pitchFamily="18" charset="0"/>
              </a:rPr>
              <a:t>(</a:t>
            </a:r>
            <a:r>
              <a:rPr lang="ml-IN" b="1" dirty="0"/>
              <a:t>പി. വി. തൊമ്മി</a:t>
            </a:r>
            <a:r>
              <a:rPr lang="en-US" b="1" dirty="0">
                <a:cs typeface="Kartika" pitchFamily="18" charset="0"/>
              </a:rPr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652057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560</TotalTime>
  <Words>120</Words>
  <Application>Microsoft Office PowerPoint</Application>
  <PresentationFormat>Widescreen</PresentationFormat>
  <Paragraphs>33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Kartika</vt:lpstr>
      <vt:lpstr>Office Theme</vt:lpstr>
      <vt:lpstr>70 പാടി സ്തുതി മനമേ!</vt:lpstr>
      <vt:lpstr>    പാടി സ്തുതി മനമേ! പരനെകൊണ്ടാടി         സ്തുതിദിനവും    - പരനെ    ആടുകൾക്കായ് തിരു ജീവൻ വെടിഞ്ഞൊരു  കേടില്ലാ ദേവകുഞ്ഞാടിനെ വാഴ്ത്തി നീ    – പാടി…  </vt:lpstr>
      <vt:lpstr>1 അന്തമില്ലാ ദയവാൻ അവനുടെ  സന്തതികൾക്കു മോദാൽ   ചിന്തിയതാം തിരുരക്തത്തിനാലവൻ   സന്താപം നീക്കി സന്തോഷം നൽകുന്നിതു</vt:lpstr>
      <vt:lpstr>2 മൃത്യുവിനെ ജയിച്ചു നിസ്തുല്യനാം  കർത്താധി കർത്തനവൻ   മർത്ത്യർക്കമർത്ത്യത നൽകി പ്രമോദമായ്   സത്യാത്മദാനം ചെയ്തൊരു ദയാലുവേ!</vt:lpstr>
      <vt:lpstr>3 സ്വർഗ്ഗീയ ഗാത്ര ധരാൻ-നരർക്കു   സന്മാർഗ്ഗം തുറന്നപരൻ   ദു:ഖങ്ങളാകെ നീക്കിടും സർവ്വേശ്വരൻ   സ്വർഗ്ഗമീ ഭൂമിയിലാക്കിയ നാഥനു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Paadi sthuthi maname</dc:title>
  <dc:creator>Digital Input:; GM JOHN; Acsah Mathews</dc:creator>
  <cp:lastModifiedBy>Acsah Mathews</cp:lastModifiedBy>
  <cp:revision>228</cp:revision>
  <dcterms:created xsi:type="dcterms:W3CDTF">2013-04-19T09:19:07Z</dcterms:created>
  <dcterms:modified xsi:type="dcterms:W3CDTF">2018-10-31T16:30:20Z</dcterms:modified>
</cp:coreProperties>
</file>