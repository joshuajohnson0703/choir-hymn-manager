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4" r:id="rId2"/>
    <p:sldId id="283" r:id="rId3"/>
    <p:sldId id="288" r:id="rId4"/>
    <p:sldId id="289" r:id="rId5"/>
    <p:sldId id="290" r:id="rId6"/>
    <p:sldId id="291" r:id="rId7"/>
    <p:sldId id="292" r:id="rId8"/>
    <p:sldId id="293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697CB3-0115-4AB1-8ACC-40C47989CF2C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817AE9-8745-4B8D-A613-8AED6FB5D3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DD8E9B-41C7-4833-A383-DFF7FC006DEE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A0D0F0-9C40-451E-A4CC-9AE5C10397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6A9910-30B0-4E87-AAB9-F3F7CE85D89D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81BD53-4016-4B05-A569-297C830448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1C0C8A-1F97-4E9C-995D-EBCC0A57A5ED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8890AE-AFB7-4C5F-9D14-8D2FCFA247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71A551-0137-4F64-B337-B4CA2131AFD2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27EC9F-4CF4-4F6A-AFA7-C750ABC25F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DB44FA-C75A-4D34-BBA4-E9CBD66C0FA9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D8625B-77E9-4E94-8B8D-539263E7B8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042174-5553-4498-A46D-7553E105A467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5BC5D0-F8A2-40CF-A588-F9BAE867D2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32155-501F-416A-8755-5E404C2CC69D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E647D3-993F-4D46-90A0-2C626EF40F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6D3687-EF84-48D4-91A7-84A33FE2BB1F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4D21B0-F4D0-4242-8368-BF4B20BEBA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25D01A-036F-4001-B4E4-477C8FDCC3A0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6F0315-2125-4172-BBAC-7FF33B2AEF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E7D192-D7DD-495F-8AEB-7FCAEF13C938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5A32A8-8BBD-4A2E-B8A2-C2482BCFD5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D8A0A85-2958-4EC2-A888-49D1A1356946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E1D81E9-CF87-49CD-8506-CD81892094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A4E2A-D1E2-4616-B357-E2AA2EC6F5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313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മനസ്സോടെ ശാപ മരത്തിൽ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375C6F-B922-4853-B278-5E34B3C514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657600"/>
            <a:ext cx="8534400" cy="11430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Manassodey </a:t>
            </a:r>
            <a:r>
              <a:rPr lang="en-US" sz="4000" b="1" dirty="0" err="1">
                <a:solidFill>
                  <a:srgbClr val="002060"/>
                </a:solidFill>
              </a:rPr>
              <a:t>shaapa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maraththil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287C33-318E-4CE6-ACB1-11F95BC9121C}"/>
              </a:ext>
            </a:extLst>
          </p:cNvPr>
          <p:cNvSpPr/>
          <p:nvPr/>
        </p:nvSpPr>
        <p:spPr>
          <a:xfrm>
            <a:off x="2155661" y="4488417"/>
            <a:ext cx="20537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>
                <a:solidFill>
                  <a:schemeClr val="accent2">
                    <a:lumMod val="75000"/>
                  </a:schemeClr>
                </a:solidFill>
              </a:rPr>
              <a:t>(മോശവത്സലം)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F03FB5-4FDA-4D22-BE3E-35B3A4236EDF}"/>
              </a:ext>
            </a:extLst>
          </p:cNvPr>
          <p:cNvSpPr/>
          <p:nvPr/>
        </p:nvSpPr>
        <p:spPr>
          <a:xfrm>
            <a:off x="8077200" y="4488417"/>
            <a:ext cx="20185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Moshavatsalam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61695628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510540" y="1442069"/>
            <a:ext cx="11277600" cy="2444131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മനസ്സോടെ ശാപ മരത്തിൽ തൂങ്ങിയ-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മനുവേലേ! ദൈവജാതാ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നിനക്കീ വേദന വരുത്തിവെച്ചതീ-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നീചൻ ഞാനയ്യോ!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706D1E-8F26-4B68-B845-DE7EF41E4464}"/>
              </a:ext>
            </a:extLst>
          </p:cNvPr>
          <p:cNvSpPr/>
          <p:nvPr/>
        </p:nvSpPr>
        <p:spPr>
          <a:xfrm>
            <a:off x="403860" y="3886200"/>
            <a:ext cx="1049274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Manassodey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shaapa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thoongiya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Manuvela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Daivajaathaa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Ninakkee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vedana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varuththivechchathee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neechan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njaanayyo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D039EE-74B0-4BF1-A9F2-3813BD56D96B}"/>
              </a:ext>
            </a:extLst>
          </p:cNvPr>
          <p:cNvSpPr txBox="1"/>
          <p:nvPr/>
        </p:nvSpPr>
        <p:spPr>
          <a:xfrm>
            <a:off x="0" y="71062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510540" y="1442069"/>
            <a:ext cx="11277600" cy="2444131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പരമനീതി എൻ ദുരിതത്താലെന്നെ-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അരിവാൻ നിന്നൊരുനേരം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പരമൻ നീ അതാൽ അരിയപ്പെട്ടിടാൻ-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ഇറങ്ങി വന്നല്ലോ!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706D1E-8F26-4B68-B845-DE7EF41E4464}"/>
              </a:ext>
            </a:extLst>
          </p:cNvPr>
          <p:cNvSpPr/>
          <p:nvPr/>
        </p:nvSpPr>
        <p:spPr>
          <a:xfrm>
            <a:off x="403860" y="3886200"/>
            <a:ext cx="1049274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Paramaneethi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durithaththalenne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arivaan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ninnoru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nèram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Paraman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athaalariyappettidaan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irangi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vannallo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D039EE-74B0-4BF1-A9F2-3813BD56D96B}"/>
              </a:ext>
            </a:extLst>
          </p:cNvPr>
          <p:cNvSpPr txBox="1"/>
          <p:nvPr/>
        </p:nvSpPr>
        <p:spPr>
          <a:xfrm>
            <a:off x="0" y="71062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4568219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510540" y="1442069"/>
            <a:ext cx="11277600" cy="2444131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മലപോലെ ശാപം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ജ്വലിച്ചിറങ്ങിയ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നിലത്തിൻ പാതകം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മൂലം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അലിഞ്ഞു നീ ശാപം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തലയിൽ കൊണ്ടീടാൻ വലിമ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വിട്ടല്ലോ!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706D1E-8F26-4B68-B845-DE7EF41E4464}"/>
              </a:ext>
            </a:extLst>
          </p:cNvPr>
          <p:cNvSpPr/>
          <p:nvPr/>
        </p:nvSpPr>
        <p:spPr>
          <a:xfrm>
            <a:off x="403860" y="3886200"/>
            <a:ext cx="1049274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Malapoley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shaapam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jwalichchirangiya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nilaththin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paathakam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moolam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Alinju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shaapam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thalayil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kondeedaan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valima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vittallo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D039EE-74B0-4BF1-A9F2-3813BD56D96B}"/>
              </a:ext>
            </a:extLst>
          </p:cNvPr>
          <p:cNvSpPr txBox="1"/>
          <p:nvPr/>
        </p:nvSpPr>
        <p:spPr>
          <a:xfrm>
            <a:off x="0" y="71062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54162165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510540" y="1442069"/>
            <a:ext cx="11277600" cy="2444131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നന്ദികെട്ട ഈ നരരെ നരക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ജ്വാലയിൽനിന്നു നേടാൻ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മന്നവ! തിരു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പൊൻ കുരുതി നീ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ചിന്തി നിന്നല്ലോ!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706D1E-8F26-4B68-B845-DE7EF41E4464}"/>
              </a:ext>
            </a:extLst>
          </p:cNvPr>
          <p:cNvSpPr/>
          <p:nvPr/>
        </p:nvSpPr>
        <p:spPr>
          <a:xfrm>
            <a:off x="403860" y="3886200"/>
            <a:ext cx="1049274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Nanniketta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nararey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Naraka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jwaalayilninnu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nèdaan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Mannava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Thiru-ponkuruthi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chinthi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ninnallo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D039EE-74B0-4BF1-A9F2-3813BD56D96B}"/>
              </a:ext>
            </a:extLst>
          </p:cNvPr>
          <p:cNvSpPr txBox="1"/>
          <p:nvPr/>
        </p:nvSpPr>
        <p:spPr>
          <a:xfrm>
            <a:off x="0" y="71062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5762788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510540" y="1442069"/>
            <a:ext cx="11277600" cy="2444131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ദൈവകോപത്തിൻ ദർശനം വിട്ടുപാപി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ഞാനൊളി-ച്ചീടാൻ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സർവ്വ ലോകത്തിൻ-നായകാ നിൻ-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വിലാവും വീണ്ടല്ലോ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706D1E-8F26-4B68-B845-DE7EF41E4464}"/>
              </a:ext>
            </a:extLst>
          </p:cNvPr>
          <p:cNvSpPr/>
          <p:nvPr/>
        </p:nvSpPr>
        <p:spPr>
          <a:xfrm>
            <a:off x="403860" y="3886200"/>
            <a:ext cx="1049274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Daivakopaththil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darshanam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vittupaapi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njaanolhi-chcheedaan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Sarva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naayaka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vilaavum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veendallo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D039EE-74B0-4BF1-A9F2-3813BD56D96B}"/>
              </a:ext>
            </a:extLst>
          </p:cNvPr>
          <p:cNvSpPr txBox="1"/>
          <p:nvPr/>
        </p:nvSpPr>
        <p:spPr>
          <a:xfrm>
            <a:off x="0" y="71062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8450013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510540" y="1442069"/>
            <a:ext cx="11277600" cy="2444131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മരിച്ചവർക്കമൃതായ് നിൻ ദേഹത്തെ-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നുറുക്കിയോ ജീവനാഥാ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മുറിഞ്ഞുടഞ്ഞ നിൻ-തിരുമെയ്യിൽ രക്തം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ചൊരിഞ്ഞല്ലോ! പാരിൽ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706D1E-8F26-4B68-B845-DE7EF41E4464}"/>
              </a:ext>
            </a:extLst>
          </p:cNvPr>
          <p:cNvSpPr/>
          <p:nvPr/>
        </p:nvSpPr>
        <p:spPr>
          <a:xfrm>
            <a:off x="403860" y="3886200"/>
            <a:ext cx="1049274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Marichchavarkkamruthaai Nin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dehaththey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nurukkiyo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jeevanaathaa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Murinjudanja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nin-thirumeyyin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raktham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chorinjallo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Paaril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D039EE-74B0-4BF1-A9F2-3813BD56D96B}"/>
              </a:ext>
            </a:extLst>
          </p:cNvPr>
          <p:cNvSpPr txBox="1"/>
          <p:nvPr/>
        </p:nvSpPr>
        <p:spPr>
          <a:xfrm>
            <a:off x="0" y="71062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57303929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510540" y="1442069"/>
            <a:ext cx="11277600" cy="2444131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അരിഷ്ട പാപി നിൻ തിരു പുണ്യങ്ങളിൽ-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ശരണം വച്ചുവന്നയ്യോ!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 പ്രതിമ യാക്ക ഗതിയെ കൃപ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നിറഞ്ഞ കർത്താവേ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706D1E-8F26-4B68-B845-DE7EF41E4464}"/>
              </a:ext>
            </a:extLst>
          </p:cNvPr>
          <p:cNvSpPr/>
          <p:nvPr/>
        </p:nvSpPr>
        <p:spPr>
          <a:xfrm>
            <a:off x="403860" y="3886200"/>
            <a:ext cx="1049274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Arishta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paapi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punhyangalhil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sharanham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vachchuvannayyo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prathimayaakka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gathiye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kripa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niranja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Karthaavey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D039EE-74B0-4BF1-A9F2-3813BD56D96B}"/>
              </a:ext>
            </a:extLst>
          </p:cNvPr>
          <p:cNvSpPr txBox="1"/>
          <p:nvPr/>
        </p:nvSpPr>
        <p:spPr>
          <a:xfrm>
            <a:off x="0" y="71062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1400210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1509</TotalTime>
  <Words>137</Words>
  <Application>Microsoft Office PowerPoint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313 മനസ്സോടെ ശാപ മരത്തിൽ</vt:lpstr>
      <vt:lpstr>മനസ്സോടെ ശാപ മരത്തിൽ തൂങ്ങിയ- മനുവേലേ! ദൈവജാതാ  നിനക്കീ വേദന വരുത്തിവെച്ചതീ- നീചൻ ഞാനയ്യോ!</vt:lpstr>
      <vt:lpstr>പരമനീതി എൻ ദുരിതത്താലെന്നെ- അരിവാൻ നിന്നൊരുനേരം പരമൻ നീ അതാൽ അരിയപ്പെട്ടിടാൻ- ഇറങ്ങി വന്നല്ലോ!</vt:lpstr>
      <vt:lpstr>മലപോലെ ശാപം - ജ്വലിച്ചിറങ്ങിയ  നിലത്തിൻ പാതകം - മൂലം  അലിഞ്ഞു നീ ശാപം - തലയിൽ കൊണ്ടീടാൻ വലിമ - വിട്ടല്ലോ!</vt:lpstr>
      <vt:lpstr>നന്ദികെട്ട ഈ നരരെ നരക  ജ്വാലയിൽനിന്നു നേടാൻ  മന്നവ! തിരു - പൊൻ കുരുതി നീ  ചിന്തി നിന്നല്ലോ!</vt:lpstr>
      <vt:lpstr>ദൈവകോപത്തിൻ ദർശനം വിട്ടുപാപി  ഞാനൊളി-ച്ചീടാൻ  സർവ്വ ലോകത്തിൻ-നായകാ നിൻ- വിലാവും വീണ്ടല്ലോ </vt:lpstr>
      <vt:lpstr>മരിച്ചവർക്കമൃതായ് നിൻ ദേഹത്തെ- നുറുക്കിയോ ജീവനാഥാ  മുറിഞ്ഞുടഞ്ഞ നിൻ-തിരുമെയ്യിൽ രക്തം  ചൊരിഞ്ഞല്ലോ! പാരിൽ </vt:lpstr>
      <vt:lpstr>അരിഷ്ട പാപി നിൻ തിരു പുണ്യങ്ങളിൽ- ശരണം വച്ചുവന്നയ്യോ! തിരു പ്രതിമ യാക്ക ഗതിയെ കൃപ  നിറഞ്ഞ കർത്താവേ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Manasode shaapa marathil</dc:title>
  <dc:creator>Digital Input;GM JOHN</dc:creator>
  <cp:lastModifiedBy>Acsah Mathews</cp:lastModifiedBy>
  <cp:revision>432</cp:revision>
  <dcterms:created xsi:type="dcterms:W3CDTF">2013-04-19T09:19:07Z</dcterms:created>
  <dcterms:modified xsi:type="dcterms:W3CDTF">2018-11-16T19:47:42Z</dcterms:modified>
</cp:coreProperties>
</file>