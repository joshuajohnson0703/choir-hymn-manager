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5" r:id="rId2"/>
    <p:sldId id="270" r:id="rId3"/>
    <p:sldId id="273" r:id="rId4"/>
    <p:sldId id="274" r:id="rId5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54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2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8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0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92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8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7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3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20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267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86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523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293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78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3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6646BF5C-1410-430E-80E0-FEF4B575F9DF}" type="datetimeFigureOut">
              <a:rPr lang="en-US" smtClean="0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A64423E8-6D20-47A7-8F70-C900064DFC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41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1A69-3174-42A5-B2BC-16B05BF33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4323" y="1672392"/>
            <a:ext cx="9144000" cy="2518607"/>
          </a:xfrm>
        </p:spPr>
        <p:txBody>
          <a:bodyPr>
            <a:normAutofit/>
          </a:bodyPr>
          <a:lstStyle/>
          <a:p>
            <a:r>
              <a:rPr lang="en-US" dirty="0"/>
              <a:t>113</a:t>
            </a:r>
            <a:br>
              <a:rPr lang="en-US" dirty="0"/>
            </a:br>
            <a:r>
              <a:rPr lang="ml-IN" sz="6000" b="1" spc="0" dirty="0">
                <a:solidFill>
                  <a:schemeClr val="tx2"/>
                </a:solidFill>
                <a:effectLst/>
                <a:latin typeface="Kartika" panose="02020503030404060203" pitchFamily="18" charset="0"/>
              </a:rPr>
              <a:t>പാടിന്‍ ഇൻപഗീതം</a:t>
            </a:r>
            <a:endParaRPr lang="en-US" sz="67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B577-8519-4189-B8D9-5F0A68BCD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4323" y="3806013"/>
            <a:ext cx="9144000" cy="164149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Paadin </a:t>
            </a:r>
            <a:r>
              <a:rPr lang="en-US" sz="4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inpa</a:t>
            </a:r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geetham</a:t>
            </a:r>
            <a:endParaRPr lang="en-US" sz="4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b="1" i="1" dirty="0"/>
              <a:t>Carol Sweet Carol – F. J. Alstyne</a:t>
            </a:r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760B60A-5EF6-4028-9312-663EA4A7F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>
            <a:off x="0" y="0"/>
            <a:ext cx="3361390" cy="305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5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7585" y="87337"/>
            <a:ext cx="12192000" cy="1981200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പാടിന്‍ ഇൻപഗീതം 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ഇന്നേശു ജാതനായ്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സദ്വിശേഷ നാദം കൊണ്ടാടിന്‍ ലോകര്‍ക്കായ്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പാടിന്‍ ഇൻപഗീതം 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ഇപ്പാരിൽ എങ്ങുമേ 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കേട്ടു വീണ്ടും ഗീതം 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  <a:cs typeface="Kartika" panose="02020503030404060203" pitchFamily="18" charset="0"/>
              </a:rPr>
              <a:t>പാടണം വേഗമേ </a:t>
            </a:r>
            <a:endParaRPr lang="en-US" sz="3200" b="1" spc="0" dirty="0">
              <a:solidFill>
                <a:schemeClr val="tx1"/>
              </a:solidFill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113</a:t>
            </a:r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C484BA6-7A78-4361-875B-21633206FB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>
            <a:off x="10439400" y="5257800"/>
            <a:ext cx="1641860" cy="14907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678E9B-AB16-4FBA-AC65-EEAACAF1FC40}"/>
              </a:ext>
            </a:extLst>
          </p:cNvPr>
          <p:cNvSpPr/>
          <p:nvPr/>
        </p:nvSpPr>
        <p:spPr>
          <a:xfrm>
            <a:off x="17585" y="2411870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ഇൻപഗീതം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ഇന്നിമ്പമായ്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സദ്വിശേഷ നാദം 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കൊണ്ടാടിന്‍ ലോകര്‍ക്കായ്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endParaRPr lang="en-US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08F14-46AF-407C-B2FA-A7D896130584}"/>
              </a:ext>
            </a:extLst>
          </p:cNvPr>
          <p:cNvSpPr/>
          <p:nvPr/>
        </p:nvSpPr>
        <p:spPr>
          <a:xfrm>
            <a:off x="0" y="3458308"/>
            <a:ext cx="11963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inpa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Inneshu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jaathanaai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Sadvishesha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naatham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Kondaadin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lôkarkkaai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</a:p>
          <a:p>
            <a:r>
              <a:rPr lang="nl-NL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inpa geetham Ippaaril engumey </a:t>
            </a:r>
          </a:p>
          <a:p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Kèttu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Paadanham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vègamey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074FB-39DD-4298-A0ED-3886E3680258}"/>
              </a:ext>
            </a:extLst>
          </p:cNvPr>
          <p:cNvSpPr/>
          <p:nvPr/>
        </p:nvSpPr>
        <p:spPr>
          <a:xfrm>
            <a:off x="5862" y="557771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inpa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geetham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innimbamaai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Sadvishesha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naatham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Kondaadin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lôkarkkaai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27366"/>
            <a:ext cx="12192000" cy="2160311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പാടിന്‍ ഇൻപഗീതം സ്വര്‍ഗ്ഗീയ കീര്‍ത്തനം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പാടിന്‍ ജാതമോദം രക്ഷണ്യകാരണം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പാടിന്‍ ഇൻപഗീതം 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മഹത്വം കര്‍ത്തനും 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ശാന്തി, പ്രീതി, മോദം,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നരര്‍ക്കുണ്ടാം എന്നും </a:t>
            </a:r>
            <a:endParaRPr lang="en-US" sz="3200" b="1" spc="0" dirty="0">
              <a:solidFill>
                <a:schemeClr val="tx1"/>
              </a:solidFill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113</a:t>
            </a:r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C484BA6-7A78-4361-875B-21633206FB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>
            <a:off x="10439400" y="5257800"/>
            <a:ext cx="1641860" cy="14907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678E9B-AB16-4FBA-AC65-EEAACAF1FC40}"/>
              </a:ext>
            </a:extLst>
          </p:cNvPr>
          <p:cNvSpPr/>
          <p:nvPr/>
        </p:nvSpPr>
        <p:spPr>
          <a:xfrm>
            <a:off x="17585" y="2411870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ഇൻപഗീതം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ഇന്നിമ്പമായ്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സദ്വിശേഷ നാദം 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കൊണ്ടാടിന്‍ ലോകര്‍ക്കായ്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endParaRPr lang="en-US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08F14-46AF-407C-B2FA-A7D896130584}"/>
              </a:ext>
            </a:extLst>
          </p:cNvPr>
          <p:cNvSpPr/>
          <p:nvPr/>
        </p:nvSpPr>
        <p:spPr>
          <a:xfrm>
            <a:off x="0" y="3458308"/>
            <a:ext cx="11963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inpa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Swarggeeya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keerthanam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jaatha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môtham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Rakshanhya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kaaranham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inpa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Mahathwam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Karththanum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Shaanthi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preethi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môtham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Narakkundaaam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ennum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074FB-39DD-4298-A0ED-3886E3680258}"/>
              </a:ext>
            </a:extLst>
          </p:cNvPr>
          <p:cNvSpPr/>
          <p:nvPr/>
        </p:nvSpPr>
        <p:spPr>
          <a:xfrm>
            <a:off x="5862" y="557771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inpa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geetham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innimbamaai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Sadvishesha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naatham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Kondaadin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lôkarkkaai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113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1723" y="57883"/>
            <a:ext cx="12192000" cy="2160311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</a:pP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പാടിന്‍ ഇൻപഗീതം ക്രിസ്താവതാരനാൾ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കേള്‍ക്കുന്നെങ്ങും നാദം മണിഗണങ്ങളാൽ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പാടിന്‍ ഇൻപഗീതം 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രക്ഷണ്യ സംഘമേ</a:t>
            </a:r>
            <a:b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</a:b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ധ്യാനിച്ചേറെ ഗീതം</a:t>
            </a:r>
            <a:r>
              <a:rPr lang="en-US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 </a:t>
            </a:r>
            <a:r>
              <a:rPr lang="ml-IN" sz="3200" b="1" spc="0" dirty="0">
                <a:solidFill>
                  <a:schemeClr val="tx1"/>
                </a:solidFill>
                <a:effectLst/>
                <a:latin typeface="Kartika" panose="02020503030404060203" pitchFamily="18" charset="0"/>
              </a:rPr>
              <a:t>പാടിടിന്‍ ഉച്ചത്തില്‍</a:t>
            </a:r>
            <a:endParaRPr lang="en-US" sz="3200" b="1" spc="0" dirty="0">
              <a:solidFill>
                <a:schemeClr val="tx1"/>
              </a:solidFill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049000" y="0"/>
            <a:ext cx="1143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113</a:t>
            </a:r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7C484BA6-7A78-4361-875B-21633206FB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>
            <a:off x="10439400" y="5257800"/>
            <a:ext cx="1641860" cy="149073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678E9B-AB16-4FBA-AC65-EEAACAF1FC40}"/>
              </a:ext>
            </a:extLst>
          </p:cNvPr>
          <p:cNvSpPr/>
          <p:nvPr/>
        </p:nvSpPr>
        <p:spPr>
          <a:xfrm>
            <a:off x="17585" y="2411870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ഇൻപഗീതം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പാടിന്‍ ഇന്നിമ്പമായ്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സദ്വിശേഷ നാദം 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കൊണ്ടാടിന്‍ ലോകര്‍ക്കായ്</a:t>
            </a:r>
            <a:r>
              <a:rPr 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endParaRPr lang="en-US" sz="3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08F14-46AF-407C-B2FA-A7D896130584}"/>
              </a:ext>
            </a:extLst>
          </p:cNvPr>
          <p:cNvSpPr/>
          <p:nvPr/>
        </p:nvSpPr>
        <p:spPr>
          <a:xfrm>
            <a:off x="0" y="3458308"/>
            <a:ext cx="11963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inpa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Kristhavathaaranaalh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Kèlhkkunnengum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naatham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Manhiganhangalhaal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Paadin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inpa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Rakshanhya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sanghamey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Dhyaanichchèrey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geetham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Paadidin</a:t>
            </a:r>
            <a:r>
              <a:rPr lang="en-US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rPr>
              <a:t>uchchathil</a:t>
            </a:r>
            <a:endParaRPr lang="en-US" sz="3200" b="1" dirty="0">
              <a:solidFill>
                <a:schemeClr val="accent1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074FB-39DD-4298-A0ED-3886E3680258}"/>
              </a:ext>
            </a:extLst>
          </p:cNvPr>
          <p:cNvSpPr/>
          <p:nvPr/>
        </p:nvSpPr>
        <p:spPr>
          <a:xfrm>
            <a:off x="5862" y="557771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inpa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geetham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Paadin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innimbamaai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Sadvishesha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naatham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Kondaadin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lôkarkkaai</a:t>
            </a:r>
            <a:r>
              <a:rPr lang="en-US" sz="3200" b="1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770928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126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Kartika</vt:lpstr>
      <vt:lpstr>Depth</vt:lpstr>
      <vt:lpstr>113 പാടിന്‍ ഇൻപഗീതം</vt:lpstr>
      <vt:lpstr>പാടിന്‍ ഇൻപഗീതം  ഇന്നേശു ജാതനായ്‌ സദ്വിശേഷ നാദം കൊണ്ടാടിന്‍ ലോകര്‍ക്കായ്‌ പാടിന്‍ ഇൻപഗീതം  ഇപ്പാരിൽ എങ്ങുമേ  കേട്ടു വീണ്ടും ഗീതം  പാടണം വേഗമേ </vt:lpstr>
      <vt:lpstr>പാടിന്‍ ഇൻപഗീതം സ്വര്‍ഗ്ഗീയ കീര്‍ത്തനം പാടിന്‍ ജാതമോദം രക്ഷണ്യകാരണം പാടിന്‍ ഇൻപഗീതം  മഹത്വം കര്‍ത്തനും  ശാന്തി, പ്രീതി, മോദം, നരര്‍ക്കുണ്ടാം എന്നും </vt:lpstr>
      <vt:lpstr>പാടിന്‍ ഇൻപഗീതം ക്രിസ്താവതാരനാൾ കേള്‍ക്കുന്നെങ്ങും നാദം മണിഗണങ്ങളാൽ പാടിന്‍ ഇൻപഗീതം  രക്ഷണ്യ സംഘമേ ധ്യാനിച്ചേറെ ഗീതം പാടിടിന്‍ ഉച്ചത്തില്‍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Paadin inpageetham</dc:title>
  <dc:creator>Digital Input:; GM JOHN; Acsah Mathews</dc:creator>
  <cp:lastModifiedBy>Acsah Mathews</cp:lastModifiedBy>
  <cp:revision>176</cp:revision>
  <dcterms:created xsi:type="dcterms:W3CDTF">2013-04-19T09:19:07Z</dcterms:created>
  <dcterms:modified xsi:type="dcterms:W3CDTF">2018-11-02T15:51:28Z</dcterms:modified>
</cp:coreProperties>
</file>