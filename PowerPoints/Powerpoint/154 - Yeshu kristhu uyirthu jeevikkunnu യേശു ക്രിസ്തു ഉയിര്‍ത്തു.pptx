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1" r:id="rId3"/>
    <p:sldId id="275" r:id="rId4"/>
    <p:sldId id="276" r:id="rId5"/>
    <p:sldId id="279" r:id="rId6"/>
    <p:sldId id="277" r:id="rId7"/>
    <p:sldId id="280" r:id="rId8"/>
    <p:sldId id="278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B54DE-102A-4C3A-95D1-5110562D6FB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FAFC2-F880-4868-B1A0-DB407DCC16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CA688-8317-44FB-A6BB-DCD22B3EA03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23F54-81E3-462C-B025-03F87811CF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3C0D1-D48E-417A-A99D-D3D8D4CC5066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B8A94-23E3-4DDA-AB54-DA134C0E1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06EF-8E5D-48F5-B247-1E0A3490911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32148-F206-4222-957D-A5E56FB357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B709C-5EAD-4C68-B88E-AFE5F3F58AD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A8376-B0EE-461C-A1EC-784B97239E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F53461-8FD5-469A-AF67-1470C3D3E93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5405B-6F8E-44E4-9A26-3B81880D1E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B73A9-D05E-4049-A75F-5AE5C2B7262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22B61-8F78-46FF-9FEC-DAA01AE2A9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2D0B8-F7FB-459B-AC04-A72A8AE2BB8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8D64E-A6CA-4769-9EC7-1EC2D27C89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CFD26-D870-4B87-B853-80A883380E3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EA3A4-C88C-4231-8AEA-F3C9C4E38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C66FD0-A330-42E7-A669-22466387EFA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77EB0-E47D-4099-8DFF-3EFFC7267E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C144D-CFAF-46DB-ACE8-FE70700E301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6B074-7503-4947-87D5-417998B2B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49FDE0-337C-405B-9AD4-D55163BABE3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5226392-CAAA-46D7-86A2-65D21E897B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587A-040F-4EAE-A5FC-F3C7C93725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154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 ക്രിസ്തു ഉയിര്‍ത്തു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FF832-71A5-4C33-BBFC-EED6B12B9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Yeshukristhu </a:t>
            </a:r>
            <a:r>
              <a:rPr lang="en-US" sz="4000" b="1" dirty="0" err="1">
                <a:solidFill>
                  <a:schemeClr val="tx2"/>
                </a:solidFill>
              </a:rPr>
              <a:t>uyirththu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11874-AC2B-4EEA-B7EA-670CA465A384}"/>
              </a:ext>
            </a:extLst>
          </p:cNvPr>
          <p:cNvSpPr/>
          <p:nvPr/>
        </p:nvSpPr>
        <p:spPr>
          <a:xfrm>
            <a:off x="1828800" y="5269468"/>
            <a:ext cx="33089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 (എം. ഈ. ചെറിയാൻ)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CAF88-38A0-413D-8198-20CBA229FC87}"/>
              </a:ext>
            </a:extLst>
          </p:cNvPr>
          <p:cNvSpPr/>
          <p:nvPr/>
        </p:nvSpPr>
        <p:spPr>
          <a:xfrm>
            <a:off x="8588603" y="5269468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17054308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79412" y="1117600"/>
            <a:ext cx="11480800" cy="2743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ഉയിര്‍ത്തു ജീവിക്കുന്നു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പരലോകത്തില്‍ ജീവിക്കുന്നു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ഇഹ ലോകത്തില്‍ താനിനി വേഗം വരും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രാജ രാജനായ്‌ വാണിടുവാന്‍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0" y="3886200"/>
            <a:ext cx="11480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Yeshukristhu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uyirththu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paralokaththil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Ihalokaththil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Thaanini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végam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varum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Raajaraajanaai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vaanhiduvaan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E0680-603B-45F8-BBCD-7E1679ECD81E}"/>
              </a:ext>
            </a:extLst>
          </p:cNvPr>
          <p:cNvSpPr/>
          <p:nvPr/>
        </p:nvSpPr>
        <p:spPr>
          <a:xfrm>
            <a:off x="1" y="496669"/>
            <a:ext cx="1216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399" y="663476"/>
            <a:ext cx="12141201" cy="2743200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 ഹല്ലേലുയ്യ ജയം ഹല്ലേലുയ്യ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കര്‍ത്താവു ജീവിക്കുന്നു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ഉയിർത്തു  ജീവിക്കുന്നു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പരലോകത്തിൽ ജീവിക്കുന്നു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-1" y="3731598"/>
            <a:ext cx="1214120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uyirththu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para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79355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79412" y="1117600"/>
            <a:ext cx="11480800" cy="2743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കൊല്ലുന്ന മരണത്തിന്‍ ഘോരതര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വിഷപ്പല്ലു തകർന്നതാകയാൽ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ഇനി തെല്ലും ഭയമെന്യേ മൃത്യുവിനെ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നമ്മള്‍ വെല്ലുവിളിക്കുകയായ്‌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0" y="3886200"/>
            <a:ext cx="11480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Kollunna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maranhaththin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ghorathara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vishappallu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thakarnnathaakayaal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bhayamenye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mrithyuviney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nammalh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vellu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vilhikkukayaam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E0680-603B-45F8-BBCD-7E1679ECD81E}"/>
              </a:ext>
            </a:extLst>
          </p:cNvPr>
          <p:cNvSpPr/>
          <p:nvPr/>
        </p:nvSpPr>
        <p:spPr>
          <a:xfrm>
            <a:off x="1" y="496669"/>
            <a:ext cx="1216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52274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399" y="663476"/>
            <a:ext cx="12141201" cy="2743200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 ഹല്ലേലുയ്യ ജയം ഹല്ലേലുയ്യ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കര്‍ത്താവു ജീവിക്കുന്നു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ഉയിർത്തു  ജീവിക്കുന്നു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പരലോകത്തിൽ ജീവിക്കുന്നു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-1" y="3731598"/>
            <a:ext cx="1214120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uyirththu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para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74947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79412" y="1117600"/>
            <a:ext cx="11480800" cy="2743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എന്നേശു ജീവിക്കുന്നായതിനാല്‍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ഞാനുമെന്നേക്കും ജീവിക്കയാം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ഇനി തന്നെ പിരിഞ്ഞൊരു ജീവിതമില്ലെനിക്കെല്ലാം എന്നേശുവത്രേ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0" y="3886200"/>
            <a:ext cx="11480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jeevikkunn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aayathinaal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jeevikkayaam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thanneyppirinjoru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Jeevithamill-enikkellam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enneshu-vathrey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E0680-603B-45F8-BBCD-7E1679ECD81E}"/>
              </a:ext>
            </a:extLst>
          </p:cNvPr>
          <p:cNvSpPr/>
          <p:nvPr/>
        </p:nvSpPr>
        <p:spPr>
          <a:xfrm>
            <a:off x="1" y="496669"/>
            <a:ext cx="1216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417106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399" y="663476"/>
            <a:ext cx="12141201" cy="2743200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 ഹല്ലേലുയ്യ ജയം ഹല്ലേലുയ്യ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കര്‍ത്താവു ജീവിക്കുന്നു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ഉയിർത്തു  ജീവിക്കുന്നു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പരലോകത്തിൽ ജീവിക്കുന്നു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-1" y="3731598"/>
            <a:ext cx="1214120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uyirththu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para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3002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79412" y="1117600"/>
            <a:ext cx="11480800" cy="27432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മന്നിലല്ലെന്‍ നിത്യ വാസമെന്നേശുവിന്‍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മുന്നില്‍ മഹത്വത്തിലാം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ഇനി വിണ്ണില്‍ ആ വീട്ടില്‍ ചെന്നെത്തുന്ന നാളുക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ളെണ്ണി ഞാന്‍ പാര്‍ത്തിടുന്നു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0" y="3886200"/>
            <a:ext cx="11480800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Mannilallen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vaasamenneshuvin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mahathwaththilaam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vinnhil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aa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veettil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chenneththunnanaalhukalh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paarththidunnu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E0680-603B-45F8-BBCD-7E1679ECD81E}"/>
              </a:ext>
            </a:extLst>
          </p:cNvPr>
          <p:cNvSpPr/>
          <p:nvPr/>
        </p:nvSpPr>
        <p:spPr>
          <a:xfrm>
            <a:off x="1" y="496669"/>
            <a:ext cx="1216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1135172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399" y="663476"/>
            <a:ext cx="12141201" cy="2743200"/>
          </a:xfrm>
        </p:spPr>
        <p:txBody>
          <a:bodyPr anchor="t"/>
          <a:lstStyle/>
          <a:p>
            <a:pPr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 ഹല്ലേലുയ്യ ജയം ഹല്ലേലുയ്യ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കര്‍ത്താവു ജീവിക്കുന്നു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ഉയിർത്തു  ജീവിക്കുന്നു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പരലോകത്തിൽ ജീവിക്കുന്നു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538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154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8D873-D220-4732-B87F-777AAAC3A85F}"/>
              </a:ext>
            </a:extLst>
          </p:cNvPr>
          <p:cNvSpPr/>
          <p:nvPr/>
        </p:nvSpPr>
        <p:spPr>
          <a:xfrm>
            <a:off x="-1" y="3731598"/>
            <a:ext cx="1214120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uyirththu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para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lokaththil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2D8B0C-99F0-4226-9A32-2682741DD73C}"/>
              </a:ext>
            </a:extLst>
          </p:cNvPr>
          <p:cNvSpPr/>
          <p:nvPr/>
        </p:nvSpPr>
        <p:spPr>
          <a:xfrm>
            <a:off x="9138455" y="3546932"/>
            <a:ext cx="3002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 (എം. ഈ. ചെറിയാൻ)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E6E28-6226-4FC5-BA09-17EC570E452B}"/>
              </a:ext>
            </a:extLst>
          </p:cNvPr>
          <p:cNvSpPr/>
          <p:nvPr/>
        </p:nvSpPr>
        <p:spPr>
          <a:xfrm>
            <a:off x="9448800" y="6291289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(M.E. Cherian)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564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179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154 യേശു ക്രിസ്തു ഉയിര്‍ത്തു</vt:lpstr>
      <vt:lpstr>യേശു ക്രിസ്തു ഉയിര്‍ത്തു ജീവിക്കുന്നു പരലോകത്തില്‍ ജീവിക്കുന്നു ഇഹ ലോകത്തില്‍ താനിനി വേഗം വരും രാജ രാജനായ്‌ വാണിടുവാന്‍</vt:lpstr>
      <vt:lpstr>ഹാ ഹല്ലേലുയ്യ ജയം ഹല്ലേലുയ്യ യേശു കര്‍ത്താവു ജീവിക്കുന്നു യേശു ക്രിസ്തു ഉയിർത്തു  ജീവിക്കുന്നു  പരലോകത്തിൽ ജീവിക്കുന്നു</vt:lpstr>
      <vt:lpstr>കൊല്ലുന്ന മരണത്തിന്‍ ഘോരതര വിഷപ്പല്ലു തകർന്നതാകയാൽ ഇനി തെല്ലും ഭയമെന്യേ മൃത്യുവിനെ നമ്മള്‍ വെല്ലുവിളിക്കുകയായ്‌</vt:lpstr>
      <vt:lpstr>ഹാ ഹല്ലേലുയ്യ ജയം ഹല്ലേലുയ്യ യേശു കര്‍ത്താവു ജീവിക്കുന്നു യേശു ക്രിസ്തു ഉയിർത്തു  ജീവിക്കുന്നു  പരലോകത്തിൽ ജീവിക്കുന്നു</vt:lpstr>
      <vt:lpstr>എന്നേശു ജീവിക്കുന്നായതിനാല്‍ ഞാനുമെന്നേക്കും ജീവിക്കയാം ഇനി തന്നെ പിരിഞ്ഞൊരു ജീവിതമില്ലെനിക്കെല്ലാം എന്നേശുവത്രേ</vt:lpstr>
      <vt:lpstr>ഹാ ഹല്ലേലുയ്യ ജയം ഹല്ലേലുയ്യ യേശു കര്‍ത്താവു ജീവിക്കുന്നു യേശു ക്രിസ്തു ഉയിർത്തു  ജീവിക്കുന്നു  പരലോകത്തിൽ ജീവിക്കുന്നു</vt:lpstr>
      <vt:lpstr>മന്നിലല്ലെന്‍ നിത്യ വാസമെന്നേശുവിന്‍ മുന്നില്‍ മഹത്വത്തിലാം ഇനി വിണ്ണില്‍ ആ വീട്ടില്‍ ചെന്നെത്തുന്ന നാളുക-  ളെണ്ണി ഞാന്‍ പാര്‍ത്തിടുന്നു</vt:lpstr>
      <vt:lpstr>ഹാ ഹല്ലേലുയ്യ ജയം ഹല്ലേലുയ്യ യേശു കര്‍ത്താവു ജീവിക്കുന്നു യേശു ക്രിസ്തു ഉയിർത്തു  ജീവിക്കുന്നു  പരലോകത്തിൽ ജീവിക്കുന്നു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kristhu uyirthu jeevikkunnu</dc:title>
  <dc:creator>Digital Input:; GM JOHN; Acsah Mathews</dc:creator>
  <cp:lastModifiedBy>Acsah Mathews</cp:lastModifiedBy>
  <cp:revision>197</cp:revision>
  <dcterms:created xsi:type="dcterms:W3CDTF">2013-04-19T09:19:07Z</dcterms:created>
  <dcterms:modified xsi:type="dcterms:W3CDTF">2018-11-06T15:22:21Z</dcterms:modified>
</cp:coreProperties>
</file>