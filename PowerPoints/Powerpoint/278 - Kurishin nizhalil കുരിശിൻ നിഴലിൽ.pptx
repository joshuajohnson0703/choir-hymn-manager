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6" r:id="rId2"/>
    <p:sldId id="270" r:id="rId3"/>
    <p:sldId id="273" r:id="rId4"/>
    <p:sldId id="277" r:id="rId5"/>
    <p:sldId id="274" r:id="rId6"/>
    <p:sldId id="278" r:id="rId7"/>
    <p:sldId id="275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087A4-14DC-4857-988C-F3E24F6E4118}" type="datetimeFigureOut">
              <a:rPr lang="en-US" smtClean="0"/>
              <a:t>11/15/2018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BF43D-BC1E-44C9-9531-82454D3C7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0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D2C12-E25A-4D65-8718-983ECBDB120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F924A-4C34-4F76-97F9-6CC1F9110C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9A7AF9-A2B2-4943-8981-6AE0AEB9C7C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21250-EDC3-4852-9F2E-0C35DE9672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B0DB12-0832-4A52-92F6-88C3185DB3C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09320-F2D2-49B9-ACF4-A9EF283940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4912C-F0FD-4AD2-B7CC-145A3D86D76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991D3-EB66-4EAD-AE7E-76AC346E20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ADFEF-B5CB-4648-A3F9-D65CCD05C30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A58BF-73C6-4F5B-94B5-EFC07536E8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E4CD7-6031-4CAB-917A-90ED85C649B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2E4E0-831C-4F13-BFDE-F8E058658C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E9DB9-AD7C-4D39-B1B9-DD695CF1424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9382B-F9CA-403C-8E7A-8E79205132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DF5C4-F7A9-4544-A41A-18B1E1A0F2C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DA421-1807-4C87-B323-28AD07D9F3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516C5-A421-4E26-A5FD-D9E960C0070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7639B-1469-4208-A8E8-840003D52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F8BC4-9DF7-4236-8874-60A37D97128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27E965-659D-4CF4-A2CC-7341F7897E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9A528-B921-456B-AB27-561606F1DD0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2941A-EA9E-432B-820A-4C69167B7F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D6473D9-299B-4A2E-8698-7866146A4C3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981AEA8-BE45-40E5-9449-0D7A2FD485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EAE8-00C9-47BD-9259-D76B47434C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278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കുരിശിൻ നിഴലിൽ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24A3B-FDFA-4786-814F-57B30CC97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Kurishin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nizhalil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44367-23D7-47C6-8B60-B61DE2D5D1CF}"/>
              </a:ext>
            </a:extLst>
          </p:cNvPr>
          <p:cNvSpPr/>
          <p:nvPr/>
        </p:nvSpPr>
        <p:spPr>
          <a:xfrm>
            <a:off x="1993037" y="4615934"/>
            <a:ext cx="29931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(എം. ഇ. ചെറിയാൻ)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A5478-F8C4-42ED-A8A8-187C006CA2ED}"/>
              </a:ext>
            </a:extLst>
          </p:cNvPr>
          <p:cNvSpPr/>
          <p:nvPr/>
        </p:nvSpPr>
        <p:spPr>
          <a:xfrm>
            <a:off x="8382000" y="4615934"/>
            <a:ext cx="1920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(M.E. Cherian)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5287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1683187"/>
            <a:ext cx="11811000" cy="2363212"/>
          </a:xfrm>
        </p:spPr>
        <p:txBody>
          <a:bodyPr anchor="t"/>
          <a:lstStyle/>
          <a:p>
            <a:pPr algn="r" defTabSz="461963">
              <a:lnSpc>
                <a:spcPct val="110000"/>
              </a:lnSpc>
              <a:defRPr/>
            </a:pPr>
            <a:r>
              <a:rPr lang="ml-IN" sz="1600" i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r>
              <a:rPr lang="en-US" sz="1600" i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:</a:t>
            </a:r>
            <a:r>
              <a:rPr lang="en-US" sz="2000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കുരിശിൻ - സ്നേഹ ത്തണലിൽ-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കൃപയിൻ ശീതള നിഴലിൽ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പ്രാണപ്രിയന്‍റെ തൃക്കഴലിൽ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കാണുന്നഭയമെന്നഴലിൽ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കുരി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576A93-F688-4D9A-96A0-86F70757824A}"/>
              </a:ext>
            </a:extLst>
          </p:cNvPr>
          <p:cNvSpPr/>
          <p:nvPr/>
        </p:nvSpPr>
        <p:spPr>
          <a:xfrm>
            <a:off x="228600" y="359359"/>
            <a:ext cx="11963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2000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കുരിശിൻ നിഴലിൽ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തലചായ്ചനുദിനം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വിശ്രമിച്ചിടുന്നടിയാൻ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വിശ്ര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12CB1-A757-455F-A594-094EA9038544}"/>
              </a:ext>
            </a:extLst>
          </p:cNvPr>
          <p:cNvSpPr/>
          <p:nvPr/>
        </p:nvSpPr>
        <p:spPr>
          <a:xfrm>
            <a:off x="0" y="3811012"/>
            <a:ext cx="11353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Kurishin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nizhalil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chaaichanudinam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Vishramichcheedunnadiyaan-vishra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Kurishin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snehaththanhalil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Kripayin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sheethala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nizhalil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Praanhapriyanté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thrikkazhalil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Kaanhunnabhaya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mennazhalil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kurishin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576A93-F688-4D9A-96A0-86F70757824A}"/>
              </a:ext>
            </a:extLst>
          </p:cNvPr>
          <p:cNvSpPr/>
          <p:nvPr/>
        </p:nvSpPr>
        <p:spPr>
          <a:xfrm>
            <a:off x="114300" y="685800"/>
            <a:ext cx="11963400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പാപഭാര ചുമടെടുത്തവശനായ്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തളർന്നൊരെൻ ജീവിതമേ-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തളർന്നൊരെൻ ജീവിതം കുരിശിൻ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നിഴലിൽ ശാന്തി കണ്ടതിനാൽ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തളരാതിനി വാന വിരിവിൽ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ചിറകടിച്ചുയർന്നീടാം വരവിൽ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12CB1-A757-455F-A594-094EA9038544}"/>
              </a:ext>
            </a:extLst>
          </p:cNvPr>
          <p:cNvSpPr/>
          <p:nvPr/>
        </p:nvSpPr>
        <p:spPr>
          <a:xfrm>
            <a:off x="0" y="3811012"/>
            <a:ext cx="1112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Paapabhaara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chumadeduthth-avashanaai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Thalharnnoren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jeevithamé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Thalharnnoren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jeevitham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kurishin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Nizhalil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shaanthi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kandathinaal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Thalharaathini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vaanavirivil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Chirakadichuyarnnidaam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varavil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D48D3B-8FFD-4890-99B0-528470E56A0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19937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576A93-F688-4D9A-96A0-86F70757824A}"/>
              </a:ext>
            </a:extLst>
          </p:cNvPr>
          <p:cNvSpPr/>
          <p:nvPr/>
        </p:nvSpPr>
        <p:spPr>
          <a:xfrm>
            <a:off x="190500" y="1524000"/>
            <a:ext cx="119634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കുരിശിൻ നിഴലിൽ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തലചായ്ചനുദിനം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വിശ്രമിച്ചിടുന്നടിയാൻ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വിശ്ര 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12CB1-A757-455F-A594-094EA9038544}"/>
              </a:ext>
            </a:extLst>
          </p:cNvPr>
          <p:cNvSpPr/>
          <p:nvPr/>
        </p:nvSpPr>
        <p:spPr>
          <a:xfrm>
            <a:off x="0" y="3648924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Kurishin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nizhalil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chaaichanudinam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Vishramichcheedunnadiyaan-vishra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696007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576A93-F688-4D9A-96A0-86F70757824A}"/>
              </a:ext>
            </a:extLst>
          </p:cNvPr>
          <p:cNvSpPr/>
          <p:nvPr/>
        </p:nvSpPr>
        <p:spPr>
          <a:xfrm>
            <a:off x="114300" y="685800"/>
            <a:ext cx="11963400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സ്നേഹം നിറയും തിരുമൊഴി ശ്രവിച്ചു മൽ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ക്ലേശം മറന്നിടും ഞാൻ-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തിരുമൊഴി യാനന്ദനാദം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തേനിലും മധുരം തൻ വേദം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തരു മെനിക്കനന്ത സമ്മോദം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തീർക്കുമെൻ മാനസ ഖേദം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12CB1-A757-455F-A594-094EA9038544}"/>
              </a:ext>
            </a:extLst>
          </p:cNvPr>
          <p:cNvSpPr/>
          <p:nvPr/>
        </p:nvSpPr>
        <p:spPr>
          <a:xfrm>
            <a:off x="0" y="3811012"/>
            <a:ext cx="1112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Sneham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thirumozhi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shravichchumal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Klèsham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marannidum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Thirumozhi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yaanandanaadam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Thènilum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vèdam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Tharumenikkanantha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sammotham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Theerkkumen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maanasakhedam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D48D3B-8FFD-4890-99B0-528470E56A0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167962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576A93-F688-4D9A-96A0-86F70757824A}"/>
              </a:ext>
            </a:extLst>
          </p:cNvPr>
          <p:cNvSpPr/>
          <p:nvPr/>
        </p:nvSpPr>
        <p:spPr>
          <a:xfrm>
            <a:off x="190500" y="1524000"/>
            <a:ext cx="119634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കുരിശിൻ നിഴലിൽ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തലചായ്ചനുദിനം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വിശ്രമിച്ചിടുന്നടിയാൻ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വിശ്ര 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12CB1-A757-455F-A594-094EA9038544}"/>
              </a:ext>
            </a:extLst>
          </p:cNvPr>
          <p:cNvSpPr/>
          <p:nvPr/>
        </p:nvSpPr>
        <p:spPr>
          <a:xfrm>
            <a:off x="0" y="3648924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Kurishin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nizhalil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chaaichanudinam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Vishramichcheedunnadiyaan-vishra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01822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576A93-F688-4D9A-96A0-86F70757824A}"/>
              </a:ext>
            </a:extLst>
          </p:cNvPr>
          <p:cNvSpPr/>
          <p:nvPr/>
        </p:nvSpPr>
        <p:spPr>
          <a:xfrm>
            <a:off x="114300" y="685800"/>
            <a:ext cx="11963400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ഏതു ഘോര-വിപത്തിലും ഭയന്നിടാ-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തവനിൽ ഞാനാശ്രയിക്കും-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അവനി ലെന്നാശ്രയ മെന്നാൽ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അവനിയി ലാകുലം വന്നാൽ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അവശത യണയുകിലന്നാൽ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അവൻ തുണയരുളീടും നന്നായ്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12CB1-A757-455F-A594-094EA9038544}"/>
              </a:ext>
            </a:extLst>
          </p:cNvPr>
          <p:cNvSpPr/>
          <p:nvPr/>
        </p:nvSpPr>
        <p:spPr>
          <a:xfrm>
            <a:off x="0" y="3811012"/>
            <a:ext cx="1112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Èthu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ghôra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vipaththilum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bhayannidaa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aashrayikkum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Avanilennaashrayamennaal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Avaniyilaakulam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Avashathayanhayukilennaal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thunhayarulheedum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nannaai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D48D3B-8FFD-4890-99B0-528470E56A0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052168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576A93-F688-4D9A-96A0-86F70757824A}"/>
              </a:ext>
            </a:extLst>
          </p:cNvPr>
          <p:cNvSpPr/>
          <p:nvPr/>
        </p:nvSpPr>
        <p:spPr>
          <a:xfrm>
            <a:off x="190500" y="1524000"/>
            <a:ext cx="119634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കുരിശിൻ നിഴലിൽ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തലചായ്ചനുദിനം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വിശ്രമിച്ചിടുന്നടിയാൻ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വിശ്ര 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12CB1-A757-455F-A594-094EA9038544}"/>
              </a:ext>
            </a:extLst>
          </p:cNvPr>
          <p:cNvSpPr/>
          <p:nvPr/>
        </p:nvSpPr>
        <p:spPr>
          <a:xfrm>
            <a:off x="0" y="3648924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Kurishin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nizhalil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chaaichanudinam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Vishramichcheedunnadiyaan-vishra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666864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125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278 കുരിശിൻ നിഴലിൽ</vt:lpstr>
      <vt:lpstr>അനുപല്ലവി:  കുരിശിൻ - സ്നേഹ ത്തണലിൽ- കൃപയിൻ ശീതള നിഴലിൽ പ്രാണപ്രിയന്‍റെ തൃക്കഴലിൽ കാണുന്നഭയമെന്നഴലിൽ - കുരി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Kurishin nizhalil</dc:title>
  <dc:creator>Digital Input:; GM JOHN; Acsah Mathews</dc:creator>
  <cp:lastModifiedBy>Acsah Mathews</cp:lastModifiedBy>
  <cp:revision>278</cp:revision>
  <dcterms:created xsi:type="dcterms:W3CDTF">2013-04-19T09:19:07Z</dcterms:created>
  <dcterms:modified xsi:type="dcterms:W3CDTF">2018-11-15T16:15:12Z</dcterms:modified>
</cp:coreProperties>
</file>