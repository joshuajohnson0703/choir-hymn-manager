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60" r:id="rId4"/>
    <p:sldId id="264" r:id="rId5"/>
    <p:sldId id="261" r:id="rId6"/>
    <p:sldId id="265" r:id="rId7"/>
    <p:sldId id="262" r:id="rId8"/>
    <p:sldId id="266" r:id="rId9"/>
    <p:sldId id="263" r:id="rId10"/>
    <p:sldId id="267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88" autoAdjust="0"/>
  </p:normalViewPr>
  <p:slideViewPr>
    <p:cSldViewPr>
      <p:cViewPr varScale="1">
        <p:scale>
          <a:sx n="105" d="100"/>
          <a:sy n="105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779E2-5C6B-433D-9D15-DC45DE026219}" type="datetimeFigureOut">
              <a:rPr lang="en-US"/>
              <a:pPr>
                <a:defRPr/>
              </a:pPr>
              <a:t>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E9D4A3-DFD6-4701-ABD5-4E57EC51E3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5ABC4-4B91-41AC-9057-8D3117E1A0D0}" type="datetimeFigureOut">
              <a:rPr lang="en-US"/>
              <a:pPr>
                <a:defRPr/>
              </a:pPr>
              <a:t>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4B798-A5C6-4EAB-BE66-CD3F90C81D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268A4-6645-414A-A17D-9AAF46AAF4D7}" type="datetimeFigureOut">
              <a:rPr lang="en-US"/>
              <a:pPr>
                <a:defRPr/>
              </a:pPr>
              <a:t>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C305F-B90E-431A-9F2E-F92F50799D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0B31E-1028-431D-B806-8F1D50B6C46E}" type="datetimeFigureOut">
              <a:rPr lang="en-US"/>
              <a:pPr>
                <a:defRPr/>
              </a:pPr>
              <a:t>2/4/2022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AE377-4C9F-4DAA-9836-5F8833CE8F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7AA3-6C75-4996-9B88-FA9BE4791B39}" type="datetimeFigureOut">
              <a:rPr lang="en-US"/>
              <a:pPr>
                <a:defRPr/>
              </a:pPr>
              <a:t>2/4/2022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57EB0-E532-48AD-9D86-5045C53C1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01F5B-D668-4C65-9FAF-94052746752C}" type="datetimeFigureOut">
              <a:rPr lang="en-US"/>
              <a:pPr>
                <a:defRPr/>
              </a:pPr>
              <a:t>2/4/2022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8676A2-676F-41CB-A9A4-1914C8A7F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28310-AC42-4617-857A-017FA7F3C7F7}" type="datetimeFigureOut">
              <a:rPr lang="en-US"/>
              <a:pPr>
                <a:defRPr/>
              </a:pPr>
              <a:t>2/4/2022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9F6DF-1D22-4B3C-9C5D-EFB575AF3B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273053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65910-33A4-4BD6-B19D-C8424504F448}" type="datetimeFigureOut">
              <a:rPr lang="en-US"/>
              <a:pPr>
                <a:defRPr/>
              </a:pPr>
              <a:t>2/4/2022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68E8A-5DF2-4D56-A7BD-BA0668CF4F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B977-6F95-4C05-AD79-ABB501FCC06D}" type="datetimeFigureOut">
              <a:rPr lang="en-US"/>
              <a:pPr>
                <a:defRPr/>
              </a:pPr>
              <a:t>2/4/2022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F1001-664F-4D2C-8B0E-864F07AB47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58DBC3-AE9F-4A95-9AF1-31CB24138481}" type="datetimeFigureOut">
              <a:rPr lang="en-US"/>
              <a:pPr>
                <a:defRPr/>
              </a:pPr>
              <a:t>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8394-681F-45C4-BF2D-6B49BCBE90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6CB3C5-3A2A-455B-98BD-CE6F59124E4F}" type="datetimeFigureOut">
              <a:rPr lang="en-US"/>
              <a:pPr>
                <a:defRPr/>
              </a:pPr>
              <a:t>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06B7A-FF90-4EB3-BDD3-6D6C5CDA05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765C1C5-37F1-4E6E-B9F8-F710EFF95375}" type="datetimeFigureOut">
              <a:rPr lang="en-US"/>
              <a:pPr>
                <a:defRPr/>
              </a:pPr>
              <a:t>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EFD88BA-4CEF-4B4F-9051-E1DEFC1972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68B5-6591-41A3-832D-294428429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108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എന്നുള്ളമേ സ്തുതിക്ക നീ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83432-6338-42E0-BF95-714FA4F6D9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Ennullhame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sthuthikka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nee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5288950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71500"/>
            <a:ext cx="12192000" cy="2476500"/>
          </a:xfrm>
        </p:spPr>
        <p:txBody>
          <a:bodyPr rtlCol="0" anchor="t">
            <a:noAutofit/>
          </a:bodyPr>
          <a:lstStyle/>
          <a:p>
            <a:pPr defTabSz="465138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എന്നുള്ളമേ സ്തുതിക്ക നീ പരനെ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തന്‍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നന്മകള്‍ക്കായ് സ്തുതിക്കാം സ്തുതിക്കാം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എന്നന്തരംഗമേ അനുദിനവും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നന്ദിയോടെ പാടി പുകഴ്ത്താം</a:t>
            </a:r>
            <a:endParaRPr lang="ml-IN" sz="36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108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1449D-322C-42E8-AADB-D3A1D5D8D0E2}"/>
              </a:ext>
            </a:extLst>
          </p:cNvPr>
          <p:cNvSpPr/>
          <p:nvPr/>
        </p:nvSpPr>
        <p:spPr>
          <a:xfrm>
            <a:off x="0" y="342900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Ennullhame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Nanmakalhkai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Ennantharangame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anudinavum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4790" y="1013662"/>
            <a:ext cx="10744200" cy="2476500"/>
          </a:xfrm>
        </p:spPr>
        <p:txBody>
          <a:bodyPr rtlCol="0" anchor="t">
            <a:noAutofit/>
          </a:bodyPr>
          <a:lstStyle/>
          <a:p>
            <a:pPr algn="l" defTabSz="465138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സുരലോക സുഖം വെടിഞ്ഞു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തേടി വന്നയിടയൻ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ദേഹമെന്ന തിരശ്ശീല ചീന്തി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തവ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മോക്ഷ മാര്‍ഗ്ഗം തുറന്നു</a:t>
            </a:r>
            <a:endParaRPr lang="ml-IN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108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1449D-322C-42E8-AADB-D3A1D5D8D0E2}"/>
              </a:ext>
            </a:extLst>
          </p:cNvPr>
          <p:cNvSpPr/>
          <p:nvPr/>
        </p:nvSpPr>
        <p:spPr>
          <a:xfrm>
            <a:off x="33454" y="3849029"/>
            <a:ext cx="10744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Suralokasukham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vedinju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Thedivanna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idayan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Dehamenna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thirasheela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thava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Mokshamaargam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thurannu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12938-8549-496F-85A5-13E895CAD591}"/>
              </a:ext>
            </a:extLst>
          </p:cNvPr>
          <p:cNvSpPr/>
          <p:nvPr/>
        </p:nvSpPr>
        <p:spPr>
          <a:xfrm>
            <a:off x="0" y="335805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743982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71500"/>
            <a:ext cx="12192000" cy="2476500"/>
          </a:xfrm>
        </p:spPr>
        <p:txBody>
          <a:bodyPr rtlCol="0" anchor="t">
            <a:noAutofit/>
          </a:bodyPr>
          <a:lstStyle/>
          <a:p>
            <a:pPr defTabSz="465138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എന്നുള്ളമേ സ്തുതിക്ക നീ പരനെ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തന്‍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നന്മകള്‍ക്കായ് സ്തുതിക്കാം സ്തുതിക്കാം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എന്നന്തരംഗമേ അനുദിനവും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നന്ദിയോടെ പാടി പുകഴ്ത്താം</a:t>
            </a:r>
            <a:endParaRPr lang="ml-IN" sz="36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108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1449D-322C-42E8-AADB-D3A1D5D8D0E2}"/>
              </a:ext>
            </a:extLst>
          </p:cNvPr>
          <p:cNvSpPr/>
          <p:nvPr/>
        </p:nvSpPr>
        <p:spPr>
          <a:xfrm>
            <a:off x="0" y="342900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Ennullhame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Nanmakalhkai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Ennantharangame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anudinavum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968707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4790" y="1013662"/>
            <a:ext cx="10744200" cy="2476500"/>
          </a:xfrm>
        </p:spPr>
        <p:txBody>
          <a:bodyPr rtlCol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പാപരോഗത്താല്‍ നീ വലഞ്ഞു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തെല്ലും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ആശയില്ലാതലഞ്ഞു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കേണീടുമ്പോള്‍ തിരുമേനിയതില്‍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വ്യാധിയെല്ലാം വഹിച്ചു</a:t>
            </a:r>
            <a:endParaRPr lang="ml-IN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108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1449D-322C-42E8-AADB-D3A1D5D8D0E2}"/>
              </a:ext>
            </a:extLst>
          </p:cNvPr>
          <p:cNvSpPr/>
          <p:nvPr/>
        </p:nvSpPr>
        <p:spPr>
          <a:xfrm>
            <a:off x="33454" y="3849029"/>
            <a:ext cx="10744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Paaparogathaal nee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valanju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thellum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Aashayillathalanju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Kaenhidumbol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thirumeniyathil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Vyaadhiyellaam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vahichu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12938-8549-496F-85A5-13E895CAD591}"/>
              </a:ext>
            </a:extLst>
          </p:cNvPr>
          <p:cNvSpPr/>
          <p:nvPr/>
        </p:nvSpPr>
        <p:spPr>
          <a:xfrm>
            <a:off x="0" y="335805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3040662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71500"/>
            <a:ext cx="12192000" cy="2476500"/>
          </a:xfrm>
        </p:spPr>
        <p:txBody>
          <a:bodyPr rtlCol="0" anchor="t">
            <a:noAutofit/>
          </a:bodyPr>
          <a:lstStyle/>
          <a:p>
            <a:pPr defTabSz="465138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എന്നുള്ളമേ സ്തുതിക്ക നീ പരനെ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തന്‍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നന്മകള്‍ക്കായ് സ്തുതിക്കാം സ്തുതിക്കാം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എന്നന്തരംഗമേ അനുദിനവും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നന്ദിയോടെ പാടി പുകഴ്ത്താം</a:t>
            </a:r>
            <a:endParaRPr lang="ml-IN" sz="36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108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1449D-322C-42E8-AADB-D3A1D5D8D0E2}"/>
              </a:ext>
            </a:extLst>
          </p:cNvPr>
          <p:cNvSpPr/>
          <p:nvPr/>
        </p:nvSpPr>
        <p:spPr>
          <a:xfrm>
            <a:off x="0" y="342900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Ennullhame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Nanmakalhkai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Ennantharangame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anudinavum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3120339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4790" y="1013662"/>
            <a:ext cx="10744200" cy="2476500"/>
          </a:xfrm>
        </p:spPr>
        <p:txBody>
          <a:bodyPr rtlCol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പലശോധനകള്‍ വരുമ്പോൾ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ഭാരങ്ങള്‍ പെരുകിടുമ്പോള്‍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കാത്തുസൂക്ഷിച്ചൊരു കാന്തനല്ലോ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ഭാരമെല്ലാം ചുമക്കും </a:t>
            </a:r>
            <a:endParaRPr lang="ml-IN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108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1449D-322C-42E8-AADB-D3A1D5D8D0E2}"/>
              </a:ext>
            </a:extLst>
          </p:cNvPr>
          <p:cNvSpPr/>
          <p:nvPr/>
        </p:nvSpPr>
        <p:spPr>
          <a:xfrm>
            <a:off x="33454" y="3849029"/>
            <a:ext cx="10744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shodhanakalh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varumbolh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Bhaarangal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perukidumbolh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sookshichoru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kaanthanallo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bhaaramellaam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chumannu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12938-8549-496F-85A5-13E895CAD591}"/>
              </a:ext>
            </a:extLst>
          </p:cNvPr>
          <p:cNvSpPr/>
          <p:nvPr/>
        </p:nvSpPr>
        <p:spPr>
          <a:xfrm>
            <a:off x="0" y="335805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6849722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71500"/>
            <a:ext cx="12192000" cy="2476500"/>
          </a:xfrm>
        </p:spPr>
        <p:txBody>
          <a:bodyPr rtlCol="0" anchor="t">
            <a:noAutofit/>
          </a:bodyPr>
          <a:lstStyle/>
          <a:p>
            <a:pPr defTabSz="465138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എന്നുള്ളമേ സ്തുതിക്ക നീ പരനെ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തന്‍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നന്മകള്‍ക്കായ് സ്തുതിക്കാം സ്തുതിക്കാം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എന്നന്തരംഗമേ അനുദിനവും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നന്ദിയോടെ പാടി പുകഴ്ത്താം</a:t>
            </a:r>
            <a:endParaRPr lang="ml-IN" sz="36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108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1449D-322C-42E8-AADB-D3A1D5D8D0E2}"/>
              </a:ext>
            </a:extLst>
          </p:cNvPr>
          <p:cNvSpPr/>
          <p:nvPr/>
        </p:nvSpPr>
        <p:spPr>
          <a:xfrm>
            <a:off x="0" y="342900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Ennullhame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Nanmakalhkai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Ennantharangame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anudinavum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9970320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4790" y="1013662"/>
            <a:ext cx="10744200" cy="2476500"/>
          </a:xfrm>
        </p:spPr>
        <p:txBody>
          <a:bodyPr rtlCol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ആത്മാവിനാലെ നിറച്ചു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ആനന്ദമുള്ളില്‍ പകര്‍ന്നു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പ്രത്യാശ വര്‍ദ്ധിപ്പിച്ചു പാലിച്ചിടും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തവ 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സ്നേഹമതിശയമേ </a:t>
            </a:r>
            <a:endParaRPr lang="ml-IN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108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1449D-322C-42E8-AADB-D3A1D5D8D0E2}"/>
              </a:ext>
            </a:extLst>
          </p:cNvPr>
          <p:cNvSpPr/>
          <p:nvPr/>
        </p:nvSpPr>
        <p:spPr>
          <a:xfrm>
            <a:off x="33454" y="3849029"/>
            <a:ext cx="10744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Aathmaavinaale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nirhachu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Aanandamullhil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pakarnnu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Prathyaasha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vardhippichu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paalicheedum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thava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snehamathishayame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12938-8549-496F-85A5-13E895CAD591}"/>
              </a:ext>
            </a:extLst>
          </p:cNvPr>
          <p:cNvSpPr/>
          <p:nvPr/>
        </p:nvSpPr>
        <p:spPr>
          <a:xfrm>
            <a:off x="0" y="335805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6032795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71500"/>
            <a:ext cx="12192000" cy="2476500"/>
          </a:xfrm>
        </p:spPr>
        <p:txBody>
          <a:bodyPr rtlCol="0" anchor="t">
            <a:noAutofit/>
          </a:bodyPr>
          <a:lstStyle/>
          <a:p>
            <a:pPr defTabSz="465138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എന്നുള്ളമേ സ്തുതിക്ക നീ പരനെ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തന്‍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നന്മകള്‍ക്കായ് സ്തുതിക്കാം സ്തുതിക്കാം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എന്നന്തരംഗമേ അനുദിനവും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നന്ദിയോടെ പാടി പുകഴ്ത്താം</a:t>
            </a:r>
            <a:endParaRPr lang="ml-IN" sz="36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108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1449D-322C-42E8-AADB-D3A1D5D8D0E2}"/>
              </a:ext>
            </a:extLst>
          </p:cNvPr>
          <p:cNvSpPr/>
          <p:nvPr/>
        </p:nvSpPr>
        <p:spPr>
          <a:xfrm>
            <a:off x="0" y="342900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Ennullhame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Nanmakalhkai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Ennantharangame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anudinavum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6659683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272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108 എന്നുള്ളമേ സ്തുതിക്ക നീ</vt:lpstr>
      <vt:lpstr>എന്നുള്ളമേ സ്തുതിക്ക നീ പരനെ തന്‍  നന്മകള്‍ക്കായ് സ്തുതിക്കാം സ്തുതിക്കാം എന്നന്തരംഗമേ അനുദിനവും നന്ദിയോടെ പാടി പുകഴ്ത്താം</vt:lpstr>
      <vt:lpstr>സുരലോക സുഖം വെടിഞ്ഞു നിന്നെ തേടി വന്നയിടയൻ - തന്‍റെ ദേഹമെന്ന തിരശ്ശീല ചീന്തി തവ മോക്ഷ മാര്‍ഗ്ഗം തുറന്നു</vt:lpstr>
      <vt:lpstr>എന്നുള്ളമേ സ്തുതിക്ക നീ പരനെ തന്‍  നന്മകള്‍ക്കായ് സ്തുതിക്കാം സ്തുതിക്കാം എന്നന്തരംഗമേ അനുദിനവും നന്ദിയോടെ പാടി പുകഴ്ത്താം</vt:lpstr>
      <vt:lpstr>പാപരോഗത്താല്‍ നീ വലഞ്ഞു  - തെല്ലും  ആശയില്ലാതലഞ്ഞു - പാരം  കേണീടുമ്പോള്‍ തിരുമേനിയതില്‍ നിന്‍റെ  വ്യാധിയെല്ലാം വഹിച്ചു</vt:lpstr>
      <vt:lpstr>എന്നുള്ളമേ സ്തുതിക്ക നീ പരനെ തന്‍  നന്മകള്‍ക്കായ് സ്തുതിക്കാം സ്തുതിക്കാം എന്നന്തരംഗമേ അനുദിനവും നന്ദിയോടെ പാടി പുകഴ്ത്താം</vt:lpstr>
      <vt:lpstr>പലശോധനകള്‍ വരുമ്പോൾ  ഭാരങ്ങള്‍ പെരുകിടുമ്പോള്‍ നിന്നെ കാത്തുസൂക്ഷിച്ചൊരു കാന്തനല്ലോ നിന്‍റെ ഭാരമെല്ലാം ചുമക്കും </vt:lpstr>
      <vt:lpstr>എന്നുള്ളമേ സ്തുതിക്ക നീ പരനെ തന്‍  നന്മകള്‍ക്കായ് സ്തുതിക്കാം സ്തുതിക്കാം എന്നന്തരംഗമേ അനുദിനവും നന്ദിയോടെ പാടി പുകഴ്ത്താം</vt:lpstr>
      <vt:lpstr>ആത്മാവിനാലെ നിറച്ചു ആനന്ദമുള്ളില്‍ പകര്‍ന്നു പ്രത്യാശ വര്‍ദ്ധിപ്പിച്ചു പാലിച്ചിടും തവ   സ്നേഹമതിശയമേ </vt:lpstr>
      <vt:lpstr>എന്നുള്ളമേ സ്തുതിക്ക നീ പരനെ തന്‍  നന്മകള്‍ക്കായ് സ്തുതിക്കാം സ്തുതിക്കാം എന്നന്തരംഗമേ അനുദിനവും നന്ദിയോടെ പാടി പുകഴ്ത്താം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Ennulame sthuthikka nee</dc:title>
  <dc:creator>Digital Input:; GM JOHN; Acsah Mathews</dc:creator>
  <cp:lastModifiedBy>Manu Abraham</cp:lastModifiedBy>
  <cp:revision>54</cp:revision>
  <dcterms:created xsi:type="dcterms:W3CDTF">2013-05-06T05:45:32Z</dcterms:created>
  <dcterms:modified xsi:type="dcterms:W3CDTF">2022-02-05T00:18:43Z</dcterms:modified>
</cp:coreProperties>
</file>