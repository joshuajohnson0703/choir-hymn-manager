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51" d="100"/>
          <a:sy n="51" d="100"/>
        </p:scale>
        <p:origin x="102" y="6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0A01A-9E25-43D8-A590-C1DE5E67F93F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3E206A-1AF9-4E48-9309-99382CB899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0C0914-8769-43A5-AA1C-5A9928110A7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A0D91-1704-44C1-8419-47B7E46DD5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AD0B60-B317-424E-AC9B-1CD7F141991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1B7F9D-4952-4A4E-A6AD-29E59FF963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BC8E5-B012-4C26-857B-D698F1A2B40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7EE1DC-3442-4035-8963-EEDFBC42C0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0FA937-8F64-4139-83D9-A117706FE5C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70D40E-C7A4-44AC-88A1-8095F916A5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C14EB-618A-4EF8-AA7E-FFF4A9FB0165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106921-985A-4599-A592-CA540B5D82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69B20-E7EB-40CE-8738-777B29A3DBF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4FC98-15C2-4824-9036-3522A7C7F0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4D8802-607E-47B2-9566-554E7A1A71C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AE6834-1339-4AA3-A7D0-79517B60AD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515D2-87EA-4560-846D-2113CB430F6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6753C-B3C4-4D54-AC40-3099E35BA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05672-5746-44EE-B5CD-22C9AA218091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EA02C9-EC61-452F-A27E-6B1C3691D8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F4693-1C65-44A7-8620-9B4857B8534A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23BCF7-9F01-4324-8092-B7AA14203B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DFFA0AB-3567-4903-B5F6-A94E8BF37BE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8520058-CD6D-481F-B13F-F985C64B97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6AD4B-D333-4240-9597-671D69DA6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2133598"/>
          </a:xfrm>
        </p:spPr>
        <p:txBody>
          <a:bodyPr/>
          <a:lstStyle/>
          <a:p>
            <a:r>
              <a:rPr lang="en-US" dirty="0"/>
              <a:t>130</a:t>
            </a:r>
            <a:br>
              <a:rPr lang="en-US" dirty="0"/>
            </a:br>
            <a:r>
              <a:rPr lang="ml-IN" sz="4800" b="1" dirty="0">
                <a:latin typeface="Kartika" panose="02020503030404060203" pitchFamily="18" charset="0"/>
              </a:rPr>
              <a:t>യേശുവിന്‍ ജനനത്തെ നാം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FC04D-4716-437F-9DA1-5A6616728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838200"/>
          </a:xfrm>
        </p:spPr>
        <p:txBody>
          <a:bodyPr/>
          <a:lstStyle/>
          <a:p>
            <a:r>
              <a:rPr lang="en-US" sz="4000" b="1" dirty="0">
                <a:solidFill>
                  <a:srgbClr val="000099"/>
                </a:solidFill>
              </a:rPr>
              <a:t>Yeshuvin </a:t>
            </a:r>
            <a:r>
              <a:rPr lang="en-US" sz="4000" b="1" dirty="0" err="1">
                <a:solidFill>
                  <a:srgbClr val="000099"/>
                </a:solidFill>
              </a:rPr>
              <a:t>jananaththe</a:t>
            </a:r>
            <a:r>
              <a:rPr lang="en-US" sz="4000" b="1" dirty="0">
                <a:solidFill>
                  <a:srgbClr val="000099"/>
                </a:solidFill>
              </a:rPr>
              <a:t> </a:t>
            </a:r>
            <a:r>
              <a:rPr lang="en-US" sz="4000" b="1" dirty="0" err="1">
                <a:solidFill>
                  <a:srgbClr val="000099"/>
                </a:solidFill>
              </a:rPr>
              <a:t>naam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7BEAD7-2ED3-4755-AD5E-93E2E72909C2}"/>
              </a:ext>
            </a:extLst>
          </p:cNvPr>
          <p:cNvSpPr/>
          <p:nvPr/>
        </p:nvSpPr>
        <p:spPr>
          <a:xfrm>
            <a:off x="1809750" y="5010149"/>
            <a:ext cx="25138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(</a:t>
            </a:r>
            <a:r>
              <a:rPr lang="ml-IN" sz="2000" b="1" dirty="0"/>
              <a:t>പി. വി. തൊമ്മി</a:t>
            </a:r>
            <a:r>
              <a:rPr lang="en-US" sz="2000" b="1" dirty="0"/>
              <a:t>)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49F6CA-CF79-47CE-B617-BB999BA32886}"/>
              </a:ext>
            </a:extLst>
          </p:cNvPr>
          <p:cNvSpPr/>
          <p:nvPr/>
        </p:nvSpPr>
        <p:spPr>
          <a:xfrm>
            <a:off x="8839200" y="5010149"/>
            <a:ext cx="18732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(P. V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Thommi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3331672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9050" y="762000"/>
            <a:ext cx="12192000" cy="2514600"/>
          </a:xfrm>
        </p:spPr>
        <p:txBody>
          <a:bodyPr anchor="t"/>
          <a:lstStyle/>
          <a:p>
            <a:pPr algn="l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ജനനത്തെ നാം- പാടി സന്തോഷിക്ക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ആശയോടു തന്‍ ദാസര്‍ നാം- ആനന്ദിച്ചീടുക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യേശുവിന്നവതാരം- തീര്‍ത്തു പേയധികാരം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കൂടുക നാം പാടുക നാം- ബഹു സന്തോഷമേ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1905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8AAC98-870F-4E76-9159-DCE96688CF52}"/>
              </a:ext>
            </a:extLst>
          </p:cNvPr>
          <p:cNvSpPr/>
          <p:nvPr/>
        </p:nvSpPr>
        <p:spPr>
          <a:xfrm>
            <a:off x="0" y="3700046"/>
            <a:ext cx="1217295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99"/>
                </a:solidFill>
                <a:latin typeface="+mn-lt"/>
              </a:rPr>
              <a:t>Yeshuvin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jananaththe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santhoshikka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Aashayodu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daasar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aanandicheeduka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0099"/>
                </a:solidFill>
                <a:latin typeface="+mn-lt"/>
              </a:rPr>
              <a:t>		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Yeshuvinnavathaaram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…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theerththu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peyadhikaaram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0099"/>
                </a:solidFill>
                <a:latin typeface="+mn-lt"/>
              </a:rPr>
              <a:t>		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Kooduka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paaduka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… bahu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santhoshame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9050" y="762000"/>
            <a:ext cx="12192000" cy="2514600"/>
          </a:xfrm>
        </p:spPr>
        <p:txBody>
          <a:bodyPr anchor="t"/>
          <a:lstStyle/>
          <a:p>
            <a:pPr algn="l">
              <a:lnSpc>
                <a:spcPct val="112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വാന സേനകള്‍ക്കീശന്‍ താന്‍ മര്‍ത്യരെ സ്നേഹിച്ചു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വാനവര്‍ ഗാന മോദങ്ങള്‍ ആകെയുപേക്ഷിച്ചു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ഹീന മാനുഷ വേഷം പൂണ്ടു വന്നു സന്തോഷം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</a:rPr>
              <a:t>		</a:t>
            </a:r>
            <a:r>
              <a:rPr lang="ml-IN" sz="3400" b="1" dirty="0">
                <a:latin typeface="Kartika" panose="02020503030404060203" pitchFamily="18" charset="0"/>
              </a:rPr>
              <a:t>കൂടുക നാം പാടുക നാം- ബഹു സന്തോഷമേ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1905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8AAC98-870F-4E76-9159-DCE96688CF52}"/>
              </a:ext>
            </a:extLst>
          </p:cNvPr>
          <p:cNvSpPr/>
          <p:nvPr/>
        </p:nvSpPr>
        <p:spPr>
          <a:xfrm>
            <a:off x="0" y="3700046"/>
            <a:ext cx="1217295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99"/>
                </a:solidFill>
                <a:latin typeface="+mn-lt"/>
              </a:rPr>
              <a:t>Vaana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denakalhkkeeshan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marthyare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snehichu</a:t>
            </a:r>
            <a:endParaRPr lang="en-US" sz="3400" b="1" dirty="0">
              <a:solidFill>
                <a:srgbClr val="000099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Vaanavar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gaanamodangalh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aake-yupekshichu</a:t>
            </a:r>
            <a:endParaRPr lang="en-US" sz="3400" b="1" dirty="0">
              <a:solidFill>
                <a:srgbClr val="000099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Heenamaanusha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vesham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poondu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santhosham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		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Kooduka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paaduka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… bahu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santhoshame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640725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9050" y="762000"/>
            <a:ext cx="12192000" cy="2514600"/>
          </a:xfrm>
        </p:spPr>
        <p:txBody>
          <a:bodyPr anchor="t"/>
          <a:lstStyle/>
          <a:p>
            <a:pPr algn="l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പൂർണ മനുഷ്യസൂനുവായ് - പർണ്ണകശാലയിൽ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ജീർണ്ണവസ്ത്രമണിഞോനായ്  - മാതൃമടിയതിൽ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കാണും ശിശുവിനെ നാം - താണുവണങ്ങീടേണം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കൂടുക നാം പാടുക നാം - ബഹു സന്തോഷമേ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1905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8AAC98-870F-4E76-9159-DCE96688CF52}"/>
              </a:ext>
            </a:extLst>
          </p:cNvPr>
          <p:cNvSpPr/>
          <p:nvPr/>
        </p:nvSpPr>
        <p:spPr>
          <a:xfrm>
            <a:off x="0" y="3700046"/>
            <a:ext cx="1217295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99"/>
                </a:solidFill>
                <a:latin typeface="+mn-lt"/>
              </a:rPr>
              <a:t>Poornha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manushya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soonuvaai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parnhaka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shaalayil</a:t>
            </a:r>
            <a:endParaRPr lang="en-US" sz="3400" b="1" dirty="0">
              <a:solidFill>
                <a:srgbClr val="000099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Jeernha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vasthramanhinjonaai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mathru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madiyathil</a:t>
            </a:r>
            <a:endParaRPr lang="en-US" sz="3400" b="1" dirty="0">
              <a:solidFill>
                <a:srgbClr val="000099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Kaanhum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shishuvine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thaanhu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vanhangeedenham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		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Kooduka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paaduka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… bahu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santhoshame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057435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9050" y="762000"/>
            <a:ext cx="12192000" cy="2514600"/>
          </a:xfrm>
        </p:spPr>
        <p:txBody>
          <a:bodyPr anchor="t"/>
          <a:lstStyle/>
          <a:p>
            <a:pPr algn="l"/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മര്‍ത്ത്യരെയെല്ലാം പാപത്തില്‍ നിന്നും</a:t>
            </a:r>
            <a:r>
              <a:rPr lang="en-US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രക്ഷിക്കുവാന്‍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സത്യവചനം ലോകത്തില്‍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മര്‍ത്ത്യനായ് വന്നഹോ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ദൂതഗണങ്ങളാകെ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ഭീതി പൂണ്ടവരോടും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കൂടുക നാം പാടുക നാം ശത്രുക്കള്‍ തോറ്റുപോയ്-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1905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8AAC98-870F-4E76-9159-DCE96688CF52}"/>
              </a:ext>
            </a:extLst>
          </p:cNvPr>
          <p:cNvSpPr/>
          <p:nvPr/>
        </p:nvSpPr>
        <p:spPr>
          <a:xfrm>
            <a:off x="0" y="3700046"/>
            <a:ext cx="1217295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Marthyare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ellaam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paapaththil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ninnum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rakshikkuvaan</a:t>
            </a:r>
            <a:endParaRPr lang="en-US" sz="3400" b="1" dirty="0">
              <a:solidFill>
                <a:srgbClr val="000099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Sathyavachanam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lokaththil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marthyanaai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vannaho</a:t>
            </a:r>
            <a:endParaRPr lang="en-US" sz="3400" b="1" dirty="0">
              <a:solidFill>
                <a:srgbClr val="000099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Bhootha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ganhangalhaake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bheethi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poondavarodum</a:t>
            </a:r>
            <a:endParaRPr lang="en-US" sz="3400" b="1" dirty="0">
              <a:solidFill>
                <a:srgbClr val="000099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0099"/>
                </a:solidFill>
                <a:latin typeface="+mn-lt"/>
              </a:rPr>
              <a:t>		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Kooduka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paaduka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shathrukkalh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0099"/>
                </a:solidFill>
                <a:latin typeface="+mn-lt"/>
              </a:rPr>
              <a:t>thottu</a:t>
            </a:r>
            <a:r>
              <a:rPr lang="en-US" sz="3400" b="1" dirty="0">
                <a:solidFill>
                  <a:srgbClr val="000099"/>
                </a:solidFill>
                <a:latin typeface="+mn-lt"/>
              </a:rPr>
              <a:t> poi	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B220A4-C468-43A6-819A-38DCA2DB3CDA}"/>
              </a:ext>
            </a:extLst>
          </p:cNvPr>
          <p:cNvSpPr/>
          <p:nvPr/>
        </p:nvSpPr>
        <p:spPr>
          <a:xfrm>
            <a:off x="9928053" y="2973288"/>
            <a:ext cx="2282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(</a:t>
            </a:r>
            <a:r>
              <a:rPr lang="ml-IN" b="1" dirty="0"/>
              <a:t>പി. വി. തൊമ്മി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D64F10-49EC-4559-B242-B8A28223B1D9}"/>
              </a:ext>
            </a:extLst>
          </p:cNvPr>
          <p:cNvSpPr/>
          <p:nvPr/>
        </p:nvSpPr>
        <p:spPr>
          <a:xfrm>
            <a:off x="10216240" y="6223814"/>
            <a:ext cx="170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(P. V </a:t>
            </a:r>
            <a:r>
              <a:rPr lang="en-US" i="1" dirty="0" err="1">
                <a:solidFill>
                  <a:srgbClr val="000000"/>
                </a:solidFill>
                <a:latin typeface="Arial" panose="020B0604020202020204" pitchFamily="34" charset="0"/>
              </a:rPr>
              <a:t>Thommi</a:t>
            </a:r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02017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111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130 യേശുവിന്‍ ജനനത്തെ നാം</vt:lpstr>
      <vt:lpstr>യേശുവിന്‍ ജനനത്തെ നാം- പാടി സന്തോഷിക്ക ആശയോടു തന്‍ ദാസര്‍ നാം- ആനന്ദിച്ചീടുക     യേശുവിന്നവതാരം- തീര്‍ത്തു പേയധികാരം      കൂടുക നാം പാടുക നാം- ബഹു സന്തോഷമേ </vt:lpstr>
      <vt:lpstr>വാന സേനകള്‍ക്കീശന്‍ താന്‍ മര്‍ത്യരെ സ്നേഹിച്ചു വാനവര്‍ ഗാന മോദങ്ങള്‍ ആകെയുപേക്ഷിച്ചു ഹീന മാനുഷ വേഷം പൂണ്ടു വന്നു സന്തോഷം      കൂടുക നാം പാടുക നാം- ബഹു സന്തോഷമേ</vt:lpstr>
      <vt:lpstr>പൂർണ മനുഷ്യസൂനുവായ് - പർണ്ണകശാലയിൽ  ജീർണ്ണവസ്ത്രമണിഞോനായ്  - മാതൃമടിയതിൽ  കാണും ശിശുവിനെ നാം - താണുവണങ്ങീടേണം     കൂടുക നാം പാടുക നാം - ബഹു സന്തോഷമേ</vt:lpstr>
      <vt:lpstr>മര്‍ത്ത്യരെയെല്ലാം പാപത്തില്‍ നിന്നും രക്ഷിക്കുവാന്‍ സത്യവചനം ലോകത്തില്‍ - മര്‍ത്ത്യനായ് വന്നഹോ ദൂതഗണങ്ങളാകെ - ഭീതി പൂണ്ടവരോടും        കൂടുക നാം പാടുക നാം ശത്രുക്കള്‍ തോറ്റുപോയ്-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Yeshuvin jananathe naam</dc:title>
  <dc:creator>Digital Input:;GM JOHN</dc:creator>
  <cp:lastModifiedBy>Acsah Mathews</cp:lastModifiedBy>
  <cp:revision>340</cp:revision>
  <dcterms:created xsi:type="dcterms:W3CDTF">2013-04-19T09:19:07Z</dcterms:created>
  <dcterms:modified xsi:type="dcterms:W3CDTF">2018-11-05T16:22:26Z</dcterms:modified>
</cp:coreProperties>
</file>