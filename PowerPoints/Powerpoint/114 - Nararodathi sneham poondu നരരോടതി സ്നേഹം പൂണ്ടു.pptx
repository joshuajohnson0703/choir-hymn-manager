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5" r:id="rId2"/>
    <p:sldId id="270" r:id="rId3"/>
    <p:sldId id="276" r:id="rId4"/>
    <p:sldId id="27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6" autoAdjust="0"/>
    <p:restoredTop sz="94660"/>
  </p:normalViewPr>
  <p:slideViewPr>
    <p:cSldViewPr>
      <p:cViewPr varScale="1">
        <p:scale>
          <a:sx n="42" d="100"/>
          <a:sy n="42" d="100"/>
        </p:scale>
        <p:origin x="-48" y="7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27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74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74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3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34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49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2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3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34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86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743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23408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694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39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376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2853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2D72-3359-4E2F-9CE6-7FBFB85EC15F}" type="datetimeFigureOut">
              <a:rPr lang="en-US" smtClean="0"/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A2363-02AB-4C6A-8AF4-1AC18D5351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98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131F9D4D-8667-436C-8D14-9AE9835D5A19}" type="datetimeFigureOut">
              <a:rPr lang="en-US" smtClean="0"/>
              <a:pPr>
                <a:defRPr/>
              </a:pPr>
              <a:t>11/2/2018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19E69C53-E2C5-4563-82FE-E291614CBF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926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B1A69-3174-42A5-B2BC-16B05BF33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7242" y="2111546"/>
            <a:ext cx="9344758" cy="1888955"/>
          </a:xfrm>
        </p:spPr>
        <p:txBody>
          <a:bodyPr>
            <a:normAutofit fontScale="90000"/>
          </a:bodyPr>
          <a:lstStyle/>
          <a:p>
            <a:r>
              <a:rPr lang="en-US" dirty="0"/>
              <a:t>114</a:t>
            </a:r>
            <a:br>
              <a:rPr lang="en-US" dirty="0"/>
            </a:br>
            <a:r>
              <a:rPr lang="ml-IN" sz="48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</a:rPr>
              <a:t>നരരോടതി സ്നേഹം പൂണ്ടു</a:t>
            </a:r>
            <a:endParaRPr lang="en-US" sz="5025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7B577-8519-4189-B8D9-5F0A68BCD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7242" y="3966529"/>
            <a:ext cx="9344758" cy="1231118"/>
          </a:xfrm>
        </p:spPr>
        <p:txBody>
          <a:bodyPr/>
          <a:lstStyle/>
          <a:p>
            <a:r>
              <a:rPr lang="en-US" sz="3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Nararodathi </a:t>
            </a:r>
            <a:r>
              <a:rPr lang="en-US" sz="3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sneham</a:t>
            </a:r>
            <a:r>
              <a:rPr lang="en-US" sz="30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0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poondu</a:t>
            </a:r>
            <a:endParaRPr lang="en-US" b="1" i="1" dirty="0"/>
          </a:p>
        </p:txBody>
      </p:sp>
      <p:pic>
        <p:nvPicPr>
          <p:cNvPr id="4" name="Picture 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2760B60A-5EF6-4028-9312-663EA4A7F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>
            <a:off x="0" y="22860"/>
            <a:ext cx="3247897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053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35734"/>
            <a:ext cx="12192000" cy="2743200"/>
          </a:xfrm>
        </p:spPr>
        <p:txBody>
          <a:bodyPr>
            <a:normAutofit/>
          </a:bodyPr>
          <a:lstStyle/>
          <a:p>
            <a:pPr algn="l">
              <a:lnSpc>
                <a:spcPts val="4500"/>
              </a:lnSpc>
              <a:tabLst>
                <a:tab pos="457200" algn="l"/>
              </a:tabLst>
            </a:pP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നരരോടതി സ്നേഹം പൂണ്ടു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പാരിടം തന്നില്‍ വന്നേശു</a:t>
            </a:r>
            <a:b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നരനായവതാരം ചെയ്തു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നാരിയിന്‍ സൂനുവായ് ജയമായ്</a:t>
            </a:r>
            <a:b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ദേവകുമാരനായി രാജകുമാരനായി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ബേതലഹേമിൻ ഗോശാലേ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നീതിസമ്പൂര്‍ത്തിയായ് വരുവാന്‍</a:t>
            </a:r>
            <a:endParaRPr lang="en-US" sz="3000" b="1" spc="-150" dirty="0">
              <a:solidFill>
                <a:schemeClr val="accent1">
                  <a:lumMod val="60000"/>
                  <a:lumOff val="4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87A1C-9A9D-4016-983F-4E7E84B8C2E5}"/>
              </a:ext>
            </a:extLst>
          </p:cNvPr>
          <p:cNvSpPr/>
          <p:nvPr/>
        </p:nvSpPr>
        <p:spPr>
          <a:xfrm>
            <a:off x="0" y="3479066"/>
            <a:ext cx="12192000" cy="2269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Nararodathi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sneham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poondu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Paaridam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thannil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vanneshu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Naranaayavathaaram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cheithu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Naariyin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soonuvaai-jayamaai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Daivakumaaranaayi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Raajakumaaranaayi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Bethelehemin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goshale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Neethisamburththiyaai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varuvaan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4CDED9C-BC37-4F90-9C4E-FC3C8F4F3A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 rot="21040254">
            <a:off x="10418787" y="5201107"/>
            <a:ext cx="1577340" cy="14321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2A8065-1A36-411C-BE53-393BB6A46E09}"/>
              </a:ext>
            </a:extLst>
          </p:cNvPr>
          <p:cNvSpPr/>
          <p:nvPr/>
        </p:nvSpPr>
        <p:spPr>
          <a:xfrm>
            <a:off x="0" y="21335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accent2"/>
                </a:solidFill>
                <a:latin typeface="+mn-lt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35734"/>
            <a:ext cx="12192000" cy="2743200"/>
          </a:xfrm>
        </p:spPr>
        <p:txBody>
          <a:bodyPr>
            <a:normAutofit/>
          </a:bodyPr>
          <a:lstStyle/>
          <a:p>
            <a:pPr algn="l">
              <a:lnSpc>
                <a:spcPts val="4500"/>
              </a:lnSpc>
              <a:tabLst>
                <a:tab pos="457200" algn="l"/>
              </a:tabLst>
            </a:pP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ജയമംഗളമായ വാര്‍ത്ത മായം കൂടാതെ കൊണ്ടാടി</a:t>
            </a:r>
            <a:b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ഭയ ഭക്തിയതേറ്റം കൂടി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മാലാഖമാര്‍കൂടി പാടിയുടന്‍</a:t>
            </a:r>
            <a:b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ആട്ടിന്‍കൂട്ടങ്ങള്‍ കാത്തു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കൂട്ടങ്ങളായി പാര്‍ത്ത</a:t>
            </a:r>
            <a:b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ആട്ടിടയര്‍ക്കറിവേറി 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പെട്ടെന്നു രാവില്‍ ദൂതനിദം</a:t>
            </a:r>
            <a:r>
              <a:rPr lang="en-US" sz="3000" b="1" spc="-150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87A1C-9A9D-4016-983F-4E7E84B8C2E5}"/>
              </a:ext>
            </a:extLst>
          </p:cNvPr>
          <p:cNvSpPr/>
          <p:nvPr/>
        </p:nvSpPr>
        <p:spPr>
          <a:xfrm>
            <a:off x="0" y="3479066"/>
            <a:ext cx="12192000" cy="2269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Jayamangalhamaaya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vaartha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Maayam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koodaathey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kondaadi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Bhaya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bhakthiyathettam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koodi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Maalaakha-maarkoodi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paadiyudan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Aattin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koottangalh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kaatthu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Koottangalhaayi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paartha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Aattidayarkkariveki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pettennu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raavil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doothanidam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4CDED9C-BC37-4F90-9C4E-FC3C8F4F3A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 rot="21040254">
            <a:off x="10418787" y="5201107"/>
            <a:ext cx="1577340" cy="14321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2A8065-1A36-411C-BE53-393BB6A46E09}"/>
              </a:ext>
            </a:extLst>
          </p:cNvPr>
          <p:cNvSpPr/>
          <p:nvPr/>
        </p:nvSpPr>
        <p:spPr>
          <a:xfrm>
            <a:off x="0" y="21335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accent2"/>
                </a:solidFill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31066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35734"/>
            <a:ext cx="12192000" cy="3098066"/>
          </a:xfrm>
        </p:spPr>
        <p:txBody>
          <a:bodyPr>
            <a:normAutofit/>
          </a:bodyPr>
          <a:lstStyle/>
          <a:p>
            <a:pPr algn="l">
              <a:lnSpc>
                <a:spcPts val="4500"/>
              </a:lnSpc>
              <a:tabLst>
                <a:tab pos="457200" algn="l"/>
              </a:tabLst>
            </a:pP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നരരക്ഷകനായിന്നേശു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നിങ്ങള്‍ക്കായ് പുല്‍കൂട്ടില്‍ വന്നു</a:t>
            </a:r>
            <a:b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നരനായവതാരം ചെയ്തു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പോകുവിന്‍ കാണുവിന്‍ വേഗമഹോ</a:t>
            </a:r>
            <a:b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ജീര്‍ണമായുളോരാട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പൂര്‍ണ്ണമല്ലാതെ ചൂടി</a:t>
            </a:r>
            <a:b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മാട്ടിന്‍ തൊഴുത്തതില്‍ കാണാം </a:t>
            </a:r>
            <a:r>
              <a:rPr lang="en-US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കാണ്മാനായി പോയിക്കുമ്പിടുവിന്‍</a:t>
            </a:r>
            <a:endParaRPr lang="en-US" sz="3000" b="1" dirty="0">
              <a:solidFill>
                <a:schemeClr val="accent1">
                  <a:lumMod val="60000"/>
                  <a:lumOff val="4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87A1C-9A9D-4016-983F-4E7E84B8C2E5}"/>
              </a:ext>
            </a:extLst>
          </p:cNvPr>
          <p:cNvSpPr/>
          <p:nvPr/>
        </p:nvSpPr>
        <p:spPr>
          <a:xfrm>
            <a:off x="0" y="3479066"/>
            <a:ext cx="12192000" cy="2820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‘Nara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rakshakanayinneshu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Ningalhkaai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pulkoottil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vannu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Naranaayavathaaram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cheithu-pokuvin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kaanhuvin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vegamaho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Jeernhamaayullhoraada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Poornhamallaathey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choodi</a:t>
            </a:r>
            <a:endParaRPr lang="en-US" sz="3200" b="1" dirty="0">
              <a:solidFill>
                <a:schemeClr val="accent1">
                  <a:lumMod val="40000"/>
                  <a:lumOff val="60000"/>
                </a:schemeClr>
              </a:solidFill>
              <a:latin typeface="+mn-lt"/>
            </a:endParaRPr>
          </a:p>
          <a:p>
            <a:pPr>
              <a:lnSpc>
                <a:spcPct val="112000"/>
              </a:lnSpc>
            </a:pP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Maattinthozhuththathil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kaanhaam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Kaanhmaanaai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 												</a:t>
            </a:r>
            <a:r>
              <a:rPr lang="en-US" sz="32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poyikkumbiduvin</a:t>
            </a:r>
            <a:r>
              <a:rPr lang="en-US" sz="32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</a:rPr>
              <a:t>’</a:t>
            </a:r>
          </a:p>
        </p:txBody>
      </p:sp>
      <p:pic>
        <p:nvPicPr>
          <p:cNvPr id="5" name="Picture 4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84CDED9C-BC37-4F90-9C4E-FC3C8F4F3AD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79" t="7220" r="3868" b="9292"/>
          <a:stretch/>
        </p:blipFill>
        <p:spPr>
          <a:xfrm rot="21040254">
            <a:off x="10418787" y="5201107"/>
            <a:ext cx="1577340" cy="14321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2A8065-1A36-411C-BE53-393BB6A46E09}"/>
              </a:ext>
            </a:extLst>
          </p:cNvPr>
          <p:cNvSpPr/>
          <p:nvPr/>
        </p:nvSpPr>
        <p:spPr>
          <a:xfrm>
            <a:off x="0" y="21335"/>
            <a:ext cx="12192000" cy="614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2000"/>
              </a:lnSpc>
            </a:pPr>
            <a:r>
              <a:rPr lang="en-US" sz="3200" b="1" dirty="0">
                <a:solidFill>
                  <a:schemeClr val="accent2"/>
                </a:solidFill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952051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</TotalTime>
  <Words>77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Corbel</vt:lpstr>
      <vt:lpstr>Kartika</vt:lpstr>
      <vt:lpstr>Depth</vt:lpstr>
      <vt:lpstr>114 നരരോടതി സ്നേഹം പൂണ്ടു</vt:lpstr>
      <vt:lpstr>നരരോടതി സ്നേഹം പൂണ്ടു  പാരിടം തന്നില്‍ വന്നേശു നരനായവതാരം ചെയ്തു  നാരിയിന്‍ സൂനുവായ് ജയമായ് ദേവകുമാരനായി രാജകുമാരനായി  ബേതലഹേമിൻ ഗോശാലേ -നീതിസമ്പൂര്‍ത്തിയായ് വരുവാന്‍</vt:lpstr>
      <vt:lpstr>ജയമംഗളമായ വാര്‍ത്ത മായം കൂടാതെ കൊണ്ടാടി ഭയ ഭക്തിയതേറ്റം കൂടി  മാലാഖമാര്‍കൂടി പാടിയുടന്‍ ആട്ടിന്‍കൂട്ടങ്ങള്‍ കാത്തു  കൂട്ടങ്ങളായി പാര്‍ത്ത ആട്ടിടയര്‍ക്കറിവേറി  പെട്ടെന്നു രാവില്‍ ദൂതനിദം </vt:lpstr>
      <vt:lpstr>നരരക്ഷകനായിന്നേശു  നിങ്ങള്‍ക്കായ് പുല്‍കൂട്ടില്‍ വന്നു നരനായവതാരം ചെയ്തു  പോകുവിന്‍ കാണുവിന്‍ വേഗമഹോ ജീര്‍ണമായുളോരാട  പൂര്‍ണ്ണമല്ലാതെ ചൂടി മാട്ടിന്‍ തൊഴുത്തതില്‍ കാണാം  കാണ്മാനായി പോയിക്കുമ്പിടുവിന്‍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Nararodathi sneham poondu</dc:title>
  <dc:creator>Digital Input:; GM JOHN; Acsah Mathews</dc:creator>
  <cp:lastModifiedBy>Acsah Mathews</cp:lastModifiedBy>
  <cp:revision>341</cp:revision>
  <dcterms:created xsi:type="dcterms:W3CDTF">2013-04-19T09:19:07Z</dcterms:created>
  <dcterms:modified xsi:type="dcterms:W3CDTF">2018-11-02T16:00:04Z</dcterms:modified>
</cp:coreProperties>
</file>