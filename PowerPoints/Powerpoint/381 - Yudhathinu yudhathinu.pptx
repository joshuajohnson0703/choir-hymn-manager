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48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D453B-8DF5-43F2-B7E0-AB1C616C242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3D3E1-14B8-4FDF-9BF0-BB4A6F6753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20EB7-BB56-4608-828A-54BEEB2111A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F6A54-B350-4255-A54A-51589230AA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4F2C22-1FB9-4A28-8D0A-F4ABDDC3250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B4804-64C9-4A4C-B7DE-88247EFE70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5473B-2988-487B-82B3-ADA87E47970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D2244-31DA-40F7-96F2-F9719964BB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0DAB5D-52B2-466A-84C3-1E54712325C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E1D410-8216-44DE-AD37-08473D192B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1245D-0FEE-45C4-8538-ACEE82A589F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C04C7-15E8-4D28-A024-F4AAB18534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260D1-3683-4FC6-BFE7-ACE073B52B0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64A51-D8D3-4C27-9488-F0271F0CC0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17C2B-9593-444C-AA7E-B9F9FCEF544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E92DF-ACAF-4FD2-83A0-611CC2284B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C91FD-9100-4DB8-9EFF-BDC78A5F0CC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2E816-A80B-4CE6-BC13-26C0131EEF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73D6F-901D-4891-B214-883D8E9526E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AE491-F23F-425D-808D-923A8BFB6C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62741-9B7D-49BB-B3DD-748D65BB616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F0E9E-15CC-408E-B422-EEAF8DEDF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F8D3EA7-DC84-4329-9F81-D05AD0F0161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379BBC7-7CC7-4F04-8844-184B0055A7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5444-B7EC-46D1-9B75-5C0BFEC4D0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381</a:t>
            </a:r>
            <a:br>
              <a:rPr lang="en-US" dirty="0"/>
            </a:b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b="1" dirty="0">
                <a:latin typeface="Kartika" panose="02020503030404060203" pitchFamily="18" charset="0"/>
              </a:rPr>
              <a:t>യുദ്ധത്തിന്നു യുദ്ധത്തിനു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F9543-12BC-4F3C-AF39-3E1B4B095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Yudhathinu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yudhathinu</a:t>
            </a:r>
            <a:endParaRPr lang="en-US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6620A-3E31-4137-9BA2-765E99EA1CDF}"/>
              </a:ext>
            </a:extLst>
          </p:cNvPr>
          <p:cNvSpPr/>
          <p:nvPr/>
        </p:nvSpPr>
        <p:spPr>
          <a:xfrm>
            <a:off x="1828800" y="4692134"/>
            <a:ext cx="166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(വി. നാഗൽ)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2C0C5-0215-43BD-AFD9-EA435F07D975}"/>
              </a:ext>
            </a:extLst>
          </p:cNvPr>
          <p:cNvSpPr/>
          <p:nvPr/>
        </p:nvSpPr>
        <p:spPr>
          <a:xfrm>
            <a:off x="9372600" y="4692134"/>
            <a:ext cx="1292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(V. </a:t>
            </a:r>
            <a:r>
              <a:rPr lang="en-US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Nagal</a:t>
            </a:r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2236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118607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യുദ്ധത്തിന്നു യുദ്ധത്തിനു കേൾക്ക കാഹളം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ശക്തിയോടു ധ്വനിക്കുന്നു സൈന്യം കൂടേണം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E9774-408C-463A-B47F-1B178C87CEC4}"/>
              </a:ext>
            </a:extLst>
          </p:cNvPr>
          <p:cNvSpPr/>
          <p:nvPr/>
        </p:nvSpPr>
        <p:spPr>
          <a:xfrm>
            <a:off x="0" y="208784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രാജാവാകും സർവ്വ ഭൂമിയിൽ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സേവകരാം നാമും കൂടെ വാഴും തേജസ്സിൽ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19827-CB5E-4145-846F-B94324ED21EB}"/>
              </a:ext>
            </a:extLst>
          </p:cNvPr>
          <p:cNvSpPr/>
          <p:nvPr/>
        </p:nvSpPr>
        <p:spPr>
          <a:xfrm>
            <a:off x="0" y="3683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Yudhathinu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yudhathinu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kelhkka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dhwanikkunnu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33906-8888-4502-B281-5F216B473007}"/>
              </a:ext>
            </a:extLst>
          </p:cNvPr>
          <p:cNvSpPr/>
          <p:nvPr/>
        </p:nvSpPr>
        <p:spPr>
          <a:xfrm>
            <a:off x="0" y="5029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Yeshukristhu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raajavaakum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Sevakaraam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0299"/>
            <a:ext cx="12192000" cy="1186070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ക്രൂശ്ശിൻ കൊടിക്കീഴിൽ എങ്ങും ജയം കൊള്ളും നാം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വാശിയിൽ എതിർക്കുന്നവൻ വീഴും നിശ്ചയം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E9774-408C-463A-B47F-1B178C87CEC4}"/>
              </a:ext>
            </a:extLst>
          </p:cNvPr>
          <p:cNvSpPr/>
          <p:nvPr/>
        </p:nvSpPr>
        <p:spPr>
          <a:xfrm>
            <a:off x="0" y="208784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രാജാവാകും സർവ്വ ഭൂമിയിൽ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സേവകരാം നാമും കൂടെ വാഴും തേജസ്സിൽ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19827-CB5E-4145-846F-B94324ED21EB}"/>
              </a:ext>
            </a:extLst>
          </p:cNvPr>
          <p:cNvSpPr/>
          <p:nvPr/>
        </p:nvSpPr>
        <p:spPr>
          <a:xfrm>
            <a:off x="0" y="3683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Krooshin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kodikkeezhil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engum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kollhum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Vaashiyil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ethirkkunnavan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veezhum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33906-8888-4502-B281-5F216B473007}"/>
              </a:ext>
            </a:extLst>
          </p:cNvPr>
          <p:cNvSpPr/>
          <p:nvPr/>
        </p:nvSpPr>
        <p:spPr>
          <a:xfrm>
            <a:off x="0" y="5029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Yeshukristhu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raajavaakum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Sevakaraam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58271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0299"/>
            <a:ext cx="12192000" cy="118607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സാത്താൻ തന്‍റെ സൈന്യം കൂട്ടി എതിർ നിൽക്കുമോ?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യേശു നാമം കേട്ടിട്ടവർ ഓടുകില്ലയോ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E9774-408C-463A-B47F-1B178C87CEC4}"/>
              </a:ext>
            </a:extLst>
          </p:cNvPr>
          <p:cNvSpPr/>
          <p:nvPr/>
        </p:nvSpPr>
        <p:spPr>
          <a:xfrm>
            <a:off x="0" y="208784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രാജാവാകും സർവ്വ ഭൂമിയിൽ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സേവകരാം നാമും കൂടെ വാഴും തേജസ്സിൽ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19827-CB5E-4145-846F-B94324ED21EB}"/>
              </a:ext>
            </a:extLst>
          </p:cNvPr>
          <p:cNvSpPr/>
          <p:nvPr/>
        </p:nvSpPr>
        <p:spPr>
          <a:xfrm>
            <a:off x="0" y="3683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ethir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nilkkumo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kettittavar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odukillayo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33906-8888-4502-B281-5F216B473007}"/>
              </a:ext>
            </a:extLst>
          </p:cNvPr>
          <p:cNvSpPr/>
          <p:nvPr/>
        </p:nvSpPr>
        <p:spPr>
          <a:xfrm>
            <a:off x="0" y="5029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Yeshukristhu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raajavaakum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Sevakaraam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695574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0299"/>
            <a:ext cx="12192000" cy="1186070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മായഭാക്തി ലോകയുക്തി അല്ല ആശ്രയം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ദൈവാത്മാവും ദൈവവാക്കും അത്രെ ആയുധം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E9774-408C-463A-B47F-1B178C87CEC4}"/>
              </a:ext>
            </a:extLst>
          </p:cNvPr>
          <p:cNvSpPr/>
          <p:nvPr/>
        </p:nvSpPr>
        <p:spPr>
          <a:xfrm>
            <a:off x="0" y="208784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രാജാവാകും സർവ്വ ഭൂമിയിൽ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സേവകരാം നാമും കൂടെ വാഴും തേജസ്സിൽ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19827-CB5E-4145-846F-B94324ED21EB}"/>
              </a:ext>
            </a:extLst>
          </p:cNvPr>
          <p:cNvSpPr/>
          <p:nvPr/>
        </p:nvSpPr>
        <p:spPr>
          <a:xfrm>
            <a:off x="0" y="3683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Maayabhakthi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lokayukthi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alla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aashrayam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Daivaathmavum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daivavaakkum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aayudham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33906-8888-4502-B281-5F216B473007}"/>
              </a:ext>
            </a:extLst>
          </p:cNvPr>
          <p:cNvSpPr/>
          <p:nvPr/>
        </p:nvSpPr>
        <p:spPr>
          <a:xfrm>
            <a:off x="0" y="5029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Yeshukristhu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raajavaakum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Sevakaraam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190305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0299"/>
            <a:ext cx="12192000" cy="1186070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കാഹളങ്ങൾ-ഊതി നാം അട്ടഹസിച്ചീടും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അപ്പോൾ ഇരുട്ടിന്‍റെ കോട്ട താനെ വീണീടും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E9774-408C-463A-B47F-1B178C87CEC4}"/>
              </a:ext>
            </a:extLst>
          </p:cNvPr>
          <p:cNvSpPr/>
          <p:nvPr/>
        </p:nvSpPr>
        <p:spPr>
          <a:xfrm>
            <a:off x="0" y="208784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രാജാവാകും സർവ്വ ഭൂമിയിൽ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സേവകരാം നാമും കൂടെ വാഴും തേജസ്സിൽ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19827-CB5E-4145-846F-B94324ED21EB}"/>
              </a:ext>
            </a:extLst>
          </p:cNvPr>
          <p:cNvSpPr/>
          <p:nvPr/>
        </p:nvSpPr>
        <p:spPr>
          <a:xfrm>
            <a:off x="0" y="3683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Kaahalhangalh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oothi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attahasicheedum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Appolh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iruttinte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kotta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veenhidum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33906-8888-4502-B281-5F216B473007}"/>
              </a:ext>
            </a:extLst>
          </p:cNvPr>
          <p:cNvSpPr/>
          <p:nvPr/>
        </p:nvSpPr>
        <p:spPr>
          <a:xfrm>
            <a:off x="0" y="5029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Yeshukristhu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raajavaakum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Sevakaraam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502470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0299"/>
            <a:ext cx="12192000" cy="1186070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നീതി സൂര്യൻ ശോഭയോടു ദിക്കും ഉള്ളത്തിൽ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പാടിക്കൊണ്ടനേകർ വരും ജീവ വഴിയിൽ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E9774-408C-463A-B47F-1B178C87CEC4}"/>
              </a:ext>
            </a:extLst>
          </p:cNvPr>
          <p:cNvSpPr/>
          <p:nvPr/>
        </p:nvSpPr>
        <p:spPr>
          <a:xfrm>
            <a:off x="0" y="208784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രാജാവാകും സർവ്വ ഭൂമിയിൽ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സേവകരാം നാമും കൂടെ വാഴും തേജസ്സിൽ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19827-CB5E-4145-846F-B94324ED21EB}"/>
              </a:ext>
            </a:extLst>
          </p:cNvPr>
          <p:cNvSpPr/>
          <p:nvPr/>
        </p:nvSpPr>
        <p:spPr>
          <a:xfrm>
            <a:off x="0" y="3683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Neethisuryan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shobhayodudikkum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ullhaththil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Paadikondanekar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vazhiyil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33906-8888-4502-B281-5F216B473007}"/>
              </a:ext>
            </a:extLst>
          </p:cNvPr>
          <p:cNvSpPr/>
          <p:nvPr/>
        </p:nvSpPr>
        <p:spPr>
          <a:xfrm>
            <a:off x="0" y="5029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Yeshukristhu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raajavaakum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Sevakaraam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331707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0299"/>
            <a:ext cx="12192000" cy="1186070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ഭൂമിയുടെ അറ്റത്തോളം സർവ്വ സൃഷ്ടിയും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ദൈവത്തിൻ മഹത്വം കണ്ടു വീണു കുമ്പിടും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E9774-408C-463A-B47F-1B178C87CEC4}"/>
              </a:ext>
            </a:extLst>
          </p:cNvPr>
          <p:cNvSpPr/>
          <p:nvPr/>
        </p:nvSpPr>
        <p:spPr>
          <a:xfrm>
            <a:off x="0" y="208784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രാജാവാകും സർവ്വ ഭൂമിയിൽ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സേവകരാം നാമും കൂടെ വാഴും തേജസ്സിൽ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19827-CB5E-4145-846F-B94324ED21EB}"/>
              </a:ext>
            </a:extLst>
          </p:cNvPr>
          <p:cNvSpPr/>
          <p:nvPr/>
        </p:nvSpPr>
        <p:spPr>
          <a:xfrm>
            <a:off x="0" y="3683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Bhoomiyude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attatholham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srishtiyum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kanduveenhu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kumbidum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33906-8888-4502-B281-5F216B473007}"/>
              </a:ext>
            </a:extLst>
          </p:cNvPr>
          <p:cNvSpPr/>
          <p:nvPr/>
        </p:nvSpPr>
        <p:spPr>
          <a:xfrm>
            <a:off x="0" y="5029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Yeshukristhu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raajavaakum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Sevakaraam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44777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00299"/>
            <a:ext cx="12192000" cy="1186070"/>
          </a:xfrm>
        </p:spPr>
        <p:txBody>
          <a:bodyPr anchor="t"/>
          <a:lstStyle/>
          <a:p>
            <a:pPr algn="l" defTabSz="45720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8	ഹല്ലെലൂയ്യാ ഹല്ലെലൂയ്യാ സ്തുതി സ്തോത്രവും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എന്നന്നേക്കും ദൈവത്തിനും പുത്രനാത്മനും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381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FE9774-408C-463A-B47F-1B178C87CEC4}"/>
              </a:ext>
            </a:extLst>
          </p:cNvPr>
          <p:cNvSpPr/>
          <p:nvPr/>
        </p:nvSpPr>
        <p:spPr>
          <a:xfrm>
            <a:off x="0" y="2087841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ക്രിസ്തു രാജാവാകും സർവ്വ ഭൂമിയിൽ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സേവകരാം നാമും കൂടെ വാഴും തേജസ്സിൽ</a:t>
            </a:r>
            <a:endParaRPr lang="en-US" sz="3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F19827-CB5E-4145-846F-B94324ED21EB}"/>
              </a:ext>
            </a:extLst>
          </p:cNvPr>
          <p:cNvSpPr/>
          <p:nvPr/>
        </p:nvSpPr>
        <p:spPr>
          <a:xfrm>
            <a:off x="0" y="3683535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8.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Halleluia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halleluia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sthothravum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Ennannekkum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daivaththinum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puthraathmanum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33906-8888-4502-B281-5F216B473007}"/>
              </a:ext>
            </a:extLst>
          </p:cNvPr>
          <p:cNvSpPr/>
          <p:nvPr/>
        </p:nvSpPr>
        <p:spPr>
          <a:xfrm>
            <a:off x="0" y="5029200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Yeshukristhu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raajavaakum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sarvva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Sevakaraam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koode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vaazhum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857687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233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381  യുദ്ധത്തിന്നു യുദ്ധത്തിനു </vt:lpstr>
      <vt:lpstr>1 യുദ്ധത്തിന്നു യുദ്ധത്തിനു കേൾക്ക കാഹളം  ശക്തിയോടു ധ്വനിക്കുന്നു സൈന്യം കൂടേണം</vt:lpstr>
      <vt:lpstr>2 ക്രൂശ്ശിൻ കൊടിക്കീഴിൽ എങ്ങും ജയം കൊള്ളും നാം  വാശിയിൽ എതിർക്കുന്നവൻ വീഴും നിശ്ചയം </vt:lpstr>
      <vt:lpstr>3 സാത്താൻ തന്‍റെ സൈന്യം കൂട്ടി എതിർ നിൽക്കുമോ?  യേശു നാമം കേട്ടിട്ടവർ ഓടുകില്ലയോ </vt:lpstr>
      <vt:lpstr>4 മായഭാക്തി ലോകയുക്തി അല്ല ആശ്രയം  ദൈവാത്മാവും ദൈവവാക്കും അത്രെ ആയുധം </vt:lpstr>
      <vt:lpstr>5 കാഹളങ്ങൾ-ഊതി നാം അട്ടഹസിച്ചീടും  അപ്പോൾ ഇരുട്ടിന്‍റെ കോട്ട താനെ വീണീടും </vt:lpstr>
      <vt:lpstr>6 നീതി സൂര്യൻ ശോഭയോടു ദിക്കും ഉള്ളത്തിൽ  പാടിക്കൊണ്ടനേകർ വരും ജീവ വഴിയിൽ </vt:lpstr>
      <vt:lpstr>7 ഭൂമിയുടെ അറ്റത്തോളം സർവ്വ സൃഷ്ടിയും  ദൈവത്തിൻ മഹത്വം കണ്ടു വീണു കുമ്പിടും </vt:lpstr>
      <vt:lpstr>8 ഹല്ലെലൂയ്യാ ഹല്ലെലൂയ്യാ സ്തുതി സ്തോത്രവും  എന്നന്നേക്കും ദൈവത്തിനും പുത്രനാത്മനും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Yudhathinu</dc:title>
  <dc:creator>Digital Input:; GM JOHN; Acsah Mathews</dc:creator>
  <cp:lastModifiedBy>Acsah Mathews</cp:lastModifiedBy>
  <cp:revision>296</cp:revision>
  <dcterms:created xsi:type="dcterms:W3CDTF">2013-04-19T09:19:07Z</dcterms:created>
  <dcterms:modified xsi:type="dcterms:W3CDTF">2018-11-23T19:20:05Z</dcterms:modified>
</cp:coreProperties>
</file>