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7" r:id="rId2"/>
    <p:sldId id="283" r:id="rId3"/>
    <p:sldId id="285" r:id="rId4"/>
    <p:sldId id="286" r:id="rId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8" y="9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50AAF7-E10F-4017-84D7-1471020C03FB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E38B06-8668-47FF-BED8-D370139BDF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EA156A-25A2-4B98-8837-24FA1CD38F39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7D48DF-9A83-4A01-BAFD-B414505217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C66FEC-6FDF-402B-9252-057D9BF3FD7C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EF849E-BADC-422B-9791-F3A446C858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4D37F2-0037-4A81-BA1D-CC7A2B1F03B2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5BE550-C859-4E0C-BADE-FE629F51EA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89EE47-0FC6-4257-99C1-ED9EC44DD54D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19A3B1-BAD4-42D4-94FB-1D3B7D6BEA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50BAA0-FEBB-4B8F-B8B3-5079C6C237D6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AC250A-443B-441B-AC41-937C069385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6CE2E6-0FF3-4A2D-8078-E54DE190682E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AE0E06-F36E-43FB-BF59-6363361E0B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18A9BB-1B4D-486D-A0D5-D30FFE0B47E9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73A2E-426E-4D47-A6D4-2D79487524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E33923-066C-4A60-8C50-A8AFBDB76094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6E453-D1E2-40F0-9243-70BDD5AE11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26B925-A07A-4080-9EF7-DC7C4F1971BA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A5BBE3-3BB8-4A1C-836F-CCD1010C9C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D2FD5E-2EE8-43F0-AB0E-4CF047BB48FF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A16EED-77AD-4113-A27C-6170BC9B52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4CA76FE-346F-4CA0-A06B-51191F4E9EE7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73397B6-2D03-4631-A7B4-73186464AC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59C17-7E08-4688-A054-00A6C9613D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386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രാത്രിയിതാ വരുന്നു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81EED9-2E9E-41C6-B9AA-D81E7D7012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12192000" cy="17526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Raathriyithaa </a:t>
            </a:r>
            <a:r>
              <a:rPr lang="en-US" sz="4000" b="1" dirty="0" err="1">
                <a:solidFill>
                  <a:srgbClr val="002060"/>
                </a:solidFill>
              </a:rPr>
              <a:t>varunnu</a:t>
            </a:r>
            <a:endParaRPr lang="en-US" sz="4000" b="1" dirty="0">
              <a:solidFill>
                <a:srgbClr val="002060"/>
              </a:solidFill>
            </a:endParaRPr>
          </a:p>
          <a:p>
            <a:r>
              <a:rPr lang="en-US" sz="3800" i="1" dirty="0">
                <a:solidFill>
                  <a:srgbClr val="002060"/>
                </a:solidFill>
              </a:rPr>
              <a:t>Work for the night is coming –</a:t>
            </a:r>
            <a:r>
              <a:rPr lang="en-US" sz="3600" i="1" dirty="0">
                <a:solidFill>
                  <a:srgbClr val="002060"/>
                </a:solidFill>
              </a:rPr>
              <a:t> A. L. Walker</a:t>
            </a:r>
            <a:endParaRPr lang="en-US" sz="3600" i="1" dirty="0"/>
          </a:p>
        </p:txBody>
      </p:sp>
    </p:spTree>
    <p:extLst>
      <p:ext uri="{BB962C8B-B14F-4D97-AF65-F5344CB8AC3E}">
        <p14:creationId xmlns:p14="http://schemas.microsoft.com/office/powerpoint/2010/main" val="386239655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20444" y="990600"/>
            <a:ext cx="12192000" cy="2819400"/>
          </a:xfrm>
        </p:spPr>
        <p:txBody>
          <a:bodyPr anchor="t"/>
          <a:lstStyle/>
          <a:p>
            <a:pPr algn="l" defTabSz="463550">
              <a:lnSpc>
                <a:spcPct val="125000"/>
              </a:lnSpc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രാത്രിയിതാ വരുന്നു അദ്ധ്വാനം ചെയ്തുകൊൾ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പ്രഭാത മഞ്ഞിൻ കാലെ പുലരുന്തോറും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കാഠിന്യ മേറും ചൂടിൽ ചെയ്തുകൊൾ പ്രയത്നം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അദ്ധ്വാനം തീരും രാത്രി വന്നീടുന്നിതാ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0C63E4-973F-4850-A160-075C85271E62}"/>
              </a:ext>
            </a:extLst>
          </p:cNvPr>
          <p:cNvSpPr/>
          <p:nvPr/>
        </p:nvSpPr>
        <p:spPr>
          <a:xfrm>
            <a:off x="1143000" y="3810000"/>
            <a:ext cx="11069444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Raathriyithaa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adhwaanam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cheythu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Prabhaatha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manjin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kaale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pularunthorhum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Kaadinyamerhum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choodil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cheythukolh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prayathnam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Adhwaanam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theerum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raathri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vanneedunnithaa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20444" y="990600"/>
            <a:ext cx="12192000" cy="2819400"/>
          </a:xfrm>
        </p:spPr>
        <p:txBody>
          <a:bodyPr anchor="t"/>
          <a:lstStyle/>
          <a:p>
            <a:pPr algn="l" defTabSz="463550">
              <a:lnSpc>
                <a:spcPct val="125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രാത്രിയിതാ വരുന്നു അദ്ധ്വാനം ചെയ്തുകൊൾ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അത്യുച്ച സമയത്തും നൽ പകലിലും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വിശ്രാമം വരും വേഗം ബദ്ധപ്പെട്ടോടുക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അദ്ധ്വാനം ഇല്ല രാത്രി വന്നീടുന്നിതാ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0C63E4-973F-4850-A160-075C85271E62}"/>
              </a:ext>
            </a:extLst>
          </p:cNvPr>
          <p:cNvSpPr/>
          <p:nvPr/>
        </p:nvSpPr>
        <p:spPr>
          <a:xfrm>
            <a:off x="1143000" y="3810000"/>
            <a:ext cx="11069444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Raathriyithaa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adhwaanam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cheythu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kolh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Athyucha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samayaththum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pakalilum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Vishraamam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varum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vegam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badhappettoduka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Adhwaanam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illa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raathri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vannidunnithaa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3107598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20444" y="990600"/>
            <a:ext cx="12192000" cy="2819400"/>
          </a:xfrm>
        </p:spPr>
        <p:txBody>
          <a:bodyPr anchor="t"/>
          <a:lstStyle/>
          <a:p>
            <a:pPr algn="l" defTabSz="463550">
              <a:lnSpc>
                <a:spcPct val="125000"/>
              </a:lnSpc>
              <a:defRPr/>
            </a:pPr>
            <a:r>
              <a:rPr lang="ml-IN" sz="3400" b="1" dirty="0">
                <a:latin typeface="Kartika" panose="02020503030404060203" pitchFamily="18" charset="0"/>
              </a:rPr>
              <a:t>3	രാത്രിയിതാ വരുന്നു അദ്ധ്വാനം ചെയ്തുകൊൾ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അസ്തമയത്തിങ്കലും പ്രഭാന്ത്യത്തിലും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പോയ് മറയുന്നേ പകൽ അദ്ധ്വാനം തീർത്തുകൊൾ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അന്ധകാരമാം രാത്രി വന്നിടും മുമ്പെ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0C63E4-973F-4850-A160-075C85271E62}"/>
              </a:ext>
            </a:extLst>
          </p:cNvPr>
          <p:cNvSpPr/>
          <p:nvPr/>
        </p:nvSpPr>
        <p:spPr>
          <a:xfrm>
            <a:off x="1143000" y="3810000"/>
            <a:ext cx="11069444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Raathriyithaa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adhwaanam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cheythu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kolh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Asthamayathinkalum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prabhaanthyathilum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maryayunne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pakal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adhwaanam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theerthukkolh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Andhakaaramaam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raathri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vannidum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mumbe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0294854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1437</TotalTime>
  <Words>71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Kartika</vt:lpstr>
      <vt:lpstr>Office Theme</vt:lpstr>
      <vt:lpstr>386 രാത്രിയിതാ വരുന്നു</vt:lpstr>
      <vt:lpstr>1 രാത്രിയിതാ വരുന്നു അദ്ധ്വാനം ചെയ്തുകൊൾ   പ്രഭാത മഞ്ഞിൻ കാലെ പുലരുന്തോറും   കാഠിന്യ മേറും ചൂടിൽ ചെയ്തുകൊൾ പ്രയത്നം   അദ്ധ്വാനം തീരും രാത്രി വന്നീടുന്നിതാ</vt:lpstr>
      <vt:lpstr>2 രാത്രിയിതാ വരുന്നു അദ്ധ്വാനം ചെയ്തുകൊൾ   അത്യുച്ച സമയത്തും നൽ പകലിലും   വിശ്രാമം വരും വേഗം ബദ്ധപ്പെട്ടോടുക   അദ്ധ്വാനം ഇല്ല രാത്രി വന്നീടുന്നിതാ </vt:lpstr>
      <vt:lpstr>3 രാത്രിയിതാ വരുന്നു അദ്ധ്വാനം ചെയ്തുകൊൾ   അസ്തമയത്തിങ്കലും പ്രഭാന്ത്യത്തിലും   പോയ് മറയുന്നേ പകൽ അദ്ധ്വാനം തീർത്തുകൊൾ   അന്ധകാരമാം രാത്രി വന്നിടും മുമ്പെ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Rathriyothaa varunnu</dc:title>
  <dc:creator>Digital Input; GM JOHN; Acsah Mathews</dc:creator>
  <cp:lastModifiedBy>Acsah Mathews</cp:lastModifiedBy>
  <cp:revision>420</cp:revision>
  <dcterms:created xsi:type="dcterms:W3CDTF">2013-04-19T09:19:07Z</dcterms:created>
  <dcterms:modified xsi:type="dcterms:W3CDTF">2018-11-26T13:40:43Z</dcterms:modified>
</cp:coreProperties>
</file>