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4" r:id="rId3"/>
    <p:sldId id="275" r:id="rId4"/>
    <p:sldId id="277" r:id="rId5"/>
    <p:sldId id="276" r:id="rId6"/>
    <p:sldId id="278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2500D-6AB1-4515-9249-14EE54334F3F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476B53-D192-4AE1-ADE5-E34FCF86C5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9B6AA0-26E6-40DD-B9F4-72886BB2A353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B2AB67-CCCA-45A6-9BC9-1E5B2A68DC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3F4413-649A-490E-A225-E160A6EBE193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539904-EEA6-4B05-9261-10E6CF0E85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28C4A-CC99-4488-B769-AB67BBA4E096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06E02-7E58-4D47-A646-714B658985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2C4B08-3637-41D5-8C59-B4A9011441E8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14C565-407E-4A74-978B-1C8E845A4F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A92EB-EAD6-46A8-8D6E-75B27681A99C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53E27-A005-4E22-AE6D-D53601D234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EE4C5-F3F8-45DC-B2B5-87BA6A803D86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7D618-9F63-42EB-B798-5FE897D2D6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A7449C-F104-4434-873C-63CC70CB6F04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38472-D2ED-4136-9F25-83AF81DDE2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E99A5-0B20-485F-A607-73ECC3647046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7E322-A38A-4837-A901-37D027358F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76B8C-7320-4772-84E6-67B6DBA0BE5E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528705-DE19-492A-A650-D3CAB963B5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6BDF9E-DBF9-43C1-9E70-F53D928CDE29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C6FD0-C903-4962-8217-3641D76A5B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66E40FD-4169-49B7-8A1F-A72AF3199272}" type="datetimeFigureOut">
              <a:rPr lang="en-US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5DFD45C-7949-4135-B8CA-A9DE3219D7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8D753-9FCF-432B-A461-A0B86080FA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141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വീണാൾ</a:t>
            </a:r>
            <a:r>
              <a:rPr lang="en-US" b="1" dirty="0">
                <a:latin typeface="Kartika" panose="02020503030404060203" pitchFamily="18" charset="0"/>
              </a:rPr>
              <a:t> </a:t>
            </a:r>
            <a:r>
              <a:rPr lang="ml-IN" b="1" dirty="0">
                <a:latin typeface="Kartika" panose="02020503030404060203" pitchFamily="18" charset="0"/>
              </a:rPr>
              <a:t>സീയോൻകുമാരി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3A136-1E4E-4DB9-8ED2-A9CB7EC35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Veenhaal </a:t>
            </a:r>
            <a:r>
              <a:rPr lang="en-US" sz="4000" b="1" dirty="0" err="1">
                <a:solidFill>
                  <a:schemeClr val="tx2"/>
                </a:solidFill>
              </a:rPr>
              <a:t>seeyon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kumaari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73945A-7B4F-46EC-BFD1-BED4F4B8FE5C}"/>
              </a:ext>
            </a:extLst>
          </p:cNvPr>
          <p:cNvSpPr/>
          <p:nvPr/>
        </p:nvSpPr>
        <p:spPr>
          <a:xfrm>
            <a:off x="1955800" y="4812268"/>
            <a:ext cx="3315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</a:rPr>
              <a:t>(യുസ്തുസ് യൌസേഫ്)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782883-9CDF-432F-9807-618A5013D51B}"/>
              </a:ext>
            </a:extLst>
          </p:cNvPr>
          <p:cNvSpPr/>
          <p:nvPr/>
        </p:nvSpPr>
        <p:spPr>
          <a:xfrm>
            <a:off x="8190426" y="4812268"/>
            <a:ext cx="23929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Yusthus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 err="1">
                <a:solidFill>
                  <a:schemeClr val="accent2"/>
                </a:solidFill>
              </a:rPr>
              <a:t>Youseph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05335459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25400" y="1007646"/>
            <a:ext cx="12192000" cy="2514600"/>
          </a:xfrm>
        </p:spPr>
        <p:txBody>
          <a:bodyPr anchor="t"/>
          <a:lstStyle/>
          <a:p>
            <a:pPr defTabSz="339725">
              <a:defRPr/>
            </a:pPr>
            <a:r>
              <a:rPr lang="ml-IN" sz="28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1800" b="1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800" b="1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വീണാൾ- സീയോൻ-കുമാരി-താണാൾ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അഴലാഴിയിൽ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പ്രാണ-നാഥന്‍റെ തിരുമേനി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ക്രൂശിന്മേൽ കണ്ടു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വീണാൾ...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02648A-09A5-4034-90C3-2882D8D518A8}"/>
              </a:ext>
            </a:extLst>
          </p:cNvPr>
          <p:cNvSpPr/>
          <p:nvPr/>
        </p:nvSpPr>
        <p:spPr>
          <a:xfrm>
            <a:off x="0" y="3522246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i="1" dirty="0">
                <a:solidFill>
                  <a:schemeClr val="tx2"/>
                </a:solidFill>
                <a:latin typeface="+mn-lt"/>
              </a:rPr>
              <a:t>Pallavi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Veenhaal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seeyon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kumaari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thaanhaal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azhalaazhiyil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Praanha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naadhantey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thirumeni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krushinmel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veenhaal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722530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3810000"/>
          </a:xfrm>
        </p:spPr>
        <p:txBody>
          <a:bodyPr anchor="t"/>
          <a:lstStyle/>
          <a:p>
            <a:pPr defTabSz="339725">
              <a:defRPr/>
            </a:pPr>
            <a:r>
              <a:rPr lang="ml-IN" sz="24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en-US" sz="2800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കാണു-ന്നിതാരയ്യോ!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എൻ പ്രാണ-നാഥനോ ക്രൂശിൽ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ആണി-മേൽ തൂങ്ങുന്നിതെന്നാ-നന്ദമോ?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ഞാനി-നീ പൊകുന്നിതെങ്ങോ? ഇടം-ഏതും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കാണു-ന്നില്ലെനിക്കയ്യോ!- കാണുന്നില്ലേ!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മാനു-വേലനേ! എന്നെ താനേ വിട്ടുനീ പോയോ?</a:t>
            </a:r>
            <a:b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മാന-സത്തിങ്കലിടി വീണേ- എന്നങ്ങലറി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വീണാൾ...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18924E-A565-446B-8C14-90871B5E3127}"/>
              </a:ext>
            </a:extLst>
          </p:cNvPr>
          <p:cNvSpPr/>
          <p:nvPr/>
        </p:nvSpPr>
        <p:spPr>
          <a:xfrm>
            <a:off x="-25400" y="3784600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  <a:latin typeface="+mn-lt"/>
              </a:rPr>
              <a:t>Kaanhunnithaarayyo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praanha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naathano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krushil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Aanhimel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thoongunnithennaananda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mo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 algn="ct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Njaanini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pokunnithengo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?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Idam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ethum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Kaanhunnillenikkayyo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kaanhunilley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Maanuvelaney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thaaney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vittunee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poyo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 algn="ctr"/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Maanasaththinkalidi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veenhey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ennangalari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	-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veenhaalh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751106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609600"/>
            <a:ext cx="11912600" cy="3046988"/>
          </a:xfrm>
        </p:spPr>
        <p:txBody>
          <a:bodyPr anchor="t"/>
          <a:lstStyle/>
          <a:p>
            <a:pPr algn="l" defTabSz="339725">
              <a:defRPr/>
            </a:pP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മന്നാ! കൃപാക്കടലേ!-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എന്നുള്ള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മുരുകുന്നേ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 അൻപോടു നൊക്കിടു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ന്നതാലെ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എന്നിൽ പ്രേമത്തീയയ്യോ</a:t>
            </a:r>
            <a:r>
              <a:rPr lang="en-US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നന്നായ്</a:t>
            </a:r>
            <a:r>
              <a:rPr lang="en-US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ജ്വലിപ്പിക്കും തൃ-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ക്കണ്ണെ-ന്തയ്യോ തിരുമുൻ-വന്നു നിന്നും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ഒന്നു പോലും നോക്കാതെ-</a:t>
            </a:r>
            <a:r>
              <a:rPr lang="en-US" sz="28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നന്നായടച്ചിരിക്കു-</a:t>
            </a:r>
            <a:b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ന്നെന്ന-ങ്ങവൾ ചൊല്ലിയും- </a:t>
            </a:r>
            <a:r>
              <a:rPr lang="en-US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കണ്ണീർ ചൊരിഞ്ഞും കൊണ്ടു</a:t>
            </a:r>
            <a:r>
              <a:rPr lang="en-US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br>
              <a:rPr lang="en-US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-വീണാൾ...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18924E-A565-446B-8C14-90871B5E3127}"/>
              </a:ext>
            </a:extLst>
          </p:cNvPr>
          <p:cNvSpPr/>
          <p:nvPr/>
        </p:nvSpPr>
        <p:spPr>
          <a:xfrm>
            <a:off x="304800" y="3581400"/>
            <a:ext cx="11861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Mannaa!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Kripaakkadaley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ennullha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murukunney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Enney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anpodu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nokkidunna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thaaley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Ennil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premaththeeyayyo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nannaai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jwalippikkum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thri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kkannhenthayyo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thirumun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ninnum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Onnu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polum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nokkaathey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nannayadachchirikku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nnennangaval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cholliyum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kannheer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chorinjum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kondu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	        -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veenhal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11266058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609600"/>
            <a:ext cx="11912600" cy="3046988"/>
          </a:xfrm>
        </p:spPr>
        <p:txBody>
          <a:bodyPr anchor="t"/>
          <a:lstStyle/>
          <a:p>
            <a:pPr algn="l" defTabSz="339725">
              <a:defRPr/>
            </a:pPr>
            <a:r>
              <a:rPr lang="ml-IN" sz="2800" b="1" dirty="0"/>
              <a:t>അരുമ-</a:t>
            </a:r>
            <a:r>
              <a:rPr lang="en-US" sz="2800" b="1" dirty="0"/>
              <a:t>-</a:t>
            </a:r>
            <a:r>
              <a:rPr lang="ml-IN" sz="2800" b="1" dirty="0"/>
              <a:t>യോടെന്നെ മുത്തും –</a:t>
            </a:r>
            <a:r>
              <a:rPr lang="en-US" sz="2800" b="1" dirty="0"/>
              <a:t> </a:t>
            </a:r>
            <a:r>
              <a:rPr lang="ml-IN" sz="2800" b="1" dirty="0"/>
              <a:t>തിരുവായിൽ നിന്നൊഴുകി-</a:t>
            </a:r>
            <a:br>
              <a:rPr lang="ml-IN" sz="2800" b="1" dirty="0"/>
            </a:br>
            <a:r>
              <a:rPr lang="ml-IN" sz="2800" b="1" dirty="0"/>
              <a:t>വരുന്ന തേനും പാലുമാം-</a:t>
            </a:r>
            <a:r>
              <a:rPr lang="en-US" sz="2800" b="1" dirty="0"/>
              <a:t> </a:t>
            </a:r>
            <a:r>
              <a:rPr lang="ml-IN" sz="2800" b="1" dirty="0"/>
              <a:t>പരമ-ഭോജ്യം</a:t>
            </a:r>
            <a:br>
              <a:rPr lang="ml-IN" sz="2800" b="1" dirty="0"/>
            </a:br>
            <a:r>
              <a:rPr lang="ml-IN" sz="2800" b="1" dirty="0"/>
              <a:t>പരിപൂർണ്ണമായ് പൈദാഹം</a:t>
            </a:r>
            <a:r>
              <a:rPr lang="en-US" sz="2800" b="1" dirty="0"/>
              <a:t> </a:t>
            </a:r>
            <a:r>
              <a:rPr lang="ml-IN" sz="2800" b="1" dirty="0"/>
              <a:t> വിരവോ-ടൊഴിച്ചെന്നുള്ളിൽ</a:t>
            </a:r>
            <a:br>
              <a:rPr lang="ml-IN" sz="2800" b="1" dirty="0"/>
            </a:br>
            <a:r>
              <a:rPr lang="ml-IN" sz="2800" b="1" dirty="0"/>
              <a:t>പരമാനന്ദം തരുമെ-പരമ-കാന്താ!</a:t>
            </a:r>
            <a:br>
              <a:rPr lang="ml-IN" sz="2800" b="1" dirty="0"/>
            </a:br>
            <a:r>
              <a:rPr lang="ml-IN" sz="2800" b="1" dirty="0"/>
              <a:t>അരുമ-</a:t>
            </a:r>
            <a:r>
              <a:rPr lang="en-US" sz="2800" b="1" dirty="0"/>
              <a:t>-</a:t>
            </a:r>
            <a:r>
              <a:rPr lang="ml-IN" sz="2800" b="1" dirty="0"/>
              <a:t>കാ ന്താ യുൾവെന്തു- തിരുമു</a:t>
            </a:r>
            <a:r>
              <a:rPr lang="en-US" sz="2800" b="1" dirty="0"/>
              <a:t>-</a:t>
            </a:r>
            <a:r>
              <a:rPr lang="ml-IN" sz="2800" b="1" dirty="0"/>
              <a:t>ന്നിതാ നിന്നു നിൻ</a:t>
            </a:r>
            <a:br>
              <a:rPr lang="ml-IN" sz="2800" b="1" dirty="0"/>
            </a:br>
            <a:r>
              <a:rPr lang="ml-IN" sz="2800" b="1" dirty="0"/>
              <a:t>തിരുവായടഞ്ഞതെന്തെ-ന്നലറി-യലറി കൊണ്ടു-</a:t>
            </a:r>
            <a:r>
              <a:rPr lang="en-US" sz="2800" b="1" dirty="0"/>
              <a:t> 	</a:t>
            </a:r>
            <a:r>
              <a:rPr lang="en-US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br>
              <a:rPr lang="en-US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-വീണാൾ...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18924E-A565-446B-8C14-90871B5E3127}"/>
              </a:ext>
            </a:extLst>
          </p:cNvPr>
          <p:cNvSpPr/>
          <p:nvPr/>
        </p:nvSpPr>
        <p:spPr>
          <a:xfrm>
            <a:off x="304800" y="3581400"/>
            <a:ext cx="11861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Aruma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yodenney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muththum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thiruvaayil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ninnozhuki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Varunna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thènum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paalumaam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parama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bhojyam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Paripurnnhamai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paidaaham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Viravodozhichchennullhil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paramaanandam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tharumey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parama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kaantha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/>
                </a:solidFill>
                <a:latin typeface="+mn-lt"/>
              </a:rPr>
              <a:t>Aruma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kaanthayulhventhu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Thirumunnithaa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nin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Thiruvaayadanjathenthenn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alariyalari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kondu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	        -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veenhal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23591879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63012"/>
            <a:ext cx="11912600" cy="3046988"/>
          </a:xfrm>
        </p:spPr>
        <p:txBody>
          <a:bodyPr anchor="t"/>
          <a:lstStyle/>
          <a:p>
            <a:pPr algn="l" defTabSz="339725">
              <a:defRPr/>
            </a:pPr>
            <a:r>
              <a:rPr lang="ml-IN" sz="2800" b="1" dirty="0"/>
              <a:t>എന്നിൽ വെച്ചിട്ടുള്ളോരു-നിന്നു-ള്ളിലെ പ്രിയത്താൽ</a:t>
            </a:r>
            <a:br>
              <a:rPr lang="ml-IN" sz="2800" b="1" dirty="0"/>
            </a:br>
            <a:r>
              <a:rPr lang="ml-IN" sz="2800" b="1" dirty="0"/>
              <a:t>കണ്ണേ! പ്രിയേ എൻ പ്രാവേ!- എന്നു ചൊല്ലി</a:t>
            </a:r>
            <a:br>
              <a:rPr lang="ml-IN" sz="2800" b="1" dirty="0"/>
            </a:br>
            <a:r>
              <a:rPr lang="ml-IN" sz="2800" b="1" dirty="0"/>
              <a:t>എന്നി-രുകന്നങ്ങളിൽ -വന്നു ചുംബനം ചെയ്തു</a:t>
            </a:r>
            <a:br>
              <a:rPr lang="ml-IN" sz="2800" b="1" dirty="0"/>
            </a:br>
            <a:r>
              <a:rPr lang="ml-IN" sz="2800" b="1" dirty="0"/>
              <a:t>എന്നു</a:t>
            </a:r>
            <a:r>
              <a:rPr lang="en-US" sz="2800" b="1" dirty="0"/>
              <a:t>..</a:t>
            </a:r>
            <a:r>
              <a:rPr lang="ml-IN" sz="2800" b="1" dirty="0"/>
              <a:t>ള്ളെല്ലാം കവരും- വണ്ണ-മയ്യോ!</a:t>
            </a:r>
            <a:br>
              <a:rPr lang="ml-IN" sz="2800" b="1" dirty="0"/>
            </a:br>
            <a:r>
              <a:rPr lang="ml-IN" sz="2800" b="1" dirty="0"/>
              <a:t>എന്നെ-ത്താങ്ങിത്തഴുകും-പൊന്നിൻ-കരങ്ങളയ്യോ</a:t>
            </a:r>
            <a:br>
              <a:rPr lang="ml-IN" sz="2800" b="1" dirty="0"/>
            </a:br>
            <a:r>
              <a:rPr lang="ml-IN" sz="2800" b="1" dirty="0"/>
              <a:t>പൊന്നേ! ക്രൂശിൽ വിരിപ്പാൻ-വന്നോ സംഗതി എന്നു</a:t>
            </a:r>
            <a:r>
              <a:rPr lang="en-US" sz="2800" b="1" dirty="0"/>
              <a:t> 	</a:t>
            </a:r>
            <a:r>
              <a:rPr lang="en-US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br>
              <a:rPr lang="en-US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28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			</a:t>
            </a:r>
            <a:r>
              <a:rPr lang="ml-IN" sz="2800" b="1" dirty="0">
                <a:latin typeface="Kartika" panose="02020503030404060203" pitchFamily="18" charset="0"/>
                <a:cs typeface="Kartika" panose="02020503030404060203" pitchFamily="18" charset="0"/>
              </a:rPr>
              <a:t>-വീണാൾ...</a:t>
            </a:r>
            <a:endParaRPr lang="en-US" sz="28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141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18924E-A565-446B-8C14-90871B5E3127}"/>
              </a:ext>
            </a:extLst>
          </p:cNvPr>
          <p:cNvSpPr/>
          <p:nvPr/>
        </p:nvSpPr>
        <p:spPr>
          <a:xfrm>
            <a:off x="304800" y="3505200"/>
            <a:ext cx="118618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Ennil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vachchittullhoru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ninnullhiley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priyaththaal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Kannhey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Priyé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praavé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cholli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Ennirukannanghalil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chumbanam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cheithu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ennullhellaam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kavarum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vannhamayyo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Enneyththangiththazhuku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m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ponnin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karangalhayyo</a:t>
            </a:r>
            <a:endParaRPr lang="en-US" sz="32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Ponney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Krushil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virippaan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vanno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sangathi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ennu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	        -</a:t>
            </a:r>
            <a:r>
              <a:rPr lang="en-US" sz="3200" b="1" dirty="0" err="1">
                <a:solidFill>
                  <a:schemeClr val="tx2"/>
                </a:solidFill>
                <a:latin typeface="+mn-lt"/>
              </a:rPr>
              <a:t>veenhal</a:t>
            </a:r>
            <a:r>
              <a:rPr lang="en-US" sz="3200" b="1" dirty="0">
                <a:solidFill>
                  <a:schemeClr val="tx2"/>
                </a:solidFill>
                <a:latin typeface="+mn-lt"/>
              </a:rPr>
              <a:t>...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86BA50-41AB-4F37-B90D-07A314FA8ED1}"/>
              </a:ext>
            </a:extLst>
          </p:cNvPr>
          <p:cNvSpPr/>
          <p:nvPr/>
        </p:nvSpPr>
        <p:spPr>
          <a:xfrm>
            <a:off x="9211449" y="3759200"/>
            <a:ext cx="3005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(യുസ്തുസ് യൌസേഫ്)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8C2B90-6111-40F1-85F8-198403475F35}"/>
              </a:ext>
            </a:extLst>
          </p:cNvPr>
          <p:cNvSpPr/>
          <p:nvPr/>
        </p:nvSpPr>
        <p:spPr>
          <a:xfrm>
            <a:off x="10044626" y="6463268"/>
            <a:ext cx="2172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Yusthus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Youseph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1476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162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141 വീണാൾ സീയോൻകുമാരി</vt:lpstr>
      <vt:lpstr>പല്ലവി  വീണാൾ- സീയോൻ-കുമാരി-താണാൾ അഴലാഴിയിൽ പ്രാണ-നാഥന്‍റെ തിരുമേനി-ക്രൂശിന്മേൽ കണ്ടു - വീണാൾ...</vt:lpstr>
      <vt:lpstr>അനുപല്ലവി കാണു-ന്നിതാരയ്യോ!  എൻ പ്രാണ-നാഥനോ ക്രൂശിൽ ആണി-മേൽ തൂങ്ങുന്നിതെന്നാ-നന്ദമോ? ഞാനി-നീ പൊകുന്നിതെങ്ങോ? ഇടം-ഏതും കാണു-ന്നില്ലെനിക്കയ്യോ!- കാണുന്നില്ലേ! മാനു-വേലനേ! എന്നെ താനേ വിട്ടുനീ പോയോ? മാന-സത്തിങ്കലിടി വീണേ- എന്നങ്ങലറി  - വീണാൾ...</vt:lpstr>
      <vt:lpstr>മന്നാ! കൃപാക്കടലേ!-  എന്നുള്ള മുരുകുന്നേ എന്നെ അൻപോടു നൊക്കിടു-ന്നതാലെ എന്നിൽ പ്രേമത്തീയയ്യോ   നന്നായ്  ജ്വലിപ്പിക്കും തൃ- ക്കണ്ണെ-ന്തയ്യോ തിരുമുൻ-വന്നു നിന്നും ഒന്നു പോലും നോക്കാതെ- നന്നായടച്ചിരിക്കു- ന്നെന്ന-ങ്ങവൾ ചൊല്ലിയും-  കണ്ണീർ ചൊരിഞ്ഞും കൊണ്ടു                               -വീണാൾ...</vt:lpstr>
      <vt:lpstr>അരുമ--യോടെന്നെ മുത്തും – തിരുവായിൽ നിന്നൊഴുകി- വരുന്ന തേനും പാലുമാം- പരമ-ഭോജ്യം പരിപൂർണ്ണമായ് പൈദാഹം  വിരവോ-ടൊഴിച്ചെന്നുള്ളിൽ പരമാനന്ദം തരുമെ-പരമ-കാന്താ! അരുമ--കാ ന്താ യുൾവെന്തു- തിരുമു-ന്നിതാ നിന്നു നിൻ തിരുവായടഞ്ഞതെന്തെ-ന്നലറി-യലറി കൊണ്ടു-                                 -വീണാൾ...</vt:lpstr>
      <vt:lpstr>എന്നിൽ വെച്ചിട്ടുള്ളോരു-നിന്നു-ള്ളിലെ പ്രിയത്താൽ കണ്ണേ! പ്രിയേ എൻ പ്രാവേ!- എന്നു ചൊല്ലി എന്നി-രുകന്നങ്ങളിൽ -വന്നു ചുംബനം ചെയ്തു എന്നു..ള്ളെല്ലാം കവരും- വണ്ണ-മയ്യോ! എന്നെ-ത്താങ്ങിത്തഴുകും-പൊന്നിൻ-കരങ്ങളയ്യോ പൊന്നേ! ക്രൂശിൽ വിരിപ്പാൻ-വന്നോ സംഗതി എന്നു                                 -വീണാൾ...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Veenal seeyonkumari</dc:title>
  <dc:creator>Digital Input:; GM JOHN; Acsah Mathews</dc:creator>
  <cp:lastModifiedBy>Acsah Mathews</cp:lastModifiedBy>
  <cp:revision>337</cp:revision>
  <dcterms:created xsi:type="dcterms:W3CDTF">2013-04-19T09:19:07Z</dcterms:created>
  <dcterms:modified xsi:type="dcterms:W3CDTF">2018-11-05T19:20:11Z</dcterms:modified>
</cp:coreProperties>
</file>