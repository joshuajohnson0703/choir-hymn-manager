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83" r:id="rId3"/>
    <p:sldId id="288" r:id="rId4"/>
    <p:sldId id="289" r:id="rId5"/>
    <p:sldId id="290" r:id="rId6"/>
    <p:sldId id="291" r:id="rId7"/>
    <p:sldId id="292" r:id="rId8"/>
    <p:sldId id="293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A2EE6-ECDD-4036-A92A-37A6570AE09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00C07-2D91-4D01-B76B-52FC8B222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07969-039E-4C94-9966-C05A0F4696A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FAA0B-19A9-4E39-9DFB-0DC4B4FC66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9BDE0-0ABB-43D9-ACDA-1BBAAFD3F2A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A81EB-1AB7-4934-92D5-753C5F9C09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110B7-D8FE-4EFC-B4CE-2CD8148C50D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FAD35-2612-4605-BFE6-24155853E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B5A9D-B73F-47A3-8A15-D2C6C99ED08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69FCD-8E98-4330-8595-D85F75BF5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423BF-D6FA-4092-865B-A35A6745BAC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2FB3-5A1F-433A-A6D8-EF2FC4393F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3B0EB-9009-4F85-9A54-FE5882C64A2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85334-60AA-4F86-B6C2-6A5C3541B0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9992B-4C58-4C51-9FD5-6CCB32BC334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892A2-DBBD-4B51-B0CD-E0CC1CD8A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A2101-A76A-4E58-AF9B-CE6C2C8F202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EA6DE-E6E7-4439-8295-1A08F4F092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7EA1FD-1BCC-41C2-8B75-2F80CE90B02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CDDEF-EB19-49D1-BC7A-27F657BE5A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400E-AECC-41A6-A74F-50D3C46A3C0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A1196-A3B4-49EE-BED0-E111940190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BDE8F3-DB45-48D8-B1A0-0D539338CAD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ABC42D-5FDA-4476-9DC2-A6D3ECDDA9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4371-3AEB-40EB-868F-4B83F6EAB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കർത്താവേ</a:t>
            </a:r>
            <a:r>
              <a:rPr lang="en-US" b="1">
                <a:latin typeface="Kartika" panose="02020503030404060203" pitchFamily="18" charset="0"/>
              </a:rPr>
              <a:t>!</a:t>
            </a:r>
            <a:r>
              <a:rPr lang="ml-IN" b="1">
                <a:latin typeface="Kartika" panose="02020503030404060203" pitchFamily="18" charset="0"/>
              </a:rPr>
              <a:t> വരേണമേ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CEA46-54B6-452F-8E9D-30E304482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Karththave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  <a:r>
              <a:rPr lang="en-US" sz="4000" b="1" dirty="0" err="1">
                <a:solidFill>
                  <a:srgbClr val="002060"/>
                </a:solidFill>
              </a:rPr>
              <a:t>Varenhame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chemeClr val="bg1">
                    <a:lumMod val="50000"/>
                  </a:schemeClr>
                </a:solidFill>
              </a:rPr>
              <a:t>Tune: The Church’s one foundation</a:t>
            </a:r>
          </a:p>
        </p:txBody>
      </p:sp>
    </p:spTree>
    <p:extLst>
      <p:ext uri="{BB962C8B-B14F-4D97-AF65-F5344CB8AC3E}">
        <p14:creationId xmlns:p14="http://schemas.microsoft.com/office/powerpoint/2010/main" val="35864862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728246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വരേണമേ നിന്മക്കൾ മദ്ധ്യത്തിൽ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ആശിഷം നൽകണമേ ഈ അവസരത്തിൽ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പുതു ദൈവാലയം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നിൻനാമ കീർത്തിക്കായ്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പ്രതിഷ്ടിക്കുന്നു വയം (ഞങ്ങൾ)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നിൻദാസൻമൂലമായ്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967F8-9847-4656-AC75-A59F635F1C76}"/>
              </a:ext>
            </a:extLst>
          </p:cNvPr>
          <p:cNvSpPr/>
          <p:nvPr/>
        </p:nvSpPr>
        <p:spPr>
          <a:xfrm>
            <a:off x="7620" y="3459480"/>
            <a:ext cx="1217676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ninmakkalh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madhyathil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Aashisham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avasaraththil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daivaalayam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keerthikkaai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Prathishtikkunnu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)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daasan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moolamaai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728246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ആലയത്തെ നന്നായ്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ശുദ്ധീകരണം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നിരന്തര വാസം കർത്താവേ! ആക്കണം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ഇതിൽ സദാ മേവി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ആശീർവദിക്കേണം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മകകളിൻ ഉതവി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നീ ആകണം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967F8-9847-4656-AC75-A59F635F1C76}"/>
              </a:ext>
            </a:extLst>
          </p:cNvPr>
          <p:cNvSpPr/>
          <p:nvPr/>
        </p:nvSpPr>
        <p:spPr>
          <a:xfrm>
            <a:off x="7620" y="3459480"/>
            <a:ext cx="1217676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aalayathe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shudhdheekarikkanham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nirantharavaasam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Aakkanham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mevi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aasheervadikkenham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uthavi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752443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728246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ആലയം ആകണം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പ്രാർത്ഥനാ നിലയം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പാപികൾക്കുണ്ടാകണം മാറിയ ഹൃദയം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വചനം കേൾക്കണം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 മക്കളെപ്പോഴും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ശുദ്ധിയിൽ വളരേണം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ശോഭിപ്പാൻ എപ്പോഴും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967F8-9847-4656-AC75-A59F635F1C76}"/>
              </a:ext>
            </a:extLst>
          </p:cNvPr>
          <p:cNvSpPr/>
          <p:nvPr/>
        </p:nvSpPr>
        <p:spPr>
          <a:xfrm>
            <a:off x="7620" y="3459480"/>
            <a:ext cx="1217676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aalayalam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praarthanaa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Paapikalhkkundaakanham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eppozhum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valharenham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appozhum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732273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728246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ഈ ആലയത്തിൽ നിത്യം നിൻ സ്തുതി പൊങ്ങണം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 നാമം സദാ സ്തുത്യം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 മോഹനം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മേൽ ലോകത്തിൽ നിൻ ദൂതർ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നിൻ നാമത്തിൽ സ്തുതി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പാടും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പോൽ ഇങ്ങും ഭക്തർ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ചൊല്ലേണം സംസ്തുതി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967F8-9847-4656-AC75-A59F635F1C76}"/>
              </a:ext>
            </a:extLst>
          </p:cNvPr>
          <p:cNvSpPr/>
          <p:nvPr/>
        </p:nvSpPr>
        <p:spPr>
          <a:xfrm>
            <a:off x="7620" y="3459480"/>
            <a:ext cx="1217676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aalayathil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sthuthiponganham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maanasa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mohanam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Mel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Paadumpol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ingum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bhakthar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samsthuthi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20681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728246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ഈ ആലയം സ്വർഗ്ഗത്തിൻ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വാതിൽ ആയിടേണം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ഇങ്ങു വിശുദ്ധാത്മാവിൻ ആശീർ വർഷം വേണം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ഈ വാതിൽക്കൽ നിൻ  മക്കൾനിന്നെ വിളിക്കുമ്പോൾ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 കേട്ടു നിൻ വരങ്ങൾ നല്കി വാഴ്ത്തീടിപ്പോൾ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967F8-9847-4656-AC75-A59F635F1C76}"/>
              </a:ext>
            </a:extLst>
          </p:cNvPr>
          <p:cNvSpPr/>
          <p:nvPr/>
        </p:nvSpPr>
        <p:spPr>
          <a:xfrm>
            <a:off x="7620" y="3459480"/>
            <a:ext cx="1217676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aayidenham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vishudhdhaathmaavin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aasheer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vaathilkal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villikkumbolh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vaazhtheedappolh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414168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728246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നിൻ വിശുദ്ധ സംസർഗ്ഗം ഇങ്ങുണ്ടാകണമേ!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നിൻമക്കൾക്കുള്ള സ്വർഗ്ഗം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തന്നെ ദൈവമേ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  മക്കൾ നിന്നോടും നീ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മക്കളോടുമേ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സംസർഗ്ഗം ഇങ്ങു ചെയ്ക കർത്താ! എന്നേക്കുമേ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967F8-9847-4656-AC75-A59F635F1C76}"/>
              </a:ext>
            </a:extLst>
          </p:cNvPr>
          <p:cNvSpPr/>
          <p:nvPr/>
        </p:nvSpPr>
        <p:spPr>
          <a:xfrm>
            <a:off x="7620" y="3459480"/>
            <a:ext cx="1217676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vishuddha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samsarggam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ingundaakanhame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makkalhkkullha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makkalhidume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Samsargam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Ennekkume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06546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728246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ഈ ആലയേ നാൾ തോറും നിൻ  മക്കൾ വർദ്ധിച്ചു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തിങ്ങിടേണം എല്ലാരും ഭേദങ്ങൾ വർജ്ജിച്ചു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ജാതികളിൻ സമൂഹം ചേർന്നിങ്ങു സർവദാ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പുകഴ്ത്തണം നിൻ നാമം സന്തോഷമായ്പിതാ!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967F8-9847-4656-AC75-A59F635F1C76}"/>
              </a:ext>
            </a:extLst>
          </p:cNvPr>
          <p:cNvSpPr/>
          <p:nvPr/>
        </p:nvSpPr>
        <p:spPr>
          <a:xfrm>
            <a:off x="7620" y="3459480"/>
            <a:ext cx="1217676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ninmakkalh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vardhichchu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Thingidenham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elaarum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bhedangalh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varjjichchu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jaathikalhin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samooham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sarvadaa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Pukazhthanham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7093834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208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327 കർത്താവേ! വരേണമേ</vt:lpstr>
      <vt:lpstr>1 കർത്താവേ വരേണമേ നിന്മക്കൾ മദ്ധ്യത്തിൽ   ആശിഷം നൽകണമേ ഈ അവസരത്തിൽ   ഈ പുതു ദൈവാലയം നിൻനാമ കീർത്തിക്കായ്   പ്രതിഷ്ടിക്കുന്നു വയം (ഞങ്ങൾ) നിൻദാസൻമൂലമായ്</vt:lpstr>
      <vt:lpstr>2 ഈ ആലയത്തെ നന്നായ്  ശുദ്ധീകരണം   നിൻ നിരന്തര വാസം കർത്താവേ! ആക്കണം   നീ ഇതിൽ സദാ മേവി ആശീർവദിക്കേണം   നിൻ മകകളിൻ ഉതവി എന്നും നീ ആകണം</vt:lpstr>
      <vt:lpstr>3 ഈ ആലയം ആകണം പ്രാർത്ഥനാ നിലയം   പാപികൾക്കുണ്ടാകണം മാറിയ ഹൃദയം   നിൻ വചനം കേൾക്കണം നിൻ  മക്കളെപ്പോഴും   ശുദ്ധിയിൽ വളരേണം  ശോഭിപ്പാൻ എപ്പോഴും</vt:lpstr>
      <vt:lpstr>4 ഈ ആലയത്തിൽ നിത്യം നിൻ സ്തുതി പൊങ്ങണം   നിൻ നാമം സദാ സ്തുത്യം മാനസ മോഹനം   മേൽ ലോകത്തിൽ നിൻ ദൂതർ നിൻ നാമത്തിൽ സ്തുതി   പാടും പോൽ ഇങ്ങും ഭക്തർ ചൊല്ലേണം സംസ്തുതി</vt:lpstr>
      <vt:lpstr>5 ഈ ആലയം സ്വർഗ്ഗത്തിൻ വാതിൽ ആയിടേണം   ഇങ്ങു വിശുദ്ധാത്മാവിൻ ആശീർ വർഷം വേണം   ഈ വാതിൽക്കൽ നിൻ  മക്കൾനിന്നെ വിളിക്കുമ്പോൾ   നീ കേട്ടു നിൻ വരങ്ങൾ നല്കി വാഴ്ത്തീടിപ്പോൾ</vt:lpstr>
      <vt:lpstr>6 നിൻ വിശുദ്ധ സംസർഗ്ഗം ഇങ്ങുണ്ടാകണമേ!  നിൻമക്കൾക്കുള്ള സ്വർഗ്ഗം നീ തന്നെ ദൈവമേ   നിൻ  മക്കൾ നിന്നോടും നീ നിൻ മക്കളോടുമേ   സംസർഗ്ഗം ഇങ്ങു ചെയ്ക കർത്താ! എന്നേക്കുമേ </vt:lpstr>
      <vt:lpstr>7 ഈ ആലയേ നാൾ തോറും നിൻ  മക്കൾ വർദ്ധിച്ചു   തിങ്ങിടേണം എല്ലാരും ഭേദങ്ങൾ വർജ്ജിച്ചു   ജാതികളിൻ സമൂഹം ചേർന്നിങ്ങു സർവദാ   പുകഴ്ത്തണം നിൻ നാമം സന്തോഷമായ്പിതാ!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Karthave varename</dc:title>
  <dc:creator>Digital Input; GM JOHN; Acsah Mathews</dc:creator>
  <cp:lastModifiedBy>Acsah Mathews</cp:lastModifiedBy>
  <cp:revision>453</cp:revision>
  <dcterms:created xsi:type="dcterms:W3CDTF">2013-04-19T09:19:07Z</dcterms:created>
  <dcterms:modified xsi:type="dcterms:W3CDTF">2018-11-19T18:40:46Z</dcterms:modified>
</cp:coreProperties>
</file>