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0" r:id="rId3"/>
    <p:sldId id="282" r:id="rId4"/>
    <p:sldId id="284" r:id="rId5"/>
    <p:sldId id="283" r:id="rId6"/>
    <p:sldId id="28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3" autoAdjust="0"/>
    <p:restoredTop sz="94660"/>
  </p:normalViewPr>
  <p:slideViewPr>
    <p:cSldViewPr>
      <p:cViewPr varScale="1">
        <p:scale>
          <a:sx n="44" d="100"/>
          <a:sy n="44" d="100"/>
        </p:scale>
        <p:origin x="78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FFC77-8C1C-4A02-8174-4650828A02A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1080E-94C9-4236-81E2-A43D669D9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966BC-105F-4C5C-A45B-E90703DA15D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E9190-154C-425A-9334-7D142B1466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B6D23-23E9-4239-805D-DF94BA82D36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B40D5-134D-4D09-AF50-498F0F772A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89266-97FD-40C9-B23C-400A05EC03E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92F8D-69D9-456B-9323-2A8E58C6D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F5E79-5903-4D77-B312-912242884DA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21ACA-13DA-4E83-957D-59289C476B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74596-8716-40EC-A7AA-BBCCE59C0F2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A7FB-65A6-4C68-B95C-76C940747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392D7-82D9-49A8-8701-3554B75D710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67E5E-7D77-4846-AEE9-959DC3A64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A455F-B198-4796-9D1C-EBBE8B85916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59F05-D7D5-47CB-A6A5-516D45EF7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5C817-BAE1-492E-B7B5-88857C82A02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A937D-6B1D-45D8-896D-9A7DF46059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5B3EE7-DABF-4280-A5BA-60F9E361E53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26FD-50D7-410D-BB93-8FE87865CF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FCD47-3A0C-4330-89D8-F5B91EBAE07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86BDF-09EC-43F4-B251-F6692835C9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E0B4AE-5716-40C4-9DC1-111C0AB2E2E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53413CD-3397-4353-88CA-1A40A58648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3099-AC78-440E-AEEC-8FBF1E5F6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257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യേശുദേവാ!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എൻ യേശുദേവാ!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5C921-6067-4BE8-A93E-A108BF2AC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Yeshudevaa!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yeshudevaa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388504-4F49-4FD2-9A6E-48BAE7D04D95}"/>
              </a:ext>
            </a:extLst>
          </p:cNvPr>
          <p:cNvSpPr/>
          <p:nvPr/>
        </p:nvSpPr>
        <p:spPr>
          <a:xfrm>
            <a:off x="2286000" y="4691743"/>
            <a:ext cx="3310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(റവ. കെ. പി. ഫിലിപ്പ്) 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05586C-99A0-4336-A973-AE47371D1565}"/>
              </a:ext>
            </a:extLst>
          </p:cNvPr>
          <p:cNvSpPr/>
          <p:nvPr/>
        </p:nvSpPr>
        <p:spPr>
          <a:xfrm>
            <a:off x="7391400" y="4691743"/>
            <a:ext cx="22517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(Rev. K.P. Philip) </a:t>
            </a:r>
          </a:p>
        </p:txBody>
      </p:sp>
    </p:spTree>
    <p:extLst>
      <p:ext uri="{BB962C8B-B14F-4D97-AF65-F5344CB8AC3E}">
        <p14:creationId xmlns:p14="http://schemas.microsoft.com/office/powerpoint/2010/main" val="41243047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12192000" cy="2264229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യേശുദേവാ!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യേശുദേവാ!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പാപിക്കാശ്രയം നീയേ!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കരുണാനിധേ! സങ്കേതം നീയ-ല്ലാ-തി-ല്ലേ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-യേശു....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51DFC-D133-4646-8376-1A203FA54D90}"/>
              </a:ext>
            </a:extLst>
          </p:cNvPr>
          <p:cNvSpPr/>
          <p:nvPr/>
        </p:nvSpPr>
        <p:spPr>
          <a:xfrm>
            <a:off x="-21771" y="3679372"/>
            <a:ext cx="121920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Paapikkashrayam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Karunhaanidhe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Sanketham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neeya-llaa-thille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			 -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46003"/>
            <a:ext cx="12192000" cy="3111597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മരിച്ചവരെപ്പോലെ പാപകൂപേ വീണുപോയ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ആദാമിൻ സന്തതിയെ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നീ </a:t>
            </a:r>
            <a:b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മരിച്ചവരെ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ജീവിപ്പിപ്പാൻ വന്നോ-നെ!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കുരിശിൽ നീ മരിച്ചിട്ടു തിരുച്ചോര ചൊരിഞ്ഞോനേ!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മറിയാമ്മിൻ സുതനെ! നീ ശരണം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പൊറുക്ക എൻ പാപമെല്ലാം നിറയ്ക്ക നിൻ ജീവശക്തി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ഇരിക്ക-നീ ഹൃദയത്തിൽ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51DFC-D133-4646-8376-1A203FA54D90}"/>
              </a:ext>
            </a:extLst>
          </p:cNvPr>
          <p:cNvSpPr/>
          <p:nvPr/>
        </p:nvSpPr>
        <p:spPr>
          <a:xfrm>
            <a:off x="10886" y="3690257"/>
            <a:ext cx="11655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Marichavare-ppole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paapakoope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veenhupoya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aadamin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santhathiye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nee</a:t>
            </a: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Marichavare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jeevippippan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vanno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-ne</a:t>
            </a: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Kurishil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marichittu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thiruchora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chorinjone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Mariyammin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suthane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Nee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sharanham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Porhukka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Nirhakka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jeevashakthi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Irikka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hridayathil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536756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1771" y="1365809"/>
            <a:ext cx="12192000" cy="14478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യേശുദേവാ!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യേശുദേവാ!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പാപിക്കാശ്രയം നീയേ!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51DFC-D133-4646-8376-1A203FA54D90}"/>
              </a:ext>
            </a:extLst>
          </p:cNvPr>
          <p:cNvSpPr/>
          <p:nvPr/>
        </p:nvSpPr>
        <p:spPr>
          <a:xfrm>
            <a:off x="-21771" y="367937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Paapikkashrayam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76385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46003"/>
            <a:ext cx="12192000" cy="3340197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2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അതികഠിനം പല പരീക്ഷകൾ ഏറിടുന്നു വീഴാതെ സൂക്ഷിക്ക നാഥാ!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അതിരില്ലാതെ അധർമ്മം പെരുകുന്നു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എതിർപ്പുകൾ വർദ്ധിക്കുന്നു ബലം നൽക രക്ഷിതാവേ!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നീതിമാനാകും കർത്താവേ! കനിയണേ!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ശത്രുഗണം ക്രൂദ്ധിച്ചാലും മിത്രങ്ങൾ ഉപേക്ഷിച്ചാലും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സ്തോത്രത്തോടെ ജയിച്ചിടാം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51DFC-D133-4646-8376-1A203FA54D90}"/>
              </a:ext>
            </a:extLst>
          </p:cNvPr>
          <p:cNvSpPr/>
          <p:nvPr/>
        </p:nvSpPr>
        <p:spPr>
          <a:xfrm>
            <a:off x="0" y="3581400"/>
            <a:ext cx="11887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Athikadinam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pareekshakalh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erhidunnu-Veezhathe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sookshikka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nadha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Athirillathe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adharmmam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perukunnu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Ethirppukalh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vardhikkunnu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balamnalka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rakshithaave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Neethimaanaakum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kaniyanhe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Shathruganham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krudhichaalum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Mithrangalh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upekshichaalum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Sthothrathode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jayicheedaam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50903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1771" y="1365809"/>
            <a:ext cx="12192000" cy="14478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യേശുദേവാ!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യേശുദേവാ!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പാപിക്കാശ്രയം നീയേ!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51DFC-D133-4646-8376-1A203FA54D90}"/>
              </a:ext>
            </a:extLst>
          </p:cNvPr>
          <p:cNvSpPr/>
          <p:nvPr/>
        </p:nvSpPr>
        <p:spPr>
          <a:xfrm>
            <a:off x="-21771" y="367937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Paapikkashrayam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190408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142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257 യേശുദേവാ! എൻ യേശുദേവാ!</vt:lpstr>
      <vt:lpstr>യേശുദേവാ! എൻ യേശുദേവാ!  പാപിക്കാശ്രയം നീയേ!   കരുണാനിധേ! സങ്കേതം നീയ-ല്ലാ-തി-ല്ലേ   -യേശു....</vt:lpstr>
      <vt:lpstr>മരിച്ചവരെപ്പോലെ പാപകൂപേ വീണുപോയ ആദാമിൻ സന്തതിയെ നീ  മരിച്ചവരെ ജീവിപ്പിപ്പാൻ വന്നോ-നെ!  കുരിശിൽ നീ മരിച്ചിട്ടു തിരുച്ചോര ചൊരിഞ്ഞോനേ! മറിയാമ്മിൻ സുതനെ! നീ ശരണം  പൊറുക്ക എൻ പാപമെല്ലാം നിറയ്ക്ക നിൻ ജീവശക്തി  ഇരിക്ക-നീ ഹൃദയത്തിൽ</vt:lpstr>
      <vt:lpstr>യേശുദേവാ! എൻ യേശുദേവാ!  പാപിക്കാശ്രയം നീയേ!</vt:lpstr>
      <vt:lpstr>അതികഠിനം പല പരീക്ഷകൾ ഏറിടുന്നു വീഴാതെ സൂക്ഷിക്ക നാഥാ! അതിരില്ലാതെ അധർമ്മം പെരുകുന്നു  എതിർപ്പുകൾ വർദ്ധിക്കുന്നു ബലം നൽക രക്ഷിതാവേ! നീതിമാനാകും കർത്താവേ! കനിയണേ! ശത്രുഗണം ക്രൂദ്ധിച്ചാലും മിത്രങ്ങൾ ഉപേക്ഷിച്ചാലും  സ്തോത്രത്തോടെ ജയിച്ചിടാം</vt:lpstr>
      <vt:lpstr>യേശുദേവാ! എൻ യേശുദേവാ!  പാപിക്കാശ്രയം നീയേ!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Yeshudeva en yeshudeva</dc:title>
  <dc:creator>Digital Input; GM JOHN; Acsah Mathews</dc:creator>
  <cp:lastModifiedBy>Acsah Mathews</cp:lastModifiedBy>
  <cp:revision>423</cp:revision>
  <dcterms:created xsi:type="dcterms:W3CDTF">2013-04-19T09:19:07Z</dcterms:created>
  <dcterms:modified xsi:type="dcterms:W3CDTF">2018-11-14T16:59:32Z</dcterms:modified>
</cp:coreProperties>
</file>