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0" r:id="rId3"/>
    <p:sldId id="272" r:id="rId4"/>
    <p:sldId id="273" r:id="rId5"/>
    <p:sldId id="274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6653A-AE97-47AA-831A-05906112BAC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4F8C58-A815-4F9E-9025-CEB5AAE644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E17AF5-7FC8-4E0E-8562-1D81E82B3196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5B2212-AEB1-4A44-ACE7-D6723DA1C9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0A550-EE6C-4111-B6B6-52800FC7A50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63F53-8570-4DC3-AA49-B9AAC159ED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8D6694-8A41-4626-862B-99701CADE79A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DAF471-C3D1-4E1F-BB4A-4AD8A28073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72C222-B2DA-4847-8799-127E09C8A0EA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7AC9FB-7640-4082-9FBD-DFC8899C1C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F298BC-C6EF-4CE3-9641-2DFFABA59AE6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EA66CD-3612-4139-A9EA-ADF8968D82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9DA3D0-862E-47C6-B08D-F0CE66BEEB38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814E49-6E37-4D51-B33B-D08BE6EDCE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D7F977-1D71-4827-B529-173A306CFAA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7A217-8A6B-4BB0-9F91-8D84BCB619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416050-1869-4CD0-BB67-5DBCC7FBDF1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FE3ED-81FC-4BFB-8F60-E5697120FE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9C8459-5E75-4AF5-BFA4-96B43D1EB77D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0D6CA5-95BD-48DF-8E10-22201DC885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CA669C-1BC2-44BC-91D7-3FD4FCA8033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7A2871-68A4-4B11-A9FD-7E5433578E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01EDDEB-2C67-4EA5-9508-D583BBD8ABD4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27F6992-2324-42E2-92B3-D84E62C384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4FF8D-F5EE-4D6E-BA98-A289C04AA5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403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നിൻസന്നിധി മതി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B113A-46AB-4585-A6EB-E99BB3C0EA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sz="4000" b="1" dirty="0">
                <a:solidFill>
                  <a:srgbClr val="002060"/>
                </a:solidFill>
              </a:rPr>
              <a:t>Nin sannidhi mathi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1179969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955288"/>
            <a:ext cx="11734800" cy="2438400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463550" algn="l"/>
              </a:tabLs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നിൻസന്നിധി മതി ഹാ! യേശുവേ!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നിൻപ്രസാദം മതി ഈ എനിക്കു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വൻ ദുഃഖങ്ങളിലും നിൻ സന്നിധി മതി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നിൻസന്നിധി മതി ഇന്നും എന്നും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82400" y="0"/>
            <a:ext cx="609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91CE-AD36-48B1-8E4A-9C2FF434726C}"/>
              </a:ext>
            </a:extLst>
          </p:cNvPr>
          <p:cNvSpPr/>
          <p:nvPr/>
        </p:nvSpPr>
        <p:spPr>
          <a:xfrm>
            <a:off x="1447800" y="3810000"/>
            <a:ext cx="8915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3400" b="1" dirty="0">
                <a:solidFill>
                  <a:srgbClr val="002060"/>
                </a:solidFill>
                <a:latin typeface="+mn-lt"/>
              </a:rPr>
              <a:t>Nin sannidhi mathi ha! Yeshuve! </a:t>
            </a:r>
          </a:p>
          <a:p>
            <a:r>
              <a:rPr lang="fi-FI" sz="3400" b="1" dirty="0">
                <a:solidFill>
                  <a:srgbClr val="002060"/>
                </a:solidFill>
                <a:latin typeface="+mn-lt"/>
              </a:rPr>
              <a:t>Nin prasaadam mathi ee enikku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Van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dukhangalhilum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sannidhi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fi-FI" sz="3400" b="1" dirty="0">
                <a:solidFill>
                  <a:srgbClr val="002060"/>
                </a:solidFill>
                <a:latin typeface="+mn-lt"/>
              </a:rPr>
              <a:t>Nin sannidhi mathi - innum ennum 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955288"/>
            <a:ext cx="11734800" cy="2438400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463550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ഭൂമിയിളകിലും മാ സമുദ്രം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കോപിക്കിലും ഭയം ഇല്ലെനിക്കു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അന്നു നിൻകൈ മതി നിൻ സന്നിധി മതി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നിൻസന്നിധി മതി ഇന്നും എന്നും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82400" y="0"/>
            <a:ext cx="609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91CE-AD36-48B1-8E4A-9C2FF434726C}"/>
              </a:ext>
            </a:extLst>
          </p:cNvPr>
          <p:cNvSpPr/>
          <p:nvPr/>
        </p:nvSpPr>
        <p:spPr>
          <a:xfrm>
            <a:off x="1447800" y="3810000"/>
            <a:ext cx="8915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3400" b="1" dirty="0">
                <a:solidFill>
                  <a:srgbClr val="002060"/>
                </a:solidFill>
                <a:latin typeface="+mn-lt"/>
              </a:rPr>
              <a:t>Bhoomiyilhakilum maa-samudram -</a:t>
            </a:r>
          </a:p>
          <a:p>
            <a:r>
              <a:rPr lang="it-IT" sz="3400" b="1" dirty="0">
                <a:solidFill>
                  <a:srgbClr val="002060"/>
                </a:solidFill>
                <a:latin typeface="+mn-lt"/>
              </a:rPr>
              <a:t>Koppikkilum bhayam illenikku</a:t>
            </a:r>
          </a:p>
          <a:p>
            <a:r>
              <a:rPr lang="it-IT" sz="3400" b="1" dirty="0">
                <a:solidFill>
                  <a:srgbClr val="002060"/>
                </a:solidFill>
                <a:latin typeface="+mn-lt"/>
              </a:rPr>
              <a:t>Annu nin kai mathi - nin sannidhi mathi</a:t>
            </a:r>
          </a:p>
          <a:p>
            <a:r>
              <a:rPr lang="it-IT" sz="3400" b="1" dirty="0">
                <a:solidFill>
                  <a:srgbClr val="002060"/>
                </a:solidFill>
                <a:latin typeface="+mn-lt"/>
              </a:rPr>
              <a:t>Nin sannidhi mathi - innum ennum!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2689716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955288"/>
            <a:ext cx="11734800" cy="2438400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463550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ലോകത്തിലേകനായ് തീരുകിലും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രോഗത്താൽ ബാധിതനായിടിലും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തൃക്കണ്ണെൻമേൽ മതി നിൻ സന്നിധി മതി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നിൻസന്നിധി മതി ഇന്നും എന്നും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82400" y="0"/>
            <a:ext cx="609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91CE-AD36-48B1-8E4A-9C2FF434726C}"/>
              </a:ext>
            </a:extLst>
          </p:cNvPr>
          <p:cNvSpPr/>
          <p:nvPr/>
        </p:nvSpPr>
        <p:spPr>
          <a:xfrm>
            <a:off x="1447800" y="3810000"/>
            <a:ext cx="8915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3400" b="1" dirty="0">
                <a:solidFill>
                  <a:srgbClr val="002060"/>
                </a:solidFill>
                <a:latin typeface="+mn-lt"/>
              </a:rPr>
              <a:t>Lokaththilekanaai theerukilum</a:t>
            </a:r>
          </a:p>
          <a:p>
            <a:r>
              <a:rPr lang="it-IT" sz="3400" b="1" dirty="0">
                <a:solidFill>
                  <a:srgbClr val="002060"/>
                </a:solidFill>
                <a:latin typeface="+mn-lt"/>
              </a:rPr>
              <a:t>Rogaththal baadhithan aayidilum</a:t>
            </a:r>
          </a:p>
          <a:p>
            <a:r>
              <a:rPr lang="it-IT" sz="3400" b="1" dirty="0">
                <a:solidFill>
                  <a:srgbClr val="002060"/>
                </a:solidFill>
                <a:latin typeface="+mn-lt"/>
              </a:rPr>
              <a:t>Thrikkanhenmel mathi - nin sannidhi mathi</a:t>
            </a:r>
          </a:p>
          <a:p>
            <a:r>
              <a:rPr lang="it-IT" sz="3400" b="1" dirty="0">
                <a:solidFill>
                  <a:srgbClr val="002060"/>
                </a:solidFill>
                <a:latin typeface="+mn-lt"/>
              </a:rPr>
              <a:t>Nin sannidhi mathi - innum ennum!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5848429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955288"/>
            <a:ext cx="11734800" cy="2438400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463550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ആയിരമായിരം വൈരികളാൽ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ആവൃതനാകിലും ഞാൻ ഭ്രമിക്കാ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നീയെൻപക്ഷം മതി നിൻ സന്നിധി മതി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സന്നിധി മതി ഇന്നും എന്നും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82400" y="0"/>
            <a:ext cx="609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91CE-AD36-48B1-8E4A-9C2FF434726C}"/>
              </a:ext>
            </a:extLst>
          </p:cNvPr>
          <p:cNvSpPr/>
          <p:nvPr/>
        </p:nvSpPr>
        <p:spPr>
          <a:xfrm>
            <a:off x="1447800" y="3810000"/>
            <a:ext cx="8915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3400" b="1" dirty="0">
                <a:solidFill>
                  <a:srgbClr val="002060"/>
                </a:solidFill>
                <a:latin typeface="+mn-lt"/>
              </a:rPr>
              <a:t>Aayiram aayiram vairikalhaal</a:t>
            </a:r>
          </a:p>
          <a:p>
            <a:r>
              <a:rPr lang="it-IT" sz="3400" b="1" dirty="0">
                <a:solidFill>
                  <a:srgbClr val="002060"/>
                </a:solidFill>
                <a:latin typeface="+mn-lt"/>
              </a:rPr>
              <a:t>Aavrithanaakilum - njan bramikkaa!</a:t>
            </a:r>
          </a:p>
          <a:p>
            <a:r>
              <a:rPr lang="it-IT" sz="3400" b="1" dirty="0">
                <a:solidFill>
                  <a:srgbClr val="002060"/>
                </a:solidFill>
                <a:latin typeface="+mn-lt"/>
              </a:rPr>
              <a:t>Neeyen paksham mathi - nin sannidhi mathi</a:t>
            </a:r>
          </a:p>
          <a:p>
            <a:r>
              <a:rPr lang="it-IT" sz="3400" b="1" dirty="0">
                <a:solidFill>
                  <a:srgbClr val="002060"/>
                </a:solidFill>
                <a:latin typeface="+mn-lt"/>
              </a:rPr>
              <a:t>Nin sannidhi mathi - innum ennum!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020909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</TotalTime>
  <Words>96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403 നിൻസന്നിധി മതി</vt:lpstr>
      <vt:lpstr>1 നിൻസന്നിധി മതി ഹാ! യേശുവേ!   നിൻപ്രസാദം മതി ഈ എനിക്കു   വൻ ദുഃഖങ്ങളിലും നിൻ സന്നിധി മതി   നിൻസന്നിധി മതി ഇന്നും എന്നും</vt:lpstr>
      <vt:lpstr>2 ഭൂമിയിളകിലും മാ സമുദ്രം   കോപിക്കിലും ഭയം ഇല്ലെനിക്കു   അന്നു നിൻകൈ മതി നിൻ സന്നിധി മതി   നിൻസന്നിധി മതി ഇന്നും എന്നും</vt:lpstr>
      <vt:lpstr>3 ലോകത്തിലേകനായ് തീരുകിലും   രോഗത്താൽ ബാധിതനായിടിലും   തൃക്കണ്ണെൻമേൽ മതി നിൻ സന്നിധി മതി   നിൻസന്നിധി മതി ഇന്നും എന്നും</vt:lpstr>
      <vt:lpstr>4 ആയിരമായിരം വൈരികളാൽ   ആവൃതനാകിലും ഞാൻ ഭ്രമിക്കാ   നീയെൻപക്ഷം മതി നിൻ സന്നിധി മതി   നിൻ സന്നിധി മതി ഇന്നും എന്നും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 sannidhi mathi</dc:title>
  <dc:creator>Digital Input:; GM JOHN; Acsah Mathews</dc:creator>
  <cp:lastModifiedBy>Acsah Mathews</cp:lastModifiedBy>
  <cp:revision>263</cp:revision>
  <dcterms:created xsi:type="dcterms:W3CDTF">2013-04-19T09:19:07Z</dcterms:created>
  <dcterms:modified xsi:type="dcterms:W3CDTF">2018-11-26T18:05:15Z</dcterms:modified>
</cp:coreProperties>
</file>