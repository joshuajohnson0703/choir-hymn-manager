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72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AD4AC-B844-4867-A47E-C06C5D501B0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19610-586E-4B2D-9F24-856D0CA526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15D32-9981-4A39-AEF6-5AA76F1F9BC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D7329-5EE3-480E-9F34-80977FA69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24D4F-12FF-4F45-B8DD-A4E7DCCBF747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44285-2883-469B-A66A-D7C1DB2A0E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1862C-EB08-4D07-A04A-D78AC3C39A5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3DC54-D59C-4DEA-890E-7604B4205F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7A7BC-386A-4406-956D-A27662D94B9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8602D-A735-4BC3-A8F5-9E46662EF4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A8E2D-9157-4502-8B0D-353DBACE552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F1F853-B893-4B6E-824A-E2C5A08976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C5D39-8125-41A4-A720-8516A9E956B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35D2D-460B-4D3D-86D5-F6D8F74848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922EE-4A61-4129-B571-9A55E463E61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5F3B9-581F-47DA-9560-F7046FFE20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1814F-5C9D-45DA-AD47-92B71AD0D2E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43A9D-0545-4B8D-A30D-953BAAE177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67CA6-0C89-4856-98EC-22076B53905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18732-A6FF-4120-B74B-4757C1E12F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0DCED5-8FC1-4995-A4CC-F2CD25648A0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1F5DF-6C40-4927-8651-123E02FBB9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92486CE-F6AE-4FCC-A7CB-CFE52D8A6EE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A3A08AC-5087-4178-8E53-64E49B2D4E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00F0-A707-4A52-8C39-4D3D42F9CB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122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രാജരാജ ദൈവരാജന്‍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8A37B-BA6E-4014-A47B-FC65A5E60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fi-FI" sz="4000" b="1" dirty="0">
                <a:solidFill>
                  <a:schemeClr val="tx2">
                    <a:lumMod val="75000"/>
                  </a:schemeClr>
                </a:solidFill>
              </a:rPr>
              <a:t>Raajaraaja daivaraajan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7A7C28-26C3-4B34-A69F-0AA37CAA67FB}"/>
              </a:ext>
            </a:extLst>
          </p:cNvPr>
          <p:cNvSpPr/>
          <p:nvPr/>
        </p:nvSpPr>
        <p:spPr>
          <a:xfrm>
            <a:off x="1828800" y="5010149"/>
            <a:ext cx="23326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 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613DE7-A6A7-4B47-8ED2-B8BA47DE7230}"/>
              </a:ext>
            </a:extLst>
          </p:cNvPr>
          <p:cNvSpPr/>
          <p:nvPr/>
        </p:nvSpPr>
        <p:spPr>
          <a:xfrm>
            <a:off x="8534400" y="5010149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26371491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97285"/>
            <a:ext cx="12192000" cy="1600200"/>
          </a:xfrm>
        </p:spPr>
        <p:txBody>
          <a:bodyPr anchor="t"/>
          <a:lstStyle/>
          <a:p>
            <a:pPr defTabSz="346075"/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26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രാജരാജ ദൈവരാജന്‍ - യേശു മഹാ രാജന്‍ താന്‍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നീച നീച മാനവരില്‍ ജാതനായ്‌ ഭവിച്ചിന്നാൾ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5862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743F1-F73C-402D-970D-128ADF652B8F}"/>
              </a:ext>
            </a:extLst>
          </p:cNvPr>
          <p:cNvSpPr/>
          <p:nvPr/>
        </p:nvSpPr>
        <p:spPr>
          <a:xfrm>
            <a:off x="0" y="1775339"/>
            <a:ext cx="12192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ചരണങ്ങൾ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രാജനാം ദാവീദിൻ വംശെ –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ജാതയായ കന്യകയില്‍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ദാസ വേഷമോടു വന്നു-ജാതി പാലനം ചെയ്‌വാന്‍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   -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രാജ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7B913-538C-44F5-871B-F28FF5E2E3E7}"/>
              </a:ext>
            </a:extLst>
          </p:cNvPr>
          <p:cNvSpPr/>
          <p:nvPr/>
        </p:nvSpPr>
        <p:spPr>
          <a:xfrm>
            <a:off x="-5862" y="3651501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000" i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Pallavi</a:t>
            </a:r>
            <a:endParaRPr lang="en-US" sz="3200" dirty="0">
              <a:solidFill>
                <a:srgbClr val="1F497D">
                  <a:lumMod val="75000"/>
                </a:srgbClr>
              </a:solidFill>
              <a:latin typeface="Calibri"/>
            </a:endParaRPr>
          </a:p>
          <a:p>
            <a:pPr algn="ctr"/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Raajaraaja daivaraajan - yeshu mahaa raajan thaan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maanavaril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jaathanai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bhavichinnaalh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20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Charanangal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daaveedin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vamshe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jaathayaaya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kanyakayil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Daasaveshamodu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paalanam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cheyvaan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241376"/>
            <a:ext cx="12192000" cy="1139500"/>
          </a:xfrm>
        </p:spPr>
        <p:txBody>
          <a:bodyPr anchor="t"/>
          <a:lstStyle/>
          <a:p>
            <a:pPr defTabSz="3460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രാജരാജ ദൈവരാജന്‍ - യേശു മഹാ രാജന്‍ താന്‍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നീച നീച മാനവരില്‍ ജാതനായ്‌ ഭവിച്ചിന്നാൾ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5862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743F1-F73C-402D-970D-128ADF652B8F}"/>
              </a:ext>
            </a:extLst>
          </p:cNvPr>
          <p:cNvSpPr/>
          <p:nvPr/>
        </p:nvSpPr>
        <p:spPr>
          <a:xfrm>
            <a:off x="0" y="883025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ഭീതി മാനുഷര്‍ക്കകന്നു-മോദ പൂര്‍ത്തിയാകുവാന്‍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നീതിമാന്‍ മശിഹാ വന്നു-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മേദിനിയില്‍ ബെതലഹേം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7B913-538C-44F5-871B-F28FF5E2E3E7}"/>
              </a:ext>
            </a:extLst>
          </p:cNvPr>
          <p:cNvSpPr/>
          <p:nvPr/>
        </p:nvSpPr>
        <p:spPr>
          <a:xfrm>
            <a:off x="0" y="4046874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Bheethi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maanusharkkakannu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.... Mode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poorthiyaakuvaan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Neethiman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mashiha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mediniyil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bethlehem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AA520-23BD-44DC-AF08-2699AEE4E11A}"/>
              </a:ext>
            </a:extLst>
          </p:cNvPr>
          <p:cNvSpPr/>
          <p:nvPr/>
        </p:nvSpPr>
        <p:spPr>
          <a:xfrm>
            <a:off x="0" y="5124092"/>
            <a:ext cx="1218613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Raajaraaja daivaraajan - yeshu mahaa raajan thaan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Neecha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neecha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maanavaril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jaathanai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bhavichinnaalh</a:t>
            </a:r>
            <a:endParaRPr lang="en-US" sz="32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319502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2" y="2241376"/>
            <a:ext cx="12192000" cy="1139500"/>
          </a:xfrm>
        </p:spPr>
        <p:txBody>
          <a:bodyPr anchor="t"/>
          <a:lstStyle/>
          <a:p>
            <a:pPr defTabSz="3460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രാജരാജ ദൈവരാജന്‍ - യേശു മഹാ രാജന്‍ താന്‍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നീച നീച മാനവരില്‍ ജാതനായ്‌ ഭവിച്ചിന്നാൾ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5862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743F1-F73C-402D-970D-128ADF652B8F}"/>
              </a:ext>
            </a:extLst>
          </p:cNvPr>
          <p:cNvSpPr/>
          <p:nvPr/>
        </p:nvSpPr>
        <p:spPr>
          <a:xfrm>
            <a:off x="0" y="883025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കാനനത്തിലാടുമേച്ച-ജ്ഞാനമറ്റിടയരോടു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 സേന കൂടിവന്നു-ഗാന മൊത്തു പാടുവാന്‍</a:t>
            </a:r>
            <a:endParaRPr lang="en-US" sz="3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7B913-538C-44F5-871B-F28FF5E2E3E7}"/>
              </a:ext>
            </a:extLst>
          </p:cNvPr>
          <p:cNvSpPr/>
          <p:nvPr/>
        </p:nvSpPr>
        <p:spPr>
          <a:xfrm>
            <a:off x="0" y="4046874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Kaananathilaadumecha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gnaanamattidayarodu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Vaanasena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koodivannu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gaanamothu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paaduvaan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AA520-23BD-44DC-AF08-2699AEE4E11A}"/>
              </a:ext>
            </a:extLst>
          </p:cNvPr>
          <p:cNvSpPr/>
          <p:nvPr/>
        </p:nvSpPr>
        <p:spPr>
          <a:xfrm>
            <a:off x="0" y="5124092"/>
            <a:ext cx="1218613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Raajaraaja daivaraajan - yeshu mahaa raajan thaan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Neecha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neecha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maanavaril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jaathanai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bhavichinnaalh</a:t>
            </a:r>
            <a:endParaRPr lang="en-US" sz="32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931980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2" y="2241376"/>
            <a:ext cx="12192000" cy="1139500"/>
          </a:xfrm>
        </p:spPr>
        <p:txBody>
          <a:bodyPr anchor="t"/>
          <a:lstStyle/>
          <a:p>
            <a:pPr defTabSz="3460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രാജരാജ ദൈവരാജന്‍ - യേശു മഹാ രാജന്‍ താന്‍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നീച നീച മാനവരില്‍ ജാതനായ്‌ ഭവിച്ചിന്നാൾ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5862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743F1-F73C-402D-970D-128ADF652B8F}"/>
              </a:ext>
            </a:extLst>
          </p:cNvPr>
          <p:cNvSpPr/>
          <p:nvPr/>
        </p:nvSpPr>
        <p:spPr>
          <a:xfrm>
            <a:off x="0" y="883025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താരകം തന്‍ ശോഭ കണ്ടു-ദൂര ദേശ രാജരും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മൂരു പൊന്നു കുന്തുരുക്കം-കാഴ്ച വെച്ചു കാണുവാന്‍</a:t>
            </a:r>
            <a:endParaRPr lang="en-US" sz="3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7B913-538C-44F5-871B-F28FF5E2E3E7}"/>
              </a:ext>
            </a:extLst>
          </p:cNvPr>
          <p:cNvSpPr/>
          <p:nvPr/>
        </p:nvSpPr>
        <p:spPr>
          <a:xfrm>
            <a:off x="0" y="4046874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Thaarakam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dooradesharaajarum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kunthurukkam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kaanhuvaan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AA520-23BD-44DC-AF08-2699AEE4E11A}"/>
              </a:ext>
            </a:extLst>
          </p:cNvPr>
          <p:cNvSpPr/>
          <p:nvPr/>
        </p:nvSpPr>
        <p:spPr>
          <a:xfrm>
            <a:off x="0" y="5124092"/>
            <a:ext cx="1218613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Raajaraaja daivaraajan - yeshu mahaa raajan thaan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Neecha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neecha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maanavaril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jaathanai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bhavichinnaalh</a:t>
            </a:r>
            <a:endParaRPr lang="en-US" sz="32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99124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2" y="2241376"/>
            <a:ext cx="12192000" cy="1139500"/>
          </a:xfrm>
        </p:spPr>
        <p:txBody>
          <a:bodyPr anchor="t"/>
          <a:lstStyle/>
          <a:p>
            <a:pPr defTabSz="346075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രാജരാജ ദൈവരാജന്‍ - യേശു മഹാ രാജന്‍ താന്‍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നീച നീച മാനവരില്‍ ജാതനായ്‌ ഭവിച്ചിന്നാൾ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5862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743F1-F73C-402D-970D-128ADF652B8F}"/>
              </a:ext>
            </a:extLst>
          </p:cNvPr>
          <p:cNvSpPr/>
          <p:nvPr/>
        </p:nvSpPr>
        <p:spPr>
          <a:xfrm>
            <a:off x="0" y="883025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നാരിയില്‍ പിറന്ന ദേവ-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നേറെ വേദന സഹിച്ചു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പാരിടത്തില്‍ വന്നു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ചത്തുയിര്‍ത്തു  വിസ്മയം പരം</a:t>
            </a:r>
            <a:endParaRPr lang="en-US" sz="3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7B913-538C-44F5-871B-F28FF5E2E3E7}"/>
              </a:ext>
            </a:extLst>
          </p:cNvPr>
          <p:cNvSpPr/>
          <p:nvPr/>
        </p:nvSpPr>
        <p:spPr>
          <a:xfrm>
            <a:off x="0" y="4046874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Naariyil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pirhanna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deva-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nere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vedana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Paaridathil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chathuyirthu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vismayam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AA520-23BD-44DC-AF08-2699AEE4E11A}"/>
              </a:ext>
            </a:extLst>
          </p:cNvPr>
          <p:cNvSpPr/>
          <p:nvPr/>
        </p:nvSpPr>
        <p:spPr>
          <a:xfrm>
            <a:off x="0" y="5124092"/>
            <a:ext cx="1218613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Raajaraaja daivaraajan - yeshu mahaa raajan thaan </a:t>
            </a:r>
          </a:p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Neecha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neecha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maanavaril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jaathanai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bhavichinnaalh</a:t>
            </a:r>
            <a:endParaRPr lang="en-US" sz="3200" b="1" dirty="0">
              <a:solidFill>
                <a:srgbClr val="1F497D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244210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199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122 രാജരാജ ദൈവരാജന്‍</vt:lpstr>
      <vt:lpstr>പല്ലവി രാജരാജ ദൈവരാജന്‍ - യേശു മഹാ രാജന്‍ താന്‍ നീച നീച മാനവരില്‍ ജാതനായ്‌ ഭവിച്ചിന്നാൾ         </vt:lpstr>
      <vt:lpstr>രാജരാജ ദൈവരാജന്‍ - യേശു മഹാ രാജന്‍ താന്‍ നീച നീച മാനവരില്‍ ജാതനായ്‌ ഭവിച്ചിന്നാൾ</vt:lpstr>
      <vt:lpstr>രാജരാജ ദൈവരാജന്‍ - യേശു മഹാ രാജന്‍ താന്‍ നീച നീച മാനവരില്‍ ജാതനായ്‌ ഭവിച്ചിന്നാൾ</vt:lpstr>
      <vt:lpstr>രാജരാജ ദൈവരാജന്‍ - യേശു മഹാ രാജന്‍ താന്‍ നീച നീച മാനവരില്‍ ജാതനായ്‌ ഭവിച്ചിന്നാൾ</vt:lpstr>
      <vt:lpstr>രാജരാജ ദൈവരാജന്‍ - യേശു മഹാ രാജന്‍ താന്‍ നീച നീച മാനവരില്‍ ജാതനായ്‌ ഭവിച്ചിന്നാൾ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Raajaraaja daivaraajan</dc:title>
  <dc:creator>Digital Input:;GM JOHN</dc:creator>
  <cp:lastModifiedBy>Acsah Mathews</cp:lastModifiedBy>
  <cp:revision>213</cp:revision>
  <dcterms:created xsi:type="dcterms:W3CDTF">2013-04-19T09:19:07Z</dcterms:created>
  <dcterms:modified xsi:type="dcterms:W3CDTF">2018-11-02T17:58:45Z</dcterms:modified>
</cp:coreProperties>
</file>