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F836-234B-446A-864A-4BCEF1DFE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92887-F961-4EC5-9BF4-0FE951CCD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B047F-557B-4EA8-953E-02BAF649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837ED-8F71-4A9F-B9B5-51491869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5AEE5-F631-4642-922A-466D3B4C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3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0ADC-15CD-4F5D-AA77-83830FD8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0316-5630-4DDE-B5CE-41860350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DA4BF-06B3-426A-8159-ABE72C2C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8576C-71D2-42D1-ACA7-A8E07970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F0DDF-E9A1-4C57-AB54-BC0C32D6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0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CDDF-33E0-42B3-93CC-52C8C620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2859C-6AE2-42D5-9B0A-D893A5FDF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F0A65-D690-4A94-884A-89C2464B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6292D-741F-4C06-B819-FCAC7CF7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C0F6B-D68C-4627-9DE4-5135F0F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3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F4C7-569C-4609-8448-8B84BD48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B0BB1-6B02-4B76-9E60-20B996523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8E31C-9F96-4944-AF55-667405DB8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57577-758C-46F0-B8B1-CE3D677A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19FDD-FF9D-4CEB-8E5C-151DDFB5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4FF40-8403-4C90-B940-DDC2129D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CC62-B2C8-468D-A2AA-12A65EC2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85D2D-ECEB-49C1-BC14-4F40F23F3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5C8D6-4702-49D3-9D78-69CC3D090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2AC041-50E1-4B07-B013-B10CDC3A7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2623D-ADB5-4837-933C-FD68ABAF7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0361E-0C42-4F8B-B1CA-68AA7E74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F7B17F-EB36-4F82-9C29-6253FE96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E2034-BDEF-440B-97E5-819C8026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8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BA3C-709D-473B-B974-0E446CE78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2716C-0DE9-4CE1-852F-368B1132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7FA7C-696A-4393-95C2-70C4C7A8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E750D-0662-4CA8-9278-06FE32B0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5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D6591-60A3-4A34-A3C2-2B1340A4E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4D078-DCFA-48A9-8F41-66BC626F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58DC1-2286-486C-B2FD-AE503148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2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A216-1B20-42E3-8B97-711DAE8C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D7CE9-7BE7-40CE-A34A-1648D9DEA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1E785-7DB3-45F5-8838-29FBE215B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05470-F692-4C7B-A589-EEF46C266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BC7C6-0169-4B34-83BB-811BE3E8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D8592-278C-4B4F-9B75-594DBA89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9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C7B0-A2AB-4F11-80AE-D19985DB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937BF-9977-4430-BA42-73FBBCC96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8F9EA-1C45-46DC-A12B-A1690556D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BC848-7B64-41CE-865B-11C24DC2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85AE1-DECC-483B-9547-3C469998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412DF-7F26-4522-847B-01228A8EF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1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5DEB1-C4D2-453A-BB7B-8F5E4B80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5CCFE-AD32-44B1-9F1E-04AAD321D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C023-BC8C-4334-9FFD-14F65BD2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19485-0025-4B7C-8D47-C49110D5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9AF24-3BE3-4622-B370-ED0E0B3D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0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E71827-351A-45EE-9717-C2B343BD6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F8BF5-B43E-4686-993B-2C4BA8C6A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7CFC5-A5AC-48E4-B64C-9C0BEBD9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12235-653E-424A-A9E3-83A3A7690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8E810-18AA-4511-931E-D8E8FD6B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3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D6EAA0-9EB6-498C-9772-6088116F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97191-2E5A-4E2A-9ABF-FB2EE0654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346C-A7A7-4F39-8C21-39A19D8C6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F6EB7-3517-489D-ACB3-8F9DAD77C4A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53F49-02E7-44A3-82DD-974868AD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95AE8-47F1-43D9-B743-741A2A5DB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38E91-771B-4A52-BD5F-BD4AE3455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1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459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ഭൂലോകമാം വനാന്തരത്തിലൂടെ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413" y="3509963"/>
            <a:ext cx="10708987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Bhoolokamaam </a:t>
            </a:r>
            <a:r>
              <a:rPr lang="en-US" sz="4000" b="1" dirty="0" err="1">
                <a:solidFill>
                  <a:srgbClr val="002060"/>
                </a:solidFill>
              </a:rPr>
              <a:t>vanaantharaththiloode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Hark, Hark my soul –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H. Smart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23448" y="711058"/>
            <a:ext cx="1214510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ഭൂലോകമാം വനാന്തരത്തിലൂടെ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നാൾതോറും ഉള്ളെന്‍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യാത്ര അതിൽ ഞാൻ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ക്ഷീണിച്ചു കാല്‍കരം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കുഴഞ്ഞു നാവും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താണിടുന്ന സമയം എപ്പോഴും</a:t>
            </a:r>
            <a:endParaRPr lang="ml-IN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46896" y="3880973"/>
            <a:ext cx="118637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2060"/>
                </a:solidFill>
              </a:rPr>
              <a:t>Bhoolokamaam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vanaantharaththiloode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Naalhthorum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ullhen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Yaathra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athil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njan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Ksheenhichu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kaalkaram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Kuzhanju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navum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Thaanhidunna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samayam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eppozhum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39263" y="2890391"/>
            <a:ext cx="116527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സ്നേഹമാം മടിയിൽ</a:t>
            </a:r>
          </a:p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ആശ്വസിക്കാം അനുദിനം എനിക്കു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snehamaam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madiyil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Aashwasikkaam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anudinam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enikku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23448" y="734601"/>
            <a:ext cx="1214510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എന്നാത്മാവിൻ നാശം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ചെയ്തിടുവാനായ്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എന്നും ശ്രമിക്കുന്ന വൈരികളാം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സാത്താനും ലോകം ജഡം എന്നിവരിൽ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കൂര്‍ത്തശരങ്ങൾ ഏൽപ്പിക്കുമ്പോൾ</a:t>
            </a:r>
            <a:endParaRPr lang="ml-IN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0" y="3906054"/>
            <a:ext cx="118637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2060"/>
                </a:solidFill>
              </a:rPr>
              <a:t>Ennaathmaavin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naasham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Cheythiduvaanaai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Ennum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shramikkunna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vairikalhaam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Saathaanum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lokam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jadam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ennivaril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Koorththasharangalh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aelppikkumbolh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39263" y="2890391"/>
            <a:ext cx="116527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സ്നേഹമാം മടിയിൽ</a:t>
            </a:r>
          </a:p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ആശ്വസിക്കാം അനുദിനം എനിക്കു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snehamaam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madiyil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Aashwasikkaam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anudinam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enikku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E1C32-435E-4046-A0FD-FF43771D2BAA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459</a:t>
            </a:r>
          </a:p>
        </p:txBody>
      </p:sp>
    </p:spTree>
    <p:extLst>
      <p:ext uri="{BB962C8B-B14F-4D97-AF65-F5344CB8AC3E}">
        <p14:creationId xmlns:p14="http://schemas.microsoft.com/office/powerpoint/2010/main" val="235738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46895" y="734601"/>
            <a:ext cx="1214510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രോഗങ്ങൾ മൂലംദിനംതോറും എന്‍റെ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ദേഹത്തിന്‍ ശക്തിക്ഷയിക്കുമ്പോഴും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ആശ്രയം സർവ്വം നശിച്ചീടുമ്പോഴും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ആശ്രിത വത്സലൻ ആകുന്ന എന്‍</a:t>
            </a:r>
            <a:endParaRPr lang="ml-IN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0" y="3803401"/>
            <a:ext cx="118637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002060"/>
                </a:solidFill>
              </a:rPr>
              <a:t>Rogangalh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moolam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dinam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thorhum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ente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Dehaththil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shakthi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kshayikkumbozhum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Aashrayam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sarvam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nashicheedumbozhum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Aashritha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vathsalan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aakunna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en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39263" y="2890391"/>
            <a:ext cx="116527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സ്നേഹമാം മടിയിൽ</a:t>
            </a:r>
          </a:p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ആശ്വസിക്കാം അനുദിനം എനിക്കു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snehamaam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madiyil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Aashwasikkaam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anudinam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enikku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65449-ADF5-46E7-B7E8-9216988E11D9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459</a:t>
            </a:r>
          </a:p>
        </p:txBody>
      </p:sp>
    </p:spTree>
    <p:extLst>
      <p:ext uri="{BB962C8B-B14F-4D97-AF65-F5344CB8AC3E}">
        <p14:creationId xmlns:p14="http://schemas.microsoft.com/office/powerpoint/2010/main" val="66837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00" b="1" dirty="0">
                <a:solidFill>
                  <a:prstClr val="black"/>
                </a:solidFill>
                <a:latin typeface="Calibri" panose="020F0502020204030204"/>
              </a:rPr>
              <a:t>4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46895" y="734601"/>
            <a:ext cx="1214510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ലോകത്തിൽ സൗഖ്യം ലേശവും ഇല്ലാതെ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ഏകാകിയായ് ഞാൻ ദുഖിക്കുമ്പോഴും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മല്‍സഖിമാർ കൈവിടുമ്പോഴും എന്നെ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വാത്സല്യത്തോടണച്ചീടുന്ന എന്‍</a:t>
            </a:r>
            <a:endParaRPr lang="ml-IN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0" y="3906054"/>
            <a:ext cx="1186375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Lokaththil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soukhyam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leshavum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illathe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Aekaakiyaay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njaan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dhukhikkumbozhum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Malsakhimaar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kaividumbozhum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enne</a:t>
            </a:r>
            <a:endParaRPr lang="en-US" sz="3200" b="1" i="0" u="none" strike="noStrike" baseline="0" dirty="0">
              <a:solidFill>
                <a:srgbClr val="002060"/>
              </a:solidFill>
            </a:endParaRPr>
          </a:p>
          <a:p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Vaatsalyaththodanhacheedunna</a:t>
            </a:r>
            <a:r>
              <a:rPr lang="en-US" sz="32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rgbClr val="002060"/>
                </a:solidFill>
              </a:rPr>
              <a:t>en</a:t>
            </a:r>
            <a:endParaRPr lang="en-US" sz="32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539263" y="2890391"/>
            <a:ext cx="116527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യേശുവിൻ സ്നേഹമാം മടിയിൽ</a:t>
            </a:r>
          </a:p>
          <a:p>
            <a:pPr algn="r"/>
            <a:r>
              <a:rPr lang="ml-IN" sz="3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	ആശ്വസിക്കാം അനുദിനം എനിക്കു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187570" y="5719227"/>
            <a:ext cx="118637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Yeshuvin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snehamaam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madiyil</a:t>
            </a:r>
            <a:endParaRPr lang="en-US" sz="32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Aashwasikkaam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anudinam</a:t>
            </a:r>
            <a:r>
              <a:rPr lang="en-US" sz="32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enikku</a:t>
            </a:r>
            <a:endParaRPr 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9310D-201E-4DDE-B33E-6521652894E5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459</a:t>
            </a:r>
          </a:p>
        </p:txBody>
      </p:sp>
    </p:spTree>
    <p:extLst>
      <p:ext uri="{BB962C8B-B14F-4D97-AF65-F5344CB8AC3E}">
        <p14:creationId xmlns:p14="http://schemas.microsoft.com/office/powerpoint/2010/main" val="336762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159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459 ഭൂലോകമാം വനാന്തരത്തിലൂടെ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Bhoolokamaam vanaantharathiloode </dc:title>
  <dc:creator>Acsah Mathews</dc:creator>
  <cp:lastModifiedBy>Acsah Mathews</cp:lastModifiedBy>
  <cp:revision>2</cp:revision>
  <dcterms:created xsi:type="dcterms:W3CDTF">2018-11-30T14:47:43Z</dcterms:created>
  <dcterms:modified xsi:type="dcterms:W3CDTF">2018-11-30T14:57:25Z</dcterms:modified>
</cp:coreProperties>
</file>