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F8D9A-FD6B-4359-882B-515232FBD6E8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92AC6-162B-4031-B789-3D984E7A73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900A3-142D-43AE-BE67-11D3C655271F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AC1C6-2AB4-47FE-B6B5-D41CB63A0D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945A98-535A-4972-8D6A-6E6A971D8D2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78959A-E981-41C3-B89A-9AD54E44C8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AD9096-AB27-499B-9732-C42BEE606858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50F7A6-4FE0-496E-BCFA-12D0ACCA36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084E5-A317-4133-8C83-F5C6333684CD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C3752A-AED1-43BD-AC46-814B937792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A3FD9-6B23-4C14-8945-6132BA7C021E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70733C-7FBD-464A-8DCD-9BC58D9225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FEA1B7-39E8-4F0C-8899-B40EDED8C5F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56A30-C448-4596-B6AD-5B34134996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19BB9-3018-40A2-9D0C-A406AFA8876C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974A18-679A-424B-AF04-2045E615E6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70DA7-024D-4B4C-9E0E-15553CFB9D02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02D09C-F024-44BF-BC75-8A45B311DB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BA2147-C914-43F1-929F-1CCC7E0D914F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35991-3479-46A8-A200-A03D22775E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8642C-23BB-4E71-A4F9-9D90EF17F7A0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571280-EE1B-4EAC-918B-64304A52F6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A0CF599-B217-4213-89BD-19398A73599E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DFBD989-946D-4C68-BFAC-6C69030D67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1A4BA-E70D-4A2A-8370-C13F58F931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422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മുന്നം പരസുതൻ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C0E97-AF5E-4ED0-8936-833ED32CC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8382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Munnam </a:t>
            </a:r>
            <a:r>
              <a:rPr lang="en-US" sz="4000" b="1" dirty="0" err="1">
                <a:solidFill>
                  <a:srgbClr val="002060"/>
                </a:solidFill>
              </a:rPr>
              <a:t>parasuthan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72A0D7-F9D8-4641-B727-688D318CABFB}"/>
              </a:ext>
            </a:extLst>
          </p:cNvPr>
          <p:cNvSpPr/>
          <p:nvPr/>
        </p:nvSpPr>
        <p:spPr>
          <a:xfrm>
            <a:off x="1428811" y="4724400"/>
            <a:ext cx="2694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(പി. സി. ഇട്ടിയേര)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A3203C-80FD-49BC-8E9C-4DF0E967C5BC}"/>
              </a:ext>
            </a:extLst>
          </p:cNvPr>
          <p:cNvSpPr/>
          <p:nvPr/>
        </p:nvSpPr>
        <p:spPr>
          <a:xfrm>
            <a:off x="8591611" y="4724400"/>
            <a:ext cx="17994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(P. C. 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Ittiyera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26270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3622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മുന്നം പരസുതനംബര നായകൻ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ഇമ്മാനുവേ ലൊരു നാരിയാം മേരിതൻ 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നന്ദനനോമന ബാലകനായവൾ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മടിയി ലിരുന്നാ നതും വിസ്മയം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E5E11E-EB84-451A-8081-946281444994}"/>
              </a:ext>
            </a:extLst>
          </p:cNvPr>
          <p:cNvSpPr/>
          <p:nvPr/>
        </p:nvSpPr>
        <p:spPr>
          <a:xfrm>
            <a:off x="1371600" y="3733800"/>
            <a:ext cx="104394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Munnam para-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ambara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naayakan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Immaanuveloru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naariyaam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-than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Nandanan-omana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baalakanaayavalh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Madiyilirunnaanathum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vismayam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08922"/>
            <a:ext cx="121920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</a:rPr>
              <a:t>2	മന്നിൽ നരനുടെവടിവു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ധരിച്ചു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പി</a:t>
            </a:r>
            <a:r>
              <a:rPr lang="en-US" sz="3400" b="1" dirty="0">
                <a:latin typeface="Kartika" panose="02020503030404060203" pitchFamily="18" charset="0"/>
              </a:rPr>
              <a:t>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റന്നൊരു സുരവരനുടെ ജനനത്തെ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അംബര സുരഗണമിടയരോടറിയി-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ച്ചതിമോദിച്ചാരതും വിസ്മയം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E5E11E-EB84-451A-8081-946281444994}"/>
              </a:ext>
            </a:extLst>
          </p:cNvPr>
          <p:cNvSpPr/>
          <p:nvPr/>
        </p:nvSpPr>
        <p:spPr>
          <a:xfrm>
            <a:off x="1371600" y="3733800"/>
            <a:ext cx="104394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Mannil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naranude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vedivu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dharichchu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Pirhannoru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suravaranude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jananaththe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Ambara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suraganham-idayarodarhiyi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Chathi-modichaarathum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vismayam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852666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08922"/>
            <a:ext cx="121920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ആട്ടിടയർ സുരർ ചൊല്ലിയ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വാചകം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കേട്ടുടനോടിയ-ബേത് ലഹെം പുൽ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കൂട്ടിലമർന്നൊരു ശിശുവിനെ വന്നവർ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വന്ദനം ചെയ്താരതും വിസ്മയം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E5E11E-EB84-451A-8081-946281444994}"/>
              </a:ext>
            </a:extLst>
          </p:cNvPr>
          <p:cNvSpPr/>
          <p:nvPr/>
        </p:nvSpPr>
        <p:spPr>
          <a:xfrm>
            <a:off x="1371600" y="3733800"/>
            <a:ext cx="104394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Aattidayar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surar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cholliya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vaachakam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Kettudanodiya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bethlehem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Koottilamarnnoru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shishuvine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vannavar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Vandanam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cheythaarathum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vismayam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848915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08922"/>
            <a:ext cx="121920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സേനകളിൻ പരനാം യഹോവാ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ശുദ്ധനെന്നും സുരർ വാഴ്ത്തിടവെ വന്നു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മാനി ച്ചൗസേഫിന്നുടെ ഹിതവും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സാധിപ്പാൻ നിന്നതും വിസ്മയം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E5E11E-EB84-451A-8081-946281444994}"/>
              </a:ext>
            </a:extLst>
          </p:cNvPr>
          <p:cNvSpPr/>
          <p:nvPr/>
        </p:nvSpPr>
        <p:spPr>
          <a:xfrm>
            <a:off x="1371600" y="3733800"/>
            <a:ext cx="104394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Senakalhin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yahovaa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Shudhanennum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surar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vaazhthidave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Maanich-ousephinnude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hithavum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Saadhippaan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vismayam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738802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08922"/>
            <a:ext cx="121920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പൂർവ്വദേശാഗതരാകിയ ശാസ്ത്രികൾ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താരകമതിന്നുടെ വഴിയെഗമിച്ചവർ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പാർത്ഥിവനൻപൊടു കാഴ്ചകൾ വച്ചഥ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തൃപ്പാദം കുമ്പിട്ടാർ വിസ്മയം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E5E11E-EB84-451A-8081-946281444994}"/>
              </a:ext>
            </a:extLst>
          </p:cNvPr>
          <p:cNvSpPr/>
          <p:nvPr/>
        </p:nvSpPr>
        <p:spPr>
          <a:xfrm>
            <a:off x="1371600" y="3733800"/>
            <a:ext cx="104394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Poorvadeshaagatharaakiya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shaasthrikalh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Thaarakamathinude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vazhiye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gamichavar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Paarthivananpodu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kaazhchakalh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vachadha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Thipaadam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kumbittaar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vismayam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233628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85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422 മുന്നം പരസുതൻ</vt:lpstr>
      <vt:lpstr>1 മുന്നം പരസുതനംബര നായകൻ  ഇമ്മാനുവേ ലൊരു നാരിയാം മേരിതൻ    നന്ദനനോമന ബാലകനായവൾ   മടിയി ലിരുന്നാ നതും വിസ്മയം</vt:lpstr>
      <vt:lpstr>2 മന്നിൽ നരനുടെവടിവു ധരിച്ചു പി-  റന്നൊരു സുരവരനുടെ ജനനത്തെ   അംബര സുരഗണമിടയരോടറിയി-  ച്ചതിമോദിച്ചാരതും വിസ്മയം </vt:lpstr>
      <vt:lpstr>3 ആട്ടിടയർ സുരർ ചൊല്ലിയ വാചകം   കേട്ടുടനോടിയ-ബേത് ലഹെം പുൽ-   കൂട്ടിലമർന്നൊരു ശിശുവിനെ വന്നവർ   വന്ദനം ചെയ്താരതും വിസ്മയം</vt:lpstr>
      <vt:lpstr>4 സേനകളിൻ പരനാം യഹോവാ പരി-  ശുദ്ധനെന്നും സുരർ വാഴ്ത്തിടവെ വന്നു   മാനി ച്ചൗസേഫിന്നുടെ ഹിതവും   സാധിപ്പാൻ നിന്നതും വിസ്മയം </vt:lpstr>
      <vt:lpstr>5 പൂർവ്വദേശാഗതരാകിയ ശാസ്ത്രികൾ   താരകമതിന്നുടെ വഴിയെഗമിച്ചവർ   പാർത്ഥിവനൻപൊടു കാഴ്ചകൾ വച്ചഥ   തൃപ്പാദം കുമ്പിട്ടാർ വിസ്മയം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Munnam parasuthan</dc:title>
  <dc:creator>Digital Input; GM JOHN; Acsah Mathews</dc:creator>
  <cp:lastModifiedBy>Acsah Mathews</cp:lastModifiedBy>
  <cp:revision>254</cp:revision>
  <dcterms:created xsi:type="dcterms:W3CDTF">2013-04-19T09:19:07Z</dcterms:created>
  <dcterms:modified xsi:type="dcterms:W3CDTF">2018-11-27T15:05:29Z</dcterms:modified>
</cp:coreProperties>
</file>