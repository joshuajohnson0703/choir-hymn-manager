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86" r:id="rId3"/>
    <p:sldId id="291" r:id="rId4"/>
    <p:sldId id="292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0B8B6-7E4B-4053-B4D6-8C749C16AFE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95D78-B797-4B0B-9C04-73822C3734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C23A4-E684-4C9B-A5AE-BD8B42B029E8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BD06D-65F2-4103-9B73-6D17F43BD7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BB9C5-1C2B-40D3-A326-536131510B0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E9DC1-5CE3-4CD0-B56B-66631D0FE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BF889-C1D9-4646-80B4-8DD1DFDBF550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5CBD2-DEC9-45C5-927B-AD336F3CE1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9E346-759A-4D10-8AA7-2FB8BAFA9359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F328B-D697-4BFF-86DD-4027FC01B2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5CD77-1108-4CE6-8B8F-AD38B18BB4A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668BD-9DCA-4B04-953B-441472F18E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7D9F62-976F-498B-8474-7AECA225DC70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F8DB0-69FA-4738-8FBA-77EB4E3D2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4CDD8-3C22-4639-84B0-E82F65F13AC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013BE-6F3A-4C8A-A635-EDB03FB220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A69C1-6ED6-4FC6-A117-AAA8AB39065D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CFA06-1E38-4CB8-8699-641DF17D45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48982-81E9-40F8-BF80-4EA7EA5853DD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5DAC8-47D6-49A4-9BB3-4E20BE53D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C902E-AF63-4BF0-AD4F-0A598CA738F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CFBCB-9284-438C-AACE-42E9026FB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EBD2D2-8020-41B2-986C-7EEA828B6A0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55705F9-0A47-47C3-AB38-31AB1FB277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22FA-B4BA-4B63-9BFD-330E66640B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മാപാപി എന്നെ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12CB9-35B7-475E-94D4-8E2C59D7D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Maa </a:t>
            </a:r>
            <a:r>
              <a:rPr lang="en-US" sz="4000" b="1" dirty="0" err="1">
                <a:solidFill>
                  <a:srgbClr val="002060"/>
                </a:solidFill>
              </a:rPr>
              <a:t>paapi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enne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A57F4-6038-4047-A9B9-C9525117BDC3}"/>
              </a:ext>
            </a:extLst>
          </p:cNvPr>
          <p:cNvSpPr/>
          <p:nvPr/>
        </p:nvSpPr>
        <p:spPr>
          <a:xfrm>
            <a:off x="1828800" y="4752945"/>
            <a:ext cx="24336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(പി. ഡി. ജോൺ) 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8F13F-9042-49DF-93E3-91654D961CFD}"/>
              </a:ext>
            </a:extLst>
          </p:cNvPr>
          <p:cNvSpPr/>
          <p:nvPr/>
        </p:nvSpPr>
        <p:spPr>
          <a:xfrm>
            <a:off x="8733340" y="4752945"/>
            <a:ext cx="15750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(P.D. John) 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90585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529918"/>
            <a:ext cx="12192000" cy="32004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മാപാപി എന്നെ തേടിവന്നൊരു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 മനു സുതൻ യേശുവേ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മമ ആശതൻ വീണയിൽ കൂടെ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മോദ ഗാനങ്ങൾ പാടും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4D8AC7-2DD8-48B7-9B82-DAB68EA40570}"/>
              </a:ext>
            </a:extLst>
          </p:cNvPr>
          <p:cNvSpPr/>
          <p:nvPr/>
        </p:nvSpPr>
        <p:spPr>
          <a:xfrm>
            <a:off x="7620" y="3501718"/>
            <a:ext cx="1043178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thedivannoru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gaanangalh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529918"/>
            <a:ext cx="12192000" cy="32004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സ്വർ മഹിമകളാകവെ വെടി-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ഞ്ഞിദ്ധരയിൽ വന്നു താൻ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സർവ്വലോകത്തിൻ സർവ്വപാപവും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തമ്പുരാൻ വഹിച്ചില്ലയോ?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4D8AC7-2DD8-48B7-9B82-DAB68EA40570}"/>
              </a:ext>
            </a:extLst>
          </p:cNvPr>
          <p:cNvSpPr/>
          <p:nvPr/>
        </p:nvSpPr>
        <p:spPr>
          <a:xfrm>
            <a:off x="7620" y="3501718"/>
            <a:ext cx="1043178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mahimakalhaakave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njidhdharayil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Thanburaan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vahichchillayo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949162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529918"/>
            <a:ext cx="12192000" cy="32004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ഏകനാൽ വന്ന പാതകം തീർപ്പാൻ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ഏകനായവൻ വന്നതോ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സ്നേഹമാണതിൻ കാരണമെന്ന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തോർത്തു പാടി സ്തുതിക്കും ഞാൻ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4D8AC7-2DD8-48B7-9B82-DAB68EA40570}"/>
              </a:ext>
            </a:extLst>
          </p:cNvPr>
          <p:cNvSpPr/>
          <p:nvPr/>
        </p:nvSpPr>
        <p:spPr>
          <a:xfrm>
            <a:off x="7620" y="3501718"/>
            <a:ext cx="1043178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Aekanaal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Aekanaayavan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vannatho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Snehamaanhathin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kaaranhamenna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09324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529918"/>
            <a:ext cx="12192000" cy="32004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സ്നേഹദീപം കൊളുത്തിയീലോക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ഘോരമാം കൂരിരുട്ടിൽ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നീതിമാർഗ്ഗത്തെ ഓതി എൻ പ്രിയ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പ്രാണനായകനായവൻ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4D8AC7-2DD8-48B7-9B82-DAB68EA40570}"/>
              </a:ext>
            </a:extLst>
          </p:cNvPr>
          <p:cNvSpPr/>
          <p:nvPr/>
        </p:nvSpPr>
        <p:spPr>
          <a:xfrm>
            <a:off x="7620" y="3501718"/>
            <a:ext cx="1043178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Snehadeepam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kolhuththiyeeloka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Ghoramaam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kooriruttil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Neethimaargaththe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naayakanavan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344654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529918"/>
            <a:ext cx="12192000" cy="32004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കാത്തു കാത്തു ഞാൻ നാഥാ! നിന്നുടെ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കാഹളസ്വരം കേൾക്കുവാൻ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യേശുവേ വേഗം വന്നീടണമേ!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 പൂർത്തിയാക്കേണമേ!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4D8AC7-2DD8-48B7-9B82-DAB68EA40570}"/>
              </a:ext>
            </a:extLst>
          </p:cNvPr>
          <p:cNvSpPr/>
          <p:nvPr/>
        </p:nvSpPr>
        <p:spPr>
          <a:xfrm>
            <a:off x="7620" y="3501718"/>
            <a:ext cx="1043178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Ninnude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kelhkkuvaan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vanneedanhame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poorthiyakkenhame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18202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97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357 മാപാപി എന്നെ </vt:lpstr>
      <vt:lpstr>1 മാപാപി എന്നെ തേടിവന്നൊരു   മാ മനു സുതൻ യേശുവേ   മമ ആശതൻ വീണയിൽ കൂടെ   മോദ ഗാനങ്ങൾ പാടും ഞാൻ</vt:lpstr>
      <vt:lpstr>2 സ്വർ മഹിമകളാകവെ വെടി-  ഞ്ഞിദ്ധരയിൽ വന്നു താൻ   സർവ്വലോകത്തിൻ സർവ്വപാപവും   തമ്പുരാൻ വഹിച്ചില്ലയോ?</vt:lpstr>
      <vt:lpstr>3 ഏകനാൽ വന്ന പാതകം തീർപ്പാൻ   ഏകനായവൻ വന്നതോ   സ്നേഹമാണതിൻ കാരണമെന്ന   തോർത്തു പാടി സ്തുതിക്കും ഞാൻ </vt:lpstr>
      <vt:lpstr>4 സ്നേഹദീപം കൊളുത്തിയീലോക   ഘോരമാം കൂരിരുട്ടിൽ നീ   നീതിമാർഗ്ഗത്തെ ഓതി എൻ പ്രിയ   പ്രാണനായകനായവൻ </vt:lpstr>
      <vt:lpstr>5 കാത്തു കാത്തു ഞാൻ നാഥാ! നിന്നുടെ   കാഹളസ്വരം കേൾക്കുവാൻ   യേശുവേ വേഗം വന്നീടണമേ!  ആശ പൂർത്തിയാക്കേണമേ!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 paapi enne</dc:title>
  <dc:creator>Digital Input; GM JOHN; Acsah Mathews</dc:creator>
  <cp:lastModifiedBy>Acsah Mathews</cp:lastModifiedBy>
  <cp:revision>491</cp:revision>
  <dcterms:created xsi:type="dcterms:W3CDTF">2013-04-19T09:19:07Z</dcterms:created>
  <dcterms:modified xsi:type="dcterms:W3CDTF">2018-11-21T16:58:29Z</dcterms:modified>
</cp:coreProperties>
</file>