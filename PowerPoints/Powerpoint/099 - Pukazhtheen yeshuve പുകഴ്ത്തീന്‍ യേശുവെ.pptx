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5" r:id="rId2"/>
    <p:sldId id="270" r:id="rId3"/>
    <p:sldId id="275" r:id="rId4"/>
    <p:sldId id="280" r:id="rId5"/>
    <p:sldId id="276" r:id="rId6"/>
    <p:sldId id="281" r:id="rId7"/>
    <p:sldId id="277" r:id="rId8"/>
    <p:sldId id="282" r:id="rId9"/>
    <p:sldId id="278" r:id="rId10"/>
    <p:sldId id="283" r:id="rId11"/>
    <p:sldId id="279" r:id="rId12"/>
    <p:sldId id="284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9242F-28AC-4F97-9F17-E164F124926C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26E9C-03D4-4C69-AB51-397B070E2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6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6E9C-03D4-4C69-AB51-397B070E25C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46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6E9C-03D4-4C69-AB51-397B070E25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5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6E9C-03D4-4C69-AB51-397B070E25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430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6E9C-03D4-4C69-AB51-397B070E25C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44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526E9C-03D4-4C69-AB51-397B070E25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85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42678-C813-4A9C-A568-91D33BB53D7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BAA52-CAF5-4DF4-92A9-A23C2C34A8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D7A08-C5B1-4234-91AE-93EDC02A268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6B9A6-6E66-49C2-9963-C3C8030443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B85EC-F8CF-402F-A2DE-83A59191D40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C5C09-1A4A-489E-A7A7-2D3FDEFADA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B9DEC-8F9A-417A-B36A-1923BBD3B616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E5BCCA-FF3E-473E-BB47-D7345D856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B55E3-AD7E-4773-A11A-C36D24E10A8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ADF27-84BD-487E-9A57-8074A05578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3F8C9-46E7-43F1-A257-465C1E55AE2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292C4-A45A-4324-A999-6D37E329BA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53071-DC6E-4A21-980E-4D4EDE182CB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00E96C-EE0C-40F0-AAD8-5CF68A3058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E4A5C7-ECD6-41BD-B0AE-30E568769B9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93842-979D-4252-A71D-51D92F5B3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08470-D6CC-4F27-862A-24BC7536EA8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31931-ED6C-4ECD-8261-C61557DB68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F9463-198A-4E85-9D3F-91DFCBAFC7BD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C6CAA-B94F-49CD-8334-8DBB47A939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9CD2D-1992-4E35-B6B1-F1CC84CC366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A004D-1CAE-402C-89F4-C2FE16B92E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EFF92B1-FCE4-46B6-9F7D-431EED5D4B03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724357-6AAB-40CE-9AB4-8D91C0637F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4E26-85AB-4F19-9C97-A634CF3E4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99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പുകഴ്ത്തീന്‍ യേശുവെ പുകഴ്ത്തീന്‍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9D22E-C48B-47DC-B873-2B41CEEEBF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Pukazhthin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yeshuve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pukazhtheen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065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2286000"/>
          </a:xfrm>
        </p:spPr>
        <p:txBody>
          <a:bodyPr anchor="t"/>
          <a:lstStyle/>
          <a:p>
            <a:pPr defTabSz="40163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പുകഴ്ത്തീന്‍ യേശുവെ പുകഴ്ത്തീന്‍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രക്ഷ-കനെ എന്നും വാഴ്ത്തീന്‍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പുകഴ്ത്തീന്‍ പുകഴ്ത്തീന്‍ പുകഴ്ത്തീന്‍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 പുകഴ്ത്തീന്‍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 പുക...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0" y="3733800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raksha-kane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200400"/>
          </a:xfrm>
        </p:spPr>
        <p:txBody>
          <a:bodyPr anchor="t"/>
          <a:lstStyle/>
          <a:p>
            <a:pPr algn="l" defTabSz="4016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യേശുവിന്‍ രാ-ജത്വം നിത്യമേ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ആധിപത്യവും സന്തതമാമേ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സേവിക്കുമേ ഒരു സന്തതി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വര്‍ണ്ണിക്കുമേ അവര്‍ നിന്‍ നീതി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വര്‍ണ്ണിക്കും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ഹീനനും യേശുവിന്‍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നന്മയിന്‍ ഓര്‍മ്മയെ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പുക...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2362200" y="3733800"/>
            <a:ext cx="9829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raa-jathvam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aadhipathyam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santhathamaame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Sevikku-meyoru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varnhikkume-yavar-nin-neethi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Varnhikkum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heenanum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nanmayin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ormaye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D2AF2-2874-49BE-8080-1233ECB70144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3783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6077"/>
            <a:ext cx="12192000" cy="1478523"/>
          </a:xfrm>
        </p:spPr>
        <p:txBody>
          <a:bodyPr anchor="t"/>
          <a:lstStyle/>
          <a:p>
            <a:pPr defTabSz="40163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പുകഴ്ത്തീന്‍ യേശുവെ പുകഴ്ത്തീന്‍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രക്ഷ-കനെ എന്നും വാഴ്ത്തീന്‍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-23446" y="321212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raksha-kane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970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200400"/>
          </a:xfrm>
        </p:spPr>
        <p:txBody>
          <a:bodyPr anchor="t"/>
          <a:lstStyle/>
          <a:p>
            <a:pPr algn="l" defTabSz="4016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കൃപയും ദീര്‍ഘക്ഷമയും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ദയയും കരുണയുമുള്ളോന്‍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നല്ലവന്‍ അവന്‍ എല്ലാവര്‍ക്കും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തന്‍പ്രവൃത്തികളോടും എല്ലാം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വന്നീടിന്‍ വന്ദിപ്പിന്‍ യേശുവിന്‍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സ്നേഹമാം പാദേ നാം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പുക...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2362200" y="3733800"/>
            <a:ext cx="9829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deerkha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kshamayum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dayayum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karunhayumullhon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ellaavarkkum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pravrithikalhodum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Vanneedin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vannippin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6EA70-6ADD-4406-AB58-3B61AFD63E47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5657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6077"/>
            <a:ext cx="12192000" cy="1478523"/>
          </a:xfrm>
        </p:spPr>
        <p:txBody>
          <a:bodyPr anchor="t"/>
          <a:lstStyle/>
          <a:p>
            <a:pPr defTabSz="40163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പുകഴ്ത്തീന്‍ യേശുവെ പുകഴ്ത്തീന്‍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രക്ഷ-കനെ എന്നും വാഴ്ത്തീന്‍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-23446" y="321212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raksha-kane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210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200400"/>
          </a:xfrm>
        </p:spPr>
        <p:txBody>
          <a:bodyPr anchor="t"/>
          <a:lstStyle/>
          <a:p>
            <a:pPr algn="l" defTabSz="4016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ആദ്യനും അന്ത്യനും വന്ദ്യനും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ആദിജാതനും എന്നും അനന്യനും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സത്യവും ജീവനും മാര്‍ഗ്ഗവും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നിത്യപിതാവും എന്നുടെ ദുര്‍ഗ്ഗവും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വിളിച്ചോന്‍ വിശ്വസ്തന്‍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വീണ്ടും വരുന്നവനവനേ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2362200" y="3733800"/>
            <a:ext cx="9829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Aadyanum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anthyanum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vannyanum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aadijaatha-num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ananyanum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maargavum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nithyapithaavum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durgavum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Vilichon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vishwasthan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varunnava-navane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65A4B-BBAC-4A98-AC14-68F8F23A0096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470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6077"/>
            <a:ext cx="12192000" cy="1478523"/>
          </a:xfrm>
        </p:spPr>
        <p:txBody>
          <a:bodyPr anchor="t"/>
          <a:lstStyle/>
          <a:p>
            <a:pPr defTabSz="40163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പുകഴ്ത്തീന്‍ യേശുവെ പുകഴ്ത്തീന്‍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>
                <a:latin typeface="Kartika" panose="02020503030404060203" pitchFamily="18" charset="0"/>
                <a:cs typeface="Kartika" panose="02020503030404060203" pitchFamily="18" charset="0"/>
              </a:rPr>
              <a:t>നാം രക്ഷ-കനെ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വാഴ്ത്തീന്‍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-23446" y="321212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raksha-kane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803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200400"/>
          </a:xfrm>
        </p:spPr>
        <p:txBody>
          <a:bodyPr anchor="t"/>
          <a:lstStyle/>
          <a:p>
            <a:pPr algn="l" defTabSz="4016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പാപവും യാതൊരു ശാപവും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ഇല്ലിനി ആ യെരുശലേമിൽ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ശുഭ്രമാം ജീവ ജലനദി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ജയിക്കുന്നോര്‍ പങ്കാം ജീവവൃക്ഷം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ജയിപ്പിന്‍ ഇരിപ്പിന്‍ കുഞ്ഞാട്ടിന്‍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സ്വര്‍ഗ്ഗസിംഹാസനേ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2362200" y="3733800"/>
            <a:ext cx="9829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yaathoru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illini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“aa-ye-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rushalemil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”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“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Shubhramaam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jeevajalanadi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jayikkunnnor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pankaam-jeeva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vriksham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”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Jayippin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irippin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kunjaattin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swargasimhaasane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455FC-0D4D-4836-9266-8B74D9B5BA44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700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6077"/>
            <a:ext cx="12192000" cy="1478523"/>
          </a:xfrm>
        </p:spPr>
        <p:txBody>
          <a:bodyPr anchor="t"/>
          <a:lstStyle/>
          <a:p>
            <a:pPr defTabSz="40163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പുകഴ്ത്തീന്‍ യേശുവെ പുകഴ്ത്തീന്‍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രക്ഷ-കനെ എന്നും വാഴ്ത്തീന്‍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-23446" y="321212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raksha-kane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087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3200400"/>
          </a:xfrm>
        </p:spPr>
        <p:txBody>
          <a:bodyPr anchor="t"/>
          <a:lstStyle/>
          <a:p>
            <a:pPr algn="l" defTabSz="401638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പാപവും യാതൊരു ശാപവും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ഇല്ലിനി ആ യെരുശലേമിൽ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ശുഭ്രമാം ജീവ ജലനദി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ജയിക്കുന്നോര്‍ പങ്കാം ജീവവൃക്ഷം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ജയിപ്പിന്‍ ഇരിപ്പിന്‍ കുഞ്ഞാട്ടിന്‍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സ്വര്‍ഗ്ഗസിംഹാസനേ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2362200" y="3733800"/>
            <a:ext cx="9829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yaathoru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illini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“aa-ye-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rushalemil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”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“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Shubhramaam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jeevajalanadi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jayikkunnnor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pankaam-jeeva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vriksham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”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Jayippin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irippin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kunjaattin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swargasimhaasane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EB38A9-2C0C-4474-A822-95BAFF365FED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8825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36077"/>
            <a:ext cx="12192000" cy="1478523"/>
          </a:xfrm>
        </p:spPr>
        <p:txBody>
          <a:bodyPr anchor="t"/>
          <a:lstStyle/>
          <a:p>
            <a:pPr defTabSz="401638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പുകഴ്ത്തീന്‍ യേശുവെ പുകഴ്ത്തീന്‍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രക്ഷ-കനെ എന്നും വാഴ്ത്തീന്‍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F387B4-0AB6-4A0A-A6BC-AF0527DBE2C3}"/>
              </a:ext>
            </a:extLst>
          </p:cNvPr>
          <p:cNvSpPr/>
          <p:nvPr/>
        </p:nvSpPr>
        <p:spPr>
          <a:xfrm>
            <a:off x="-23446" y="3212123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Pukazhthin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pukazhtheen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raksha-kane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vazhthin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429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93</Words>
  <Application>Microsoft Office PowerPoint</Application>
  <PresentationFormat>Widescreen</PresentationFormat>
  <Paragraphs>78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99 പുകഴ്ത്തീന്‍ യേശുവെ പുകഴ്ത്തീന്‍</vt:lpstr>
      <vt:lpstr>പുകഴ്ത്തീന്‍ യേശുവെ പുകഴ്ത്തീന്‍  നാം രക്ഷ-കനെ എന്നും വാഴ്ത്തീന്‍ പുകഴ്ത്തീന്‍ പുകഴ്ത്തീന്‍ പുകഴ്ത്തീന്‍ വാഴ്ത്തി പുകഴ്ത്തീന്‍   - പുക...</vt:lpstr>
      <vt:lpstr> യേശുവിന്‍ രാ-ജത്വം നിത്യമേ  ആധിപത്യവും സന്തതമാമേ  സേവിക്കുമേ ഒരു സന്തതി  വര്‍ണ്ണിക്കുമേ അവര്‍ നിന്‍ നീതി  വര്‍ണ്ണിക്കും, ഹീനനും യേശുവിന്‍  നന്മയിന്‍ ഓര്‍മ്മയെ         - പുക...</vt:lpstr>
      <vt:lpstr>പുകഴ്ത്തീന്‍ യേശുവെ പുകഴ്ത്തീന്‍  നാം രക്ഷ-കനെ എന്നും വാഴ്ത്തീന്‍ </vt:lpstr>
      <vt:lpstr> കൃപയും ദീര്‍ഘക്ഷമയും മഹാ   ദയയും കരുണയുമുള്ളോന്‍   നല്ലവന്‍ അവന്‍ എല്ലാവര്‍ക്കും  തന്‍പ്രവൃത്തികളോടും എല്ലാം  വന്നീടിന്‍ വന്ദിപ്പിന്‍ യേശുവിന്‍   സ്നേഹമാം പാദേ നാം         - പുക...</vt:lpstr>
      <vt:lpstr>പുകഴ്ത്തീന്‍ യേശുവെ പുകഴ്ത്തീന്‍  നാം രക്ഷ-കനെ എന്നും വാഴ്ത്തീന്‍ </vt:lpstr>
      <vt:lpstr> ആദ്യനും അന്ത്യനും വന്ദ്യനും  ആദിജാതനും എന്നും അനന്യനും  സത്യവും ജീവനും മാര്‍ഗ്ഗവും  നിത്യപിതാവും എന്നുടെ ദുര്‍ഗ്ഗവും  വിളിച്ചോന്‍ വിശ്വസ്തന്‍   വീണ്ടും വരുന്നവനവനേ</vt:lpstr>
      <vt:lpstr>പുകഴ്ത്തീന്‍ യേശുവെ പുകഴ്ത്തീന്‍  നാം രക്ഷ-കനെ എന്നും വാഴ്ത്തീന്‍ </vt:lpstr>
      <vt:lpstr> പാപവും യാതൊരു ശാപവും  ഇല്ലിനി ആ യെരുശലേമിൽ  ശുഭ്രമാം ജീവ ജലനദി  ജയിക്കുന്നോര്‍ പങ്കാം ജീവവൃക്ഷം  ജയിപ്പിന്‍ ഇരിപ്പിന്‍ കുഞ്ഞാട്ടിന്‍  സ്വര്‍ഗ്ഗസിംഹാസനേ </vt:lpstr>
      <vt:lpstr>പുകഴ്ത്തീന്‍ യേശുവെ പുകഴ്ത്തീന്‍  നാം രക്ഷ-കനെ എന്നും വാഴ്ത്തീന്‍ </vt:lpstr>
      <vt:lpstr> പാപവും യാതൊരു ശാപവും  ഇല്ലിനി ആ യെരുശലേമിൽ  ശുഭ്രമാം ജീവ ജലനദി  ജയിക്കുന്നോര്‍ പങ്കാം ജീവവൃക്ഷം  ജയിപ്പിന്‍ ഇരിപ്പിന്‍ കുഞ്ഞാട്ടിന്‍  സ്വര്‍ഗ്ഗസിംഹാസനേ </vt:lpstr>
      <vt:lpstr>പുകഴ്ത്തീന്‍ യേശുവെ പുകഴ്ത്തീന്‍  നാം രക്ഷ-കനെ എന്നും വാഴ്ത്തീന്‍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Pukazhtheen Yeshuve</dc:title>
  <dc:creator>Digital Input:; GM JOHN; Acsah Mathews</dc:creator>
  <cp:lastModifiedBy>Acsah Mathews</cp:lastModifiedBy>
  <cp:revision>180</cp:revision>
  <dcterms:created xsi:type="dcterms:W3CDTF">2013-04-19T09:19:07Z</dcterms:created>
  <dcterms:modified xsi:type="dcterms:W3CDTF">2018-11-02T12:46:34Z</dcterms:modified>
</cp:coreProperties>
</file>