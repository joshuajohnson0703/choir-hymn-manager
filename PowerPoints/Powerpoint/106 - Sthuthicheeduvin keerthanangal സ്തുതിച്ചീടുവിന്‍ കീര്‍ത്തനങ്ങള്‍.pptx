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3" r:id="rId3"/>
    <p:sldId id="276" r:id="rId4"/>
    <p:sldId id="277" r:id="rId5"/>
    <p:sldId id="278" r:id="rId6"/>
    <p:sldId id="279" r:id="rId7"/>
    <p:sldId id="28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09" autoAdjust="0"/>
    <p:restoredTop sz="94660"/>
  </p:normalViewPr>
  <p:slideViewPr>
    <p:cSldViewPr>
      <p:cViewPr varScale="1">
        <p:scale>
          <a:sx n="41" d="100"/>
          <a:sy n="41" d="100"/>
        </p:scale>
        <p:origin x="60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113A1-6F81-4F0C-A449-69FEDA745E9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CA1F6-4E1F-483E-A566-1E9A2E5B0B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2D8A8-F35A-490E-BFEB-E3490739AE6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A4D46-F962-4770-8CA0-219F12DB5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941BE-D473-40F9-8F27-3EB78D7E4EC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08966-F0B2-4AB7-8162-CB9451562C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EB1E7-0457-4084-84EF-9D8100E112E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B8D4B-4674-4689-B91C-EDEA09FDA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469C2-E95E-4CAF-A85D-CDCCB147459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00560-C162-45AB-A9BB-ECBCE726E6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53C05-5591-4709-AD2E-72BC70C7AD5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185A7-C1B1-44D2-86FB-D84DC71B14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C2AF5-928D-4095-AA8F-04F01758457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4648B-7A84-4DD5-BF39-A1C8A781AB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C1A0D-4366-4192-8739-9545EE085D6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61428-8040-40F0-AAE6-C8BEF8A880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95137-03E0-4332-AC09-33B50F51C86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98175-97DC-4E8D-95B0-586D56353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B5CDD-A838-40B3-A18F-C3D4B83F80B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0157C-8FE0-47DD-B741-F79CDC7A1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F5E29-55DC-4421-AB90-FF4933E81DC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462D1-D286-4908-9119-7656BD3357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3610D5-7424-411F-8A71-F90A6240403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96CC847-7929-4B20-AA30-15626F866D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8B85-4A73-4B29-B545-89588DBBCD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സ്തുതിച്ചീടുവിന്‍ കീര്‍ത്തനങ്ങള്‍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01DB1-88F0-4BB6-9C09-6AAFBD301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72749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Stuthichcheeduavin </a:t>
            </a:r>
            <a:r>
              <a:rPr lang="en-US" sz="4000" b="1" dirty="0" err="1">
                <a:solidFill>
                  <a:schemeClr val="tx2"/>
                </a:solidFill>
              </a:rPr>
              <a:t>keerththangalh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00084-C29B-4673-87F7-68AEC6BA2716}"/>
              </a:ext>
            </a:extLst>
          </p:cNvPr>
          <p:cNvSpPr/>
          <p:nvPr/>
        </p:nvSpPr>
        <p:spPr>
          <a:xfrm>
            <a:off x="1600200" y="5150424"/>
            <a:ext cx="3238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(എം. ഈ. ചെറിയാൻ)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2E949-29EE-4A1D-9936-413784F99E45}"/>
              </a:ext>
            </a:extLst>
          </p:cNvPr>
          <p:cNvSpPr/>
          <p:nvPr/>
        </p:nvSpPr>
        <p:spPr>
          <a:xfrm>
            <a:off x="9067800" y="5150424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(M. E. Cherian) </a:t>
            </a:r>
          </a:p>
        </p:txBody>
      </p:sp>
    </p:spTree>
    <p:extLst>
      <p:ext uri="{BB962C8B-B14F-4D97-AF65-F5344CB8AC3E}">
        <p14:creationId xmlns:p14="http://schemas.microsoft.com/office/powerpoint/2010/main" val="34500228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42646"/>
            <a:ext cx="12191999" cy="2586354"/>
          </a:xfrm>
        </p:spPr>
        <p:txBody>
          <a:bodyPr anchor="t"/>
          <a:lstStyle/>
          <a:p>
            <a:pPr defTabSz="569913" eaLnBrk="1" hangingPunct="1">
              <a:lnSpc>
                <a:spcPct val="114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സ്തുതിച്ചീടുവിന്‍ കീര്‍ത്തനങ്ങള്‍ ദേവനു പാടീടുവിൻ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ഉചിതം മനോഹരവും നല്ലതുമെന്നറിവിൻ</a:t>
            </a: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ദേവനീ പാരില്‍ വന്നു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പാപിയെത്തേടി വന്നു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വല്ലഭനായ്‌ മരിച്ചുയിര്‍ത്തു ജീവിക്കുന്നു നമുക്കായ്‌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106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96F77-DAB6-4098-B8F1-A12A9C6480BA}"/>
              </a:ext>
            </a:extLst>
          </p:cNvPr>
          <p:cNvSpPr/>
          <p:nvPr/>
        </p:nvSpPr>
        <p:spPr>
          <a:xfrm>
            <a:off x="-2" y="3786553"/>
            <a:ext cx="12192001" cy="2656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Stuthichcheeduavin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keerththangalh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Devannu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paadiduvin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uchitham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manoharavum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nallathumennarivin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fi-FI" sz="3200" b="1" dirty="0">
                <a:solidFill>
                  <a:schemeClr val="tx2"/>
                </a:solidFill>
                <a:latin typeface="+mn-lt"/>
              </a:rPr>
              <a:t>Devaadidevanee paaril vannu Paapiyé thèdi vannu </a:t>
            </a:r>
          </a:p>
          <a:p>
            <a:pPr algn="ctr">
              <a:lnSpc>
                <a:spcPct val="114000"/>
              </a:lnSpc>
            </a:pP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Vallabhanaai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marichchuyarthu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Jeevikkunnu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namukkaai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842646"/>
            <a:ext cx="11887199" cy="1443354"/>
          </a:xfrm>
        </p:spPr>
        <p:txBody>
          <a:bodyPr anchor="t"/>
          <a:lstStyle/>
          <a:p>
            <a:pPr algn="l" defTabSz="569913" eaLnBrk="1" hangingPunct="1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തിരുക്കരങ്ങള്‍ നിരത്തിവച്ചു താരകങ്ങള്‍ ഗഗനേ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ഒരുക്കിയവന്‍ നമുക്കു രക്ഷാ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മാര്‍ഗ്ഗമതിന്നു മുന്നേ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106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96F77-DAB6-4098-B8F1-A12A9C6480BA}"/>
              </a:ext>
            </a:extLst>
          </p:cNvPr>
          <p:cNvSpPr/>
          <p:nvPr/>
        </p:nvSpPr>
        <p:spPr>
          <a:xfrm>
            <a:off x="304800" y="3786553"/>
            <a:ext cx="118871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Thirukkarangalh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niraththivechchu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thaarakangalh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gaganey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Orukkeeyavan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Maarggamathinnu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munney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D5CD5-9C56-4C26-825B-1F5CC06B6D61}"/>
              </a:ext>
            </a:extLst>
          </p:cNvPr>
          <p:cNvSpPr/>
          <p:nvPr/>
        </p:nvSpPr>
        <p:spPr>
          <a:xfrm>
            <a:off x="0" y="22860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ദേവനീ പാരില്‍ വന്നു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പാപിയെത്തേടി വന്നു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വല്ലഭനായ്‌ മരിച്ചുയിര്‍ത്തു ജീവിക്കുന്നു നമുക്കായ്‌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96C5F-8514-4215-A76F-B6BC39DEED1C}"/>
              </a:ext>
            </a:extLst>
          </p:cNvPr>
          <p:cNvSpPr/>
          <p:nvPr/>
        </p:nvSpPr>
        <p:spPr>
          <a:xfrm>
            <a:off x="0" y="5141456"/>
            <a:ext cx="12192002" cy="118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Devaadidevanee paaril vannu Paapiyé thèdi vannu </a:t>
            </a:r>
          </a:p>
          <a:p>
            <a:pPr lvl="0" algn="ctr">
              <a:lnSpc>
                <a:spcPct val="114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Vallabhanaai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marichchuyarthu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Jeevikkunnu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namukkaai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0EB5C-0775-49A6-960B-84CD937E683A}"/>
              </a:ext>
            </a:extLst>
          </p:cNvPr>
          <p:cNvSpPr/>
          <p:nvPr/>
        </p:nvSpPr>
        <p:spPr>
          <a:xfrm>
            <a:off x="17585" y="169277"/>
            <a:ext cx="12192002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48818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842646"/>
            <a:ext cx="11887199" cy="1443354"/>
          </a:xfrm>
        </p:spPr>
        <p:txBody>
          <a:bodyPr anchor="t"/>
          <a:lstStyle/>
          <a:p>
            <a:pPr algn="l" defTabSz="569913" eaLnBrk="1" hangingPunct="1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കണ്ടില്ല കണ്ണുകളീ കരുണയിൻ കരചലനം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കേട്ടില്ല മാനവരിൻ കാതുകൾ തൻ വചനം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106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96F77-DAB6-4098-B8F1-A12A9C6480BA}"/>
              </a:ext>
            </a:extLst>
          </p:cNvPr>
          <p:cNvSpPr/>
          <p:nvPr/>
        </p:nvSpPr>
        <p:spPr>
          <a:xfrm>
            <a:off x="304800" y="3786553"/>
            <a:ext cx="118871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Kandilla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kannhukalhee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Karunhayin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karachalanam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Kètilla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maanavarin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kaathukalh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vachanam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D5CD5-9C56-4C26-825B-1F5CC06B6D61}"/>
              </a:ext>
            </a:extLst>
          </p:cNvPr>
          <p:cNvSpPr/>
          <p:nvPr/>
        </p:nvSpPr>
        <p:spPr>
          <a:xfrm>
            <a:off x="0" y="22860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ദേവനീ പാരില്‍ വന്നു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പാപിയെത്തേടി വന്നു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വല്ലഭനായ്‌ മരിച്ചുയിര്‍ത്തു ജീവിക്കുന്നു നമുക്കായ്‌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96C5F-8514-4215-A76F-B6BC39DEED1C}"/>
              </a:ext>
            </a:extLst>
          </p:cNvPr>
          <p:cNvSpPr/>
          <p:nvPr/>
        </p:nvSpPr>
        <p:spPr>
          <a:xfrm>
            <a:off x="0" y="5141456"/>
            <a:ext cx="12192002" cy="118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Devaadidevanee paaril vannu Paapiyé thèdi vannu </a:t>
            </a:r>
          </a:p>
          <a:p>
            <a:pPr lvl="0" algn="ctr">
              <a:lnSpc>
                <a:spcPct val="114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Vallabhanaai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marichchuyarthu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Jeevikkunnu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namukkaai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0EB5C-0775-49A6-960B-84CD937E683A}"/>
              </a:ext>
            </a:extLst>
          </p:cNvPr>
          <p:cNvSpPr/>
          <p:nvPr/>
        </p:nvSpPr>
        <p:spPr>
          <a:xfrm>
            <a:off x="17585" y="169277"/>
            <a:ext cx="12192002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1343742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7586" y="842646"/>
            <a:ext cx="12174414" cy="1443354"/>
          </a:xfrm>
        </p:spPr>
        <p:txBody>
          <a:bodyPr anchor="t"/>
          <a:lstStyle/>
          <a:p>
            <a:pPr algn="l" defTabSz="569913" eaLnBrk="1" hangingPunct="1">
              <a:lnSpc>
                <a:spcPct val="114000"/>
              </a:lnSpc>
            </a:pPr>
            <a:r>
              <a:rPr lang="ml-IN" sz="3200" b="1" spc="-300" dirty="0">
                <a:latin typeface="Kartika" panose="02020503030404060203" pitchFamily="18" charset="0"/>
              </a:rPr>
              <a:t>ധ്യാനിക്കുവിൻ തൻ കൃപകൾ പുകഴ്ത്തുവിൻ തൻക്രിയകൾ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മാനിതനാം തൻനാമ മഹിമകൾ വർണ്ണിക്കുവിൻ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106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96F77-DAB6-4098-B8F1-A12A9C6480BA}"/>
              </a:ext>
            </a:extLst>
          </p:cNvPr>
          <p:cNvSpPr/>
          <p:nvPr/>
        </p:nvSpPr>
        <p:spPr>
          <a:xfrm>
            <a:off x="304800" y="3786553"/>
            <a:ext cx="118871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Dhyaanikkuvin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Pukazhththuvin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kriyakalh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Maanithanaam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Mahimakalh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varnnhikkuvin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D5CD5-9C56-4C26-825B-1F5CC06B6D61}"/>
              </a:ext>
            </a:extLst>
          </p:cNvPr>
          <p:cNvSpPr/>
          <p:nvPr/>
        </p:nvSpPr>
        <p:spPr>
          <a:xfrm>
            <a:off x="0" y="22860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ദേവനീ പാരില്‍ വന്നു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പാപിയെത്തേടി വന്നു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വല്ലഭനായ്‌ മരിച്ചുയിര്‍ത്തു ജീവിക്കുന്നു നമുക്കായ്‌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96C5F-8514-4215-A76F-B6BC39DEED1C}"/>
              </a:ext>
            </a:extLst>
          </p:cNvPr>
          <p:cNvSpPr/>
          <p:nvPr/>
        </p:nvSpPr>
        <p:spPr>
          <a:xfrm>
            <a:off x="0" y="5141456"/>
            <a:ext cx="12192002" cy="118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Devaadidevanee paaril vannu Paapiyé thèdi vannu </a:t>
            </a:r>
          </a:p>
          <a:p>
            <a:pPr lvl="0" algn="ctr">
              <a:lnSpc>
                <a:spcPct val="114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Vallabhanaai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marichchuyarthu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Jeevikkunnu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namukkaai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0EB5C-0775-49A6-960B-84CD937E683A}"/>
              </a:ext>
            </a:extLst>
          </p:cNvPr>
          <p:cNvSpPr/>
          <p:nvPr/>
        </p:nvSpPr>
        <p:spPr>
          <a:xfrm>
            <a:off x="17585" y="169277"/>
            <a:ext cx="12192002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635938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842646"/>
            <a:ext cx="11887199" cy="1443354"/>
          </a:xfrm>
        </p:spPr>
        <p:txBody>
          <a:bodyPr anchor="t"/>
          <a:lstStyle/>
          <a:p>
            <a:pPr algn="l" defTabSz="569913" eaLnBrk="1" hangingPunct="1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തലമുറയായവൻ നമുക്കു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നല്ലൊരു സങ്കേതമാം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പലമുറ നാം പാടീടുക പരമനു സങ്കീർത്തനം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106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96F77-DAB6-4098-B8F1-A12A9C6480BA}"/>
              </a:ext>
            </a:extLst>
          </p:cNvPr>
          <p:cNvSpPr/>
          <p:nvPr/>
        </p:nvSpPr>
        <p:spPr>
          <a:xfrm>
            <a:off x="304800" y="3786553"/>
            <a:ext cx="118871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Thalamurayaayavan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Nalloru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sankèthamaam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Palamura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paadiduka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Paramanu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sankeerththanam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D5CD5-9C56-4C26-825B-1F5CC06B6D61}"/>
              </a:ext>
            </a:extLst>
          </p:cNvPr>
          <p:cNvSpPr/>
          <p:nvPr/>
        </p:nvSpPr>
        <p:spPr>
          <a:xfrm>
            <a:off x="0" y="22860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ദേവനീ പാരില്‍ വന്നു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പാപിയെത്തേടി വന്നു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വല്ലഭനായ്‌ മരിച്ചുയിര്‍ത്തു ജീവിക്കുന്നു നമുക്കായ്‌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96C5F-8514-4215-A76F-B6BC39DEED1C}"/>
              </a:ext>
            </a:extLst>
          </p:cNvPr>
          <p:cNvSpPr/>
          <p:nvPr/>
        </p:nvSpPr>
        <p:spPr>
          <a:xfrm>
            <a:off x="0" y="5141456"/>
            <a:ext cx="12192002" cy="118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Devaadidevanee paaril vannu Paapiyé thèdi vannu </a:t>
            </a:r>
          </a:p>
          <a:p>
            <a:pPr lvl="0" algn="ctr">
              <a:lnSpc>
                <a:spcPct val="114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Vallabhanaai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marichchuyarthu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Jeevikkunnu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namukkaai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0EB5C-0775-49A6-960B-84CD937E683A}"/>
              </a:ext>
            </a:extLst>
          </p:cNvPr>
          <p:cNvSpPr/>
          <p:nvPr/>
        </p:nvSpPr>
        <p:spPr>
          <a:xfrm>
            <a:off x="17585" y="169277"/>
            <a:ext cx="12192002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08098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2" y="842646"/>
            <a:ext cx="12192002" cy="1443354"/>
          </a:xfrm>
        </p:spPr>
        <p:txBody>
          <a:bodyPr anchor="t"/>
          <a:lstStyle/>
          <a:p>
            <a:pPr algn="l" defTabSz="569913" eaLnBrk="1" hangingPunct="1">
              <a:lnSpc>
                <a:spcPct val="114000"/>
              </a:lnSpc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മനം തകർന്നോർക്കരുളുമവൻ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കൃപയുടെ പരിചരണം</a:t>
            </a:r>
            <a:b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ധനം സുഖം സന്തോഷമെല്ലാം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നമുക്കു തൻ തിരുചരണം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106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96F77-DAB6-4098-B8F1-A12A9C6480BA}"/>
              </a:ext>
            </a:extLst>
          </p:cNvPr>
          <p:cNvSpPr/>
          <p:nvPr/>
        </p:nvSpPr>
        <p:spPr>
          <a:xfrm>
            <a:off x="-2" y="3786553"/>
            <a:ext cx="12192002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thakarnnôr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kkarulhumavan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Kripayude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paricharanham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Dhanam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sukham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santhoshamellaam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spc="-150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400" b="1" spc="-150" dirty="0" err="1">
                <a:solidFill>
                  <a:schemeClr val="tx2"/>
                </a:solidFill>
                <a:latin typeface="+mn-lt"/>
              </a:rPr>
              <a:t>thirucharanham</a:t>
            </a:r>
            <a:endParaRPr lang="en-US" sz="3400" b="1" spc="-1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D5CD5-9C56-4C26-825B-1F5CC06B6D61}"/>
              </a:ext>
            </a:extLst>
          </p:cNvPr>
          <p:cNvSpPr/>
          <p:nvPr/>
        </p:nvSpPr>
        <p:spPr>
          <a:xfrm>
            <a:off x="0" y="22860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ദേവനീ പാരില്‍ വന്നു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പാപിയെത്തേടി വന്നു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വല്ലഭനായ്‌ മരിച്ചുയിര്‍ത്തു ജീവിക്കുന്നു നമുക്കായ്‌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96C5F-8514-4215-A76F-B6BC39DEED1C}"/>
              </a:ext>
            </a:extLst>
          </p:cNvPr>
          <p:cNvSpPr/>
          <p:nvPr/>
        </p:nvSpPr>
        <p:spPr>
          <a:xfrm>
            <a:off x="0" y="5141456"/>
            <a:ext cx="12192002" cy="118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Devaadidevanee paaril vannu Paapiyé thèdi vannu </a:t>
            </a:r>
          </a:p>
          <a:p>
            <a:pPr lvl="0" algn="ctr">
              <a:lnSpc>
                <a:spcPct val="114000"/>
              </a:lnSpc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Vallabhanaai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marichchuyarthu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Jeevikkunnu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namukkaai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0EB5C-0775-49A6-960B-84CD937E683A}"/>
              </a:ext>
            </a:extLst>
          </p:cNvPr>
          <p:cNvSpPr/>
          <p:nvPr/>
        </p:nvSpPr>
        <p:spPr>
          <a:xfrm>
            <a:off x="17585" y="169277"/>
            <a:ext cx="12192002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lang="en-US" sz="3200" b="1" dirty="0">
                <a:latin typeface="Calibri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23B371-A32E-4DC9-BD8C-874CC9E99C71}"/>
              </a:ext>
            </a:extLst>
          </p:cNvPr>
          <p:cNvSpPr/>
          <p:nvPr/>
        </p:nvSpPr>
        <p:spPr>
          <a:xfrm>
            <a:off x="9270962" y="3360022"/>
            <a:ext cx="2938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(എം. ഈ. ചെറിയാൻ)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ADA49E-117E-4E73-83BA-D0DA776F292A}"/>
              </a:ext>
            </a:extLst>
          </p:cNvPr>
          <p:cNvSpPr/>
          <p:nvPr/>
        </p:nvSpPr>
        <p:spPr>
          <a:xfrm>
            <a:off x="10343514" y="6449895"/>
            <a:ext cx="1813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(M. E. Cherian)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4844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219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106 സ്തുതിച്ചീടുവിന്‍ കീര്‍ത്തനങ്ങള്‍</vt:lpstr>
      <vt:lpstr>സ്തുതിച്ചീടുവിന്‍ കീര്‍ത്തനങ്ങള്‍ ദേവനു പാടീടുവിൻ സ്തുതി ഉചിതം മനോഹരവും നല്ലതുമെന്നറിവിൻ  ദേവാധി ദേവനീ പാരില്‍ വന്നു, പാപിയെത്തേടി വന്നു വല്ലഭനായ്‌ മരിച്ചുയിര്‍ത്തു ജീവിക്കുന്നു നമുക്കായ്‌  </vt:lpstr>
      <vt:lpstr>തിരുക്കരങ്ങള്‍ നിരത്തിവച്ചു താരകങ്ങള്‍ ഗഗനേ  ഒരുക്കിയവന്‍ നമുക്കു രക്ഷാ മാര്‍ഗ്ഗമതിന്നു മുന്നേ</vt:lpstr>
      <vt:lpstr>കണ്ടില്ല കണ്ണുകളീ കരുണയിൻ കരചലനം കേട്ടില്ല മാനവരിൻ കാതുകൾ തൻ വചനം</vt:lpstr>
      <vt:lpstr>ധ്യാനിക്കുവിൻ തൻ കൃപകൾ പുകഴ്ത്തുവിൻ തൻക്രിയകൾ  മാനിതനാം തൻനാമ മഹിമകൾ വർണ്ണിക്കുവിൻ </vt:lpstr>
      <vt:lpstr>തലമുറയായവൻ നമുക്കു നല്ലൊരു സങ്കേതമാം പലമുറ നാം പാടീടുക പരമനു സങ്കീർത്തനം</vt:lpstr>
      <vt:lpstr>മനം തകർന്നോർക്കരുളുമവൻ കൃപയുടെ പരിചരണം ധനം സുഖം സന്തോഷമെല്ലാം നമുക്കു തൻ തിരുചരണം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Sthuthicheeduvin Keerthanangal</dc:title>
  <dc:creator>Digital Input:; GM JOHN; Acsah Mathews</dc:creator>
  <cp:lastModifiedBy>Acsah Mathews</cp:lastModifiedBy>
  <cp:revision>100</cp:revision>
  <dcterms:created xsi:type="dcterms:W3CDTF">2013-04-25T00:28:25Z</dcterms:created>
  <dcterms:modified xsi:type="dcterms:W3CDTF">2018-11-02T14:21:17Z</dcterms:modified>
</cp:coreProperties>
</file>