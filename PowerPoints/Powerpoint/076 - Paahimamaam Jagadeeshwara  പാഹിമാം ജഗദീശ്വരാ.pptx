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6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070BF-9817-4F41-AB50-004124DCBF4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E4F1F-8E66-4A82-81A1-A7FCA307B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49BDB-1902-4A2F-B661-FF4AD18D2C3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A600E-B779-4E7D-A1B6-E18A13C958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E294A-30F8-482F-8A69-3808D47FB4A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1011E-F78F-4BB3-A766-41E0326137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0C138-A74D-4128-A267-F47396B59A1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65E8D-1A51-4941-9F53-3EB4B218CF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1A6CC-3EAB-4B9C-8F10-AD8EDC12A55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5D5CE-446B-4617-9C43-BBA357730B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3FDC7-A563-4E58-8B0E-F6627C6AAE0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23814-D29E-4273-A95A-748D5C89E1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609B0-4065-4EB8-BC64-05CB3634A47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E45AB-F351-4B4C-8C3F-F4D3AEBCED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854DE-DE0B-4FA6-B3DE-1C0DE585B07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BFD12-FEDC-47A5-820E-182DCEC46E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1694F-7E36-4705-86F9-C182650581C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888D1-AB5F-4E99-B6B6-BD88921D1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7E4B4-FB06-4142-854C-7D354895A6F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0FDC2-DE41-45E6-AD5F-149433E7D6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FACF1-C6F3-4488-AD3B-C86115E8570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7FCCA-1262-498B-8C55-1E63A8014D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9A722F-BD6B-4DCF-A9B6-1DC7A85499F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C2B20A-1238-4EC7-A123-2B5AAA332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F746-894A-4B4B-8DBA-965F875352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76</a:t>
            </a:r>
            <a:br>
              <a:rPr lang="en-US" dirty="0"/>
            </a:br>
            <a:r>
              <a:rPr lang="ml-IN" b="1"/>
              <a:t>പാഹിമാം ജഗദീശ്വരാ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5F0F3-3731-4D12-B5F3-E5C763993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Paahimamaam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jagadeeshwaraa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170267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38554"/>
            <a:ext cx="12192000" cy="2590800"/>
          </a:xfrm>
        </p:spPr>
        <p:txBody>
          <a:bodyPr anchor="t"/>
          <a:lstStyle/>
          <a:p>
            <a:pPr defTabSz="465138"/>
            <a:r>
              <a:rPr lang="ml-IN" sz="3200" b="1" dirty="0">
                <a:cs typeface="+mn-cs"/>
              </a:rPr>
              <a:t>പാഹിമാം ജഗദീശ്വരാ</a:t>
            </a:r>
            <a:r>
              <a:rPr lang="en-US" sz="3200" b="1" dirty="0">
                <a:cs typeface="+mn-cs"/>
              </a:rPr>
              <a:t> </a:t>
            </a:r>
            <a:r>
              <a:rPr lang="ml-IN" sz="3200" b="1" dirty="0">
                <a:cs typeface="+mn-cs"/>
              </a:rPr>
              <a:t>-</a:t>
            </a:r>
            <a:r>
              <a:rPr lang="en-US" sz="3200" b="1" dirty="0">
                <a:cs typeface="+mn-cs"/>
              </a:rPr>
              <a:t> </a:t>
            </a:r>
            <a:r>
              <a:rPr lang="ml-IN" sz="3200" b="1" dirty="0">
                <a:cs typeface="+mn-cs"/>
              </a:rPr>
              <a:t>ഭക്തപ്രിയാ!</a:t>
            </a:r>
            <a:br>
              <a:rPr lang="ml-IN" sz="3200" b="1" dirty="0">
                <a:cs typeface="+mn-cs"/>
              </a:rPr>
            </a:br>
            <a:r>
              <a:rPr lang="ml-IN" sz="3200" b="1" dirty="0">
                <a:cs typeface="+mn-cs"/>
              </a:rPr>
              <a:t>കാലിണ പണിയുന്നഹം...</a:t>
            </a:r>
            <a:br>
              <a:rPr lang="ml-IN" sz="3200" b="1" dirty="0">
                <a:cs typeface="+mn-cs"/>
              </a:rPr>
            </a:br>
            <a:br>
              <a:rPr lang="ml-IN" sz="3200" b="1" dirty="0">
                <a:cs typeface="+mn-cs"/>
              </a:rPr>
            </a:br>
            <a:r>
              <a:rPr lang="ml-IN" sz="3200" b="1" dirty="0">
                <a:cs typeface="+mn-cs"/>
              </a:rPr>
              <a:t>ലോകത്തിലീ ദൃശ്യം കാണും ചരാചരം </a:t>
            </a:r>
            <a:br>
              <a:rPr lang="ml-IN" sz="3200" b="1" dirty="0">
                <a:cs typeface="+mn-cs"/>
              </a:rPr>
            </a:br>
            <a:r>
              <a:rPr lang="ml-IN" sz="3200" b="1" dirty="0">
                <a:cs typeface="+mn-cs"/>
              </a:rPr>
              <a:t>ആകവെ സൃഷ്ടിച്ച നാഥാ! ജയ! ജയ!  - പാഹി...</a:t>
            </a:r>
            <a:br>
              <a:rPr lang="ml-IN" sz="3200" b="1" dirty="0">
                <a:cs typeface="+mn-cs"/>
              </a:rPr>
            </a:b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599C8-1014-477C-BBA5-758908E4089A}"/>
              </a:ext>
            </a:extLst>
          </p:cNvPr>
          <p:cNvSpPr/>
          <p:nvPr/>
        </p:nvSpPr>
        <p:spPr>
          <a:xfrm>
            <a:off x="0" y="342900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Paahimamaam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jagadeeshwaraa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bhakthapriyaa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Kaalinha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panhiyunnaham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Lokathilee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drishyam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charaacharam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Jaya! Jaya!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0524"/>
            <a:ext cx="12192000" cy="2176046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</a:rPr>
              <a:t>1	</a:t>
            </a:r>
            <a:r>
              <a:rPr lang="ml-IN" sz="3200" b="1" dirty="0"/>
              <a:t>ആകാശം ഭൂമിയതും അഹോ! നല്ലോ-</a:t>
            </a:r>
            <a:br>
              <a:rPr lang="ml-IN" sz="3200" b="1" dirty="0"/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/>
              <a:t>രാദിത്യ ചന്ദ്രന്മാരും.....</a:t>
            </a:r>
            <a:br>
              <a:rPr lang="ml-IN" sz="3200" b="1" dirty="0"/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/>
              <a:t>തുംഗാഭ പൂണ്ടിടും നക്ഷത്ര ജാലവും </a:t>
            </a:r>
            <a:br>
              <a:rPr lang="ml-IN" sz="3200" b="1" dirty="0"/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/>
              <a:t>ഭംഗിയിൽ സൃഷ്ടിച്ച നാഥാ! ജയ! ജയ!</a:t>
            </a:r>
            <a:endParaRPr lang="en-US" sz="3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599C8-1014-477C-BBA5-758908E4089A}"/>
              </a:ext>
            </a:extLst>
          </p:cNvPr>
          <p:cNvSpPr/>
          <p:nvPr/>
        </p:nvSpPr>
        <p:spPr>
          <a:xfrm>
            <a:off x="-11723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Aakasham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bhoomiyathum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rathidhya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chandranmaarum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Thungaabha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nakshathra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jaalavum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Bhangiyil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Jaya! Jaya!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5E575-4956-432B-BC8C-3607DF1210A4}"/>
              </a:ext>
            </a:extLst>
          </p:cNvPr>
          <p:cNvSpPr/>
          <p:nvPr/>
        </p:nvSpPr>
        <p:spPr>
          <a:xfrm>
            <a:off x="-17585" y="2662444"/>
            <a:ext cx="121685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പാഹിമാം ജഗദീശ്വരാ-ഭക്തപ്രിയാ!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കാലിണ പണിയുന്നഹം...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AF974-EB36-4288-8E81-59FBA871CD91}"/>
              </a:ext>
            </a:extLst>
          </p:cNvPr>
          <p:cNvSpPr/>
          <p:nvPr/>
        </p:nvSpPr>
        <p:spPr>
          <a:xfrm>
            <a:off x="11723" y="5791200"/>
            <a:ext cx="121685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Paahimamaam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jagadeeshwaraa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bhakthapriyaa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Kaalinha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panhiyunnaham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9000068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0524"/>
            <a:ext cx="12192000" cy="2176046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ഉത്തുംഗ ശൈലങ്ങളും നദികളു-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മെത്തും പ്രഭാവമോടെ....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ദേഹികൾക്കെന്നു മുപകാരമാം വണ്ണം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 ഹന്ത! സൃഷ്ടിച്ച നാഥാ! ജയ! ജയ!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599C8-1014-477C-BBA5-758908E4089A}"/>
              </a:ext>
            </a:extLst>
          </p:cNvPr>
          <p:cNvSpPr/>
          <p:nvPr/>
        </p:nvSpPr>
        <p:spPr>
          <a:xfrm>
            <a:off x="-11723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Uthunga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shailangalum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nadikalu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methhum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prabhaavamode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Dehikalkkennum-upakaaramaam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Ahantha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Jaya! Jaya!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5E575-4956-432B-BC8C-3607DF1210A4}"/>
              </a:ext>
            </a:extLst>
          </p:cNvPr>
          <p:cNvSpPr/>
          <p:nvPr/>
        </p:nvSpPr>
        <p:spPr>
          <a:xfrm>
            <a:off x="-17585" y="2662444"/>
            <a:ext cx="121685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പാഹിമാം ജഗദീശ്വരാ-ഭക്തപ്രിയാ!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കാലിണ പണിയുന്നഹം...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AF974-EB36-4288-8E81-59FBA871CD91}"/>
              </a:ext>
            </a:extLst>
          </p:cNvPr>
          <p:cNvSpPr/>
          <p:nvPr/>
        </p:nvSpPr>
        <p:spPr>
          <a:xfrm>
            <a:off x="11723" y="5791200"/>
            <a:ext cx="121685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Paahimamaam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jagadeeshwaraa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bhakthapriyaa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Kaalinha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panhiyunnaham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9923497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0524"/>
            <a:ext cx="12192000" cy="2176046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</a:rPr>
              <a:t>സൃഷ്ടി വിലാസമിദം - പുകഴ്ത്തുവാൻ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വിഷ്ട പേയില്ലൊരുവൻ ....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സൃഷ്ടിയെന്നല്ലഹോ! സംസ്ഥിതിയെന്നതും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ശ്രേഷ്ഠമായ് ചെയ്തൊരു നാഥാ! ജയ! ജയ!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599C8-1014-477C-BBA5-758908E4089A}"/>
              </a:ext>
            </a:extLst>
          </p:cNvPr>
          <p:cNvSpPr/>
          <p:nvPr/>
        </p:nvSpPr>
        <p:spPr>
          <a:xfrm>
            <a:off x="-11723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Srishti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vilaasamitham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Vishtapeyilloruvan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Srishtiyennallaho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Samsthithiyennathum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Shreshtamai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Jaya!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5E575-4956-432B-BC8C-3607DF1210A4}"/>
              </a:ext>
            </a:extLst>
          </p:cNvPr>
          <p:cNvSpPr/>
          <p:nvPr/>
        </p:nvSpPr>
        <p:spPr>
          <a:xfrm>
            <a:off x="-17585" y="2662444"/>
            <a:ext cx="121685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പാഹിമാം ജഗദീശ്വരാ-ഭക്തപ്രിയാ!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കാലിണ പണിയുന്നഹം...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AF974-EB36-4288-8E81-59FBA871CD91}"/>
              </a:ext>
            </a:extLst>
          </p:cNvPr>
          <p:cNvSpPr/>
          <p:nvPr/>
        </p:nvSpPr>
        <p:spPr>
          <a:xfrm>
            <a:off x="11723" y="5791200"/>
            <a:ext cx="121685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Paahimamaam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jagadeeshwaraa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bhakthapriyaa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Kaalinha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panhiyunnaham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7816976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0524"/>
            <a:ext cx="12192000" cy="2176046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 കൂപത്തിൽ നിന്നി-ട്ടെന്നെ നിത്യം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പാലയ!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കരുണാലയ!....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ആപത്തഖിലവും സർവ്വേശാ! പോക്കിയെൻ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താപത്തെ തീർത്തു രക്ഷിക്ക മാം ദൈവമേ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599C8-1014-477C-BBA5-758908E4089A}"/>
              </a:ext>
            </a:extLst>
          </p:cNvPr>
          <p:cNvSpPr/>
          <p:nvPr/>
        </p:nvSpPr>
        <p:spPr>
          <a:xfrm>
            <a:off x="-11723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Paapakoopaththil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ninni-ttennne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Karunhaalaya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Aapathakhilavum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sarveshaa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Pokkiyen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Thaapathe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5E575-4956-432B-BC8C-3607DF1210A4}"/>
              </a:ext>
            </a:extLst>
          </p:cNvPr>
          <p:cNvSpPr/>
          <p:nvPr/>
        </p:nvSpPr>
        <p:spPr>
          <a:xfrm>
            <a:off x="-17585" y="2662444"/>
            <a:ext cx="121685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പാഹിമാം ജഗദീശ്വരാ-ഭക്തപ്രിയാ!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കാലിണ പണിയുന്നഹം...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AF974-EB36-4288-8E81-59FBA871CD91}"/>
              </a:ext>
            </a:extLst>
          </p:cNvPr>
          <p:cNvSpPr/>
          <p:nvPr/>
        </p:nvSpPr>
        <p:spPr>
          <a:xfrm>
            <a:off x="11723" y="5791200"/>
            <a:ext cx="121685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Paahimamaam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jagadeeshwaraa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bhakthapriyaa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Kaalinha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panhiyunnaham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549396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172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76 പാഹിമാം ജഗദീശ്വരാ</vt:lpstr>
      <vt:lpstr>പാഹിമാം ജഗദീശ്വരാ - ഭക്തപ്രിയാ! കാലിണ പണിയുന്നഹം...  ലോകത്തിലീ ദൃശ്യം കാണും ചരാചരം  ആകവെ സൃഷ്ടിച്ച നാഥാ! ജയ! ജയ!  - പാഹി... </vt:lpstr>
      <vt:lpstr>1 ആകാശം ഭൂമിയതും അഹോ! നല്ലോ-  രാദിത്യ ചന്ദ്രന്മാരും.....  തുംഗാഭ പൂണ്ടിടും നക്ഷത്ര ജാലവും   ഭംഗിയിൽ സൃഷ്ടിച്ച നാഥാ! ജയ! ജയ!</vt:lpstr>
      <vt:lpstr>2 ഉത്തുംഗ ശൈലങ്ങളും നദികളു-  മെത്തും പ്രഭാവമോടെ....  ദേഹികൾക്കെന്നു മുപകാരമാം വണ്ണം   ആ ഹന്ത! സൃഷ്ടിച്ച നാഥാ! ജയ! ജയ!</vt:lpstr>
      <vt:lpstr>3 സൃഷ്ടി വിലാസമിദം - പുകഴ്ത്തുവാൻ   വിഷ്ട പേയില്ലൊരുവൻ ....  സൃഷ്ടിയെന്നല്ലഹോ! സംസ്ഥിതിയെന്നതും   ശ്രേഷ്ഠമായ് ചെയ്തൊരു നാഥാ! ജയ! ജയ!</vt:lpstr>
      <vt:lpstr>4 പാപ കൂപത്തിൽ നിന്നി-ട്ടെന്നെ നിത്യം   പാലയ! കരുണാലയ!....  ആപത്തഖിലവും സർവ്വേശാ! പോക്കിയെൻ   താപത്തെ തീർത്തു രക്ഷിക്ക മാം ദൈവമേ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Paahimamaam Jagadeeshwara</dc:title>
  <dc:creator>Digital Input:; GM JOHN; Acsah Mathews</dc:creator>
  <cp:lastModifiedBy>Acsah Mathews</cp:lastModifiedBy>
  <cp:revision>230</cp:revision>
  <dcterms:created xsi:type="dcterms:W3CDTF">2013-04-19T09:19:07Z</dcterms:created>
  <dcterms:modified xsi:type="dcterms:W3CDTF">2018-10-31T22:31:02Z</dcterms:modified>
</cp:coreProperties>
</file>