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78" r:id="rId3"/>
    <p:sldId id="284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4" autoAdjust="0"/>
    <p:restoredTop sz="94660"/>
  </p:normalViewPr>
  <p:slideViewPr>
    <p:cSldViewPr>
      <p:cViewPr varScale="1">
        <p:scale>
          <a:sx n="40" d="100"/>
          <a:sy n="40" d="100"/>
        </p:scale>
        <p:origin x="54" y="7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1621B-F857-4365-ABF1-DEBA04BB9C5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8E6C2-4267-4114-9FA1-B3C12EA71F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F13C3-A39C-47CD-8BFA-99A9173A4D82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3BB190-D866-4835-8F02-93071AF1B8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EC2385-82E9-43AA-A2D3-64900314DF2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D7617-CA01-4AC4-9A44-8D60FD34E3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882F5-3433-4ADD-8DBA-50BFD8EC43A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ABBB80-014F-493B-AD26-300B5646DB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3F36B-82B6-4058-BE50-CDA5766001E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F97EA-CB5E-4383-8F79-55E8986FC6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94533-3CA9-4371-8A7F-C88624ADDBD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892BA-7611-440B-96F9-DDB4BE5C9C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356C9-58DE-48D8-BF17-6E1A8035BB9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D4059-7EB5-42AC-9DD9-9C9EE110BC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58D0D-F6E9-4270-8C14-F1E846D3CDD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40FBAD-00C3-448D-9DFC-15EA5D2C31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4A817-C0BF-44F2-86FA-75CE819B137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6A422-C423-4FBE-BA2A-C31F6D83AF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AF331-EE6E-40DC-9F51-0C1080CC39F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7EBB-429F-4B11-AB02-188948EA80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E72FC-8BE3-4DFC-8630-2D7A8E4ECCC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BEE5B-3E7C-4638-A90D-920735F68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80EA5A-D056-4BCD-BCE0-32CDDFD883D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A630A0-18B2-4768-95E7-2FE6161F3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33DB-3D78-46CA-B6E3-889C9A6681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നിന്‍റെ </a:t>
            </a:r>
            <a:r>
              <a:rPr lang="ml-IN" b="1">
                <a:latin typeface="Kartika" panose="02020503030404060203" pitchFamily="18" charset="0"/>
              </a:rPr>
              <a:t>ഹിതം പോലെയെന്നെ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26BD3-ED16-4C2D-A241-534325EBD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Nintey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hitham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poley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enney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CBD322-A4A4-483E-B134-C5B67A29A2D2}"/>
              </a:ext>
            </a:extLst>
          </p:cNvPr>
          <p:cNvSpPr/>
          <p:nvPr/>
        </p:nvSpPr>
        <p:spPr>
          <a:xfrm>
            <a:off x="2133600" y="5391148"/>
            <a:ext cx="24705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chemeClr val="accent2"/>
                </a:solidFill>
              </a:rPr>
              <a:t>(</a:t>
            </a:r>
            <a:r>
              <a:rPr lang="ml-IN" sz="2200" b="1" dirty="0">
                <a:solidFill>
                  <a:schemeClr val="accent2"/>
                </a:solidFill>
              </a:rPr>
              <a:t>മോശവത്സലം)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6ED7F-1A62-4714-AC25-F75C4B71EC52}"/>
              </a:ext>
            </a:extLst>
          </p:cNvPr>
          <p:cNvSpPr/>
          <p:nvPr/>
        </p:nvSpPr>
        <p:spPr>
          <a:xfrm>
            <a:off x="6995384" y="5391148"/>
            <a:ext cx="253454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chemeClr val="accent2"/>
                </a:solidFill>
              </a:rPr>
              <a:t>(</a:t>
            </a:r>
            <a:r>
              <a:rPr lang="en-US" sz="2200" dirty="0" err="1">
                <a:solidFill>
                  <a:schemeClr val="accent2"/>
                </a:solidFill>
              </a:rPr>
              <a:t>Mosha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err="1">
                <a:solidFill>
                  <a:schemeClr val="accent2"/>
                </a:solidFill>
              </a:rPr>
              <a:t>Vatsalam</a:t>
            </a:r>
            <a:r>
              <a:rPr lang="en-US" sz="22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52619133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19100"/>
            <a:ext cx="12192000" cy="3543300"/>
          </a:xfrm>
        </p:spPr>
        <p:txBody>
          <a:bodyPr anchor="t"/>
          <a:lstStyle/>
          <a:p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ഹിതം - പോലെയെന്നെ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നടത്തിടണമെ.....  </a:t>
            </a: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ഹിതം - പോലെ അല്ലേ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–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പിതാവേ - എൻ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യഹോവേ!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നിന്‍റെ...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1EB07-A7C2-4BCE-9CCA-68BFB2B60B8A}"/>
              </a:ext>
            </a:extLst>
          </p:cNvPr>
          <p:cNvSpPr/>
          <p:nvPr/>
        </p:nvSpPr>
        <p:spPr>
          <a:xfrm>
            <a:off x="0" y="3818357"/>
            <a:ext cx="12192000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Nintey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hitham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nadaththeedenhamey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hitham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alley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Yehovay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856874" y="984885"/>
            <a:ext cx="10335126" cy="2660024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ഇമ്പമുള്ള ജീവിതവും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ഏറെ ധനം മാനങ്ങളും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തുമ്പമറ്റ സൗഖ്യങ്ങളും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ചോദിക്കുന്നില്ലേ അടിയാൻ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1EB07-A7C2-4BCE-9CCA-68BFB2B60B8A}"/>
              </a:ext>
            </a:extLst>
          </p:cNvPr>
          <p:cNvSpPr/>
          <p:nvPr/>
        </p:nvSpPr>
        <p:spPr>
          <a:xfrm>
            <a:off x="409074" y="3818357"/>
            <a:ext cx="987792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Imbamullha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jeevithavum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maanangalhum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Thumba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matta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soukhyangalhum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Chodikkunnilley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adiyaan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B1DC6-0E1F-4C3A-999A-3C8E59B76E8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221065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856874" y="984885"/>
            <a:ext cx="10335126" cy="2660024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നേരു നിരപ്പാം വഴിയോ?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നീണ്ട നടയോ കുറുതോ?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പാരം കരഞ്ഞോടുന്നതോ?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പാരിതിലും ഭാഗ്യങ്ങളോ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1EB07-A7C2-4BCE-9CCA-68BFB2B60B8A}"/>
              </a:ext>
            </a:extLst>
          </p:cNvPr>
          <p:cNvSpPr/>
          <p:nvPr/>
        </p:nvSpPr>
        <p:spPr>
          <a:xfrm>
            <a:off x="409074" y="3818357"/>
            <a:ext cx="987792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Nèru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nira-ppaam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vazhiyo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Neenda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nadayo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kurutho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karanjodunnatho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Paarithilum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bhaagyangalho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B1DC6-0E1F-4C3A-999A-3C8E59B76E8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28961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856874" y="984885"/>
            <a:ext cx="10335126" cy="2660024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അന്ധകാരം ഭീതികളോ?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അപ്പനേ പ്രകാശങ്ങളോ?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എന്തു നീ കല്പിച്ചിടുന്നോ?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എനിക്കാശീർവ്വാദം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1EB07-A7C2-4BCE-9CCA-68BFB2B60B8A}"/>
              </a:ext>
            </a:extLst>
          </p:cNvPr>
          <p:cNvSpPr/>
          <p:nvPr/>
        </p:nvSpPr>
        <p:spPr>
          <a:xfrm>
            <a:off x="409074" y="3818357"/>
            <a:ext cx="987792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Andhakaaram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bheethikalho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Appaney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prakaashangalho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kalpichcheedunno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enikaashirvaadam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B1DC6-0E1F-4C3A-999A-3C8E59B76E8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708893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856874" y="984885"/>
            <a:ext cx="10335126" cy="2660024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ഏതുഗുണമെന്നറിവാൻ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 ജ്ഞാനം എന്നിൽ നാഥാ!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തിരുനാമം നിമിത്തം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നീതിമാർഗ്ഗത്തിൽ തിരിച്ചു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1EB07-A7C2-4BCE-9CCA-68BFB2B60B8A}"/>
              </a:ext>
            </a:extLst>
          </p:cNvPr>
          <p:cNvSpPr/>
          <p:nvPr/>
        </p:nvSpPr>
        <p:spPr>
          <a:xfrm>
            <a:off x="409074" y="3818357"/>
            <a:ext cx="987792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Èthu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gunham-ennarivaan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Illa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gnaanam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nimiththam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thirichchu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B1DC6-0E1F-4C3A-999A-3C8E59B76E8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093142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856874" y="984885"/>
            <a:ext cx="10335126" cy="2660024"/>
          </a:xfrm>
        </p:spPr>
        <p:txBody>
          <a:bodyPr anchor="t"/>
          <a:lstStyle/>
          <a:p>
            <a:pPr algn="l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അഗ്നിമേഘത്തൂണുകളാൽ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അടിയാനെ എന്നും നടത്തി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അനുദിനം കൂടെ ഇരുന്നു –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അപ്പനേ കടാക്ഷിക്കുകെ</a:t>
            </a: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225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E1EB07-A7C2-4BCE-9CCA-68BFB2B60B8A}"/>
              </a:ext>
            </a:extLst>
          </p:cNvPr>
          <p:cNvSpPr/>
          <p:nvPr/>
        </p:nvSpPr>
        <p:spPr>
          <a:xfrm>
            <a:off x="409074" y="3818357"/>
            <a:ext cx="9877926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Agni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mègha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thoonhukalhaal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Adiyaaney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nadaththi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Anudinam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irunnu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Appaney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kadaakshikkukey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B1DC6-0E1F-4C3A-999A-3C8E59B76E84}"/>
              </a:ext>
            </a:extLst>
          </p:cNvPr>
          <p:cNvSpPr txBox="1"/>
          <p:nvPr/>
        </p:nvSpPr>
        <p:spPr>
          <a:xfrm>
            <a:off x="0" y="33855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0122477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109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225 നിന്‍റെ ഹിതം പോലെയെന്നെ</vt:lpstr>
      <vt:lpstr>പല്ലവി നിന്‍റെ ഹിതം - പോലെയെന്നെ നിത്യം നടത്തിടണമെ.....     അനുപല്ലവി എന്‍റെ  ഹിതം - പോലെ അല്ലേ –  എൻ പിതാവേ - എൻ യഹോവേ!           -നിന്‍റെ...  </vt:lpstr>
      <vt:lpstr>ഇമ്പമുള്ള ജീവിതവും ഏറെ ധനം മാനങ്ങളും തുമ്പമറ്റ സൗഖ്യങ്ങളും  ചോദിക്കുന്നില്ലേ അടിയാൻ</vt:lpstr>
      <vt:lpstr>നേരു നിരപ്പാം വഴിയോ? നീണ്ട നടയോ കുറുതോ? പാരം കരഞ്ഞോടുന്നതോ? പാരിതിലും ഭാഗ്യങ്ങളോ</vt:lpstr>
      <vt:lpstr>അന്ധകാരം ഭീതികളോ? അപ്പനേ പ്രകാശങ്ങളോ?  എന്തു നീ കല്പിച്ചിടുന്നോ? എല്ലാം എനിക്കാശീർവ്വാദം</vt:lpstr>
      <vt:lpstr>ഏതുഗുണമെന്നറിവാൻ ഇല്ല ജ്ഞാനം എന്നിൽ നാഥാ! നിൻ തിരുനാമം നിമിത്തം നീതിമാർഗ്ഗത്തിൽ തിരിച്ചു</vt:lpstr>
      <vt:lpstr>അഗ്നിമേഘത്തൂണുകളാൽ അടിയാനെ എന്നും നടത്തി  അനുദിനം കൂടെ ഇരുന്നു – അപ്പനേ കടാക്ഷിക്കുകെ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Ninte hitham pole enne</dc:title>
  <dc:creator>Digital Input:; GM JOHN; Acsah Mathews</dc:creator>
  <cp:lastModifiedBy>Acsah Mathews</cp:lastModifiedBy>
  <cp:revision>277</cp:revision>
  <dcterms:created xsi:type="dcterms:W3CDTF">2013-04-25T00:28:25Z</dcterms:created>
  <dcterms:modified xsi:type="dcterms:W3CDTF">2018-11-09T16:25:36Z</dcterms:modified>
</cp:coreProperties>
</file>