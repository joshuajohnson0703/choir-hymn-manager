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0" r:id="rId3"/>
    <p:sldId id="275" r:id="rId4"/>
    <p:sldId id="276" r:id="rId5"/>
    <p:sldId id="277" r:id="rId6"/>
    <p:sldId id="278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AD22DD-7ECC-4BB5-99AD-42EA7DCAF8B0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AC1DE8-1044-43B0-AE14-902AB6D7CB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5A2ACC-549A-4C9D-93EF-14C1296CA652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B122C-986B-4AA3-96C4-16E7C85251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1B37EA-9659-4832-BDE6-0FC198932170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0E8CB-9D2C-4140-9485-85D47CE9DA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653642-F41F-4032-A39F-91764E33AE14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B80B8C-D426-4A61-8CB4-8045C789C5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C137A6-9C84-4A2A-921C-B806BAADBC89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940D8F-EDC8-435A-947F-8B8082D790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919424-EF38-45D6-A78A-2342F098BB46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240011-62A0-474B-961D-3C6D098B5B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94C77-9D14-4A73-85A8-2299430862FF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56ABD-8507-45BF-9DB6-EA4A393E70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3E356-5659-499D-BF28-7CF99733C681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D97A87-315A-457B-B9F9-B65D3188EB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640DD9-D7CB-4309-958D-66ED36B3682C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28D6E-73F6-4D15-85DE-B8A8B96C46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BE366C-159E-4A2B-9D58-3D23A71E22B0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F31D0-42CB-4C73-80ED-8494D1FBC7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C6FD64-C51A-4278-820C-04A4C8EE0A9B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0D72A6-01ED-4E6D-A5C6-052CD8E12E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8BF39DF-116C-4FFB-8772-6C783F06926B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67E743F-77AF-4E1D-AE3E-18C7E64AB7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419EB-EA6B-4967-961E-FE7A159C6D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407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സഭയ്ക്കേകാടിസ്ഥാനം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4CF9C2-1691-417D-8BFA-81106881B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6027"/>
            <a:ext cx="12192000" cy="17526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Sabhakkekaadisthaanam</a:t>
            </a:r>
          </a:p>
          <a:p>
            <a:r>
              <a:rPr lang="en-US" sz="3800" i="1" dirty="0">
                <a:solidFill>
                  <a:srgbClr val="002060"/>
                </a:solidFill>
              </a:rPr>
              <a:t>The Church’s one foundation – S.J. Stone</a:t>
            </a:r>
            <a:endParaRPr lang="en-US" sz="3800" i="1" dirty="0"/>
          </a:p>
        </p:txBody>
      </p:sp>
    </p:spTree>
    <p:extLst>
      <p:ext uri="{BB962C8B-B14F-4D97-AF65-F5344CB8AC3E}">
        <p14:creationId xmlns:p14="http://schemas.microsoft.com/office/powerpoint/2010/main" val="294774847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6670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സഭയ്ക്കേകാടിസ്ഥാനം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തൻ കാന്തനാം ക്രിസ്തു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വെള്ളം വചനം മൂലം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അവൾ പുതു സൃഷ്ടി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അവളെ വേൾക്കാൻ വാനം വെടിഞ്ഞു താൻ തേടി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തൻ രക്തം ചൊരിഞ്ഞ താൽ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ജീവൻ അവൾ തേടി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E1644F-7E4D-4D06-A0BC-3E51A1AF6488}"/>
              </a:ext>
            </a:extLst>
          </p:cNvPr>
          <p:cNvSpPr/>
          <p:nvPr/>
        </p:nvSpPr>
        <p:spPr>
          <a:xfrm>
            <a:off x="381000" y="3600286"/>
            <a:ext cx="11811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Sabhakkekaadisthaanam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kaanthanaam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kristhu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Vellham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vachanam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moolam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avalh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srishti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fi-FI" sz="3400" b="1" dirty="0">
                <a:solidFill>
                  <a:srgbClr val="002060"/>
                </a:solidFill>
                <a:latin typeface="+mn-lt"/>
              </a:rPr>
              <a:t>Avalhe velhkkaan vaanam vedinju thaan thedi </a:t>
            </a: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raktham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chorinjathaal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avalh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nedi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6670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നാനാ ജാതിക്കാരെന്നാൽ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ഒന്നവർ ഈ ഭൂമൗ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നീട്ടൊന്നത്രെ രക്ഷയ്ക്കു കർത്തൻ വിശ്വാസവും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ജനനം, സ്തുതി ഒന്നു വിശുദ്ധ ഭോജനം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ഏകാശ അവർ ലാക്ക്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കൃപയാൽ നിറഞ്ഞു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E1644F-7E4D-4D06-A0BC-3E51A1AF6488}"/>
              </a:ext>
            </a:extLst>
          </p:cNvPr>
          <p:cNvSpPr/>
          <p:nvPr/>
        </p:nvSpPr>
        <p:spPr>
          <a:xfrm>
            <a:off x="381000" y="3600286"/>
            <a:ext cx="11811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Naanaa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jaathikkarennaal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onnavar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bhoomou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Neettonnathre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rakshakku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vishwaasavum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Jananam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vishudhdha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bhojanam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Aekaasha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avar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laakku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kripayaal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nirhanju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3653292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6670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ലോകർക്കാശ്ചര്യം, നിന്ദ	പീഡ, ഞെരുക്കവും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ശിശ്മ, ഇടത്തൂടാലും ഭിന്നിച്ചും കാണ്‍കയാൽ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ശുദ്ധർ നോക്കി കരയും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എത്ര നാൾക്കീ വിധം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വേഗം വ്യാകുലം മാറും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വരും നിത്യാനന്ദം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E1644F-7E4D-4D06-A0BC-3E51A1AF6488}"/>
              </a:ext>
            </a:extLst>
          </p:cNvPr>
          <p:cNvSpPr/>
          <p:nvPr/>
        </p:nvSpPr>
        <p:spPr>
          <a:xfrm>
            <a:off x="381000" y="3600286"/>
            <a:ext cx="11811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Lokarkkaashcharyam,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peeda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njerukkavum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Shishma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idaththoodaalum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bhinnichum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kaanhkayaal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Shudhdhar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nokki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karayum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ethra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naalhkee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vidham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Vegam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vyaakulam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maarhum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varum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nithyaanandam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1074385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6670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പോരാട്ടം സങ്കടങ്ങൾ പ്രയത്നം ഇരിക്കെ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വാഞ്ചിക്കുന്നുണ്ട് സഭ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പൂർണ്ണ ശാന്തയെ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കാത്തിരിക്കും മഹത്വം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ദർശിക്കും നാൾവരെ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ജയം കൊള്ളും മാ സഭ ആശ്വസിക്കും വരെ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E1644F-7E4D-4D06-A0BC-3E51A1AF6488}"/>
              </a:ext>
            </a:extLst>
          </p:cNvPr>
          <p:cNvSpPr/>
          <p:nvPr/>
        </p:nvSpPr>
        <p:spPr>
          <a:xfrm>
            <a:off x="381000" y="3600286"/>
            <a:ext cx="11811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Poraattam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sankadangalh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prayathnam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irikke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Vaanchikkunnundee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sabha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poornha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shaanthathaye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Kaaththirikkum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mahathwam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darshikkum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naalhvare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kollhum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sabha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aashwasikkum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8293962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6670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ഭൂവിൽ ത്രിയേകനോടു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സംസർഗ്ഗം സഭയ്ക്കു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ജയിച്ച ശുദ്ധരോടു രഹസ്യ കൂട്ടായ്മ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ഹാ ശുദ്ധർ, ഭാഗ്യവാന്മാർ!ഞങ്ങളും അവർ പോൽ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സ്വർഗ്ഗേ താഴ്മയായ് വാസം!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ചെയ്യാൻ അരുൾ കർത്താ 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E1644F-7E4D-4D06-A0BC-3E51A1AF6488}"/>
              </a:ext>
            </a:extLst>
          </p:cNvPr>
          <p:cNvSpPr/>
          <p:nvPr/>
        </p:nvSpPr>
        <p:spPr>
          <a:xfrm>
            <a:off x="381000" y="3600286"/>
            <a:ext cx="11811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Bhoovil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thriyekanodu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samsargam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sabhakku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Jayicha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shudharodu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rahasya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kootaayma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Ha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shudhar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bhaagyavaanmaar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Njangalhum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avar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pol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Swarge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thaazhmayaai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vaasam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arulh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karthaa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9406192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</TotalTime>
  <Words>127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407 സഭയ്ക്കേകാടിസ്ഥാനം</vt:lpstr>
      <vt:lpstr>1 സഭയ്ക്കേകാടിസ്ഥാനം തൻ കാന്തനാം ക്രിസ്തു   വെള്ളം വചനം മൂലം അവൾ പുതു സൃഷ്ടി   അവളെ വേൾക്കാൻ വാനം വെടിഞ്ഞു താൻ തേടി   തൻ രക്തം ചൊരിഞ്ഞ താൽ  ജീവൻ അവൾ തേടി</vt:lpstr>
      <vt:lpstr>2 നാനാ ജാതിക്കാരെന്നാൽ ഒന്നവർ ഈ ഭൂമൗ   നീട്ടൊന്നത്രെ രക്ഷയ്ക്കു കർത്തൻ വിശ്വാസവും   ജനനം, സ്തുതി ഒന്നു വിശുദ്ധ ഭോജനം   ഏകാശ അവർ ലാക്ക് കൃപയാൽ നിറഞ്ഞു </vt:lpstr>
      <vt:lpstr>3 ലോകർക്കാശ്ചര്യം, നിന്ദ പീഡ, ഞെരുക്കവും   ശിശ്മ, ഇടത്തൂടാലും ഭിന്നിച്ചും കാണ്‍കയാൽ   ശുദ്ധർ നോക്കി കരയും എത്ര നാൾക്കീ വിധം   വേഗം വ്യാകുലം മാറും വരും നിത്യാനന്ദം</vt:lpstr>
      <vt:lpstr>4 പോരാട്ടം സങ്കടങ്ങൾ പ്രയത്നം ഇരിക്കെ   വാഞ്ചിക്കുന്നുണ്ട് സഭ പൂർണ്ണ ശാന്തയെ   കാത്തിരിക്കും മഹത്വം ദർശിക്കും നാൾവരെ   ജയം കൊള്ളും മാ സഭ ആശ്വസിക്കും വരെ </vt:lpstr>
      <vt:lpstr>5 ഭൂവിൽ ത്രിയേകനോടു സംസർഗ്ഗം സഭയ്ക്കു   ജയിച്ച ശുദ്ധരോടു രഹസ്യ കൂട്ടായ്മ   ഹാ ശുദ്ധർ, ഭാഗ്യവാന്മാർ!ഞങ്ങളും അവർ പോൽ  സ്വർഗ്ഗേ താഴ്മയായ് വാസം! ചെയ്യാൻ അരുൾ കർത്താ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Sabhaykkekaadisthaanam</dc:title>
  <dc:creator>Digital Input; GM JOHN; Acsah Mathews</dc:creator>
  <cp:lastModifiedBy>Acsah Mathews</cp:lastModifiedBy>
  <cp:revision>241</cp:revision>
  <dcterms:created xsi:type="dcterms:W3CDTF">2013-04-19T09:19:07Z</dcterms:created>
  <dcterms:modified xsi:type="dcterms:W3CDTF">2018-11-26T18:42:26Z</dcterms:modified>
</cp:coreProperties>
</file>