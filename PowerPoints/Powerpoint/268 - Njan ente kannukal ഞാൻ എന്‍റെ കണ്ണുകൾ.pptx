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88" r:id="rId2"/>
    <p:sldId id="280" r:id="rId3"/>
    <p:sldId id="282" r:id="rId4"/>
    <p:sldId id="285" r:id="rId5"/>
    <p:sldId id="283" r:id="rId6"/>
    <p:sldId id="286" r:id="rId7"/>
    <p:sldId id="284" r:id="rId8"/>
    <p:sldId id="287" r:id="rId9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52" autoAdjust="0"/>
    <p:restoredTop sz="94660"/>
  </p:normalViewPr>
  <p:slideViewPr>
    <p:cSldViewPr>
      <p:cViewPr varScale="1">
        <p:scale>
          <a:sx n="42" d="100"/>
          <a:sy n="42" d="100"/>
        </p:scale>
        <p:origin x="54" y="840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3B9B3AD-F46F-4157-B6E2-224254AAD3E7}" type="datetimeFigureOut">
              <a:rPr lang="en-US"/>
              <a:pPr>
                <a:defRPr/>
              </a:pPr>
              <a:t>11/15/2018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39C35DD8-E0E9-4E80-AC94-EEC4783FCD4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67EE97-0B73-4F9B-A87C-A496741E22EB}" type="datetimeFigureOut">
              <a:rPr lang="en-US"/>
              <a:pPr>
                <a:defRPr/>
              </a:pPr>
              <a:t>11/15/2018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F208AB0-456E-4922-A41F-85F6F158FBF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DF59307-31C1-4D63-8626-1DFDD69DE871}" type="datetimeFigureOut">
              <a:rPr lang="en-US"/>
              <a:pPr>
                <a:defRPr/>
              </a:pPr>
              <a:t>11/15/2018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81483A5-004D-4426-981C-2947DEDDE12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970E113-88F9-4E9B-8922-52E367BF0717}" type="datetimeFigureOut">
              <a:rPr lang="en-US"/>
              <a:pPr>
                <a:defRPr/>
              </a:pPr>
              <a:t>11/15/2018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D8E2BA6-5904-49E8-AC73-BD8A454222D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C72CA6A-F69C-4AB4-9E01-FD6C5BBFC6AE}" type="datetimeFigureOut">
              <a:rPr lang="en-US"/>
              <a:pPr>
                <a:defRPr/>
              </a:pPr>
              <a:t>11/15/2018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CFDBF72-2E15-4D36-8D5A-761B4E6A784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8EB5AF3-D714-4477-AB3C-5DC446AFB823}" type="datetimeFigureOut">
              <a:rPr lang="en-US"/>
              <a:pPr>
                <a:defRPr/>
              </a:pPr>
              <a:t>11/15/2018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AED249-60C3-4C12-9D42-FF7187D7F41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4FC537F-4ECB-4393-98CB-A9CB972D4583}" type="datetimeFigureOut">
              <a:rPr lang="en-US"/>
              <a:pPr>
                <a:defRPr/>
              </a:pPr>
              <a:t>11/15/2018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71152C-56AA-4C44-B4E9-13EA8821850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8E1ECC6-E018-464D-8D15-7C053BA4FA3E}" type="datetimeFigureOut">
              <a:rPr lang="en-US"/>
              <a:pPr>
                <a:defRPr/>
              </a:pPr>
              <a:t>11/15/2018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E384912-E190-4F51-A1FE-6BFC7458E44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65DACBE-F98B-414D-A4BA-69FCE46E3E24}" type="datetimeFigureOut">
              <a:rPr lang="en-US"/>
              <a:pPr>
                <a:defRPr/>
              </a:pPr>
              <a:t>11/15/2018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D43FE37-0B2F-4246-B1FF-9426A29AD29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F963E6-D0A1-4984-A884-C107860D2697}" type="datetimeFigureOut">
              <a:rPr lang="en-US"/>
              <a:pPr>
                <a:defRPr/>
              </a:pPr>
              <a:t>11/15/2018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3C9A39-99D6-4E26-A4B9-353B30CBF01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968AF8F-77D8-4C66-B0ED-69E4773A40DE}" type="datetimeFigureOut">
              <a:rPr lang="en-US"/>
              <a:pPr>
                <a:defRPr/>
              </a:pPr>
              <a:t>11/15/2018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3722F22-427B-4636-AA7C-F357F9B0600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562AE22-8909-4015-9D49-FE466D092A82}" type="datetimeFigureOut">
              <a:rPr lang="en-US"/>
              <a:pPr>
                <a:defRPr/>
              </a:pPr>
              <a:t>11/15/2018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A57BFC-D4F5-4A40-82D9-0E208096B19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F9622FB7-CAFF-4723-A964-43D256C9BBF6}" type="datetimeFigureOut">
              <a:rPr lang="en-US"/>
              <a:pPr>
                <a:defRPr/>
              </a:pPr>
              <a:t>11/15/2018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336ABE96-AB44-4376-8804-BC3137E4A54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BF16AD-9B70-432F-AD7F-E7DCEDF5AD4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268</a:t>
            </a:r>
            <a:br>
              <a:rPr lang="en-US" dirty="0"/>
            </a:br>
            <a:r>
              <a:rPr lang="ml-IN" b="1">
                <a:latin typeface="Kartika" panose="02020503030404060203" pitchFamily="18" charset="0"/>
              </a:rPr>
              <a:t>ഞാൻ എന്‍റെ കണ്ണുകൾ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B86DCF-74CA-45B2-A5A1-1E4ACAC341E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</a:rPr>
              <a:t>Njaan </a:t>
            </a:r>
            <a:r>
              <a:rPr lang="en-US" sz="4000" b="1" dirty="0" err="1">
                <a:solidFill>
                  <a:schemeClr val="tx2"/>
                </a:solidFill>
              </a:rPr>
              <a:t>entey</a:t>
            </a:r>
            <a:r>
              <a:rPr lang="en-US" sz="4000" b="1" dirty="0">
                <a:solidFill>
                  <a:schemeClr val="tx2"/>
                </a:solidFill>
              </a:rPr>
              <a:t> </a:t>
            </a:r>
            <a:r>
              <a:rPr lang="en-US" sz="4000" b="1" dirty="0" err="1">
                <a:solidFill>
                  <a:schemeClr val="tx2"/>
                </a:solidFill>
              </a:rPr>
              <a:t>kannhukalh</a:t>
            </a:r>
            <a:endParaRPr lang="en-US" sz="4000" b="1" dirty="0">
              <a:solidFill>
                <a:schemeClr val="tx2"/>
              </a:solidFill>
            </a:endParaRPr>
          </a:p>
          <a:p>
            <a:r>
              <a:rPr lang="en-US" sz="4000" i="1" dirty="0">
                <a:solidFill>
                  <a:schemeClr val="tx2"/>
                </a:solidFill>
              </a:rPr>
              <a:t>Psalms 121</a:t>
            </a:r>
          </a:p>
        </p:txBody>
      </p:sp>
    </p:spTree>
    <p:extLst>
      <p:ext uri="{BB962C8B-B14F-4D97-AF65-F5344CB8AC3E}">
        <p14:creationId xmlns:p14="http://schemas.microsoft.com/office/powerpoint/2010/main" val="2321227303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0" y="838200"/>
            <a:ext cx="12161519" cy="2819400"/>
          </a:xfrm>
        </p:spPr>
        <p:txBody>
          <a:bodyPr anchor="t"/>
          <a:lstStyle/>
          <a:p>
            <a:pPr defTabSz="341313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ഞാൻ എന്‍റെ കണ്ണുകൾ ഉയർത്തിടുന്നു 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എൻ സഹായം എവിടെ നിന്നു വരും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എൻ സഹായം ആകാശവും ഭൂമിയും സൃഷ്ടിച്ച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യഹോവയിങ്കൽ നിന്നല്ലോ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383010" y="7620"/>
            <a:ext cx="79375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268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98358E4-097B-4DAB-81CC-1A4E0B540555}"/>
              </a:ext>
            </a:extLst>
          </p:cNvPr>
          <p:cNvSpPr/>
          <p:nvPr/>
        </p:nvSpPr>
        <p:spPr>
          <a:xfrm>
            <a:off x="0" y="3803024"/>
            <a:ext cx="12161518" cy="2660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sz="3400" b="1" dirty="0">
                <a:solidFill>
                  <a:srgbClr val="0070C0"/>
                </a:solidFill>
                <a:latin typeface="+mn-lt"/>
              </a:rPr>
              <a:t>Njaan </a:t>
            </a: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entey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kannhukalh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uyarththeedunnu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</a:p>
          <a:p>
            <a:pPr algn="ctr">
              <a:lnSpc>
                <a:spcPct val="125000"/>
              </a:lnSpc>
            </a:pP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En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sahaayam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evidey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ninnu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varum </a:t>
            </a:r>
          </a:p>
          <a:p>
            <a:pPr algn="ctr">
              <a:lnSpc>
                <a:spcPct val="125000"/>
              </a:lnSpc>
            </a:pP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En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sahaayam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aakaashavum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bhoomiyum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srishtichcha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</a:p>
          <a:p>
            <a:pPr algn="ctr">
              <a:lnSpc>
                <a:spcPct val="125000"/>
              </a:lnSpc>
            </a:pP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Yehovayinkal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ninnallo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548641" y="983624"/>
            <a:ext cx="11628119" cy="2819400"/>
          </a:xfrm>
        </p:spPr>
        <p:txBody>
          <a:bodyPr anchor="t"/>
          <a:lstStyle/>
          <a:p>
            <a:pPr algn="l" defTabSz="341313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നിന്‍റെ കാൽ വഴുതുവാൻ സമ്മതിക്കയില്ല 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നിന്നെ കാക്കുന്നവൻ മയങ്ങുകയുമില്ല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അവൻ മയങ്ങുകില്ല അവൻ ഉറങ്ങുകില്ല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യിസ്രായേലിൻ പരിപാലകൻ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383010" y="7620"/>
            <a:ext cx="79375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268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98358E4-097B-4DAB-81CC-1A4E0B540555}"/>
              </a:ext>
            </a:extLst>
          </p:cNvPr>
          <p:cNvSpPr/>
          <p:nvPr/>
        </p:nvSpPr>
        <p:spPr>
          <a:xfrm>
            <a:off x="0" y="3803024"/>
            <a:ext cx="10972800" cy="2660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Nintey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kaal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vazhuthuvaan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sammathikkayilla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Ninney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kaakkunnavan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mayangukayumilla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Avan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mayangukilla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avan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urangukilla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Israayèlin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paripaalakan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20DFAFF-2845-41B0-BF56-DCD3397445D9}"/>
              </a:ext>
            </a:extLst>
          </p:cNvPr>
          <p:cNvSpPr txBox="1"/>
          <p:nvPr/>
        </p:nvSpPr>
        <p:spPr>
          <a:xfrm>
            <a:off x="0" y="394952"/>
            <a:ext cx="1217676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b="1" dirty="0">
                <a:latin typeface="+mn-lt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078252792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0" y="838200"/>
            <a:ext cx="12161519" cy="2819400"/>
          </a:xfrm>
        </p:spPr>
        <p:txBody>
          <a:bodyPr anchor="t"/>
          <a:lstStyle/>
          <a:p>
            <a:pPr defTabSz="341313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ഞാൻ എന്‍റെ കണ്ണുകൾ ഉയർത്തിടുന്നു 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എൻ സഹായം എവിടെ നിന്നു വരും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എൻ സഹായം ആകാശവും ഭൂമിയും സൃഷ്ടിച്ച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യഹോവയിങ്കൽ നിന്നല്ലോ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383010" y="7620"/>
            <a:ext cx="79375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268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98358E4-097B-4DAB-81CC-1A4E0B540555}"/>
              </a:ext>
            </a:extLst>
          </p:cNvPr>
          <p:cNvSpPr/>
          <p:nvPr/>
        </p:nvSpPr>
        <p:spPr>
          <a:xfrm>
            <a:off x="0" y="3803024"/>
            <a:ext cx="12161518" cy="2660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sz="3400" b="1" dirty="0">
                <a:solidFill>
                  <a:srgbClr val="0070C0"/>
                </a:solidFill>
                <a:latin typeface="+mn-lt"/>
              </a:rPr>
              <a:t>Njaan </a:t>
            </a: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entey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kannhukalh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uyarththeedunnu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</a:p>
          <a:p>
            <a:pPr algn="ctr">
              <a:lnSpc>
                <a:spcPct val="125000"/>
              </a:lnSpc>
            </a:pP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En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sahaayam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evidey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ninnu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varum </a:t>
            </a:r>
          </a:p>
          <a:p>
            <a:pPr algn="ctr">
              <a:lnSpc>
                <a:spcPct val="125000"/>
              </a:lnSpc>
            </a:pP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En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sahaayam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aakaashavum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bhoomiyum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srishtichcha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</a:p>
          <a:p>
            <a:pPr algn="ctr">
              <a:lnSpc>
                <a:spcPct val="125000"/>
              </a:lnSpc>
            </a:pP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Yehovayinkal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ninnallo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694646308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548641" y="983624"/>
            <a:ext cx="11628119" cy="2819400"/>
          </a:xfrm>
        </p:spPr>
        <p:txBody>
          <a:bodyPr anchor="t"/>
          <a:lstStyle/>
          <a:p>
            <a:pPr algn="l" defTabSz="341313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യഹോവ നിന്‍റെ പരിപാലകൻ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യഹോവ വലഭാഗേ നിനക്കു തണൽ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പകൽ സൂര്യനെങ്കിലും രാത്രി ചന്ദ്രനെങ്കിലും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നിന്നെ യാതൊന്നും ബാധിക്കയില്ല 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383010" y="7620"/>
            <a:ext cx="79375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268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98358E4-097B-4DAB-81CC-1A4E0B540555}"/>
              </a:ext>
            </a:extLst>
          </p:cNvPr>
          <p:cNvSpPr/>
          <p:nvPr/>
        </p:nvSpPr>
        <p:spPr>
          <a:xfrm>
            <a:off x="0" y="3803024"/>
            <a:ext cx="10972800" cy="2660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Yehova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nintey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paripaalakan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Yehova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valabhaagey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ninakku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thanhal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Pakal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sooryanenkilum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raathri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chandranenkilum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Ninney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yaathonnum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baadhikkayilla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20DFAFF-2845-41B0-BF56-DCD3397445D9}"/>
              </a:ext>
            </a:extLst>
          </p:cNvPr>
          <p:cNvSpPr txBox="1"/>
          <p:nvPr/>
        </p:nvSpPr>
        <p:spPr>
          <a:xfrm>
            <a:off x="0" y="394952"/>
            <a:ext cx="1217676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b="1" dirty="0">
                <a:latin typeface="+mn-lt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113168537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0" y="838200"/>
            <a:ext cx="12161519" cy="2819400"/>
          </a:xfrm>
        </p:spPr>
        <p:txBody>
          <a:bodyPr anchor="t"/>
          <a:lstStyle/>
          <a:p>
            <a:pPr defTabSz="341313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ഞാൻ എന്‍റെ കണ്ണുകൾ ഉയർത്തിടുന്നു 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എൻ സഹായം എവിടെ നിന്നു വരും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എൻ സഹായം ആകാശവും ഭൂമിയും സൃഷ്ടിച്ച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യഹോവയിങ്കൽ നിന്നല്ലോ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383010" y="7620"/>
            <a:ext cx="79375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268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98358E4-097B-4DAB-81CC-1A4E0B540555}"/>
              </a:ext>
            </a:extLst>
          </p:cNvPr>
          <p:cNvSpPr/>
          <p:nvPr/>
        </p:nvSpPr>
        <p:spPr>
          <a:xfrm>
            <a:off x="0" y="3803024"/>
            <a:ext cx="12161518" cy="2660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sz="3400" b="1" dirty="0">
                <a:solidFill>
                  <a:srgbClr val="0070C0"/>
                </a:solidFill>
                <a:latin typeface="+mn-lt"/>
              </a:rPr>
              <a:t>Njaan </a:t>
            </a: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entey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kannhukalh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uyarththeedunnu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</a:p>
          <a:p>
            <a:pPr algn="ctr">
              <a:lnSpc>
                <a:spcPct val="125000"/>
              </a:lnSpc>
            </a:pP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En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sahaayam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evidey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ninnu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varum </a:t>
            </a:r>
          </a:p>
          <a:p>
            <a:pPr algn="ctr">
              <a:lnSpc>
                <a:spcPct val="125000"/>
              </a:lnSpc>
            </a:pP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En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sahaayam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aakaashavum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bhoomiyum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srishtichcha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</a:p>
          <a:p>
            <a:pPr algn="ctr">
              <a:lnSpc>
                <a:spcPct val="125000"/>
              </a:lnSpc>
            </a:pP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Yehovayinkal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ninnallo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546047603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548641" y="983624"/>
            <a:ext cx="11628119" cy="2819400"/>
          </a:xfrm>
        </p:spPr>
        <p:txBody>
          <a:bodyPr anchor="t"/>
          <a:lstStyle/>
          <a:p>
            <a:pPr algn="l" defTabSz="341313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യഹോവ നിന്നെ പരിപാലിക്കും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നിന്‍റെ പ്രാണനെയും അവൻ പരിപാലിക്കും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നിന്‍റെ ഗമനത്തെയും ആഗമനത്തെയും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ഇന്നും എന്നേക്കും പരിപാലിക്കും 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383010" y="7620"/>
            <a:ext cx="79375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268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98358E4-097B-4DAB-81CC-1A4E0B540555}"/>
              </a:ext>
            </a:extLst>
          </p:cNvPr>
          <p:cNvSpPr/>
          <p:nvPr/>
        </p:nvSpPr>
        <p:spPr>
          <a:xfrm>
            <a:off x="0" y="3803024"/>
            <a:ext cx="10972800" cy="2660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Yehova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ninney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paripaalikkum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Nintey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praanhaneyum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avan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paripaalikkum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Nintey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gamanaththeyum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aagamanaththeyum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Innum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ennekum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paripaalikkum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20DFAFF-2845-41B0-BF56-DCD3397445D9}"/>
              </a:ext>
            </a:extLst>
          </p:cNvPr>
          <p:cNvSpPr txBox="1"/>
          <p:nvPr/>
        </p:nvSpPr>
        <p:spPr>
          <a:xfrm>
            <a:off x="0" y="394952"/>
            <a:ext cx="1217676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b="1" dirty="0">
                <a:latin typeface="+mn-lt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466578850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0" y="838200"/>
            <a:ext cx="12161519" cy="2819400"/>
          </a:xfrm>
        </p:spPr>
        <p:txBody>
          <a:bodyPr anchor="t"/>
          <a:lstStyle/>
          <a:p>
            <a:pPr defTabSz="341313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ഞാൻ എന്‍റെ കണ്ണുകൾ ഉയർത്തിടുന്നു 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എൻ സഹായം എവിടെ നിന്നു വരും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എൻ സഹായം ആകാശവും ഭൂമിയും സൃഷ്ടിച്ച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യഹോവയിങ്കൽ നിന്നല്ലോ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383010" y="7620"/>
            <a:ext cx="79375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268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98358E4-097B-4DAB-81CC-1A4E0B540555}"/>
              </a:ext>
            </a:extLst>
          </p:cNvPr>
          <p:cNvSpPr/>
          <p:nvPr/>
        </p:nvSpPr>
        <p:spPr>
          <a:xfrm>
            <a:off x="0" y="3803024"/>
            <a:ext cx="12161518" cy="2660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sz="3400" b="1" dirty="0">
                <a:solidFill>
                  <a:srgbClr val="0070C0"/>
                </a:solidFill>
                <a:latin typeface="+mn-lt"/>
              </a:rPr>
              <a:t>Njaan </a:t>
            </a: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entey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kannhukalh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uyarththeedunnu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</a:p>
          <a:p>
            <a:pPr algn="ctr">
              <a:lnSpc>
                <a:spcPct val="125000"/>
              </a:lnSpc>
            </a:pP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En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sahaayam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evidey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ninnu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varum </a:t>
            </a:r>
          </a:p>
          <a:p>
            <a:pPr algn="ctr">
              <a:lnSpc>
                <a:spcPct val="125000"/>
              </a:lnSpc>
            </a:pP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En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sahaayam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aakaashavum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bhoomiyum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srishtichcha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</a:p>
          <a:p>
            <a:pPr algn="ctr">
              <a:lnSpc>
                <a:spcPct val="125000"/>
              </a:lnSpc>
            </a:pP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Yehovayinkal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ninnallo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92663404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2159</TotalTime>
  <Words>146</Words>
  <Application>Microsoft Office PowerPoint</Application>
  <PresentationFormat>Widescreen</PresentationFormat>
  <Paragraphs>48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Kartika</vt:lpstr>
      <vt:lpstr>Office Theme</vt:lpstr>
      <vt:lpstr>268 ഞാൻ എന്‍റെ കണ്ണുകൾ</vt:lpstr>
      <vt:lpstr>ഞാൻ എന്‍റെ കണ്ണുകൾ ഉയർത്തിടുന്നു  എൻ സഹായം എവിടെ നിന്നു വരും എൻ സഹായം ആകാശവും ഭൂമിയും സൃഷ്ടിച്ച  യഹോവയിങ്കൽ നിന്നല്ലോ</vt:lpstr>
      <vt:lpstr>നിന്‍റെ കാൽ വഴുതുവാൻ സമ്മതിക്കയില്ല  നിന്നെ കാക്കുന്നവൻ മയങ്ങുകയുമില്ല അവൻ മയങ്ങുകില്ല അവൻ ഉറങ്ങുകില്ല  യിസ്രായേലിൻ പരിപാലകൻ</vt:lpstr>
      <vt:lpstr>ഞാൻ എന്‍റെ കണ്ണുകൾ ഉയർത്തിടുന്നു  എൻ സഹായം എവിടെ നിന്നു വരും എൻ സഹായം ആകാശവും ഭൂമിയും സൃഷ്ടിച്ച  യഹോവയിങ്കൽ നിന്നല്ലോ</vt:lpstr>
      <vt:lpstr>യഹോവ നിന്‍റെ പരിപാലകൻ  യഹോവ വലഭാഗേ നിനക്കു തണൽ  പകൽ സൂര്യനെങ്കിലും രാത്രി ചന്ദ്രനെങ്കിലും നിന്നെ യാതൊന്നും ബാധിക്കയില്ല </vt:lpstr>
      <vt:lpstr>ഞാൻ എന്‍റെ കണ്ണുകൾ ഉയർത്തിടുന്നു  എൻ സഹായം എവിടെ നിന്നു വരും എൻ സഹായം ആകാശവും ഭൂമിയും സൃഷ്ടിച്ച  യഹോവയിങ്കൽ നിന്നല്ലോ</vt:lpstr>
      <vt:lpstr>യഹോവ നിന്നെ പരിപാലിക്കും  നിന്‍റെ പ്രാണനെയും അവൻ പരിപാലിക്കും  നിന്‍റെ ഗമനത്തെയും ആഗമനത്തെയും  ഇന്നും എന്നേക്കും പരിപാലിക്കും </vt:lpstr>
      <vt:lpstr>ഞാൻ എന്‍റെ കണ്ണുകൾ ഉയർത്തിടുന്നു  എൻ സഹായം എവിടെ നിന്നു വരും എൻ സഹായം ആകാശവും ഭൂമിയും സൃഷ്ടിച്ച  യഹോവയിങ്കൽ നിന്നല്ലോ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Njan ente kannukal</dc:title>
  <dc:creator>Digital Input:; GM JOHN; Acsah Mathews</dc:creator>
  <cp:lastModifiedBy>Acsah Mathews</cp:lastModifiedBy>
  <cp:revision>560</cp:revision>
  <dcterms:created xsi:type="dcterms:W3CDTF">2013-04-19T09:19:07Z</dcterms:created>
  <dcterms:modified xsi:type="dcterms:W3CDTF">2018-11-15T13:24:49Z</dcterms:modified>
</cp:coreProperties>
</file>