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1" r:id="rId3"/>
    <p:sldId id="275" r:id="rId4"/>
    <p:sldId id="273" r:id="rId5"/>
    <p:sldId id="277" r:id="rId6"/>
    <p:sldId id="274" r:id="rId7"/>
    <p:sldId id="278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105" d="100"/>
          <a:sy n="105" d="100"/>
        </p:scale>
        <p:origin x="510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6A5343-BC03-42B7-A1A4-A5709E266D7A}" type="datetimeFigureOut">
              <a:rPr lang="en-US"/>
              <a:pPr>
                <a:defRPr/>
              </a:pPr>
              <a:t>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F2276-9C0C-42C1-BC3F-F04295D559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F9A613-EE42-40E5-91C9-9B88EBDE27B9}" type="datetimeFigureOut">
              <a:rPr lang="en-US"/>
              <a:pPr>
                <a:defRPr/>
              </a:pPr>
              <a:t>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4B3972-CBE9-4CB5-8C8F-C934D13BB2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C24E57-B61D-431D-9DA1-4D8DEC32526D}" type="datetimeFigureOut">
              <a:rPr lang="en-US"/>
              <a:pPr>
                <a:defRPr/>
              </a:pPr>
              <a:t>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2765F3-BA9D-42ED-A7D6-6EF98F9BE2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CF1D41-F08A-4646-AC2D-1D378C948270}" type="datetimeFigureOut">
              <a:rPr lang="en-US"/>
              <a:pPr>
                <a:defRPr/>
              </a:pPr>
              <a:t>2/14/2023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14D683-9272-4240-90F3-46DF47BD13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79EAD4-82B4-46BD-A80E-457513ED110E}" type="datetimeFigureOut">
              <a:rPr lang="en-US"/>
              <a:pPr>
                <a:defRPr/>
              </a:pPr>
              <a:t>2/14/2023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5B16AE-65AB-42F2-8CF7-89C51747BC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9C2C5-2C42-4A04-84DE-874D1CC5704F}" type="datetimeFigureOut">
              <a:rPr lang="en-US"/>
              <a:pPr>
                <a:defRPr/>
              </a:pPr>
              <a:t>2/14/2023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300FF0-D0C2-4977-99D5-433DE48E0D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108A11-6683-4612-9D24-CDBD56EEFC29}" type="datetimeFigureOut">
              <a:rPr lang="en-US"/>
              <a:pPr>
                <a:defRPr/>
              </a:pPr>
              <a:t>2/14/2023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D62E5B-06E5-40C7-A631-29EB317211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B204B4-ACC2-4338-B442-844B95D00BCD}" type="datetimeFigureOut">
              <a:rPr lang="en-US"/>
              <a:pPr>
                <a:defRPr/>
              </a:pPr>
              <a:t>2/14/2023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7B4B9D-1B30-4E67-85D7-6BE5287021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BA74E7-3E33-43A6-AFB8-2E5AFCC588F6}" type="datetimeFigureOut">
              <a:rPr lang="en-US"/>
              <a:pPr>
                <a:defRPr/>
              </a:pPr>
              <a:t>2/14/2023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76EE32-DC3D-4FEB-BF64-5CA315695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82F815-205D-4AE0-9EFC-DB74417D719E}" type="datetimeFigureOut">
              <a:rPr lang="en-US"/>
              <a:pPr>
                <a:defRPr/>
              </a:pPr>
              <a:t>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92D6E6-855A-41D6-AE29-E9C83A462D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679D10-1876-4C84-805D-DA1ACF4513D0}" type="datetimeFigureOut">
              <a:rPr lang="en-US"/>
              <a:pPr>
                <a:defRPr/>
              </a:pPr>
              <a:t>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88C843-ECFD-4D12-BB42-7420A51370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B9789B6-B707-4A2E-B075-457446898A57}" type="datetimeFigureOut">
              <a:rPr lang="en-US"/>
              <a:pPr>
                <a:defRPr/>
              </a:pPr>
              <a:t>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23F6369-2CB5-4FF2-A22F-06E568C653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6DCFF-9B05-46C2-99F0-CF828BA2ED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20</a:t>
            </a:r>
            <a:br>
              <a:rPr lang="en-US" dirty="0"/>
            </a:br>
            <a:r>
              <a:rPr lang="ml-IN" b="1" dirty="0"/>
              <a:t>പരമദേവാ നിന്‍ വിലാസം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6E7F62-7541-4491-9C1B-737F326829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</a:rPr>
              <a:t>Parama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 Deva! Nin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</a:rPr>
              <a:t>vilaasam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46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04800"/>
            <a:ext cx="12192000" cy="3124200"/>
          </a:xfrm>
        </p:spPr>
        <p:txBody>
          <a:bodyPr anchor="t"/>
          <a:lstStyle/>
          <a:p>
            <a:pPr defTabSz="290513"/>
            <a:r>
              <a:rPr lang="ml-IN" sz="2200" b="1" dirty="0"/>
              <a:t> </a:t>
            </a:r>
            <a:r>
              <a:rPr lang="en-US" sz="2200" b="1" dirty="0">
                <a:cs typeface="Kartika" pitchFamily="18" charset="0"/>
              </a:rPr>
              <a:t>		</a:t>
            </a:r>
            <a:r>
              <a:rPr lang="ml-IN" sz="2200" b="1" dirty="0"/>
              <a:t>പല്ലവി</a:t>
            </a:r>
            <a:br>
              <a:rPr lang="en-US" sz="2200" b="1" dirty="0"/>
            </a:br>
            <a:br>
              <a:rPr lang="ml-IN" sz="2200" b="1" dirty="0"/>
            </a:br>
            <a:r>
              <a:rPr lang="ml-IN" sz="3600" b="1" dirty="0"/>
              <a:t>പരമദേവാ നിന്‍ വിലാസം</a:t>
            </a:r>
            <a:br>
              <a:rPr lang="en-US" sz="3600" b="1" dirty="0">
                <a:cs typeface="Kartika" pitchFamily="18" charset="0"/>
              </a:rPr>
            </a:br>
            <a:r>
              <a:rPr lang="ml-IN" sz="3600" b="1" dirty="0"/>
              <a:t>അരുള്‍ ഇന്നേരമേ </a:t>
            </a:r>
            <a:br>
              <a:rPr lang="en-US" sz="3600" b="1" dirty="0"/>
            </a:br>
            <a:r>
              <a:rPr lang="ml-IN" sz="3600" b="1" dirty="0"/>
              <a:t>കൃപവളരും തീരമേ</a:t>
            </a:r>
            <a:r>
              <a:rPr lang="en-US" sz="3600" b="1" dirty="0"/>
              <a:t> </a:t>
            </a:r>
            <a:r>
              <a:rPr lang="en-US" sz="3600" b="1" dirty="0">
                <a:cs typeface="Kartika" pitchFamily="18" charset="0"/>
              </a:rPr>
              <a:t>(3)</a:t>
            </a:r>
            <a:br>
              <a:rPr lang="en-US" sz="2200" b="1" dirty="0">
                <a:cs typeface="Kartika" pitchFamily="18" charset="0"/>
              </a:rPr>
            </a:br>
            <a:br>
              <a:rPr lang="ml-IN" sz="2200" b="1" dirty="0"/>
            </a:br>
            <a:r>
              <a:rPr lang="en-US" sz="2200" b="1" dirty="0">
                <a:cs typeface="Kartika" pitchFamily="18" charset="0"/>
              </a:rPr>
              <a:t>								</a:t>
            </a:r>
            <a:endParaRPr lang="en-US" sz="3600" b="1" dirty="0">
              <a:cs typeface="Kartika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515600" y="0"/>
            <a:ext cx="1676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7B8CC4-EEE9-497D-B88D-37EC18EBF583}"/>
              </a:ext>
            </a:extLst>
          </p:cNvPr>
          <p:cNvSpPr/>
          <p:nvPr/>
        </p:nvSpPr>
        <p:spPr>
          <a:xfrm>
            <a:off x="0" y="3657600"/>
            <a:ext cx="12192000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i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Pallavi</a:t>
            </a:r>
          </a:p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Parama Deva! Nin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vilaasam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Arulh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inneyramey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kripa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valharum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theeramey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(3)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85800" y="304800"/>
            <a:ext cx="11506200" cy="3505200"/>
          </a:xfrm>
        </p:spPr>
        <p:txBody>
          <a:bodyPr anchor="t"/>
          <a:lstStyle/>
          <a:p>
            <a:pPr algn="l" defTabSz="290513">
              <a:lnSpc>
                <a:spcPct val="150000"/>
              </a:lnSpc>
            </a:pPr>
            <a:r>
              <a:rPr lang="en-US" sz="4000" b="1" dirty="0">
                <a:cs typeface="Kartika" pitchFamily="18" charset="0"/>
              </a:rPr>
              <a:t>1</a:t>
            </a:r>
            <a:br>
              <a:rPr lang="en-US" sz="2200" b="1" dirty="0">
                <a:cs typeface="Kartika" pitchFamily="18" charset="0"/>
              </a:rPr>
            </a:br>
            <a:r>
              <a:rPr lang="ml-IN" sz="3600" b="1" dirty="0"/>
              <a:t>കാരുണ്യാസനാ! പ്രതാപ</a:t>
            </a:r>
            <a:br>
              <a:rPr lang="ml-IN" sz="3600" b="1" dirty="0"/>
            </a:br>
            <a:r>
              <a:rPr lang="ml-IN" sz="3600" b="1" dirty="0"/>
              <a:t>സകലവന്ദിതാ</a:t>
            </a:r>
            <a:r>
              <a:rPr lang="en-US" sz="3600" b="1" dirty="0"/>
              <a:t>!</a:t>
            </a:r>
            <a:r>
              <a:rPr lang="ml-IN" sz="3600" b="1" dirty="0"/>
              <a:t> </a:t>
            </a:r>
            <a:br>
              <a:rPr lang="en-US" sz="3600" b="1" dirty="0"/>
            </a:br>
            <a:r>
              <a:rPr lang="ml-IN" sz="3600" b="1" dirty="0"/>
              <a:t>സ്വര്‍-പരമ-ഉന്നതാ</a:t>
            </a:r>
            <a:r>
              <a:rPr lang="en-US" sz="3600" b="1" dirty="0"/>
              <a:t> </a:t>
            </a:r>
            <a:r>
              <a:rPr lang="ml-IN" sz="3600" b="1" dirty="0"/>
              <a:t>(</a:t>
            </a:r>
            <a:r>
              <a:rPr lang="en-US" sz="3600" b="1" dirty="0">
                <a:cs typeface="Kartika" pitchFamily="18" charset="0"/>
              </a:rPr>
              <a:t>3</a:t>
            </a:r>
            <a:r>
              <a:rPr lang="ml-IN" sz="3600" b="1" dirty="0"/>
              <a:t>)</a:t>
            </a:r>
            <a:endParaRPr lang="en-US" sz="3600" b="1" dirty="0">
              <a:cs typeface="Kartika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AD6232-FE92-4C6B-B44E-CCE5ABB62523}"/>
              </a:ext>
            </a:extLst>
          </p:cNvPr>
          <p:cNvSpPr/>
          <p:nvPr/>
        </p:nvSpPr>
        <p:spPr>
          <a:xfrm>
            <a:off x="685800" y="4038600"/>
            <a:ext cx="11506200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Kaarunhya-sanaa!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Prathaapa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sakala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vandithaa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</a:t>
            </a:r>
          </a:p>
          <a:p>
            <a:pPr>
              <a:lnSpc>
                <a:spcPct val="150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Swar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parama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unnathaa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(3)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57145DF-85DF-48BF-9279-33C12BC75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15600" y="0"/>
            <a:ext cx="1676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020</a:t>
            </a:r>
          </a:p>
        </p:txBody>
      </p:sp>
    </p:spTree>
    <p:extLst>
      <p:ext uri="{BB962C8B-B14F-4D97-AF65-F5344CB8AC3E}">
        <p14:creationId xmlns:p14="http://schemas.microsoft.com/office/powerpoint/2010/main" val="1088874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85800" y="304800"/>
            <a:ext cx="11506200" cy="3505200"/>
          </a:xfrm>
        </p:spPr>
        <p:txBody>
          <a:bodyPr anchor="t"/>
          <a:lstStyle/>
          <a:p>
            <a:pPr algn="l" defTabSz="290513">
              <a:lnSpc>
                <a:spcPct val="150000"/>
              </a:lnSpc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2					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സുരവരനരര്‍ നമിച്ചുവാഴ്ത്തും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പരമനായക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നല്‍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കരുണദായകാ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(3)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253D1E-9623-48DF-B4CA-85525BFD8B8D}"/>
              </a:ext>
            </a:extLst>
          </p:cNvPr>
          <p:cNvSpPr/>
          <p:nvPr/>
        </p:nvSpPr>
        <p:spPr>
          <a:xfrm>
            <a:off x="685800" y="4038600"/>
            <a:ext cx="11506200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Suravara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narar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namichchuvaazhthum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Parama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naayakaa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</a:t>
            </a:r>
          </a:p>
          <a:p>
            <a:pPr>
              <a:lnSpc>
                <a:spcPct val="150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karunhadaayakaa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(3)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ECC2106-064A-4515-A9D9-D131405DF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15600" y="0"/>
            <a:ext cx="1676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85800" y="304800"/>
            <a:ext cx="11506200" cy="3505200"/>
          </a:xfrm>
        </p:spPr>
        <p:txBody>
          <a:bodyPr anchor="t"/>
          <a:lstStyle/>
          <a:p>
            <a:pPr algn="l" defTabSz="290513">
              <a:lnSpc>
                <a:spcPct val="150000"/>
              </a:lnSpc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3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ഉന്നതത്തില്‍ നിന്നെന്നെ കാക്കും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ഒരു പരാപരാ!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നല്‍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കരുണ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യംബരാ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(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3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)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B0DEED-3A73-45F3-90EF-65DF08CD41BB}"/>
              </a:ext>
            </a:extLst>
          </p:cNvPr>
          <p:cNvSpPr/>
          <p:nvPr/>
        </p:nvSpPr>
        <p:spPr>
          <a:xfrm>
            <a:off x="685800" y="4038600"/>
            <a:ext cx="11506200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Unnathaththil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ninnenney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-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kaakkum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Oruparaapara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</a:t>
            </a:r>
          </a:p>
          <a:p>
            <a:pPr>
              <a:lnSpc>
                <a:spcPct val="150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karunhayambaram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(3)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471E772-8CED-4960-A364-569B4CAD1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15600" y="0"/>
            <a:ext cx="1676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020</a:t>
            </a:r>
          </a:p>
        </p:txBody>
      </p:sp>
    </p:spTree>
    <p:extLst>
      <p:ext uri="{BB962C8B-B14F-4D97-AF65-F5344CB8AC3E}">
        <p14:creationId xmlns:p14="http://schemas.microsoft.com/office/powerpoint/2010/main" val="2510287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85800" y="304800"/>
            <a:ext cx="11506200" cy="3733800"/>
          </a:xfrm>
        </p:spPr>
        <p:txBody>
          <a:bodyPr anchor="t"/>
          <a:lstStyle/>
          <a:p>
            <a:pPr algn="l" defTabSz="290513">
              <a:lnSpc>
                <a:spcPct val="150000"/>
              </a:lnSpc>
            </a:pPr>
            <a:r>
              <a:rPr lang="en-US" sz="3600" b="1" dirty="0">
                <a:cs typeface="Kartika" pitchFamily="18" charset="0"/>
              </a:rPr>
              <a:t>4	</a:t>
            </a:r>
            <a:br>
              <a:rPr lang="en-US" sz="3600" b="1" dirty="0">
                <a:cs typeface="Kartika" pitchFamily="18" charset="0"/>
              </a:rPr>
            </a:br>
            <a:r>
              <a:rPr lang="ml-IN" sz="3600" b="1" dirty="0"/>
              <a:t>നരകമരണം അകറ്റി സകലം</a:t>
            </a:r>
            <a:br>
              <a:rPr lang="ml-IN" sz="3600" b="1" dirty="0"/>
            </a:br>
            <a:r>
              <a:rPr lang="ml-IN" sz="3600" b="1" dirty="0"/>
              <a:t>അടിമവീണ്ടൊരു-</a:t>
            </a:r>
            <a:br>
              <a:rPr lang="en-US" sz="3600" b="1" dirty="0"/>
            </a:br>
            <a:r>
              <a:rPr lang="ml-IN" sz="3600" b="1" dirty="0"/>
              <a:t>തന്‍ അടിമ കൊണ്ടൊരു</a:t>
            </a:r>
            <a:r>
              <a:rPr lang="en-US" sz="3600" b="1" dirty="0"/>
              <a:t> (3) </a:t>
            </a:r>
            <a:endParaRPr lang="en-US" sz="2800" b="1" dirty="0">
              <a:cs typeface="Kartika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E3A28C-EFCD-495B-B94A-DAB9FBB96714}"/>
              </a:ext>
            </a:extLst>
          </p:cNvPr>
          <p:cNvSpPr/>
          <p:nvPr/>
        </p:nvSpPr>
        <p:spPr>
          <a:xfrm>
            <a:off x="685800" y="4038600"/>
            <a:ext cx="11506200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Naraka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maranham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akattisakalam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Adimaveendoru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than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adimakondoru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(3)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DDC1EEC-251B-425D-8E65-2A33A5EE7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15600" y="0"/>
            <a:ext cx="1676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85800" y="304800"/>
            <a:ext cx="11506200" cy="3124200"/>
          </a:xfrm>
        </p:spPr>
        <p:txBody>
          <a:bodyPr anchor="t"/>
          <a:lstStyle/>
          <a:p>
            <a:pPr algn="l">
              <a:lnSpc>
                <a:spcPct val="150000"/>
              </a:lnSpc>
            </a:pPr>
            <a:r>
              <a:rPr lang="en-US" sz="3600" b="1" dirty="0">
                <a:cs typeface="Kartika" pitchFamily="18" charset="0"/>
              </a:rPr>
              <a:t>5	</a:t>
            </a:r>
            <a:br>
              <a:rPr lang="en-US" sz="3600" b="1" dirty="0">
                <a:cs typeface="Kartika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ദിനം ദിനം കനിഞ്ഞിറങ്ങുകെങ്ങളിൽ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നീതിസൂര്യനേ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സർവ ജീവപാലനേ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(3)</a:t>
            </a:r>
            <a:r>
              <a:rPr lang="en-US" sz="3600" b="1" dirty="0">
                <a:cs typeface="Kartika" pitchFamily="18" charset="0"/>
              </a:rPr>
              <a:t>	</a:t>
            </a:r>
            <a:endParaRPr lang="en-US" sz="2800" b="1" dirty="0">
              <a:cs typeface="Kartika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960F0D-FC7A-4F04-A93E-03FFAD1EA521}"/>
              </a:ext>
            </a:extLst>
          </p:cNvPr>
          <p:cNvSpPr/>
          <p:nvPr/>
        </p:nvSpPr>
        <p:spPr>
          <a:xfrm>
            <a:off x="685800" y="4038600"/>
            <a:ext cx="11506200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Dinam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dinam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kaninjirangukengalhil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Neethisooryaney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</a:t>
            </a:r>
          </a:p>
          <a:p>
            <a:pPr>
              <a:lnSpc>
                <a:spcPct val="150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sarva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jeevapaalaney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(3)				</a:t>
            </a:r>
            <a:r>
              <a:rPr lang="en-US" sz="260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(Mani John </a:t>
            </a:r>
            <a:r>
              <a:rPr lang="en-US" sz="2600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Kochukunju</a:t>
            </a:r>
            <a:r>
              <a:rPr lang="en-US" sz="260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CF6940-CA22-4282-AAAA-F8B153B5C3E1}"/>
              </a:ext>
            </a:extLst>
          </p:cNvPr>
          <p:cNvSpPr/>
          <p:nvPr/>
        </p:nvSpPr>
        <p:spPr>
          <a:xfrm>
            <a:off x="7186455" y="3570929"/>
            <a:ext cx="49792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400" b="1" dirty="0"/>
              <a:t>(മാണി ജോണ്‍ കൊച്ചുകുഞ്ഞ്)</a:t>
            </a:r>
            <a:endParaRPr lang="en-US" sz="24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3C9D721-5988-4AF7-8C00-D4D0B80D7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15600" y="0"/>
            <a:ext cx="1676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020</a:t>
            </a:r>
          </a:p>
        </p:txBody>
      </p:sp>
    </p:spTree>
    <p:extLst>
      <p:ext uri="{BB962C8B-B14F-4D97-AF65-F5344CB8AC3E}">
        <p14:creationId xmlns:p14="http://schemas.microsoft.com/office/powerpoint/2010/main" val="1016035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</TotalTime>
  <Words>206</Words>
  <Application>Microsoft Office PowerPoint</Application>
  <PresentationFormat>Widescreen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20 പരമദേവാ നിന്‍ വിലാസം</vt:lpstr>
      <vt:lpstr>   പല്ലവി  പരമദേവാ നിന്‍ വിലാസം അരുള്‍ ഇന്നേരമേ  കൃപവളരും തീരമേ (3)          </vt:lpstr>
      <vt:lpstr>1 കാരുണ്യാസനാ! പ്രതാപ സകലവന്ദിതാ!  സ്വര്‍-പരമ-ഉന്നതാ (3)</vt:lpstr>
      <vt:lpstr> 2      സുരവരനരര്‍ നമിച്ചുവാഴ്ത്തും പരമനായക!  നല്‍-കരുണദായകാ (3)</vt:lpstr>
      <vt:lpstr>3 ഉന്നതത്തില്‍ നിന്നെന്നെ കാക്കും ഒരു പരാപരാ!  നല്‍ കരുണ-യംബരാ (3)</vt:lpstr>
      <vt:lpstr>4  നരകമരണം അകറ്റി സകലം അടിമവീണ്ടൊരു- തന്‍ അടിമ കൊണ്ടൊരു (3) </vt:lpstr>
      <vt:lpstr>5  ദിനം ദിനം കനിഞ്ഞിറങ്ങുകെങ്ങളിൽ  നീതിസൂര്യനേ! സർവ ജീവപാലനേ (3)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Paramadeva ninvilaasam</dc:title>
  <dc:creator>Digital Input:;GM JOHN</dc:creator>
  <cp:lastModifiedBy>Manu Abraham</cp:lastModifiedBy>
  <cp:revision>171</cp:revision>
  <dcterms:created xsi:type="dcterms:W3CDTF">2013-04-19T09:19:07Z</dcterms:created>
  <dcterms:modified xsi:type="dcterms:W3CDTF">2023-02-14T05:16:06Z</dcterms:modified>
</cp:coreProperties>
</file>