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1" r:id="rId3"/>
    <p:sldId id="275" r:id="rId4"/>
    <p:sldId id="276" r:id="rId5"/>
    <p:sldId id="277" r:id="rId6"/>
    <p:sldId id="278" r:id="rId7"/>
    <p:sldId id="279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A1B3B8-AF78-459D-B138-A7628F78D5BD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CBDE07-C48D-4020-98F1-8BACE7F65D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3DE26-42CE-4FEB-9870-840B684A8CBC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E831E-70B3-47A7-9A8A-92118DE3F2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ED2E50-FC18-46E1-8EBE-DE5B94417194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6DB1B1-0282-4DE3-AF5E-3D19918199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8C19DA-BCAF-4653-93BC-6C8DBED20B98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F464C-6549-4D21-AEA6-0DB1669880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AA1B47-67C5-4483-8603-76B0BEA1F91B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E8C2C-8CDA-451D-B85A-23E444338F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7DF9FA-79C7-4AA5-9A9D-399E1CD09BBC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9F856-D909-4C00-A6A6-722A44712F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F60A7B-6473-4D2B-9993-9C458A27CF0C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C4EAFB-8CB5-4C57-B8D8-2CAA120492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9A7D12-98E3-4D72-A2A9-B33CE1111F03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9D3060-D9B4-4DAF-BBEB-2D3C6801E9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9B6652-F74E-499F-A974-090522E15D9A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727680-427A-4464-B5AC-D589FD45CA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9A55D-1C70-4EDC-B196-05FA7015FC3A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51BFCA-E08F-4ACB-8DDC-1FADC38B36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6E1C0A-420E-4166-8D1D-CD97502DF302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FC442C-9A21-4DAF-9672-9098C9867B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94B0668-D5B5-4E13-925C-9222BB196FE3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5D93608-9C7A-4D3A-A4A9-5D8C1F8B8C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FDABD-DD65-41E8-BCC6-3A62A502C6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69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വാഴ്ത്തുക നീ മനമേ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993A84-1658-4563-97AF-D1B6A3B489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Vaazhthuka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nee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maname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91494187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47246"/>
            <a:ext cx="12192000" cy="3013954"/>
          </a:xfrm>
        </p:spPr>
        <p:txBody>
          <a:bodyPr anchor="t"/>
          <a:lstStyle/>
          <a:p>
            <a:pPr algn="l">
              <a:defRPr/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വാഴ്ത്തുക നീ മനമേ- എൻ പരനേ-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വാഴ്ത്തുക നീ മനമേ-</a:t>
            </a:r>
            <a:br>
              <a:rPr lang="ml-IN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000" b="1" dirty="0">
                <a:latin typeface="Kartika" panose="02020503030404060203" pitchFamily="18" charset="0"/>
                <a:cs typeface="Kartika" panose="02020503030404060203" pitchFamily="18" charset="0"/>
              </a:rPr>
              <a:t>    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1.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വാഴ്ത്തുക തൻ ശുദ്ധനാമത്തെ പേർത്തു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 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 പർത്ഥിവൻ തന്നുപകാരത്തെയോർത്തു</a:t>
            </a:r>
            <a:r>
              <a:rPr lang="en-US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		</a:t>
            </a:r>
            <a:br>
              <a:rPr lang="en-US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											–</a:t>
            </a:r>
            <a:r>
              <a:rPr lang="ml-IN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വാഴ്</a:t>
            </a:r>
            <a:r>
              <a:rPr lang="en-US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….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C4BC97-7342-44EF-8F66-7B79E413E38C}"/>
              </a:ext>
            </a:extLst>
          </p:cNvPr>
          <p:cNvSpPr/>
          <p:nvPr/>
        </p:nvSpPr>
        <p:spPr>
          <a:xfrm>
            <a:off x="4011" y="3687901"/>
            <a:ext cx="12187989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Vaazhthuka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maname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Vaazhthuka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maname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Vazhthuka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shudhanaamathe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perththu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Paarthivan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thannupakaaratheyorthu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-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vaazhthuka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6043" y="804446"/>
            <a:ext cx="12192000" cy="1329154"/>
          </a:xfrm>
        </p:spPr>
        <p:txBody>
          <a:bodyPr anchor="t"/>
          <a:lstStyle/>
          <a:p>
            <a:pPr algn="l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2.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നിന്നകൃത്യം പരനൊക്കെയും പോക്കി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 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തിണ്ണമായ് രോഗങ്ങൾ നീക്കി നന്നാക്കി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C4BC97-7342-44EF-8F66-7B79E413E38C}"/>
              </a:ext>
            </a:extLst>
          </p:cNvPr>
          <p:cNvSpPr/>
          <p:nvPr/>
        </p:nvSpPr>
        <p:spPr>
          <a:xfrm>
            <a:off x="4011" y="3818693"/>
            <a:ext cx="121879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Ninnakrithyam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paranokkeyum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pokki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Thinnhamaai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rogangal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neekki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nannakki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74DA96-5BA2-4387-A033-76B327BE94D0}"/>
              </a:ext>
            </a:extLst>
          </p:cNvPr>
          <p:cNvSpPr/>
          <p:nvPr/>
        </p:nvSpPr>
        <p:spPr>
          <a:xfrm>
            <a:off x="0" y="2142293"/>
            <a:ext cx="1215991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വാഴ്ത്തുക നീ മനമേ- എൻ പരനേ-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വാഴ്ത്തുക നീ മനമേ-</a:t>
            </a:r>
            <a:endParaRPr lang="en-US" sz="3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4B1D93-C9E0-4797-917F-97863D384BCF}"/>
              </a:ext>
            </a:extLst>
          </p:cNvPr>
          <p:cNvSpPr/>
          <p:nvPr/>
        </p:nvSpPr>
        <p:spPr>
          <a:xfrm>
            <a:off x="16043" y="5188326"/>
            <a:ext cx="121879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Vaazhthuka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nee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maname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en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parane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</a:p>
          <a:p>
            <a:pPr lvl="0" algn="ctr"/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Vaazhthuka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nee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maname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…</a:t>
            </a:r>
            <a:endParaRPr lang="en-US" sz="20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716311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6043" y="804446"/>
            <a:ext cx="12192000" cy="1329154"/>
          </a:xfrm>
        </p:spPr>
        <p:txBody>
          <a:bodyPr anchor="t"/>
          <a:lstStyle/>
          <a:p>
            <a:pPr algn="l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3.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നന്മയാൽ വായ്ക്കവൻ തൃപ്തിയെ തന്നു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 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 നവ്യമാക്കുന്നു നിൻ യൗവ്വനമിന്നു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C4BC97-7342-44EF-8F66-7B79E413E38C}"/>
              </a:ext>
            </a:extLst>
          </p:cNvPr>
          <p:cNvSpPr/>
          <p:nvPr/>
        </p:nvSpPr>
        <p:spPr>
          <a:xfrm>
            <a:off x="4011" y="3818693"/>
            <a:ext cx="121879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Nanmayaal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vaaykkavan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thripthiyethannu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Navyamaakkunnu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youvanaminnu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74DA96-5BA2-4387-A033-76B327BE94D0}"/>
              </a:ext>
            </a:extLst>
          </p:cNvPr>
          <p:cNvSpPr/>
          <p:nvPr/>
        </p:nvSpPr>
        <p:spPr>
          <a:xfrm>
            <a:off x="0" y="2142293"/>
            <a:ext cx="1215991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വാഴ്ത്തുക നീ മനമേ- എൻ പരനേ-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വാഴ്ത്തുക നീ മനമേ-</a:t>
            </a:r>
            <a:endParaRPr lang="en-US" sz="3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4B1D93-C9E0-4797-917F-97863D384BCF}"/>
              </a:ext>
            </a:extLst>
          </p:cNvPr>
          <p:cNvSpPr/>
          <p:nvPr/>
        </p:nvSpPr>
        <p:spPr>
          <a:xfrm>
            <a:off x="16043" y="5188326"/>
            <a:ext cx="121879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Vaazhthuka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nee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maname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en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parane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</a:p>
          <a:p>
            <a:pPr lvl="0" algn="ctr"/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Vaazhthuka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nee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maname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…</a:t>
            </a:r>
            <a:endParaRPr lang="en-US" sz="20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544636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6043" y="804446"/>
            <a:ext cx="12192000" cy="1329154"/>
          </a:xfrm>
        </p:spPr>
        <p:txBody>
          <a:bodyPr anchor="t"/>
          <a:lstStyle/>
          <a:p>
            <a:pPr algn="l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4.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മക്കളിൽ കാരുണ്യം താതനെന്നോണം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 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ഭക്തരിൽ വാത്സല്ല്യവാനവൻ നൂനം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C4BC97-7342-44EF-8F66-7B79E413E38C}"/>
              </a:ext>
            </a:extLst>
          </p:cNvPr>
          <p:cNvSpPr/>
          <p:nvPr/>
        </p:nvSpPr>
        <p:spPr>
          <a:xfrm>
            <a:off x="4011" y="3818693"/>
            <a:ext cx="121879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Makkalhil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kaarunhyam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thaathanennonham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Bhaktharil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vaalsalyavaanavan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noonam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74DA96-5BA2-4387-A033-76B327BE94D0}"/>
              </a:ext>
            </a:extLst>
          </p:cNvPr>
          <p:cNvSpPr/>
          <p:nvPr/>
        </p:nvSpPr>
        <p:spPr>
          <a:xfrm>
            <a:off x="0" y="2142293"/>
            <a:ext cx="1215991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വാഴ്ത്തുക നീ മനമേ- എൻ പരനേ-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വാഴ്ത്തുക നീ മനമേ-</a:t>
            </a:r>
            <a:endParaRPr lang="en-US" sz="3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4B1D93-C9E0-4797-917F-97863D384BCF}"/>
              </a:ext>
            </a:extLst>
          </p:cNvPr>
          <p:cNvSpPr/>
          <p:nvPr/>
        </p:nvSpPr>
        <p:spPr>
          <a:xfrm>
            <a:off x="16043" y="5188326"/>
            <a:ext cx="121879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Vaazhthuka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nee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maname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en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parane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</a:p>
          <a:p>
            <a:pPr lvl="0" algn="ctr"/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Vaazhthuka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nee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maname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…</a:t>
            </a:r>
            <a:endParaRPr lang="en-US" sz="20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503982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6043" y="804446"/>
            <a:ext cx="12192000" cy="1329154"/>
          </a:xfrm>
        </p:spPr>
        <p:txBody>
          <a:bodyPr anchor="t"/>
          <a:lstStyle/>
          <a:p>
            <a:pPr algn="l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5.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പുല്ലിനു തുല്ല്യമീ ജീവിതം വയലിൽ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  </a:t>
            </a:r>
            <a:r>
              <a:rPr lang="en-US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പൂവെന്ന പോലയ്യോ പോകുന്നു തുലവിൽ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C4BC97-7342-44EF-8F66-7B79E413E38C}"/>
              </a:ext>
            </a:extLst>
          </p:cNvPr>
          <p:cNvSpPr/>
          <p:nvPr/>
        </p:nvSpPr>
        <p:spPr>
          <a:xfrm>
            <a:off x="4011" y="3818693"/>
            <a:ext cx="121879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Pullinu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thulyamee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jeevitham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vayalil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Poovennapolayyo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pokunnu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thulavil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74DA96-5BA2-4387-A033-76B327BE94D0}"/>
              </a:ext>
            </a:extLst>
          </p:cNvPr>
          <p:cNvSpPr/>
          <p:nvPr/>
        </p:nvSpPr>
        <p:spPr>
          <a:xfrm>
            <a:off x="0" y="2142293"/>
            <a:ext cx="1215991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വാഴ്ത്തുക നീ മനമേ- എൻ പരനേ-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വാഴ്ത്തുക നീ മനമേ-</a:t>
            </a:r>
            <a:endParaRPr lang="en-US" sz="3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4B1D93-C9E0-4797-917F-97863D384BCF}"/>
              </a:ext>
            </a:extLst>
          </p:cNvPr>
          <p:cNvSpPr/>
          <p:nvPr/>
        </p:nvSpPr>
        <p:spPr>
          <a:xfrm>
            <a:off x="16043" y="5188326"/>
            <a:ext cx="121879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Vaazhthuka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nee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maname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en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parane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</a:p>
          <a:p>
            <a:pPr lvl="0" algn="ctr"/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Vaazhthuka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nee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maname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…</a:t>
            </a:r>
            <a:endParaRPr lang="en-US" sz="20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226761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6043" y="804446"/>
            <a:ext cx="12192000" cy="1329154"/>
          </a:xfrm>
        </p:spPr>
        <p:txBody>
          <a:bodyPr anchor="t"/>
          <a:lstStyle/>
          <a:p>
            <a:pPr algn="l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6.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തൻ നിയമങ്ങളെ കാത്തിടുന്നോർക്കും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 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 തന്നുടെ ദാസർക്കും താൻ ദയ കാട്ടും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C4BC97-7342-44EF-8F66-7B79E413E38C}"/>
              </a:ext>
            </a:extLst>
          </p:cNvPr>
          <p:cNvSpPr/>
          <p:nvPr/>
        </p:nvSpPr>
        <p:spPr>
          <a:xfrm>
            <a:off x="4011" y="3818693"/>
            <a:ext cx="121879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6. Than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niyamangalhe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kaathidunnorkkum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Thannude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daasarkkum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daya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kaattum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74DA96-5BA2-4387-A033-76B327BE94D0}"/>
              </a:ext>
            </a:extLst>
          </p:cNvPr>
          <p:cNvSpPr/>
          <p:nvPr/>
        </p:nvSpPr>
        <p:spPr>
          <a:xfrm>
            <a:off x="0" y="2142293"/>
            <a:ext cx="1215991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വാഴ്ത്തുക നീ മനമേ- എൻ പരനേ-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വാഴ്ത്തുക നീ മനമേ-</a:t>
            </a:r>
            <a:endParaRPr lang="en-US" sz="3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4B1D93-C9E0-4797-917F-97863D384BCF}"/>
              </a:ext>
            </a:extLst>
          </p:cNvPr>
          <p:cNvSpPr/>
          <p:nvPr/>
        </p:nvSpPr>
        <p:spPr>
          <a:xfrm>
            <a:off x="16043" y="5188326"/>
            <a:ext cx="121879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Vaazhthuka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nee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maname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en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parane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</a:p>
          <a:p>
            <a:pPr lvl="0" algn="ctr"/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Vaazhthuka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nee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maname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…</a:t>
            </a:r>
            <a:endParaRPr lang="en-US" sz="20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983B52-B3AE-44AA-A225-31695FBAB30B}"/>
              </a:ext>
            </a:extLst>
          </p:cNvPr>
          <p:cNvSpPr/>
          <p:nvPr/>
        </p:nvSpPr>
        <p:spPr>
          <a:xfrm>
            <a:off x="9829800" y="6334783"/>
            <a:ext cx="1535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(K.V. Simon) 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F27A2B-8B03-43FA-85AB-95A19A63B880}"/>
              </a:ext>
            </a:extLst>
          </p:cNvPr>
          <p:cNvSpPr/>
          <p:nvPr/>
        </p:nvSpPr>
        <p:spPr>
          <a:xfrm>
            <a:off x="9666924" y="3294474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dirty="0">
                <a:solidFill>
                  <a:srgbClr val="000000"/>
                </a:solidFill>
                <a:latin typeface="Arial" panose="020B0604020202020204" pitchFamily="34" charset="0"/>
              </a:rPr>
              <a:t>(കെ. വി. സൈമൺ)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43925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216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69 വാഴ്ത്തുക നീ മനമേ</vt:lpstr>
      <vt:lpstr>  വാഴ്ത്തുക നീ മനമേ- എൻ പരനേ-     വാഴ്ത്തുക നീ മനമേ-      1. വാഴ്ത്തുക തൻ ശുദ്ധനാമത്തെ പേർത്തു    പർത്ഥിവൻ തന്നുപകാരത്തെയോർത്തു               –വാഴ്….</vt:lpstr>
      <vt:lpstr>2. നിന്നകൃത്യം പരനൊക്കെയും പോക്കി     തിണ്ണമായ് രോഗങ്ങൾ നീക്കി നന്നാക്കി</vt:lpstr>
      <vt:lpstr>3. നന്മയാൽ വായ്ക്കവൻ തൃപ്തിയെ തന്നു     നവ്യമാക്കുന്നു നിൻ യൗവ്വനമിന്നു</vt:lpstr>
      <vt:lpstr>4. മക്കളിൽ കാരുണ്യം താതനെന്നോണം     ഭക്തരിൽ വാത്സല്ല്യവാനവൻ നൂനം </vt:lpstr>
      <vt:lpstr>5. പുല്ലിനു തുല്ല്യമീ ജീവിതം വയലിൽ     പൂവെന്ന പോലയ്യോ പോകുന്നു തുലവിൽ</vt:lpstr>
      <vt:lpstr>6. തൻ നിയമങ്ങളെ കാത്തിടുന്നോർക്കും     തന്നുടെ ദാസർക്കും താൻ ദയ കാട്ടും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Vaazhthuka nee maname</dc:title>
  <dc:creator>Digital Input:; GM JOHN; Acsah Mathews</dc:creator>
  <cp:lastModifiedBy>Acsah Mathews</cp:lastModifiedBy>
  <cp:revision>225</cp:revision>
  <dcterms:created xsi:type="dcterms:W3CDTF">2013-04-19T09:19:07Z</dcterms:created>
  <dcterms:modified xsi:type="dcterms:W3CDTF">2018-10-31T16:18:11Z</dcterms:modified>
</cp:coreProperties>
</file>