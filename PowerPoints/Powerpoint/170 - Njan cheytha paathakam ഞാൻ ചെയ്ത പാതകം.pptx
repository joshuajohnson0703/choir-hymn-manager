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3" r:id="rId2"/>
    <p:sldId id="273" r:id="rId3"/>
    <p:sldId id="278" r:id="rId4"/>
    <p:sldId id="279" r:id="rId5"/>
    <p:sldId id="284" r:id="rId6"/>
    <p:sldId id="280" r:id="rId7"/>
    <p:sldId id="287" r:id="rId8"/>
    <p:sldId id="281" r:id="rId9"/>
    <p:sldId id="285" r:id="rId10"/>
    <p:sldId id="282" r:id="rId11"/>
    <p:sldId id="286" r:id="rId12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152" autoAdjust="0"/>
    <p:restoredTop sz="94660"/>
  </p:normalViewPr>
  <p:slideViewPr>
    <p:cSldViewPr>
      <p:cViewPr varScale="1">
        <p:scale>
          <a:sx n="38" d="100"/>
          <a:sy n="38" d="100"/>
        </p:scale>
        <p:origin x="84" y="102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436FB3-D719-4783-AE95-BC86FCB98634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18EDCD-CEDE-4581-8B5E-6F30EC579CB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A3D53B-050E-437B-8B50-D24029C961C6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220894-CAE6-48EC-9343-3D0FD1D364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3BC73C-FB38-425F-955D-BB0374D574C7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43A568-39A6-4DC3-BEA3-5E6184EE05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9DE64B-61E7-4B35-9A94-78A3C48AF1C2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1A85A6-AA27-43E4-8A71-63C3DE29CE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5D63CA-4C50-4794-AD54-0D89C360973F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EE3720-B162-4109-A460-E844E2756E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7E7B03-5620-4A31-9F4D-A51E95B7A828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E0BE23-2ABD-4925-A80A-4DD4E96D648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7A0FB3-E8ED-4DE0-BB0A-36E7DA6F72AB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288D5A-0367-45C2-AD3D-19339254DE3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3DA164-BB9C-45DE-AAC7-DDC592629579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52617D-F4D0-49EE-8BCA-81A44D1014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052EFF-F41F-4AF1-B45A-3E176A56960B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AA2E0E-E1BE-4D42-8299-92FABB1DC4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25EC36-5113-44B5-BAE9-9296053C979C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45376B-8302-437E-9AF3-3115A107D6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908AE9-40D3-4E34-81F1-56318F61F83A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2018DC-9246-46DA-A22F-F8C0C6B1D8A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2396977-EECA-42F1-99F7-8FC484F3EEF8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5D9F5A15-B325-4F9D-88EF-FE51D6DFA02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02EE3-DCE2-4DC9-870D-4AE8155855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170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ഞാൻ ചെയ്ത പാതകം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FF2528-BC1C-4C21-A2DE-583BD4A990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199"/>
            <a:ext cx="8534400" cy="1352549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</a:rPr>
              <a:t>Njaan </a:t>
            </a:r>
            <a:r>
              <a:rPr lang="en-US" sz="4000" b="1" dirty="0" err="1">
                <a:solidFill>
                  <a:schemeClr val="tx2"/>
                </a:solidFill>
              </a:rPr>
              <a:t>cheitha</a:t>
            </a:r>
            <a:r>
              <a:rPr lang="en-US" sz="4000" b="1" dirty="0">
                <a:solidFill>
                  <a:schemeClr val="tx2"/>
                </a:solidFill>
              </a:rPr>
              <a:t> </a:t>
            </a:r>
            <a:r>
              <a:rPr lang="en-US" sz="4000" b="1" dirty="0" err="1">
                <a:solidFill>
                  <a:schemeClr val="tx2"/>
                </a:solidFill>
              </a:rPr>
              <a:t>paathakam</a:t>
            </a:r>
            <a:endParaRPr lang="en-US" sz="4000" b="1" dirty="0">
              <a:solidFill>
                <a:schemeClr val="tx2"/>
              </a:solidFill>
            </a:endParaRPr>
          </a:p>
          <a:p>
            <a:r>
              <a:rPr lang="en-US" i="1" dirty="0"/>
              <a:t>Tune: There’s a glorious kingdom</a:t>
            </a:r>
            <a:endParaRPr lang="en-US" sz="4000" i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C6C5AB-3E1A-4A07-934B-EB4B568DA881}"/>
              </a:ext>
            </a:extLst>
          </p:cNvPr>
          <p:cNvSpPr/>
          <p:nvPr/>
        </p:nvSpPr>
        <p:spPr>
          <a:xfrm>
            <a:off x="1828800" y="5238749"/>
            <a:ext cx="32864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b="1" dirty="0"/>
              <a:t>(ജോണ്‍ ഈശോ:മലബാർ)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17150B-D1D5-45C3-B70F-33F68B61B042}"/>
              </a:ext>
            </a:extLst>
          </p:cNvPr>
          <p:cNvSpPr/>
          <p:nvPr/>
        </p:nvSpPr>
        <p:spPr>
          <a:xfrm>
            <a:off x="7818914" y="5238749"/>
            <a:ext cx="26212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(John </a:t>
            </a:r>
            <a:r>
              <a:rPr lang="en-US" dirty="0" err="1">
                <a:solidFill>
                  <a:srgbClr val="000000"/>
                </a:solidFill>
              </a:rPr>
              <a:t>Easow</a:t>
            </a:r>
            <a:r>
              <a:rPr lang="en-US" dirty="0">
                <a:solidFill>
                  <a:srgbClr val="000000"/>
                </a:solidFill>
              </a:rPr>
              <a:t>: Malabar)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2158502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04801" y="1447800"/>
            <a:ext cx="11887199" cy="2438400"/>
          </a:xfrm>
        </p:spPr>
        <p:txBody>
          <a:bodyPr anchor="t"/>
          <a:lstStyle/>
          <a:p>
            <a:pPr algn="l" defTabSz="280988">
              <a:defRPr/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ഞാൻ ചെയ്ത പാതകം എങ്ങനെ പോം പാപ-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നാശകൻ എവിടെയുണ്ട്?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ശ്രീയേശു രക്ഷകൻ പാപികൾക്കായ് ക്രൂശിൽ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പ്രാണനെ വിട്ടില്ലയോ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170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756992B-A8F2-4673-9875-1D53D114E5A4}"/>
              </a:ext>
            </a:extLst>
          </p:cNvPr>
          <p:cNvSpPr/>
          <p:nvPr/>
        </p:nvSpPr>
        <p:spPr>
          <a:xfrm>
            <a:off x="304800" y="4191000"/>
            <a:ext cx="1188719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Njaan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cheitha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paathakam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enganey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pom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- </a:t>
            </a: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Naashakan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evideyundey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? </a:t>
            </a: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Shreeyeshu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rakshakan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paapikalhkaayi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krooshil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Praanhaney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vittillayyo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CB1D3D-4E3D-464C-89F3-9BB291B98DDB}"/>
              </a:ext>
            </a:extLst>
          </p:cNvPr>
          <p:cNvSpPr/>
          <p:nvPr/>
        </p:nvSpPr>
        <p:spPr>
          <a:xfrm>
            <a:off x="0" y="544611"/>
            <a:ext cx="1219199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1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2" y="940901"/>
            <a:ext cx="12192000" cy="2667874"/>
          </a:xfrm>
        </p:spPr>
        <p:txBody>
          <a:bodyPr anchor="t"/>
          <a:lstStyle/>
          <a:p>
            <a:pPr defTabSz="280988">
              <a:lnSpc>
                <a:spcPct val="114000"/>
              </a:lnSpc>
              <a:defRPr/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കൊടും പാപിയെന്നെ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	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രക്ഷിപ്പാൻ രക്ഷിപ്പാൻ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കൊടും പാപിയെന്നെ 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രക്ഷിപ്പാൻ രക്ഷിപ്പാൻ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തിരുതലയിലവൻ മുൾമുടി ധരിച്ചാൻ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കൊടും പാപിയെന്നെ രക്ഷിക്കാൻ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170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756992B-A8F2-4673-9875-1D53D114E5A4}"/>
              </a:ext>
            </a:extLst>
          </p:cNvPr>
          <p:cNvSpPr/>
          <p:nvPr/>
        </p:nvSpPr>
        <p:spPr>
          <a:xfrm>
            <a:off x="330202" y="3608775"/>
            <a:ext cx="11887198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Kodum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paapiyenney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rakshippaan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rakshippaan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Kodum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paapiyenney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rakshippaan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rakshippaan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Thiru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thalayil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Avan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mulhmudi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dharichchaan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Kodum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paapiyenney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rakshikkaan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63731779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04801" y="1165542"/>
            <a:ext cx="11887199" cy="2438400"/>
          </a:xfrm>
        </p:spPr>
        <p:txBody>
          <a:bodyPr anchor="t"/>
          <a:lstStyle/>
          <a:p>
            <a:pPr algn="l" defTabSz="280988">
              <a:lnSpc>
                <a:spcPct val="114000"/>
              </a:lnSpc>
              <a:defRPr/>
            </a:pPr>
            <a:r>
              <a:rPr lang="ml-IN" sz="3600" b="1" dirty="0">
                <a:latin typeface="Kartika" panose="02020503030404060203" pitchFamily="18" charset="0"/>
              </a:rPr>
              <a:t>ലോകത്തിൻ പാപികൾ മോക്ഷം ചേരാൻ അവൻ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കണ്ണീരൊഴുക്കി യല്ലോ!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ദാഹിക്കുന്ന നരർ ജീവയാറ്റിൽ ദാഹം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തീർപ്പതിനായ് വരട്ടെ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170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756992B-A8F2-4673-9875-1D53D114E5A4}"/>
              </a:ext>
            </a:extLst>
          </p:cNvPr>
          <p:cNvSpPr/>
          <p:nvPr/>
        </p:nvSpPr>
        <p:spPr>
          <a:xfrm>
            <a:off x="304800" y="4005065"/>
            <a:ext cx="11887198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Lokaththin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paapikalh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moksham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chèraan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Avan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Kannhuneerozhukki-yallo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Daahikkunna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narar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jeevayaattil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daaham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Theerppathinaai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varattey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CB1D3D-4E3D-464C-89F3-9BB291B98DDB}"/>
              </a:ext>
            </a:extLst>
          </p:cNvPr>
          <p:cNvSpPr/>
          <p:nvPr/>
        </p:nvSpPr>
        <p:spPr>
          <a:xfrm>
            <a:off x="0" y="544611"/>
            <a:ext cx="1219199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37134266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2" y="940901"/>
            <a:ext cx="12192000" cy="2667874"/>
          </a:xfrm>
        </p:spPr>
        <p:txBody>
          <a:bodyPr anchor="t"/>
          <a:lstStyle/>
          <a:p>
            <a:pPr defTabSz="280988">
              <a:lnSpc>
                <a:spcPct val="114000"/>
              </a:lnSpc>
              <a:defRPr/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കൊടും പാപിയെന്നെ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	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രക്ഷിപ്പാൻ രക്ഷിപ്പാൻ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കൊടും പാപിയെന്നെ 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രക്ഷിപ്പാൻ രക്ഷിപ്പാൻ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തിരുതലയിലവൻ മുൾമുടി ധരിച്ചാൻ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കൊടും പാപിയെന്നെ രക്ഷിക്കാൻ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170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756992B-A8F2-4673-9875-1D53D114E5A4}"/>
              </a:ext>
            </a:extLst>
          </p:cNvPr>
          <p:cNvSpPr/>
          <p:nvPr/>
        </p:nvSpPr>
        <p:spPr>
          <a:xfrm>
            <a:off x="330202" y="3608775"/>
            <a:ext cx="11887198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Kodum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paapiyenney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rakshippaan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rakshippaan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Kodum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paapiyenney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rakshippaan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rakshippaan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Thiru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thalayil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Avan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mulhmudi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dharichchaan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Kodum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paapiyenney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rakshikkaan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54508348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04801" y="1165542"/>
            <a:ext cx="11887199" cy="2438400"/>
          </a:xfrm>
        </p:spPr>
        <p:txBody>
          <a:bodyPr anchor="t"/>
          <a:lstStyle/>
          <a:p>
            <a:pPr algn="l" defTabSz="280988">
              <a:lnSpc>
                <a:spcPct val="114000"/>
              </a:lnSpc>
              <a:defRPr/>
            </a:pPr>
            <a:r>
              <a:rPr lang="ml-IN" sz="3600" b="1" dirty="0">
                <a:latin typeface="Kartika" panose="02020503030404060203" pitchFamily="18" charset="0"/>
              </a:rPr>
              <a:t>പാപിയാ</a:t>
            </a:r>
            <a:r>
              <a:rPr lang="en-US" sz="3600" b="1" dirty="0">
                <a:latin typeface="Kartika" panose="02020503030404060203" pitchFamily="18" charset="0"/>
              </a:rPr>
              <a:t>-</a:t>
            </a:r>
            <a:r>
              <a:rPr lang="ml-IN" sz="3600" b="1" dirty="0">
                <a:latin typeface="Kartika" panose="02020503030404060203" pitchFamily="18" charset="0"/>
              </a:rPr>
              <a:t>മെന്നുടെ</a:t>
            </a:r>
            <a:r>
              <a:rPr lang="en-US" sz="3600" b="1" dirty="0">
                <a:latin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</a:rPr>
              <a:t>പാപമോർത്തു മന</a:t>
            </a:r>
            <a:r>
              <a:rPr lang="en-US" sz="3600" b="1" dirty="0">
                <a:latin typeface="Kartika" panose="02020503030404060203" pitchFamily="18" charset="0"/>
              </a:rPr>
              <a:t>-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സ്താപത്തോടെ വന്നപ്പോൾ</a:t>
            </a:r>
            <a:r>
              <a:rPr lang="en-US" sz="3600" b="1" dirty="0">
                <a:latin typeface="Kartika" panose="02020503030404060203" pitchFamily="18" charset="0"/>
              </a:rPr>
              <a:t> </a:t>
            </a:r>
            <a:br>
              <a:rPr lang="en-US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കല്ലുള്ളം നീക്കിത്തൻ</a:t>
            </a:r>
            <a:r>
              <a:rPr lang="en-US" sz="3600" b="1" dirty="0">
                <a:latin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</a:rPr>
              <a:t>ആത്മാവിനാൽ എൻ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ഉള്ളം തൃപ്പാദേ ചേർത്താൻ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170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756992B-A8F2-4673-9875-1D53D114E5A4}"/>
              </a:ext>
            </a:extLst>
          </p:cNvPr>
          <p:cNvSpPr/>
          <p:nvPr/>
        </p:nvSpPr>
        <p:spPr>
          <a:xfrm>
            <a:off x="304800" y="4005065"/>
            <a:ext cx="11887198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Paapiyaa-mennude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paapamorthu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mana-</a:t>
            </a: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sthaapaththodey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vannappolh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Kallullham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neekki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Than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aathmaavinaal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Ullham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thrippaadey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cherththaan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CB1D3D-4E3D-464C-89F3-9BB291B98DDB}"/>
              </a:ext>
            </a:extLst>
          </p:cNvPr>
          <p:cNvSpPr/>
          <p:nvPr/>
        </p:nvSpPr>
        <p:spPr>
          <a:xfrm>
            <a:off x="0" y="544611"/>
            <a:ext cx="1219199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191569616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2" y="940901"/>
            <a:ext cx="12192000" cy="2667874"/>
          </a:xfrm>
        </p:spPr>
        <p:txBody>
          <a:bodyPr anchor="t"/>
          <a:lstStyle/>
          <a:p>
            <a:pPr defTabSz="280988">
              <a:lnSpc>
                <a:spcPct val="114000"/>
              </a:lnSpc>
              <a:defRPr/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കൊടും പാപിയെന്നെ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	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രക്ഷിപ്പാൻ രക്ഷിപ്പാൻ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കൊടും പാപിയെന്നെ 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രക്ഷിപ്പാൻ രക്ഷിപ്പാൻ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തിരുതലയിലവൻ മുൾമുടി ധരിച്ചാൻ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കൊടും പാപിയെന്നെ രക്ഷിക്കാൻ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170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756992B-A8F2-4673-9875-1D53D114E5A4}"/>
              </a:ext>
            </a:extLst>
          </p:cNvPr>
          <p:cNvSpPr/>
          <p:nvPr/>
        </p:nvSpPr>
        <p:spPr>
          <a:xfrm>
            <a:off x="330202" y="3608775"/>
            <a:ext cx="11887198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Kodum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paapiyenney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rakshippaan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rakshippaan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Kodum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paapiyenney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rakshippaan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rakshippaan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Thiru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thalayil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Avan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mulhmudi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dharichchaan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Kodum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paapiyenney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rakshikkaan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16822623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04801" y="1165542"/>
            <a:ext cx="11887199" cy="2438400"/>
          </a:xfrm>
        </p:spPr>
        <p:txBody>
          <a:bodyPr anchor="t"/>
          <a:lstStyle/>
          <a:p>
            <a:pPr algn="l" defTabSz="280988">
              <a:lnSpc>
                <a:spcPct val="114000"/>
              </a:lnSpc>
              <a:defRPr/>
            </a:pPr>
            <a:r>
              <a:rPr lang="ml-IN" sz="3600" b="1" dirty="0">
                <a:latin typeface="Kartika" panose="02020503030404060203" pitchFamily="18" charset="0"/>
              </a:rPr>
              <a:t>ഏതു പാപികൾക്കും രക്ഷ 	നൽകാൻ അവൻ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പ്രാപ്തനാം കർത്തനല്ലോ</a:t>
            </a:r>
            <a:r>
              <a:rPr lang="en-US" sz="3600" b="1" dirty="0">
                <a:latin typeface="Kartika" panose="02020503030404060203" pitchFamily="18" charset="0"/>
              </a:rPr>
              <a:t> </a:t>
            </a:r>
            <a:br>
              <a:rPr lang="en-US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പാപത്തെ വെറുത്തു കർത്തനിൽ നീ നമ്പൂ!</a:t>
            </a:r>
            <a:r>
              <a:rPr lang="en-US" sz="3600" b="1" dirty="0">
                <a:latin typeface="Kartika" panose="02020503030404060203" pitchFamily="18" charset="0"/>
              </a:rPr>
              <a:t> </a:t>
            </a:r>
            <a:br>
              <a:rPr lang="en-US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മോക്ഷം ചേരാം നിനക്കു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170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756992B-A8F2-4673-9875-1D53D114E5A4}"/>
              </a:ext>
            </a:extLst>
          </p:cNvPr>
          <p:cNvSpPr/>
          <p:nvPr/>
        </p:nvSpPr>
        <p:spPr>
          <a:xfrm>
            <a:off x="304800" y="4005065"/>
            <a:ext cx="11887198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Ethu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paapikalhkkum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raksha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nalkaan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Avan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Praapthanaam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Karthanallo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Paapathey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veruththu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Karththanil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nee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namboo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</a:t>
            </a: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Moksham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chèraam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ninakku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CB1D3D-4E3D-464C-89F3-9BB291B98DDB}"/>
              </a:ext>
            </a:extLst>
          </p:cNvPr>
          <p:cNvSpPr/>
          <p:nvPr/>
        </p:nvSpPr>
        <p:spPr>
          <a:xfrm>
            <a:off x="0" y="544611"/>
            <a:ext cx="1219199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623764828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2" y="940901"/>
            <a:ext cx="12192000" cy="2667874"/>
          </a:xfrm>
        </p:spPr>
        <p:txBody>
          <a:bodyPr anchor="t"/>
          <a:lstStyle/>
          <a:p>
            <a:pPr defTabSz="280988">
              <a:lnSpc>
                <a:spcPct val="114000"/>
              </a:lnSpc>
              <a:defRPr/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കൊടും പാപിയെന്നെ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	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രക്ഷിപ്പാൻ രക്ഷിപ്പാൻ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കൊടും പാപിയെന്നെ 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രക്ഷിപ്പാൻ രക്ഷിപ്പാൻ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തിരുതലയിലവൻ മുൾമുടി ധരിച്ചാൻ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കൊടും പാപിയെന്നെ രക്ഷിക്കാൻ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170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756992B-A8F2-4673-9875-1D53D114E5A4}"/>
              </a:ext>
            </a:extLst>
          </p:cNvPr>
          <p:cNvSpPr/>
          <p:nvPr/>
        </p:nvSpPr>
        <p:spPr>
          <a:xfrm>
            <a:off x="330202" y="3608775"/>
            <a:ext cx="11887198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Kodum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paapiyenney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rakshippaan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rakshippaan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Kodum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paapiyenney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rakshippaan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rakshippaan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Thiru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thalayil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Avan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mulhmudi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dharichchaan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Kodum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paapiyenney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rakshikkaan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68985316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04801" y="1165542"/>
            <a:ext cx="11887199" cy="2438400"/>
          </a:xfrm>
        </p:spPr>
        <p:txBody>
          <a:bodyPr anchor="t"/>
          <a:lstStyle/>
          <a:p>
            <a:pPr algn="l" defTabSz="280988">
              <a:lnSpc>
                <a:spcPct val="114000"/>
              </a:lnSpc>
              <a:defRPr/>
            </a:pPr>
            <a:r>
              <a:rPr lang="ml-IN" sz="3600" b="1" dirty="0">
                <a:latin typeface="Kartika" panose="02020503030404060203" pitchFamily="18" charset="0"/>
              </a:rPr>
              <a:t>ഇത്രഭാഗ്യം തന്ന യേശുവിന്നു പ്രതി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ഞാനെന്തു കൊടുക്കേണ്ടു എന്‍റെ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പൂർണ്ണ ശക്തിയോടെ തൻ നാമത്തെ എന്നും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വാഴ്ത്തിപുകഴ്ത്തിടുമേ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170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756992B-A8F2-4673-9875-1D53D114E5A4}"/>
              </a:ext>
            </a:extLst>
          </p:cNvPr>
          <p:cNvSpPr/>
          <p:nvPr/>
        </p:nvSpPr>
        <p:spPr>
          <a:xfrm>
            <a:off x="304800" y="4005065"/>
            <a:ext cx="11887198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Ithrabhaagyam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thanna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Yeshuvinu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prathi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Njaanenthu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kodukendu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entey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Poornha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shakthiyodey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Than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naamaththey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ennum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Vaazhthi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pukazhththeedumey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CB1D3D-4E3D-464C-89F3-9BB291B98DDB}"/>
              </a:ext>
            </a:extLst>
          </p:cNvPr>
          <p:cNvSpPr/>
          <p:nvPr/>
        </p:nvSpPr>
        <p:spPr>
          <a:xfrm>
            <a:off x="0" y="544611"/>
            <a:ext cx="1219199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776296212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2" y="940901"/>
            <a:ext cx="12192000" cy="2667874"/>
          </a:xfrm>
        </p:spPr>
        <p:txBody>
          <a:bodyPr anchor="t"/>
          <a:lstStyle/>
          <a:p>
            <a:pPr defTabSz="280988">
              <a:lnSpc>
                <a:spcPct val="114000"/>
              </a:lnSpc>
              <a:defRPr/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കൊടും പാപിയെന്നെ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	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രക്ഷിപ്പാൻ രക്ഷിപ്പാൻ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കൊടും പാപിയെന്നെ 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രക്ഷിപ്പാൻ രക്ഷിപ്പാൻ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തിരുതലയിലവൻ മുൾമുടി ധരിച്ചാൻ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കൊടും പാപിയെന്നെ രക്ഷിക്കാൻ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170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756992B-A8F2-4673-9875-1D53D114E5A4}"/>
              </a:ext>
            </a:extLst>
          </p:cNvPr>
          <p:cNvSpPr/>
          <p:nvPr/>
        </p:nvSpPr>
        <p:spPr>
          <a:xfrm>
            <a:off x="330202" y="3608775"/>
            <a:ext cx="11887198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Kodum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paapiyenney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rakshippaan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rakshippaan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Kodum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paapiyenney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rakshippaan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rakshippaan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Thiru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thalayil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Avan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mulhmudi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dharichchaan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Kodum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paapiyenney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rakshikkaan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60006088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739</TotalTime>
  <Words>222</Words>
  <Application>Microsoft Office PowerPoint</Application>
  <PresentationFormat>Widescreen</PresentationFormat>
  <Paragraphs>70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Kartika</vt:lpstr>
      <vt:lpstr>Office Theme</vt:lpstr>
      <vt:lpstr>170 ഞാൻ ചെയ്ത പാതകം</vt:lpstr>
      <vt:lpstr>ഞാൻ ചെയ്ത പാതകം എങ്ങനെ പോം പാപ- നാശകൻ എവിടെയുണ്ട്? ശ്രീയേശു രക്ഷകൻ പാപികൾക്കായ് ക്രൂശിൽ പ്രാണനെ വിട്ടില്ലയോ</vt:lpstr>
      <vt:lpstr>കൊടും പാപിയെന്നെ  രക്ഷിപ്പാൻ രക്ഷിപ്പാൻ  കൊടും പാപിയെന്നെ  രക്ഷിപ്പാൻ രക്ഷിപ്പാൻ  തിരുതലയിലവൻ മുൾമുടി ധരിച്ചാൻ  കൊടും പാപിയെന്നെ രക്ഷിക്കാൻ</vt:lpstr>
      <vt:lpstr>ലോകത്തിൻ പാപികൾ മോക്ഷം ചേരാൻ അവൻ കണ്ണീരൊഴുക്കി യല്ലോ! ദാഹിക്കുന്ന നരർ ജീവയാറ്റിൽ ദാഹം തീർപ്പതിനായ് വരട്ടെ</vt:lpstr>
      <vt:lpstr>കൊടും പാപിയെന്നെ  രക്ഷിപ്പാൻ രക്ഷിപ്പാൻ  കൊടും പാപിയെന്നെ  രക്ഷിപ്പാൻ രക്ഷിപ്പാൻ  തിരുതലയിലവൻ മുൾമുടി ധരിച്ചാൻ  കൊടും പാപിയെന്നെ രക്ഷിക്കാൻ</vt:lpstr>
      <vt:lpstr>പാപിയാ-മെന്നുടെ പാപമോർത്തു മന- സ്താപത്തോടെ വന്നപ്പോൾ  കല്ലുള്ളം നീക്കിത്തൻ ആത്മാവിനാൽ എൻ ഉള്ളം തൃപ്പാദേ ചേർത്താൻ</vt:lpstr>
      <vt:lpstr>കൊടും പാപിയെന്നെ  രക്ഷിപ്പാൻ രക്ഷിപ്പാൻ  കൊടും പാപിയെന്നെ  രക്ഷിപ്പാൻ രക്ഷിപ്പാൻ  തിരുതലയിലവൻ മുൾമുടി ധരിച്ചാൻ  കൊടും പാപിയെന്നെ രക്ഷിക്കാൻ</vt:lpstr>
      <vt:lpstr>ഏതു പാപികൾക്കും രക്ഷ  നൽകാൻ അവൻ പ്രാപ്തനാം കർത്തനല്ലോ  പാപത്തെ വെറുത്തു കർത്തനിൽ നീ നമ്പൂ!  മോക്ഷം ചേരാം നിനക്കു</vt:lpstr>
      <vt:lpstr>കൊടും പാപിയെന്നെ  രക്ഷിപ്പാൻ രക്ഷിപ്പാൻ  കൊടും പാപിയെന്നെ  രക്ഷിപ്പാൻ രക്ഷിപ്പാൻ  തിരുതലയിലവൻ മുൾമുടി ധരിച്ചാൻ  കൊടും പാപിയെന്നെ രക്ഷിക്കാൻ</vt:lpstr>
      <vt:lpstr>ഇത്രഭാഗ്യം തന്ന യേശുവിന്നു പ്രതി ഞാനെന്തു കൊടുക്കേണ്ടു എന്‍റെ പൂർണ്ണ ശക്തിയോടെ തൻ നാമത്തെ എന്നും വാഴ്ത്തിപുകഴ്ത്തിടുമേ </vt:lpstr>
      <vt:lpstr>കൊടും പാപിയെന്നെ  രക്ഷിപ്പാൻ രക്ഷിപ്പാൻ  കൊടും പാപിയെന്നെ  രക്ഷിപ്പാൻ രക്ഷിപ്പാൻ  തിരുതലയിലവൻ മുൾമുടി ധരിച്ചാൻ  കൊടും പാപിയെന്നെ രക്ഷിക്കാൻ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ക്രിസ്തീയ കീർത്തനങ്ങൾ</dc:title>
  <dc:creator>Digital Input:;GM JOHN</dc:creator>
  <cp:lastModifiedBy>Acsah Mathews</cp:lastModifiedBy>
  <cp:revision>269</cp:revision>
  <dcterms:created xsi:type="dcterms:W3CDTF">2013-04-19T09:19:07Z</dcterms:created>
  <dcterms:modified xsi:type="dcterms:W3CDTF">2018-11-06T19:00:31Z</dcterms:modified>
</cp:coreProperties>
</file>