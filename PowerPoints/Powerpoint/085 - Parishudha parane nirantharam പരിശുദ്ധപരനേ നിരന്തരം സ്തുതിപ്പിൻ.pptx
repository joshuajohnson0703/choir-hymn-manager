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8091C-7B31-4519-9331-34F32B308DC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C9CD0-C54A-412F-A071-6F44229E10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45F4F-D60F-4894-9869-3F1BB4FD7F7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51DFC-CB00-4802-B269-4C83739943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0DEC1-1F9B-45A9-B95B-23A6F7868C86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489F6-BF14-436E-AA80-37B6E516CC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357F9-2FED-4988-9D32-05E3CD079E2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3CF59-B2A8-43B4-9057-E7448DDACD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0419B-A669-4AA9-84ED-039A750ED9A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9A5D3-E21D-4906-80F0-B8B9B70DC1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466F1-550B-42F2-B047-CC0A69019E0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C4D5D-D798-4BDD-BF38-252B9D2EA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7173E-E1B5-4FE1-8450-58BDE86521E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D389A-1A85-4841-8409-2A1BD87F9F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50FB5-228F-44E2-B4AA-3B8C28AD08A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CC801-5BDC-491B-B474-131594BDB7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87EED-F2B1-4B71-B820-76AD80DCC7B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0BC04-0067-4519-94E6-01C7D9FF66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E3C74-F57C-479D-B7DF-EF7B448C06A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CF839-F953-4827-8921-C7BE8E4FAA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729F4-C90C-4B54-AF8A-EDD62B1C122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FFB31-0149-4691-8B3D-0B7784CC18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8843A20-F559-43B3-B09D-9E20F1EEE77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C24270-D393-4BF4-815D-5236DF29AA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66F35-0379-48FB-8C53-17A876A6D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85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പരിശുദ്ധപരനേ നിരന്തരം സ്തുതിപ്പിൻ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21662-E1E3-49F6-826D-36677137FA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Parishudhdha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Paraney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6AFFAE-EE09-422C-ABEF-FFFE997F409C}"/>
              </a:ext>
            </a:extLst>
          </p:cNvPr>
          <p:cNvSpPr/>
          <p:nvPr/>
        </p:nvSpPr>
        <p:spPr>
          <a:xfrm>
            <a:off x="578394" y="5919469"/>
            <a:ext cx="24769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sz="22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മോശവത്സലം)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8679E-EF38-4402-BDC8-5693DB719406}"/>
              </a:ext>
            </a:extLst>
          </p:cNvPr>
          <p:cNvSpPr/>
          <p:nvPr/>
        </p:nvSpPr>
        <p:spPr>
          <a:xfrm>
            <a:off x="9147963" y="5876567"/>
            <a:ext cx="25345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200" dirty="0" err="1">
                <a:solidFill>
                  <a:schemeClr val="accent2">
                    <a:lumMod val="75000"/>
                  </a:schemeClr>
                </a:solidFill>
              </a:rPr>
              <a:t>Mosha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accent2">
                    <a:lumMod val="75000"/>
                  </a:schemeClr>
                </a:solidFill>
              </a:rPr>
              <a:t>Vatsalam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743835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9493"/>
            <a:ext cx="12192000" cy="2429507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പരിശുദ്ധപരനേ നിരന്തരം സ്തുതിപ്പിൻ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പാടിത്തൻ നാമം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കൊണ്ടാടിക്കുമ്പിടുവിൻ!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തിരുജനങ്ങളെ!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ഉണരീൻ തൻ ദാസർ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തിരുമുമ്പിൽ വണങ്ങീടുവിൻ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എന്നേക്കും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0A220-9392-46EA-8C1C-414B434F4C0B}"/>
              </a:ext>
            </a:extLst>
          </p:cNvPr>
          <p:cNvSpPr txBox="1"/>
          <p:nvPr/>
        </p:nvSpPr>
        <p:spPr>
          <a:xfrm>
            <a:off x="152400" y="338553"/>
            <a:ext cx="9982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55C80-0925-4353-9803-577FEC607A6C}"/>
              </a:ext>
            </a:extLst>
          </p:cNvPr>
          <p:cNvSpPr/>
          <p:nvPr/>
        </p:nvSpPr>
        <p:spPr>
          <a:xfrm>
            <a:off x="0" y="37338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Parishudhdha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Nirantharam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kondaadi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kkumbiduvin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janangalhey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Unhareen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Thirumunbil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vanhangeeduvin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9493"/>
            <a:ext cx="12192000" cy="2429507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നാഥനും നമുക്കു താതനും ആയുള്ള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യഹോവയെ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എല്ലാരും സ്തുതിപ്പിൻ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ഏതും ആയാസമെന്യേ-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തൻവീട്ടിൽ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എകനെ പുകഴ്ത്തീടുവിൻ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-എന്നേക്കും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0A220-9392-46EA-8C1C-414B434F4C0B}"/>
              </a:ext>
            </a:extLst>
          </p:cNvPr>
          <p:cNvSpPr txBox="1"/>
          <p:nvPr/>
        </p:nvSpPr>
        <p:spPr>
          <a:xfrm>
            <a:off x="0" y="338553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55C80-0925-4353-9803-577FEC607A6C}"/>
              </a:ext>
            </a:extLst>
          </p:cNvPr>
          <p:cNvSpPr/>
          <p:nvPr/>
        </p:nvSpPr>
        <p:spPr>
          <a:xfrm>
            <a:off x="0" y="37338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Naathanum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aayullha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ellaarum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aayaasamenyey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thanveettil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Èkaney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pukazhththeeduvin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825216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9493"/>
            <a:ext cx="12192000" cy="2429507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നന്മക്കടലിനെ ചെമ്മെ നാം സ്തുതിച്ചാൽ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നമുക്കതു മഹിമയെന്നറിഞ്ഞു കുമ്പിടുവിൻ!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ഇമ്മഹാ പദവിയെനാം- എല്ലാരും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ഇഷ്ടത്തോടാചരിക്കാം!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-എന്നേക്കും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0A220-9392-46EA-8C1C-414B434F4C0B}"/>
              </a:ext>
            </a:extLst>
          </p:cNvPr>
          <p:cNvSpPr txBox="1"/>
          <p:nvPr/>
        </p:nvSpPr>
        <p:spPr>
          <a:xfrm>
            <a:off x="0" y="338553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55C80-0925-4353-9803-577FEC607A6C}"/>
              </a:ext>
            </a:extLst>
          </p:cNvPr>
          <p:cNvSpPr/>
          <p:nvPr/>
        </p:nvSpPr>
        <p:spPr>
          <a:xfrm>
            <a:off x="0" y="37338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Nanmakkadaliney-chemmey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sthuthichchaal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Namukkathu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yennarinju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Immahaa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padaviye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ellaarum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Ishtaththodaacharikkaam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10633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9493"/>
            <a:ext cx="12192000" cy="2429507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വാനവും പാരും താനത്രെ ചമച്ചു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വല്ലഭൻ നല്ലവൻ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എല്ലാരിലുയർന്നോൻ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ജ്ഞാനത്തോടെ സ്തുതിപ്പിൻ തൻ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പേരിൽ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കീർത്തികൾ കൊടുപ്പിൻ!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-എന്നേക്കും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0A220-9392-46EA-8C1C-414B434F4C0B}"/>
              </a:ext>
            </a:extLst>
          </p:cNvPr>
          <p:cNvSpPr txBox="1"/>
          <p:nvPr/>
        </p:nvSpPr>
        <p:spPr>
          <a:xfrm>
            <a:off x="0" y="338553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55C80-0925-4353-9803-577FEC607A6C}"/>
              </a:ext>
            </a:extLst>
          </p:cNvPr>
          <p:cNvSpPr/>
          <p:nvPr/>
        </p:nvSpPr>
        <p:spPr>
          <a:xfrm>
            <a:off x="0" y="37338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Vaanavum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thaanathrey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chamachchu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Vallabhan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nallavan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ellaariluyarnnon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Gnaanaththodey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sthuthippin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pèril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keerththikalh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koduppin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701816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9493"/>
            <a:ext cx="12192000" cy="2429507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ദൈവപിതാവേ! ദിവ്യകുമാരാ!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ദൈവശുദ്ധാത്മ! ത്രിയേക ദേവേശാ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സർവ്വകാലവും പുകഴ്ച- ഭവാനു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ഭവിക്കേണം! ഹല്ലേലൂയ്യാ-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ആമേൻ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0A220-9392-46EA-8C1C-414B434F4C0B}"/>
              </a:ext>
            </a:extLst>
          </p:cNvPr>
          <p:cNvSpPr txBox="1"/>
          <p:nvPr/>
        </p:nvSpPr>
        <p:spPr>
          <a:xfrm>
            <a:off x="0" y="338553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55C80-0925-4353-9803-577FEC607A6C}"/>
              </a:ext>
            </a:extLst>
          </p:cNvPr>
          <p:cNvSpPr/>
          <p:nvPr/>
        </p:nvSpPr>
        <p:spPr>
          <a:xfrm>
            <a:off x="0" y="37338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Pithaavey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Kumaara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Shudhaathma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Thriyèka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Dèvèshaa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Sarvvakaalavum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pukazhcha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Bhavikkenham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– Aa..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mèn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7B4EF-C36F-4395-91CD-13D97B5E91D4}"/>
              </a:ext>
            </a:extLst>
          </p:cNvPr>
          <p:cNvSpPr/>
          <p:nvPr/>
        </p:nvSpPr>
        <p:spPr>
          <a:xfrm>
            <a:off x="9831845" y="3124200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(</a:t>
            </a:r>
            <a:r>
              <a:rPr lang="ml-IN" sz="2000" b="1" dirty="0"/>
              <a:t>മോശവത്സലം)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F33CAF-F690-44F3-818F-F71FB6258786}"/>
              </a:ext>
            </a:extLst>
          </p:cNvPr>
          <p:cNvSpPr/>
          <p:nvPr/>
        </p:nvSpPr>
        <p:spPr>
          <a:xfrm>
            <a:off x="9953673" y="6219440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15158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126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85 പരിശുദ്ധപരനേ നിരന്തരം സ്തുതിപ്പിൻ</vt:lpstr>
      <vt:lpstr>പരിശുദ്ധപരനേ നിരന്തരം സ്തുതിപ്പിൻ പാടിത്തൻ നാമം കൊണ്ടാടിക്കുമ്പിടുവിൻ! തിരുജനങ്ങളെ!  ഉണരീൻ തൻ ദാസർ തിരുമുമ്പിൽ വണങ്ങീടുവിൻ  - എന്നേക്കും</vt:lpstr>
      <vt:lpstr>നാഥനും നമുക്കു താതനും ആയുള്ള നല്ല യഹോവയെ എല്ലാരും സ്തുതിപ്പിൻ ഏതും ആയാസമെന്യേ- തൻവീട്ടിൽ   എകനെ പുകഴ്ത്തീടുവിൻ    -എന്നേക്കും</vt:lpstr>
      <vt:lpstr>നന്മക്കടലിനെ ചെമ്മെ നാം സ്തുതിച്ചാൽ നമുക്കതു മഹിമയെന്നറിഞ്ഞു കുമ്പിടുവിൻ! ഇമ്മഹാ പദവിയെനാം- എല്ലാരും  ഇഷ്ടത്തോടാചരിക്കാം!     -എന്നേക്കും</vt:lpstr>
      <vt:lpstr>വാനവും പാരും താനത്രെ ചമച്ചു വല്ലഭൻ നല്ലവൻ - എല്ലാരിലുയർന്നോൻ ജ്ഞാനത്തോടെ സ്തുതിപ്പിൻ തൻ - പേരിൽ നല്ല കീർത്തികൾ കൊടുപ്പിൻ!  -എന്നേക്കും</vt:lpstr>
      <vt:lpstr>ദൈവപിതാവേ! ദിവ്യകുമാരാ! ദൈവശുദ്ധാത്മ! ത്രിയേക ദേവേശാ സർവ്വകാലവും പുകഴ്ച- ഭവാനു ഭവിക്കേണം! ഹല്ലേലൂയ്യാ-  ആമേൻ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Parishudha parane nirantharam sthuthippin</dc:title>
  <dc:creator>Digital Input:;GM JOHN</dc:creator>
  <cp:lastModifiedBy>Acsah Mathews</cp:lastModifiedBy>
  <cp:revision>168</cp:revision>
  <dcterms:created xsi:type="dcterms:W3CDTF">2013-04-19T09:19:07Z</dcterms:created>
  <dcterms:modified xsi:type="dcterms:W3CDTF">2018-11-01T15:25:49Z</dcterms:modified>
</cp:coreProperties>
</file>