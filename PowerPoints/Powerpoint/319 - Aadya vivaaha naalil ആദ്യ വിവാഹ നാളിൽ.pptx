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3" r:id="rId2"/>
    <p:sldId id="283" r:id="rId3"/>
    <p:sldId id="287" r:id="rId4"/>
    <p:sldId id="288" r:id="rId5"/>
    <p:sldId id="289" r:id="rId6"/>
    <p:sldId id="290" r:id="rId7"/>
    <p:sldId id="291" r:id="rId8"/>
    <p:sldId id="292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A89BA6-428B-4B19-9B69-C3920CD1172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3559F4-8087-451C-9087-EB2F836CDE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894BF-4F6D-431F-A035-331BCC89BB4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9092F7-742B-408F-875B-0EE77584B9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DC2F57-C33B-4AD3-BF97-5E37268C46C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1F2AE4-1AE8-444D-BCB3-FD07F5921A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AD3F0-CEAD-4038-977A-835E1E0AB88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7BFB94-0847-4E30-ADEC-F3A9157937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789187-4240-4D36-A5AE-3B1F955F38F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D2438-3E30-407D-8C50-4411FFFCD8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7478EE-526D-4D04-8694-AED16BEF76B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C4B32A-A5D2-4439-9838-8EC20D46FD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40A7A9-BBCB-4B54-9277-91973728BA7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9DBC7-6A64-43AA-8083-33A5B13227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E83D36-446B-4AC0-9FF6-E94133CDA59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7784B-4868-431D-8F53-3B9D82261D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0866B-B1F4-45A0-9274-852C4FFAAA06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A3375-2CA6-478F-9B71-CC848DF258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4587C-1495-4C7C-901D-540AF692F56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B5AF5-7473-480D-AF9F-06895ABE7C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84949-FDDE-4492-BBF3-12CBA6FE954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15D604-EAAE-4053-9674-3F1F4401DD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4A0CC0E-5D98-4985-8BAD-030F0B0B945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424F884-2721-4E88-A281-D51D6AFAB1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20000"/>
                <a:lumOff val="80000"/>
              </a:schemeClr>
            </a:gs>
            <a:gs pos="67000">
              <a:srgbClr val="FAB67E"/>
            </a:gs>
            <a:gs pos="47000">
              <a:schemeClr val="accent6">
                <a:lumMod val="40000"/>
                <a:lumOff val="60000"/>
              </a:schemeClr>
            </a:gs>
            <a:gs pos="100000">
              <a:schemeClr val="accent6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CE4BF-6B9F-4A98-BBAE-1D5D3F5D47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</a:rPr>
              <a:t>319</a:t>
            </a:r>
            <a:br>
              <a:rPr lang="en-US" dirty="0">
                <a:solidFill>
                  <a:schemeClr val="accent6">
                    <a:lumMod val="50000"/>
                  </a:schemeClr>
                </a:solidFill>
              </a:rPr>
            </a:br>
            <a:r>
              <a:rPr lang="ml-IN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</a:rPr>
              <a:t>ആദ്യ വിവാഹ നാളിൽ</a:t>
            </a:r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9795E8-8FAE-4FFC-B304-A3DA5DF97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Aadya </a:t>
            </a:r>
            <a:r>
              <a:rPr lang="en-US" sz="4000" b="1" dirty="0" err="1">
                <a:solidFill>
                  <a:schemeClr val="accent6">
                    <a:lumMod val="75000"/>
                  </a:schemeClr>
                </a:solidFill>
              </a:rPr>
              <a:t>vivaaha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6">
                    <a:lumMod val="75000"/>
                  </a:schemeClr>
                </a:solidFill>
              </a:rPr>
              <a:t>naalhil</a:t>
            </a:r>
            <a:r>
              <a:rPr lang="en-US" sz="4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sz="4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3800" i="1" dirty="0">
                <a:solidFill>
                  <a:schemeClr val="accent6">
                    <a:lumMod val="50000"/>
                  </a:schemeClr>
                </a:solidFill>
              </a:rPr>
              <a:t>The voice that breathed o’er Eden – </a:t>
            </a:r>
            <a:r>
              <a:rPr lang="en-US" sz="3800" i="1" dirty="0" err="1">
                <a:solidFill>
                  <a:schemeClr val="accent6">
                    <a:lumMod val="50000"/>
                  </a:schemeClr>
                </a:solidFill>
              </a:rPr>
              <a:t>J.Keble</a:t>
            </a:r>
            <a:endParaRPr lang="en-US" sz="3800" i="1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25761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73380" y="1295400"/>
            <a:ext cx="118110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ആദ്യ വിവാഹ നാളിൽ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ഏദനിൽ ധ്വനിച്ച 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ആ മംഗല്യാശീർവ്വാദം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ഇന്നും കേൾക്കുന്നിതാ!</a:t>
            </a:r>
            <a:endParaRPr lang="en-US" sz="36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1066800" y="3733800"/>
            <a:ext cx="8839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Aadya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vivaaha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naalhil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aedenil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dhwanicha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Aa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mangalyaasheervaadam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innum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kelhkkunnithaa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73380" y="1295400"/>
            <a:ext cx="118110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2	ക്രൈസ്തവ ദമ്പതിമാർ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തമ്മിൽ ചേരും നേരം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വിശുദ്ധനാം ത്രിയേകൻ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തൻകൃപ ചൊരിയും</a:t>
            </a:r>
            <a:endParaRPr lang="en-US" sz="36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1066800" y="3733800"/>
            <a:ext cx="8839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Kraisthava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dampathimaar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thammil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cherum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neram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Vishuddhanaam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thriyekan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than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kripa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choriyum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4396893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73380" y="1295400"/>
            <a:ext cx="118110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3	സന്താന സൗഭാഗ്യവും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സ്നേഹം വിശ്വാസവും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ലോകശക്തിക്കസാദ്ധ്യം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നീക്കാനൈക്യ ബന്ധം </a:t>
            </a:r>
            <a:endParaRPr lang="en-US" sz="36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1066800" y="3733800"/>
            <a:ext cx="8839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Santhaana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soubhaagyavum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Sneham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vishwaasavum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Loka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shakthikkasaadhyam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neekkanaikya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bandham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74043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73380" y="1295400"/>
            <a:ext cx="118110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4	പിതാവേ! നിൻ സാന്നിദ്ധ്യം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വേണമീ സന്ദർഭേ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ആദാമിൻ ഹവ്വാ പോലെ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ഈ കാന്തയാകട്ടെ </a:t>
            </a:r>
            <a:endParaRPr lang="en-US" sz="36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1066800" y="3733800"/>
            <a:ext cx="8839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Pithaave! Nin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saanidhyam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venhamee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sandarbhe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Aadamin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havvaa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pole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kaanthayaakatte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8927211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73380" y="1295400"/>
            <a:ext cx="118110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5	രക്ഷകാ! എഴുന്നള്ളി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യോജിപ്പിക്കിവരെ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ദീർഘകാലം സന്തോഷം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ചേർന്നു വസിച്ചീടാൻ </a:t>
            </a:r>
            <a:endParaRPr lang="en-US" sz="36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1066800" y="3733800"/>
            <a:ext cx="8839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Rakshakaa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Ezhunellhi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yojippikkivare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Deerkhakaalam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santhosham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chernnu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vasicheedaan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1789423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73380" y="1295400"/>
            <a:ext cx="118110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6	വിശുദ്ധാത്മാവേ! വന്നു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ആശീർവദിക്ക നീ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സ്വർഗ്ഗ മണവാളനു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മണവാട്ടിയെപോൽ </a:t>
            </a:r>
            <a:endParaRPr lang="en-US" sz="36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1066800" y="3733800"/>
            <a:ext cx="8839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Vishiddhaathmaave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Vannu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aasheervadikka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nee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Swargga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manhavaalhanu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manhavaattiyepol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38250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373380" y="1295400"/>
            <a:ext cx="11811000" cy="2743200"/>
          </a:xfrm>
        </p:spPr>
        <p:txBody>
          <a:bodyPr anchor="t"/>
          <a:lstStyle/>
          <a:p>
            <a:pPr algn="l" defTabSz="463550">
              <a:lnSpc>
                <a:spcPct val="114000"/>
              </a:lnSpc>
            </a:pP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7	ഇവർ തങ്ങൾ കിരീടം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വെച്ചങ്ങു നിൻ പാദേ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ക്രിസ്തൻ മണവാട്ടിയായ് </a:t>
            </a:r>
            <a:b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solidFill>
                  <a:schemeClr val="accent6">
                    <a:lumMod val="50000"/>
                  </a:schemeClr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	സൗഭാഗ്യം ചേരട്ടെ</a:t>
            </a:r>
            <a:endParaRPr lang="en-US" sz="3600" b="1" dirty="0">
              <a:solidFill>
                <a:schemeClr val="accent6">
                  <a:lumMod val="50000"/>
                </a:schemeClr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F0A417-80AE-461A-AC02-3536150C5F38}"/>
              </a:ext>
            </a:extLst>
          </p:cNvPr>
          <p:cNvSpPr/>
          <p:nvPr/>
        </p:nvSpPr>
        <p:spPr>
          <a:xfrm>
            <a:off x="1066800" y="3733800"/>
            <a:ext cx="8839200" cy="25826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4000"/>
              </a:lnSpc>
            </a:pP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Ivar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thangalh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kireedam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vechangu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nin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paade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Kristhan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manhavaattiyaai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r">
              <a:lnSpc>
                <a:spcPct val="114000"/>
              </a:lnSpc>
            </a:pP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Soubhaagyam</a:t>
            </a:r>
            <a:r>
              <a:rPr lang="en-US" sz="3600" b="1" dirty="0">
                <a:solidFill>
                  <a:schemeClr val="accent6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6">
                    <a:lumMod val="75000"/>
                  </a:schemeClr>
                </a:solidFill>
                <a:latin typeface="+mn-lt"/>
              </a:rPr>
              <a:t>cheratte</a:t>
            </a:r>
            <a:endParaRPr lang="en-US" sz="3600" b="1" dirty="0">
              <a:solidFill>
                <a:schemeClr val="accent6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301410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1539</TotalTime>
  <Words>92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Kartika</vt:lpstr>
      <vt:lpstr>Office Theme</vt:lpstr>
      <vt:lpstr>319 ആദ്യ വിവാഹ നാളിൽ</vt:lpstr>
      <vt:lpstr>1 ആദ്യ വിവാഹ നാളിൽ   ഏദനിൽ ധ്വനിച്ച    ആ മംഗല്യാശീർവ്വാദം   ഇന്നും കേൾക്കുന്നിതാ!</vt:lpstr>
      <vt:lpstr>2 ക്രൈസ്തവ ദമ്പതിമാർ   തമ്മിൽ ചേരും നേരം   വിശുദ്ധനാം ത്രിയേകൻ   തൻകൃപ ചൊരിയും</vt:lpstr>
      <vt:lpstr>3 സന്താന സൗഭാഗ്യവും   സ്നേഹം വിശ്വാസവും   ലോകശക്തിക്കസാദ്ധ്യം   നീക്കാനൈക്യ ബന്ധം </vt:lpstr>
      <vt:lpstr>4 പിതാവേ! നിൻ സാന്നിദ്ധ്യം   വേണമീ സന്ദർഭേ   ആദാമിൻ ഹവ്വാ പോലെ   ഈ കാന്തയാകട്ടെ </vt:lpstr>
      <vt:lpstr>5 രക്ഷകാ! എഴുന്നള്ളി   യോജിപ്പിക്കിവരെ   ദീർഘകാലം സന്തോഷം   ചേർന്നു വസിച്ചീടാൻ </vt:lpstr>
      <vt:lpstr>6 വിശുദ്ധാത്മാവേ! വന്നു   ആശീർവദിക്ക നീ   സ്വർഗ്ഗ മണവാളനു   മണവാട്ടിയെപോൽ </vt:lpstr>
      <vt:lpstr>7 ഇവർ തങ്ങൾ കിരീടം   വെച്ചങ്ങു നിൻ പാദേ   ക്രിസ്തൻ മണവാട്ടിയായ്   സൗഭാഗ്യം ചേരട്ടെ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Aadya vivaaha naalil</dc:title>
  <dc:creator>Digital Input;GM JOHN</dc:creator>
  <cp:lastModifiedBy>Acsah Mathews</cp:lastModifiedBy>
  <cp:revision>431</cp:revision>
  <dcterms:created xsi:type="dcterms:W3CDTF">2013-04-19T09:19:07Z</dcterms:created>
  <dcterms:modified xsi:type="dcterms:W3CDTF">2018-11-19T16:34:54Z</dcterms:modified>
</cp:coreProperties>
</file>