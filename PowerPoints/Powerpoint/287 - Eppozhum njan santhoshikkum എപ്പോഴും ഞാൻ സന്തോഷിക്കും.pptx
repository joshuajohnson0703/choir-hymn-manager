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77" r:id="rId3"/>
    <p:sldId id="278" r:id="rId4"/>
    <p:sldId id="279" r:id="rId5"/>
    <p:sldId id="286" r:id="rId6"/>
    <p:sldId id="280" r:id="rId7"/>
    <p:sldId id="287" r:id="rId8"/>
    <p:sldId id="281" r:id="rId9"/>
    <p:sldId id="288" r:id="rId10"/>
    <p:sldId id="282" r:id="rId11"/>
    <p:sldId id="289" r:id="rId12"/>
    <p:sldId id="283" r:id="rId13"/>
    <p:sldId id="290" r:id="rId14"/>
    <p:sldId id="284" r:id="rId15"/>
    <p:sldId id="291" r:id="rId1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E7FDB-ECA4-4503-A768-A47EF92E102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2BAB3B-10CA-4699-8251-7A0B74E293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D808D4-565D-4AAA-94B5-8344D513184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3A2B8F-CC88-42ED-A9D3-7134F98A7F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39549A-C88A-4789-B545-07C235EFB3D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6645F-EC05-4EC8-85F8-F02FAA3661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66194-BD97-4594-ACA1-027205CB443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0AE08-329F-499A-8161-B8C483AA63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2CB5C3-47B5-40BA-B41E-0E92C1134B2D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449F7-BE32-44F1-90BF-430C16623D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FA1F1-3AC5-42DC-BB5A-7207081D072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9FDC8-30B3-4434-BED1-B1C5DACB59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266CC-ACC4-4242-88C1-2FA3AED54B1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279BB-FA8B-412E-9506-0790F3AE4E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68A3F-60BE-4765-AE79-89D07922383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CADA8-74E6-4CBF-B2F9-0AB5790E11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1A0C2-E862-440B-A358-71C401CCB6F8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88C85-0259-45EF-A678-1DE8476FEC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58928D-7AB4-4341-B18F-23454E2264B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65CD6F-253E-4BC9-9E2E-EDD531B976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70006-7094-4671-AD6F-930F2A8AF35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8FBD50-CFCA-421C-921E-6388518013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74D84B1-9576-4808-BC19-724255321B3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E11EADB-6B41-4EDF-BF99-EBD8498209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82B88-D47A-433B-AAE7-1FD9642013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287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എപ്പോഴും ഞാൻ സന്തോഷിക്കും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293F65-B28A-4D00-A14B-498B58F4E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676400"/>
          </a:xfrm>
        </p:spPr>
        <p:txBody>
          <a:bodyPr/>
          <a:lstStyle/>
          <a:p>
            <a:r>
              <a:rPr lang="sv-SE" sz="4000" b="1" dirty="0">
                <a:solidFill>
                  <a:schemeClr val="tx2">
                    <a:lumMod val="75000"/>
                  </a:schemeClr>
                </a:solidFill>
              </a:rPr>
              <a:t>Eppozhum njan santhoshikkum</a:t>
            </a:r>
          </a:p>
          <a:p>
            <a:r>
              <a:rPr lang="en-US" sz="3600" i="1" dirty="0"/>
              <a:t>Tune: The great physician – W.M. Hunter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6A0028-D466-40F0-B1BF-CE5550462485}"/>
              </a:ext>
            </a:extLst>
          </p:cNvPr>
          <p:cNvSpPr/>
          <p:nvPr/>
        </p:nvSpPr>
        <p:spPr>
          <a:xfrm>
            <a:off x="2090343" y="5162490"/>
            <a:ext cx="18325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(വി. നാഗൽ)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6DF599-A40E-44BE-A9C9-485BB9891EDE}"/>
              </a:ext>
            </a:extLst>
          </p:cNvPr>
          <p:cNvSpPr/>
          <p:nvPr/>
        </p:nvSpPr>
        <p:spPr>
          <a:xfrm>
            <a:off x="8977371" y="5162490"/>
            <a:ext cx="13858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(V. </a:t>
            </a:r>
            <a:r>
              <a:rPr lang="en-US" sz="2000" dirty="0" err="1">
                <a:solidFill>
                  <a:schemeClr val="accent2"/>
                </a:solidFill>
              </a:rPr>
              <a:t>Nagal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58160563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7620" y="1024354"/>
            <a:ext cx="12199620" cy="28956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എപ്പോഴും ഞാൻ സന്തോഷിക്കും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യേശു എന്‍റെ ഗാനം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എല്ലാടവും ആഘോഷിക്കും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രക്ഷകന്‍റെ ദാനം!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838200" y="3919954"/>
            <a:ext cx="9448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Eppozhum njan santhoshikkum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yeshu ente gaanam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Elladavum aaghoshikkum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rakshakante daanam! 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211809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533400"/>
            <a:ext cx="12169140" cy="2895600"/>
          </a:xfrm>
        </p:spPr>
        <p:txBody>
          <a:bodyPr anchor="t"/>
          <a:lstStyle/>
          <a:p>
            <a:pPr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നീ സ്വർഗ്ഗത്തിൽ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നാമം എഴുതി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ആരും എടുക്കാത്ത ഈ ഭാഗ്യം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സന്തോഷം!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0" y="3623846"/>
            <a:ext cx="1216914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Yeshuve! Nee swargatthil 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Ente naamam ezhuthi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Aarum edukkaatha ee bhagyam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santhosham!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4838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7620" y="1024354"/>
            <a:ext cx="12199620" cy="28956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നിൻ രാജ്യത്തിന്നൊരന്യനായ്‌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ഭൂമിയിൽ ഞാൻ ഉഴന്നു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നീ വന്നതാലെ ധന്യനായ്‌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പ്രവേശനം നീ തന്നു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838200" y="3919954"/>
            <a:ext cx="9448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Nin raajyatthi-noranyanaai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bhoomiyil njan uzhannu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Nee vannathaale dhanyanai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praveshanam nee thannu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092971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533400"/>
            <a:ext cx="12169140" cy="2895600"/>
          </a:xfrm>
        </p:spPr>
        <p:txBody>
          <a:bodyPr anchor="t"/>
          <a:lstStyle/>
          <a:p>
            <a:pPr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നീ സ്വർഗ്ഗത്തിൽ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നാമം എഴുതി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ആരും എടുക്കാത്ത ഈ ഭാഗ്യം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സന്തോഷം!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0" y="3623846"/>
            <a:ext cx="1216914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Yeshuve! Nee swargatthil 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Ente naamam ezhuthi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Aarum edukkaatha ee bhagyam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santhosham!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61626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7620" y="1024354"/>
            <a:ext cx="12199620" cy="28956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3	മഹത്വമുള്ള രക്ഷകാ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നീ തന്നെ സ്വർഗ്ഗ വാതിൽ!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സ്വർഗീയ ഗീതങ്ങൾ ഇതാ!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ധ്വനിക്കുന്നെന്‍റെ കാതിൽ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838200" y="3919954"/>
            <a:ext cx="9448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Mahathwamullha rakshakaa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nee thanne swarga vaathil!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Swargeeya geethangalh ithaa!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Dhwanikkunnente kaathil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407461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533400"/>
            <a:ext cx="12169140" cy="2895600"/>
          </a:xfrm>
        </p:spPr>
        <p:txBody>
          <a:bodyPr anchor="t"/>
          <a:lstStyle/>
          <a:p>
            <a:pPr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നീ സ്വർഗ്ഗത്തിൽ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നാമം എഴുതി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ആരും എടുക്കാത്ത ഈ ഭാഗ്യം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സന്തോഷം!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0" y="3623846"/>
            <a:ext cx="1216914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Yeshuve! Nee swargatthil 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Ente naamam ezhuthi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Aarum edukkaatha ee bhagyam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santhosham!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5591914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7620" y="1024354"/>
            <a:ext cx="12199620" cy="28956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എൻനാമം മായ്ച്ചു കളവാൻ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പിശാചിനാൽ അസാദ്ധ്യം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എൻയേശു ശക്തൻ കാത്തിടും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തൻ രക്തത്തിൻ സമ്പാദ്യം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838200" y="3919954"/>
            <a:ext cx="9448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naamam maaychu kalhavaan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pishaachinaal asaadhyam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yeshu shakthan kaatthidum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than rakthathin sambaadyam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950068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533400"/>
            <a:ext cx="12169140" cy="2895600"/>
          </a:xfrm>
        </p:spPr>
        <p:txBody>
          <a:bodyPr anchor="t"/>
          <a:lstStyle/>
          <a:p>
            <a:pPr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നീ സ്വർഗ്ഗത്തിൽ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നാമം എഴുതി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ആരും എടുക്കാത്ത ഈ ഭാഗ്യം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സന്തോഷം!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0" y="3623846"/>
            <a:ext cx="1216914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Yeshuve! Nee swargatthil 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Ente naamam ezhuthi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Aarum edukkaatha ee bhagyam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santhosham!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806747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7620" y="1024354"/>
            <a:ext cx="12199620" cy="28956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മൃത്യുവിൻ നാൾ സമീപിച്ചാൽ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ഇങ്ങില്ല ക്ലേശം താപം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എൻ ജീവൻ ക്രിസ്തൻ ആകയാൽ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മരിക്കയാലും ലാഭം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838200" y="3919954"/>
            <a:ext cx="9448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Mrithyuvin naalh sameepichaal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ingilla klesham thaapam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jeevan kristhan aakayaal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marikkayaalum laabham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442425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533400"/>
            <a:ext cx="12169140" cy="2895600"/>
          </a:xfrm>
        </p:spPr>
        <p:txBody>
          <a:bodyPr anchor="t"/>
          <a:lstStyle/>
          <a:p>
            <a:pPr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നീ സ്വർഗ്ഗത്തിൽ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നാമം എഴുതി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ആരും എടുക്കാത്ത ഈ ഭാഗ്യം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സന്തോഷം!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0" y="3623846"/>
            <a:ext cx="1216914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Yeshuve! Nee swargatthil 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Ente naamam ezhuthi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Aarum edukkaatha ee bhagyam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santhosham!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246790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7620" y="1024354"/>
            <a:ext cx="12199620" cy="28956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6	തൻ ന്യായതീർപ്പു കേൾക്കുമ്പോൾ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അനേകർ ഭ്രമിച്ചീടും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എനിക്കോ യേശുരാജൻ ചൊൽ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നിത്യാനന്ദം നല്കീടും!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838200" y="3919954"/>
            <a:ext cx="9448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Than nyaayatheerppu kelhkkumbolh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anekar bhramicheedum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Enikko yeshuraajan chol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nithyaanandam nalkeedum!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147650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533400"/>
            <a:ext cx="12169140" cy="2895600"/>
          </a:xfrm>
        </p:spPr>
        <p:txBody>
          <a:bodyPr anchor="t"/>
          <a:lstStyle/>
          <a:p>
            <a:pPr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നീ സ്വർഗ്ഗത്തിൽ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നാമം എഴുതി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ആരും എടുക്കാത്ത ഈ ഭാഗ്യം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സന്തോഷം!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0" y="3623846"/>
            <a:ext cx="1216914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Yeshuve! Nee swargatthil 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Ente naamam ezhuthi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Aarum edukkaatha ee bhagyam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santhosham!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113175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7620" y="1024354"/>
            <a:ext cx="12199620" cy="2895600"/>
          </a:xfrm>
        </p:spPr>
        <p:txBody>
          <a:bodyPr anchor="t"/>
          <a:lstStyle/>
          <a:p>
            <a:pPr algn="l"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7	സന്തോഷമേ! സന്തോഷമേ!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എൻ ദൈവത്തിനു സ്‌തോത്രം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എൻജീവനാം എൻയേശുവേ!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നീയും സ്തുതിക്കുപാത്രം!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838200" y="3919954"/>
            <a:ext cx="94488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Santhoshame! Santhoshame!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daivathinnu sthothram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jeevanaam en yeshuve! </a:t>
            </a:r>
          </a:p>
          <a:p>
            <a:pPr algn="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Neeyum sthuthikku paathram!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142767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533400"/>
            <a:ext cx="12169140" cy="2895600"/>
          </a:xfrm>
        </p:spPr>
        <p:txBody>
          <a:bodyPr anchor="t"/>
          <a:lstStyle/>
          <a:p>
            <a:pPr defTabSz="395288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നീ സ്വർഗ്ഗത്തിൽ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നാമം എഴുതി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ആരും എടുക്കാത്ത ഈ ഭാഗ്യം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സന്തോഷം!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24AAD8-DD22-4A76-9BB1-B6917DF48873}"/>
              </a:ext>
            </a:extLst>
          </p:cNvPr>
          <p:cNvSpPr/>
          <p:nvPr/>
        </p:nvSpPr>
        <p:spPr>
          <a:xfrm>
            <a:off x="0" y="3623846"/>
            <a:ext cx="1216914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Yeshuve! Nee swargatthil 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Ente naamam ezhuthi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Aarum edukkaatha ee bhagyam</a:t>
            </a:r>
          </a:p>
          <a:p>
            <a:pPr algn="ctr">
              <a:lnSpc>
                <a:spcPct val="125000"/>
              </a:lnSpc>
            </a:pPr>
            <a:r>
              <a:rPr lang="sv-SE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 santhosham!</a:t>
            </a:r>
            <a:endParaRPr lang="en-US" sz="36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339506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261</Words>
  <Application>Microsoft Office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Kartika</vt:lpstr>
      <vt:lpstr>Office Theme</vt:lpstr>
      <vt:lpstr>287 എപ്പോഴും ഞാൻ സന്തോഷിക്കും</vt:lpstr>
      <vt:lpstr>1 എപ്പോഴും ഞാൻ സന്തോഷിക്കും   എൻ യേശു എന്‍റെ ഗാനം  എല്ലാടവും ആഘോഷിക്കും   എൻ രക്ഷകന്‍റെ ദാനം!</vt:lpstr>
      <vt:lpstr>യേശുവേ! നീ സ്വർഗ്ഗത്തിൽ  എന്‍റെ നാമം എഴുതി ആരും എടുക്കാത്ത ഈ ഭാഗ്യം  എൻ സന്തോഷം!</vt:lpstr>
      <vt:lpstr>2 നിൻ രാജ്യത്തിന്നൊരന്യനായ്‌   ഭൂമിയിൽ ഞാൻ ഉഴന്നു  നീ വന്നതാലെ ധന്യനായ്‌   പ്രവേശനം നീ തന്നു</vt:lpstr>
      <vt:lpstr>യേശുവേ! നീ സ്വർഗ്ഗത്തിൽ  എന്‍റെ നാമം എഴുതി ആരും എടുക്കാത്ത ഈ ഭാഗ്യം  എൻ സന്തോഷം!</vt:lpstr>
      <vt:lpstr>3 മഹത്വമുള്ള രക്ഷകാ   നീ തന്നെ സ്വർഗ്ഗ വാതിൽ!  സ്വർഗീയ ഗീതങ്ങൾ ഇതാ!   ധ്വനിക്കുന്നെന്‍റെ കാതിൽ</vt:lpstr>
      <vt:lpstr>യേശുവേ! നീ സ്വർഗ്ഗത്തിൽ  എന്‍റെ നാമം എഴുതി ആരും എടുക്കാത്ത ഈ ഭാഗ്യം  എൻ സന്തോഷം!</vt:lpstr>
      <vt:lpstr>4 എൻനാമം മായ്ച്ചു കളവാൻ   പിശാചിനാൽ അസാദ്ധ്യം  എൻയേശു ശക്തൻ കാത്തിടും   തൻ രക്തത്തിൻ സമ്പാദ്യം</vt:lpstr>
      <vt:lpstr>യേശുവേ! നീ സ്വർഗ്ഗത്തിൽ  എന്‍റെ നാമം എഴുതി ആരും എടുക്കാത്ത ഈ ഭാഗ്യം  എൻ സന്തോഷം!</vt:lpstr>
      <vt:lpstr>5 മൃത്യുവിൻ നാൾ സമീപിച്ചാൽ   ഇങ്ങില്ല ക്ലേശം താപം  എൻ ജീവൻ ക്രിസ്തൻ ആകയാൽ   മരിക്കയാലും ലാഭം</vt:lpstr>
      <vt:lpstr>യേശുവേ! നീ സ്വർഗ്ഗത്തിൽ  എന്‍റെ നാമം എഴുതി ആരും എടുക്കാത്ത ഈ ഭാഗ്യം  എൻ സന്തോഷം!</vt:lpstr>
      <vt:lpstr>6 തൻ ന്യായതീർപ്പു കേൾക്കുമ്പോൾ   അനേകർ ഭ്രമിച്ചീടും  എനിക്കോ യേശുരാജൻ ചൊൽ   നിത്യാനന്ദം നല്കീടും!</vt:lpstr>
      <vt:lpstr>യേശുവേ! നീ സ്വർഗ്ഗത്തിൽ  എന്‍റെ നാമം എഴുതി ആരും എടുക്കാത്ത ഈ ഭാഗ്യം  എൻ സന്തോഷം!</vt:lpstr>
      <vt:lpstr>7 സന്തോഷമേ! സന്തോഷമേ!   എൻ ദൈവത്തിനു സ്‌തോത്രം  എൻജീവനാം എൻയേശുവേ!   നീയും സ്തുതിക്കുപാത്രം!</vt:lpstr>
      <vt:lpstr>യേശുവേ! നീ സ്വർഗ്ഗത്തിൽ  എന്‍റെ നാമം എഴുതി ആരും എടുക്കാത്ത ഈ ഭാഗ്യം  എൻ സന്തോഷം!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Eppozhum njan santhoshikkum</dc:title>
  <dc:creator>Digital Input:; GM JOHN; Acsah Mathews</dc:creator>
  <cp:lastModifiedBy>Acsah Mathews</cp:lastModifiedBy>
  <cp:revision>121</cp:revision>
  <dcterms:created xsi:type="dcterms:W3CDTF">2013-04-19T09:19:07Z</dcterms:created>
  <dcterms:modified xsi:type="dcterms:W3CDTF">2018-11-15T18:17:48Z</dcterms:modified>
</cp:coreProperties>
</file>