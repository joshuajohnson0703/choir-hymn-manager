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FDF6A-B9FA-4E1F-B187-4F64088428A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25904-FC31-487B-AF2A-0DB02AA424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D168E-ACFE-4944-8F6D-035E9FD25CA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32A75-3149-4C6E-99ED-EE45D971CB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74997-8319-43A0-8F5E-031E3246B13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75061E-66F0-4C91-AE0D-F30DFA6E51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89B85-B687-4FAC-8CCE-2D9AB81F739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E1A76-87C6-41B7-864F-77C2BFBE45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13BF2-F352-469D-8F40-F9C4468536F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D831E4-7095-4726-B461-03C5858E4B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650FC-9292-4C3F-BEC8-56334591CBC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C907D-9DB2-4621-B487-938F4B2489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FD830-A3C9-4362-BFA7-999806952D5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EDB2A-93B2-4E1D-A032-2EB2E79CE3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70CE8-3CA6-4AC7-8927-C4C05519DEB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BBCC2-F392-49A6-91C8-BA6149C9DB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CF80D-131E-4754-9D02-456864883E7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6648B-40F7-4D9F-89E5-C5EE8BAAD4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9D762-49C3-42E8-A6A1-C9456BEF6FA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4C364-4A6F-464A-8FFB-A251CD2C6D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2FE25-B00F-4549-849E-F8D85853B71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5010B-5BDF-49B2-8792-2E9BDD175B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82C4153-DED3-4855-9F85-66035F6DAEB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BCC2C70-CCAC-49AF-A3DF-A29DBB9024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48E4-F3B1-4A06-97B2-4AED72F113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പരദേവാ സ്വര്‍ഗ്ഗപുര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B87D3-51EA-4085-A3E3-74E7D60E2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Paradevaa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swarggapura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800CBE-A9D2-4889-8CFB-8E3AAB829340}"/>
              </a:ext>
            </a:extLst>
          </p:cNvPr>
          <p:cNvSpPr/>
          <p:nvPr/>
        </p:nvSpPr>
        <p:spPr>
          <a:xfrm>
            <a:off x="9057120" y="5168563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285509-2F63-4C95-B387-F8A963AB710C}"/>
              </a:ext>
            </a:extLst>
          </p:cNvPr>
          <p:cNvSpPr/>
          <p:nvPr/>
        </p:nvSpPr>
        <p:spPr>
          <a:xfrm>
            <a:off x="1143000" y="5168563"/>
            <a:ext cx="2268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5276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പരദേവാ സ്വര്‍ഗ്ഗ-പുരദേവ ബഹു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വരദേവാ പങ്കഹരദേവാ യേശുദേവാ!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പരലോകം വിട്ടു നരലോകേ ഒരു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ചെറുബാലന്‍ ആയ-പരസൂനോ! – യേശുദേവാ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748437-C4B4-4B16-9457-9CC8322701C2}"/>
              </a:ext>
            </a:extLst>
          </p:cNvPr>
          <p:cNvSpPr/>
          <p:nvPr/>
        </p:nvSpPr>
        <p:spPr>
          <a:xfrm>
            <a:off x="0" y="3776246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swargga-puradeva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bahu-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pankaharadevaa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Paralokam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vittu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naraloke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Cherubaalan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parasoono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ആനന്ദമേ പരമാനന്ദമേ- സദാ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ആനന്ദമേ നിനക്കേ വന്ദനം യേശുദേവാ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ഹാലേലുയ്യാ പിതാവിനല്ലേലുയ്യാ എന്നും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ഹല്ലേലൂയാ എങ്ങും ഹല്ലേലൂയാ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ആമേ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748437-C4B4-4B16-9457-9CC8322701C2}"/>
              </a:ext>
            </a:extLst>
          </p:cNvPr>
          <p:cNvSpPr/>
          <p:nvPr/>
        </p:nvSpPr>
        <p:spPr>
          <a:xfrm>
            <a:off x="0" y="3776246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param-aanandame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sadaa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Aanandame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deva!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pithaavinallelluyya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engum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amen</a:t>
            </a:r>
          </a:p>
        </p:txBody>
      </p:sp>
    </p:spTree>
    <p:extLst>
      <p:ext uri="{BB962C8B-B14F-4D97-AF65-F5344CB8AC3E}">
        <p14:creationId xmlns:p14="http://schemas.microsoft.com/office/powerpoint/2010/main" val="22318009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ഏലോഹീം തിരുസുതൻ ഇമ്മാനുവേലിനും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ലോകം പരലോകം എങ്ങും ഹല്ലെലുയാ-ആമേൻ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ശുദ്ധാത്മാവിനും നിത്യം - ഹല്ലെലുയ്യ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പരിശുദ്ധാത്മ ദേവനെന്നും ഹല്ലെലുയാ-ആമേ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748437-C4B4-4B16-9457-9CC8322701C2}"/>
              </a:ext>
            </a:extLst>
          </p:cNvPr>
          <p:cNvSpPr/>
          <p:nvPr/>
        </p:nvSpPr>
        <p:spPr>
          <a:xfrm>
            <a:off x="0" y="3776246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Aeloheem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thirusuthan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immanuvelinum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paralokam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engum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amen</a:t>
            </a:r>
          </a:p>
          <a:p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Shudhaathmaavinum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halleluyyaa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Parishudhaathma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devanennum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halleluyaa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amen.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C27BBE-2AC4-4BDB-9057-CD72E80AF544}"/>
              </a:ext>
            </a:extLst>
          </p:cNvPr>
          <p:cNvSpPr/>
          <p:nvPr/>
        </p:nvSpPr>
        <p:spPr>
          <a:xfrm>
            <a:off x="9296400" y="6462594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Moshavatsalam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513DBF-EBE6-4508-B304-C5561BE9D251}"/>
              </a:ext>
            </a:extLst>
          </p:cNvPr>
          <p:cNvSpPr/>
          <p:nvPr/>
        </p:nvSpPr>
        <p:spPr>
          <a:xfrm>
            <a:off x="9519046" y="3322077"/>
            <a:ext cx="2060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(മോശവത്സലം)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75498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101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103 പരദേവാ സ്വര്‍ഗ്ഗപുര</vt:lpstr>
      <vt:lpstr>1 പരദേവാ സ്വര്‍ഗ്ഗ-പുരദേവ ബഹു  വരദേവാ പങ്കഹരദേവാ യേശുദേവാ!  2 പരലോകം വിട്ടു നരലോകേ ഒരു  ചെറുബാലന്‍ ആയ-പരസൂനോ! – യേശുദേവാ! </vt:lpstr>
      <vt:lpstr>3 ആനന്ദമേ പരമാനന്ദമേ- സദാ    ആനന്ദമേ നിനക്കേ വന്ദനം യേശുദേവാ! നിത്യം   4 ഹാലേലുയ്യാ പിതാവിനല്ലേലുയ്യാ എന്നും    ഹല്ലേലൂയാ എങ്ങും ഹല്ലേലൂയാ - ആമേന്‍</vt:lpstr>
      <vt:lpstr>5 ഏലോഹീം തിരുസുതൻ ഇമ്മാനുവേലിനും   ഈ ലോകം പരലോകം എങ്ങും ഹല്ലെലുയാ-ആമേൻ  6 ശുദ്ധാത്മാവിനും നിത്യം - ഹല്ലെലുയ്യ     പരിശുദ്ധാത്മ ദേവനെന്നും ഹല്ലെലുയാ-ആമേന്‍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Paradeva swargapura deva</dc:title>
  <dc:creator>Digital Input:; GM JOHN; Acsah Mathews</dc:creator>
  <cp:lastModifiedBy>Acsah Mathews</cp:lastModifiedBy>
  <cp:revision>160</cp:revision>
  <dcterms:created xsi:type="dcterms:W3CDTF">2013-04-19T09:19:07Z</dcterms:created>
  <dcterms:modified xsi:type="dcterms:W3CDTF">2018-11-02T13:31:22Z</dcterms:modified>
</cp:coreProperties>
</file>