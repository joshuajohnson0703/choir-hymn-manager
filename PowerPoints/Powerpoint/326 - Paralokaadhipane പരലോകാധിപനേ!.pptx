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83" r:id="rId3"/>
    <p:sldId id="287" r:id="rId4"/>
    <p:sldId id="294" r:id="rId5"/>
    <p:sldId id="288" r:id="rId6"/>
    <p:sldId id="295" r:id="rId7"/>
    <p:sldId id="289" r:id="rId8"/>
    <p:sldId id="296" r:id="rId9"/>
    <p:sldId id="290" r:id="rId10"/>
    <p:sldId id="297" r:id="rId11"/>
    <p:sldId id="291" r:id="rId12"/>
    <p:sldId id="298" r:id="rId13"/>
    <p:sldId id="292" r:id="rId14"/>
    <p:sldId id="299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98AEA6-EFF1-4C56-9AC0-4064BDE561AD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983BF5-E0CB-4874-9CFC-91819315A4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86DA6B-1F8D-4342-9F9E-0926D8E0E436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181D5C-5967-46DE-A5B3-8CB02184B2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408E5-B437-42F2-8E8B-81698F4D5334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7C39B9-F89F-47DE-8594-72BA81539D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91907-BE05-49F1-93F8-D4343D2F2EE4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08CD88-78E2-4517-BC74-9566EC8670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4441C-19D9-4BBB-AB08-E77B864A01FB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E4A711-3F80-4953-A89C-A37705692E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1E5ADD-BDD5-4099-8AF4-58952ED3A070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3231D-5995-40F6-B536-3FD7756A43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CCBF9B-762F-4BFB-87CD-DC6220602DB9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C5F09-6B4A-4BD8-983B-BF461F3A3E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C027DD-2BBB-4B54-86C6-5AD3480B5B64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08AAB0-C711-41F4-ABDA-EA9BE38513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3A22B1-70D1-49AC-90C3-DC05F3FC85EC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1C60B-B7D5-4A58-B08F-5F857A922D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B6FA1A-3D62-4174-9F20-AC8800825387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2CB395-3405-4664-A5B1-533700074B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CBF3A2-04C6-4137-A20A-184B5BD0301B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FB8A3-0AB4-4326-B051-ED170CF8C9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4B211C0-E3B7-4735-9622-96DF03B6FDCD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49D6927-ACA3-4265-B94B-23E6C7B423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D2472-0EA4-4F0C-BE33-C143309EF3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326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പരലോകാധിപനേ!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378341-CC37-4798-A147-08B8E6226A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Paralokaadhipane!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50204E-8B67-47CD-91D9-8101E9D07DCD}"/>
              </a:ext>
            </a:extLst>
          </p:cNvPr>
          <p:cNvSpPr/>
          <p:nvPr/>
        </p:nvSpPr>
        <p:spPr>
          <a:xfrm>
            <a:off x="1668780" y="4676745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</a:rPr>
              <a:t>(മോശവത്സലം)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2EBC75-4D35-47DF-8C78-9432A996F417}"/>
              </a:ext>
            </a:extLst>
          </p:cNvPr>
          <p:cNvSpPr/>
          <p:nvPr/>
        </p:nvSpPr>
        <p:spPr>
          <a:xfrm>
            <a:off x="8534400" y="4676745"/>
            <a:ext cx="23342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Moshavatsalam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25433989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12192000" cy="3429000"/>
          </a:xfrm>
        </p:spPr>
        <p:txBody>
          <a:bodyPr anchor="t"/>
          <a:lstStyle/>
          <a:p>
            <a:pPr defTabSz="463550"/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പരലോകാധിപനേ!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പരനേ!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വരണം തിരുഭവനേ...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പരനേ കൃപയാൽ തിരു മന്ദിരത്തിൽ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ഇറങ്ങി ആവസിക്കണമേ പരനേ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പര....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74ECCB-B8C1-48EB-8CE6-809A8F3142F9}"/>
              </a:ext>
            </a:extLst>
          </p:cNvPr>
          <p:cNvSpPr/>
          <p:nvPr/>
        </p:nvSpPr>
        <p:spPr>
          <a:xfrm>
            <a:off x="7620" y="3047395"/>
            <a:ext cx="12192000" cy="3818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2400" i="1" dirty="0">
                <a:solidFill>
                  <a:srgbClr val="002060"/>
                </a:solidFill>
                <a:latin typeface="+mn-lt"/>
              </a:rPr>
              <a:t>Pallavi</a:t>
            </a:r>
          </a:p>
          <a:p>
            <a:pPr algn="ctr"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Paralokaadhipane!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thirubhavane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  <a:p>
            <a:pPr algn="ctr">
              <a:lnSpc>
                <a:spcPct val="112000"/>
              </a:lnSpc>
            </a:pPr>
            <a:r>
              <a:rPr lang="en-US" sz="2400" i="1" dirty="0" err="1">
                <a:solidFill>
                  <a:srgbClr val="002060"/>
                </a:solidFill>
                <a:latin typeface="+mn-lt"/>
              </a:rPr>
              <a:t>Anupallavi</a:t>
            </a:r>
            <a:endParaRPr lang="en-US" sz="2400" i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kripayaal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thirumandiraththil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Irangi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aavasikkanhame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										-para…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193374"/>
            <a:ext cx="12192000" cy="2286000"/>
          </a:xfrm>
        </p:spPr>
        <p:txBody>
          <a:bodyPr anchor="t"/>
          <a:lstStyle/>
          <a:p>
            <a:pPr algn="l" defTabSz="4635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പരത്തിലും ഭൂമിയിലും ഇതെന്യേ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പരലോകങ്ങളിലും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ഒരു വിധം നിറഞ്ഞു ഒന്നിലുമടങ്ങാ-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തുന്ന തനായവനേ-പരനേ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74ECCB-B8C1-48EB-8CE6-809A8F3142F9}"/>
              </a:ext>
            </a:extLst>
          </p:cNvPr>
          <p:cNvSpPr/>
          <p:nvPr/>
        </p:nvSpPr>
        <p:spPr>
          <a:xfrm>
            <a:off x="0" y="3657601"/>
            <a:ext cx="12192000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Paraththilum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bhoomiyilum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ithenye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paralokangalhilum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Oruvidham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nirhanju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onnilumadangaa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thunnathannyavane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067891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" y="1295400"/>
            <a:ext cx="12192000" cy="1600200"/>
          </a:xfrm>
        </p:spPr>
        <p:txBody>
          <a:bodyPr anchor="t"/>
          <a:lstStyle/>
          <a:p>
            <a:pPr defTabSz="46355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പരലോകാധിപനേ!-പരനേ!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വരണം തിരുഭവനേ...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74ECCB-B8C1-48EB-8CE6-809A8F3142F9}"/>
              </a:ext>
            </a:extLst>
          </p:cNvPr>
          <p:cNvSpPr/>
          <p:nvPr/>
        </p:nvSpPr>
        <p:spPr>
          <a:xfrm>
            <a:off x="7620" y="3047395"/>
            <a:ext cx="12192000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Paralokaadhipane!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thirubhavane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2297020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193374"/>
            <a:ext cx="12192000" cy="2286000"/>
          </a:xfrm>
        </p:spPr>
        <p:txBody>
          <a:bodyPr anchor="t"/>
          <a:lstStyle/>
          <a:p>
            <a:pPr algn="l" defTabSz="4635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അടിയാര്‍ക്കീ ആലയത്തെ ലഭിപ്പാൻ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ഇടവരുത്തിയ നാഥാ!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അടിമകള്‍ നിന്നെ-അടിതൊഴുതിടുന്നേ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അംഗീകരിക്കണമേ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പരനേ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74ECCB-B8C1-48EB-8CE6-809A8F3142F9}"/>
              </a:ext>
            </a:extLst>
          </p:cNvPr>
          <p:cNvSpPr/>
          <p:nvPr/>
        </p:nvSpPr>
        <p:spPr>
          <a:xfrm>
            <a:off x="0" y="3657601"/>
            <a:ext cx="12192000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Adiyaarkkee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aalayathe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labhippaan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ida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varuththiya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Adimakalh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adithozhuthidunne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angeekarikkanhame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4537831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" y="1295400"/>
            <a:ext cx="12192000" cy="1600200"/>
          </a:xfrm>
        </p:spPr>
        <p:txBody>
          <a:bodyPr anchor="t"/>
          <a:lstStyle/>
          <a:p>
            <a:pPr defTabSz="46355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പരലോകാധിപനേ!-പരനേ!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വരണം തിരുഭവനേ...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74ECCB-B8C1-48EB-8CE6-809A8F3142F9}"/>
              </a:ext>
            </a:extLst>
          </p:cNvPr>
          <p:cNvSpPr/>
          <p:nvPr/>
        </p:nvSpPr>
        <p:spPr>
          <a:xfrm>
            <a:off x="7620" y="3047395"/>
            <a:ext cx="12192000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Paralokaadhipane!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thirubhavane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5034766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193374"/>
            <a:ext cx="12192000" cy="2286000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തിരുകൃപ തിരുബലവും ദയയും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തിരുമഹിമയും ക്ഷമയും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പരിചോടു പരനേ! അരുളീയാലയത്തിൽ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നിറച്ചു വെച്ചീടണമേ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പരനേ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74ECCB-B8C1-48EB-8CE6-809A8F3142F9}"/>
              </a:ext>
            </a:extLst>
          </p:cNvPr>
          <p:cNvSpPr/>
          <p:nvPr/>
        </p:nvSpPr>
        <p:spPr>
          <a:xfrm>
            <a:off x="0" y="3657601"/>
            <a:ext cx="12192000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Thirukripa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thirubalam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dayayum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thirumahimayum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kshamayum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Parichodu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Arulheeyaalayaththil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nirhachuvecheedanhame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4969568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" y="1295400"/>
            <a:ext cx="12192000" cy="1600200"/>
          </a:xfrm>
        </p:spPr>
        <p:txBody>
          <a:bodyPr anchor="t"/>
          <a:lstStyle/>
          <a:p>
            <a:pPr defTabSz="46355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പരലോകാധിപനേ!-പരനേ!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വരണം തിരുഭവനേ...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74ECCB-B8C1-48EB-8CE6-809A8F3142F9}"/>
              </a:ext>
            </a:extLst>
          </p:cNvPr>
          <p:cNvSpPr/>
          <p:nvPr/>
        </p:nvSpPr>
        <p:spPr>
          <a:xfrm>
            <a:off x="7620" y="3047395"/>
            <a:ext cx="12192000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Paralokaadhipane!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thirubhavane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5504572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193374"/>
            <a:ext cx="12192000" cy="2286000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സ്തുതിജപം തിരുധ്യാനം പ്രസംഗം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ഇതു മുതല്‍ നിന്‍ ഭവനേ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അധിക ഭക്തിയോടും ശ്രദ്ധയോടും നടപ്പാൻ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ഇതിൽ അധിവസിച്ചീടണമേ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74ECCB-B8C1-48EB-8CE6-809A8F3142F9}"/>
              </a:ext>
            </a:extLst>
          </p:cNvPr>
          <p:cNvSpPr/>
          <p:nvPr/>
        </p:nvSpPr>
        <p:spPr>
          <a:xfrm>
            <a:off x="0" y="3657601"/>
            <a:ext cx="12192000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thirudhyaanam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prasangam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ithumuthal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bhavane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Adhika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bhakthiyodum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shradhdhayodum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nadappan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adhivassikanhame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960108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" y="1295400"/>
            <a:ext cx="12192000" cy="1600200"/>
          </a:xfrm>
        </p:spPr>
        <p:txBody>
          <a:bodyPr anchor="t"/>
          <a:lstStyle/>
          <a:p>
            <a:pPr defTabSz="46355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പരലോകാധിപനേ!-പരനേ!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വരണം തിരുഭവനേ...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74ECCB-B8C1-48EB-8CE6-809A8F3142F9}"/>
              </a:ext>
            </a:extLst>
          </p:cNvPr>
          <p:cNvSpPr/>
          <p:nvPr/>
        </p:nvSpPr>
        <p:spPr>
          <a:xfrm>
            <a:off x="7620" y="3047395"/>
            <a:ext cx="12192000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Paralokaadhipane!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thirubhavane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5317650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193374"/>
            <a:ext cx="12192000" cy="2286000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നീതിയെ ധരിച്ചവരായ്‌ നിന്‍ ദാസര്‍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തിരു സേവ ചെയ്‌വാൻ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നീ ദയയോടെ നിത്യമീ സഭയിൽ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നിന്‍ കൃപ പകരണമേ! പരനേ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74ECCB-B8C1-48EB-8CE6-809A8F3142F9}"/>
              </a:ext>
            </a:extLst>
          </p:cNvPr>
          <p:cNvSpPr/>
          <p:nvPr/>
        </p:nvSpPr>
        <p:spPr>
          <a:xfrm>
            <a:off x="0" y="3657601"/>
            <a:ext cx="12192000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Neethiye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dharichavaraai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daasar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ninthiru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seva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dayayode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nithyamee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sabhayil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pakarenhame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325601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" y="1295400"/>
            <a:ext cx="12192000" cy="1600200"/>
          </a:xfrm>
        </p:spPr>
        <p:txBody>
          <a:bodyPr anchor="t"/>
          <a:lstStyle/>
          <a:p>
            <a:pPr defTabSz="46355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പരലോകാധിപനേ!-പരനേ!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വരണം തിരുഭവനേ...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74ECCB-B8C1-48EB-8CE6-809A8F3142F9}"/>
              </a:ext>
            </a:extLst>
          </p:cNvPr>
          <p:cNvSpPr/>
          <p:nvPr/>
        </p:nvSpPr>
        <p:spPr>
          <a:xfrm>
            <a:off x="7620" y="3047395"/>
            <a:ext cx="12192000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Paralokaadhipane!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thirubhavane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220487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193374"/>
            <a:ext cx="12192000" cy="2286000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അനുതപിച്ചീടുവാനും-മോചനം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അനുഭവിച്ചീടുവാനും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മനസ്സമാധാനം-പലര്‍ ലഭിപ്പാനും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കനിവായ്‌ ഈ സമയം പരനേ!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74ECCB-B8C1-48EB-8CE6-809A8F3142F9}"/>
              </a:ext>
            </a:extLst>
          </p:cNvPr>
          <p:cNvSpPr/>
          <p:nvPr/>
        </p:nvSpPr>
        <p:spPr>
          <a:xfrm>
            <a:off x="0" y="3657601"/>
            <a:ext cx="12192000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Anuthapicheeduvaanum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mochanam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anubhavicheeduvanum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Manassamaadhaanam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palarh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labhippaanum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kanivaai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6117325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" y="1295400"/>
            <a:ext cx="12192000" cy="1600200"/>
          </a:xfrm>
        </p:spPr>
        <p:txBody>
          <a:bodyPr anchor="t"/>
          <a:lstStyle/>
          <a:p>
            <a:pPr defTabSz="46355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പരലോകാധിപനേ!-പരനേ!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വരണം തിരുഭവനേ...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74ECCB-B8C1-48EB-8CE6-809A8F3142F9}"/>
              </a:ext>
            </a:extLst>
          </p:cNvPr>
          <p:cNvSpPr/>
          <p:nvPr/>
        </p:nvSpPr>
        <p:spPr>
          <a:xfrm>
            <a:off x="7620" y="3047395"/>
            <a:ext cx="12192000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Paralokaadhipane!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thirubhavane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2554394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1604</TotalTime>
  <Words>222</Words>
  <Application>Microsoft Office PowerPoint</Application>
  <PresentationFormat>Widescreen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Kartika</vt:lpstr>
      <vt:lpstr>Office Theme</vt:lpstr>
      <vt:lpstr>326 പരലോകാധിപനേ!</vt:lpstr>
      <vt:lpstr>പല്ലവി പരലോകാധിപനേ! - പരനേ! വരണം തിരുഭവനേ... അനുപല്ലവി പരനേ കൃപയാൽ തിരു മന്ദിരത്തിൽ ഇറങ്ങി ആവസിക്കണമേ പരനേ                    - പര....</vt:lpstr>
      <vt:lpstr>1 പരത്തിലും ഭൂമിയിലും ഇതെന്യേ  പരലോകങ്ങളിലും  ഒരു വിധം നിറഞ്ഞു ഒന്നിലുമടങ്ങാ-  തുന്ന തനായവനേ-പരനേ</vt:lpstr>
      <vt:lpstr>പരലോകാധിപനേ!-പരനേ! വരണം തിരുഭവനേ... </vt:lpstr>
      <vt:lpstr>2 അടിയാര്‍ക്കീ ആലയത്തെ ലഭിപ്പാൻ  ഇടവരുത്തിയ നാഥാ!  അടിമകള്‍ നിന്നെ-അടിതൊഴുതിടുന്നേ  അംഗീകരിക്കണമേ - പരനേ</vt:lpstr>
      <vt:lpstr>പരലോകാധിപനേ!-പരനേ! വരണം തിരുഭവനേ... </vt:lpstr>
      <vt:lpstr>3 തിരുകൃപ തിരുബലവും ദയയും  തിരുമഹിമയും ക്ഷമയും  പരിചോടു പരനേ! അരുളീയാലയത്തിൽ  നിറച്ചു വെച്ചീടണമേ - പരനേ</vt:lpstr>
      <vt:lpstr>പരലോകാധിപനേ!-പരനേ! വരണം തിരുഭവനേ... </vt:lpstr>
      <vt:lpstr>4 സ്തുതിജപം തിരുധ്യാനം പ്രസംഗം  ഇതു മുതല്‍ നിന്‍ ഭവനേ  അധിക ഭക്തിയോടും ശ്രദ്ധയോടും നടപ്പാൻ  ഇതിൽ അധിവസിച്ചീടണമേ</vt:lpstr>
      <vt:lpstr>പരലോകാധിപനേ!-പരനേ! വരണം തിരുഭവനേ... </vt:lpstr>
      <vt:lpstr>5 നീതിയെ ധരിച്ചവരായ്‌ നിന്‍ ദാസര്‍  തിരു സേവ ചെയ്‌വാൻ  നീ ദയയോടെ നിത്യമീ സഭയിൽ  നിന്‍ കൃപ പകരണമേ! പരനേ</vt:lpstr>
      <vt:lpstr>പരലോകാധിപനേ!-പരനേ! വരണം തിരുഭവനേ... </vt:lpstr>
      <vt:lpstr>6 അനുതപിച്ചീടുവാനും-മോചനം   അനുഭവിച്ചീടുവാനും  മനസ്സമാധാനം-പലര്‍ ലഭിപ്പാനും  കനിവായ്‌ ഈ സമയം പരനേ!</vt:lpstr>
      <vt:lpstr>പരലോകാധിപനേ!-പരനേ! വരണം തിരുഭവനേ...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Paralokaadhipane</dc:title>
  <dc:creator>Digital Input; GM JOHN; Acsah Mathews</dc:creator>
  <cp:lastModifiedBy>Acsah Mathews</cp:lastModifiedBy>
  <cp:revision>445</cp:revision>
  <dcterms:created xsi:type="dcterms:W3CDTF">2013-04-19T09:19:07Z</dcterms:created>
  <dcterms:modified xsi:type="dcterms:W3CDTF">2018-11-19T18:28:04Z</dcterms:modified>
</cp:coreProperties>
</file>