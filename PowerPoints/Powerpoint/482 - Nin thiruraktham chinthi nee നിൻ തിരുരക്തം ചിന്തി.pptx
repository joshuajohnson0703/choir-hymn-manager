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9E001-2552-4D5F-B711-2A3FC0DAD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F12D7-E3B0-4FB5-8676-E2C3FC6AC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E554C-8C5B-4D62-8669-B523FE02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45F2F-4745-499C-9004-C6D84E76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88B4F-5481-4883-BE1D-6D41FD94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16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BA0C0-D83C-479A-BF5F-036FD47B6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DC5E3-7E9C-473B-BC2E-F509543D0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61E8A-77E0-4449-838E-3CAF2DA9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C6E0C-CFE6-4B10-865E-CC58DE694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4B6D0-734A-417F-90A0-B6A1EBF2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06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F8845-F728-47D1-AAA0-F81C7E68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B2753-7BA5-4047-9CE7-9E086D42C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A2003-1442-48EA-85A8-EA9206EE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CFD85-ADB1-4936-A8FA-5A3893B5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837C6-665C-449F-9509-946D0E61E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90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3DFF-D1B4-4155-B82A-A9A852F0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60172-B7A1-467A-95AA-530AD6A70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D8ABD-0395-4FFF-B194-95A73CE25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48F0C-3CFA-436D-96B8-1F181929F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97E98-827D-4DFF-BBFE-06C1719B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8066E-6D2C-4D43-987C-247CF3D69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74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5A36-9E63-477E-96B7-E0427350E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C72C8-A891-4583-B290-B31828849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27BF5-A680-4B33-AC74-AF94265BA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151B8-8EA0-4A4B-B84E-4F04BCF6E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C8727F-059B-44AA-8847-D9CEDF097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A17EA5-7B88-4813-9669-143CD7BA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45FF20-823E-4A09-BE93-DF279C719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7ECEF-1348-4E9B-8A85-2B3AEEC34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0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28D2-B540-4431-9C35-DA1E00526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D2C06-1250-438C-AC53-9F90FE37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2EDB7-A490-4808-A60B-50EB67A9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C58A1-3554-4D07-8DD1-56A6D480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2462B-3A2B-4B6E-8C3F-929BCBD5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684C7-B0F9-4156-967C-30C28B66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DBAE0-460A-4D1A-9EDE-88A964AC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F9E9B-848D-496A-8EA5-2CAFE8026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4EBD5-6AE9-434E-BBA2-617CB1465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0CCAE-5319-4D47-9062-D008AE5AB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12283-43FD-4080-8048-9F508BC58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9BCA4-3387-4943-B070-AACB7E33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E168D-D232-41CB-A3E7-34ADC3F2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2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35F4E-9AF9-4A31-A3D3-1299DEB37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7135F-7281-49B3-883E-5677EB355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3E46B-6AC2-4979-905C-7B6BAA27E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07D30-C9F1-4EDC-8544-4C714CE0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8BA42-3D23-4557-964A-AA5E0F6A1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CB11F-655F-4CB9-9C5E-A14CE75B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41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18AB6-0F21-4619-89CD-09771F1AB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4C3CA-C245-47FA-8034-2805B02CB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7D955-AECE-4F02-9AEF-31F0577D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3EFF7-22C8-4342-A9F7-595ABEB6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3B53F-D6BD-4A98-AC99-43D29C4F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F3E6CD-AEFF-47FB-96B7-1F3C1C4A5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C0C6E-F2B1-48A6-AC6A-A9759BB1F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A0224-0724-4AAE-BC3B-81832C7D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4F450-8D90-4A87-BCC1-C116BE4A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31224-9313-45DB-94A3-E513706E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9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D972E-6777-4ECB-A7E1-7FCCD92D3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271CF-A850-46AA-93C5-DCD3945B2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8ED98-ED90-4736-81B0-F75FB4A50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87722-4EE3-46A2-98DA-504D6C1B3550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49542-B119-4693-9AB0-EA0283A8F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65174-EA65-4B2C-BBB5-8ADC9E0C7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02935-50E9-419D-9DEE-AFC3D8055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1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482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നിൻ തിരുരക്തം ചിന്തി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Nin </a:t>
            </a:r>
            <a:r>
              <a:rPr lang="en-US" sz="4000" b="1" dirty="0" err="1">
                <a:solidFill>
                  <a:srgbClr val="002060"/>
                </a:solidFill>
              </a:rPr>
              <a:t>thiru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raktham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chinthi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>
                <a:solidFill>
                  <a:srgbClr val="0070C0"/>
                </a:solidFill>
              </a:rPr>
              <a:t>O Thou who </a:t>
            </a:r>
            <a:r>
              <a:rPr lang="en-US" sz="4000" i="1" dirty="0" err="1">
                <a:solidFill>
                  <a:srgbClr val="0070C0"/>
                </a:solidFill>
              </a:rPr>
              <a:t>camest</a:t>
            </a:r>
            <a:r>
              <a:rPr lang="en-US" sz="4000" i="1" dirty="0">
                <a:solidFill>
                  <a:srgbClr val="0070C0"/>
                </a:solidFill>
              </a:rPr>
              <a:t> from above </a:t>
            </a:r>
            <a:endParaRPr lang="en-US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920258" y="1367410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നിൻ തിരു രക്തം ചിന്തി നീ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വീണ്ടെടുത്തെന്നെ യേശുവേ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അത്ഭുതമാം ഈ സ്നേഹത്തി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നെന്തു തരും നിനക്കു ഞാൻ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257909" y="3892208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thiruraktham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chinthi</a:t>
            </a:r>
            <a:r>
              <a:rPr lang="en-US" sz="3600" b="1" dirty="0">
                <a:solidFill>
                  <a:srgbClr val="002060"/>
                </a:solidFill>
              </a:rPr>
              <a:t> nee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Veendeduththenne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yeshuve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Athbhuthamaam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snehaththi</a:t>
            </a:r>
            <a:r>
              <a:rPr lang="en-US" sz="3600" b="1" dirty="0">
                <a:solidFill>
                  <a:srgbClr val="002060"/>
                </a:solidFill>
              </a:rPr>
              <a:t>-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nenthu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tharum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ninakku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1687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920258" y="1367410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എന്നെ വീണ്ടുകൊണ്ടതു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നിന്മഹത്വത്തിനാകയാല്‍ 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പ്രീയ നാഥനെ ഇതാ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അർപ്പിക്കുന്നു നിനക്കെന്നെ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257909" y="3892208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Nee </a:t>
            </a: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veendukondathu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mahathwathinaakayaal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preeya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naadhane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ithaa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Arpikkunnu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ninakkenne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9615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920258" y="1367410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വാസം ചെയ്തിടുകെന്നിൽ നീ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യേശുവേ നിൻ തിരുഹിതം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നിൻ ആവിയാൽ ക്ഷണം പ്രതി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എന്നിൽ നടത്തീടണമേ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257909" y="3892208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Vaasam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cheythidukennil</a:t>
            </a:r>
            <a:r>
              <a:rPr lang="en-US" sz="3600" b="1" dirty="0">
                <a:solidFill>
                  <a:srgbClr val="002060"/>
                </a:solidFill>
              </a:rPr>
              <a:t> nee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Yeshuve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thiruhitham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Nin </a:t>
            </a:r>
            <a:r>
              <a:rPr lang="en-US" sz="3600" b="1" dirty="0" err="1">
                <a:solidFill>
                  <a:srgbClr val="002060"/>
                </a:solidFill>
              </a:rPr>
              <a:t>aaviyaal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kshanham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prathi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nadaththeedanhame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54374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920258" y="1367410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എൻ ഹൃദയത്തിൽ പൂർണ്ണമാം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സ്നേഹത്തെ നാൾതോറും പ്രിയ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രക്ഷകനെ നിന്‍ സാന്നിധൌ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വെക്കേണമേ കാഴ്ചയായ് ഞാന്‍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257909" y="3892208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hridayaththin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poornhamaam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Snehaththe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naalhthorhum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priya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Rakshakane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sannidhou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Vekkenhame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kaazhchayaai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42185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920258" y="1367410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എന്നിൽ നീ വാണീടണമേ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മന്നവനായ് ദിനംപ്രതി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ലോകത്തിൽ നീ ജീവിച്ചപോല്‍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ആകേണം എന്‍റെ ജീവിതം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257909" y="3892208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Ennil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vaanheedanhame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Mannavanaai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dinam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prathi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Lokaththil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jeevichapol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Aakenham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jeevitham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5586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920258" y="1367410"/>
            <a:ext cx="11013833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ഭൂവിൽ നിന്നെന്നെ ദൈവമേ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വിളിക്കും മുമ്പിൽ 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ഈ വാഞ്ഛ സാധിപ്പാൻ എന്‍മേല്‍</a:t>
            </a:r>
          </a:p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ആവസിക്കണമേ കൃപ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257909" y="3892208"/>
            <a:ext cx="10691445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Bhoovil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daivame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Nee </a:t>
            </a:r>
            <a:r>
              <a:rPr lang="en-US" sz="3600" b="1" dirty="0" err="1">
                <a:solidFill>
                  <a:srgbClr val="002060"/>
                </a:solidFill>
              </a:rPr>
              <a:t>vilhikkum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mumbil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aho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vaanjcha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saadhippaam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enmel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Aavasikkenhame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kripa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400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94915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167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Kartika</vt:lpstr>
      <vt:lpstr>Office Theme</vt:lpstr>
      <vt:lpstr>482 നിൻ തിരുരക്തം ചിന്തി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 thiruraktham chinthi </dc:title>
  <dc:creator>Acsah Mathews</dc:creator>
  <cp:lastModifiedBy>Acsah Mathews</cp:lastModifiedBy>
  <cp:revision>1</cp:revision>
  <dcterms:created xsi:type="dcterms:W3CDTF">2018-12-03T14:11:29Z</dcterms:created>
  <dcterms:modified xsi:type="dcterms:W3CDTF">2018-12-03T14:19:21Z</dcterms:modified>
</cp:coreProperties>
</file>