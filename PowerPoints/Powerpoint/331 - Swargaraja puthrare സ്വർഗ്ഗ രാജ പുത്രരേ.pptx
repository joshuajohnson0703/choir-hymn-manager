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3" r:id="rId3"/>
    <p:sldId id="286" r:id="rId4"/>
    <p:sldId id="287" r:id="rId5"/>
    <p:sldId id="288" r:id="rId6"/>
    <p:sldId id="289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578DB-186B-46E3-9EC9-A570BDD5CFD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7DCC0F-495D-46B2-8F79-353FB3F5D5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0E62B-6D31-422B-B868-0F5AC62D4CC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812CC-A643-4084-9F88-D1FCF6B3E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6D902-D5A9-480B-96CA-51E4139B168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463FF-64B4-4E66-8556-ECBD80D2C7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DB0E1-385B-4AF0-BCA6-D65BD38C8B2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9C0E3-EA14-406E-8529-A45EAA37BD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5DE14-5518-4158-98A1-012FD8C7B9A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A0F30-65B1-4925-AE23-6223361E00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B2D3A-43C6-4602-AAF8-1C2E192AF02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A8846-EB42-45DA-97E3-EDF5E822CB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0F7B3-ACBD-4400-9184-1F9385CF413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40957-2D4C-4468-AAA8-C762E30DC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C8D02-25FC-4FCD-99CE-B1F2604DB79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D9F94-6FF3-4F66-84C4-9E514C7DDF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DBB726-DA79-4996-A292-AC4DAB983A8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2F6F6-2777-4329-919E-83AB1F03C3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DF450-9523-401F-9C62-56EB87B1D0A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B6888-553F-4670-A532-9C97F088F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6BF74-A3D0-46F8-B5CF-4D55477A2DF5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14FB6-FFBA-40E2-8608-5EBF1D7E98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F0BB42-3FA2-4154-9D5D-C15410B2CA0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ACC3DCD-8FA2-4F1E-9A33-780D6BB2C0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B96BE-107C-443C-94BA-2F9FD58E84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331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സ്വർഗ്ഗ രാജ പുത്രരേ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CF631-EEE7-4DEA-8C88-D88F7BE6A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Swarga </a:t>
            </a:r>
            <a:r>
              <a:rPr lang="en-US" sz="4000" b="1" dirty="0" err="1">
                <a:solidFill>
                  <a:srgbClr val="002060"/>
                </a:solidFill>
              </a:rPr>
              <a:t>Raaja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puthrarey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Children of the heavenly king – J. </a:t>
            </a:r>
            <a:r>
              <a:rPr lang="en-US" sz="3800" i="1" dirty="0" err="1">
                <a:solidFill>
                  <a:srgbClr val="002060"/>
                </a:solidFill>
              </a:rPr>
              <a:t>Cennic</a:t>
            </a:r>
            <a:endParaRPr lang="en-US" sz="38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0140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2108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 രാജ പുത്രരേ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യോഗ്യ സ്തോത്രം പാടുവിൻ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യാത്രപോകുമ്പോൾ തന്നെ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യേശുവിനെ സ്തുതിപ്പിൻ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CE281-8AB3-4B64-A212-81E7121C6A15}"/>
              </a:ext>
            </a:extLst>
          </p:cNvPr>
          <p:cNvSpPr txBox="1"/>
          <p:nvPr/>
        </p:nvSpPr>
        <p:spPr>
          <a:xfrm>
            <a:off x="0" y="378023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242DEE-AFDA-4772-826A-BB466650681B}"/>
              </a:ext>
            </a:extLst>
          </p:cNvPr>
          <p:cNvSpPr/>
          <p:nvPr/>
        </p:nvSpPr>
        <p:spPr>
          <a:xfrm>
            <a:off x="609600" y="3854605"/>
            <a:ext cx="9525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Swarga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Raaja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puthrarey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Yogya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sthothram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paaduvin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Yaathrapôkumbolh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Yeshuviney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sthuthippin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2108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ദൈവത്തിങ്കലേക്കു നാം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ആശയോടെ പോകുന്നു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മുൻ വിശ്വാസികൾ എല്ലാം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ഇപ്രകാരം നടന്നു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CE281-8AB3-4B64-A212-81E7121C6A15}"/>
              </a:ext>
            </a:extLst>
          </p:cNvPr>
          <p:cNvSpPr txBox="1"/>
          <p:nvPr/>
        </p:nvSpPr>
        <p:spPr>
          <a:xfrm>
            <a:off x="0" y="378023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242DEE-AFDA-4772-826A-BB466650681B}"/>
              </a:ext>
            </a:extLst>
          </p:cNvPr>
          <p:cNvSpPr/>
          <p:nvPr/>
        </p:nvSpPr>
        <p:spPr>
          <a:xfrm>
            <a:off x="609600" y="3854605"/>
            <a:ext cx="9525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Daivaththinkalèkku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Aashayodey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pôkunnu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vishwaasikalh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ellaam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Iprakaaram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55308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2108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ഭാഗ്യമുള്ള കൂട്ടമേ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ഘോഷിച്ച ങ്ങാനന്ദിപ്പിൻ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പാപലോകം പോകട്ടെ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 മോക്ഷം പ്രാപിപ്പാൻ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CE281-8AB3-4B64-A212-81E7121C6A15}"/>
              </a:ext>
            </a:extLst>
          </p:cNvPr>
          <p:cNvSpPr txBox="1"/>
          <p:nvPr/>
        </p:nvSpPr>
        <p:spPr>
          <a:xfrm>
            <a:off x="0" y="378023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242DEE-AFDA-4772-826A-BB466650681B}"/>
              </a:ext>
            </a:extLst>
          </p:cNvPr>
          <p:cNvSpPr/>
          <p:nvPr/>
        </p:nvSpPr>
        <p:spPr>
          <a:xfrm>
            <a:off x="609600" y="3854605"/>
            <a:ext cx="9525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Bhaagyamullha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koottamey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Ghoshichchangaanandippin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lôkam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pôkattey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Swargga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moksham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praapippin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91309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2108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പേടിക്കേണ്ട വേഗത്തിൽ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നിങ്ങൾ ദൈവത്തെ കാണും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നിങ്ങളെ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ജയത്തോടെ രക്ഷിക്കും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CE281-8AB3-4B64-A212-81E7121C6A15}"/>
              </a:ext>
            </a:extLst>
          </p:cNvPr>
          <p:cNvSpPr txBox="1"/>
          <p:nvPr/>
        </p:nvSpPr>
        <p:spPr>
          <a:xfrm>
            <a:off x="0" y="378023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242DEE-AFDA-4772-826A-BB466650681B}"/>
              </a:ext>
            </a:extLst>
          </p:cNvPr>
          <p:cNvSpPr/>
          <p:nvPr/>
        </p:nvSpPr>
        <p:spPr>
          <a:xfrm>
            <a:off x="609600" y="3854605"/>
            <a:ext cx="9525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Pèdikkenda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vègaththil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Daivaththey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Kristhu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ningalhey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Jayaththodey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rakshikkum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62495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2108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വഴി കാണിക്കേണമേ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മനസ്സോടെ ഞങ്ങളും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പ്രിയം ഉള്ള യേശുവേ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അനുഗമിക്കും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CE281-8AB3-4B64-A212-81E7121C6A15}"/>
              </a:ext>
            </a:extLst>
          </p:cNvPr>
          <p:cNvSpPr txBox="1"/>
          <p:nvPr/>
        </p:nvSpPr>
        <p:spPr>
          <a:xfrm>
            <a:off x="0" y="378023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242DEE-AFDA-4772-826A-BB466650681B}"/>
              </a:ext>
            </a:extLst>
          </p:cNvPr>
          <p:cNvSpPr/>
          <p:nvPr/>
        </p:nvSpPr>
        <p:spPr>
          <a:xfrm>
            <a:off x="609600" y="3854605"/>
            <a:ext cx="9525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kaanhikkenhamey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Manassodey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njangalhum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Priyam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ullha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Yeshuvey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anugamikkum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76519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81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331 സ്വർഗ്ഗ രാജ പുത്രരേ</vt:lpstr>
      <vt:lpstr>സ്വർഗ്ഗ രാജ പുത്രരേ  യോഗ്യ സ്തോത്രം പാടുവിൻ  യാത്രപോകുമ്പോൾ തന്നെ  യേശുവിനെ സ്തുതിപ്പിൻ</vt:lpstr>
      <vt:lpstr>ദൈവത്തിങ്കലേക്കു നാം  ആശയോടെ പോകുന്നു  മുൻ വിശ്വാസികൾ എല്ലാം  ഇപ്രകാരം നടന്നു </vt:lpstr>
      <vt:lpstr>ഭാഗ്യമുള്ള കൂട്ടമേ  ഘോഷിച്ച ങ്ങാനന്ദിപ്പിൻ  പാപലോകം പോകട്ടെ  സ്വർഗ്ഗ മോക്ഷം പ്രാപിപ്പാൻ </vt:lpstr>
      <vt:lpstr>പേടിക്കേണ്ട വേഗത്തിൽ  നിങ്ങൾ ദൈവത്തെ കാണും  യേശു ക്രിസ്തു നിങ്ങളെ  ജയത്തോടെ രക്ഷിക്കും </vt:lpstr>
      <vt:lpstr>വഴി കാണിക്കേണമേ  മനസ്സോടെ ഞങ്ങളും  പ്രിയം ഉള്ള യേശുവേ  നിന്നെ അനുഗമിക്കും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Swargaraja puthrare</dc:title>
  <dc:creator>Digital Input; GM JOHN; Acsah Mathews</dc:creator>
  <cp:lastModifiedBy>Acsah Mathews</cp:lastModifiedBy>
  <cp:revision>462</cp:revision>
  <dcterms:created xsi:type="dcterms:W3CDTF">2013-04-19T09:19:07Z</dcterms:created>
  <dcterms:modified xsi:type="dcterms:W3CDTF">2018-11-19T19:21:44Z</dcterms:modified>
</cp:coreProperties>
</file>