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0" r:id="rId2"/>
    <p:sldId id="270" r:id="rId3"/>
    <p:sldId id="274" r:id="rId4"/>
    <p:sldId id="275" r:id="rId5"/>
    <p:sldId id="276" r:id="rId6"/>
    <p:sldId id="277" r:id="rId7"/>
    <p:sldId id="278" r:id="rId8"/>
    <p:sldId id="279" r:id="rId9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52" autoAdjust="0"/>
    <p:restoredTop sz="94660"/>
  </p:normalViewPr>
  <p:slideViewPr>
    <p:cSldViewPr>
      <p:cViewPr varScale="1">
        <p:scale>
          <a:sx n="38" d="100"/>
          <a:sy n="38" d="100"/>
        </p:scale>
        <p:origin x="84" y="91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56C4785-650D-48F0-88FB-E7D81229F213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C037772-7B88-46EA-BD94-359DC6D5BC2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E1F1565-866A-445C-958C-F714AEA22F9F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B9BE8B-8289-41A2-9062-6327CAA053B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F4CD14E-5176-4ECD-986F-44D284AD31EB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56AA82-3B2A-4999-AEB3-05C630ECF68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3E2C7DD-09AE-483B-BD2E-F961AA6881C2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75C7873-AB32-4E05-B2B9-1777F0EDED2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E4EFF63-27C3-4A3C-A46C-6D8B0F9E3CDA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F85090-1283-405C-9E13-EB30A06075B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844E92-16DF-48AC-99A3-400ADBA47289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3DD6D11-5A6A-42AC-A278-B12B42E79FC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EBF7CF7-9681-4E60-9B06-E2DAD0569D81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BC67AC-2B33-41E8-9871-C1921BD3E29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C2CF3F3-4C4F-4728-8ECA-C13BBF878378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B0B0080-56FF-49F4-8B79-E0E6B319895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5E1DAE-641A-43CB-8BCD-61A837D759BE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55A65F8-20AA-49E8-9016-2623F3A06C7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88923B-B1B4-4D01-8670-EF35463835F7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4A2CE23-AFA8-48F8-AE9A-2DD9AEEB301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DD88557-44BD-4A9F-A0DB-5AB5D647A01A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A96960-DA7A-488D-B76C-FCF012AC143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665B6EFB-6E53-4B39-87E6-B3A6F95E296B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29A95CB2-9F73-4E72-8412-6DFE4396F45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C7DDDF-38BA-43BB-ACFA-ECF38B8AEE4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157</a:t>
            </a:r>
            <a:br>
              <a:rPr lang="en-US" dirty="0"/>
            </a:br>
            <a:r>
              <a:rPr lang="ml-IN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ജീവനായകനേ</a:t>
            </a:r>
            <a:r>
              <a:rPr lang="en-US" b="1" spc="-150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മനുവേല!</a:t>
            </a:r>
            <a:endParaRPr lang="en-US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C908AB7-E63A-4B16-89C5-325B7EF54D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838200"/>
          </a:xfrm>
        </p:spPr>
        <p:txBody>
          <a:bodyPr/>
          <a:lstStyle/>
          <a:p>
            <a:r>
              <a:rPr lang="en-US" sz="4000" b="1" dirty="0" err="1">
                <a:solidFill>
                  <a:schemeClr val="tx2"/>
                </a:solidFill>
              </a:rPr>
              <a:t>Jeevanaayakane</a:t>
            </a:r>
            <a:r>
              <a:rPr lang="en-US" sz="4000" b="1" dirty="0">
                <a:solidFill>
                  <a:schemeClr val="tx2"/>
                </a:solidFill>
              </a:rPr>
              <a:t> </a:t>
            </a:r>
            <a:r>
              <a:rPr lang="en-US" sz="4000" b="1" dirty="0" err="1">
                <a:solidFill>
                  <a:schemeClr val="tx2"/>
                </a:solidFill>
              </a:rPr>
              <a:t>manuvele</a:t>
            </a:r>
            <a:r>
              <a:rPr lang="en-US" sz="4000" b="1" dirty="0">
                <a:solidFill>
                  <a:schemeClr val="tx2"/>
                </a:solidFill>
              </a:rPr>
              <a:t>!</a:t>
            </a:r>
            <a:endParaRPr lang="en-US" sz="4000" dirty="0">
              <a:solidFill>
                <a:schemeClr val="tx2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48F5F4F-BF75-4DA1-853A-D5C524280B9B}"/>
              </a:ext>
            </a:extLst>
          </p:cNvPr>
          <p:cNvSpPr/>
          <p:nvPr/>
        </p:nvSpPr>
        <p:spPr>
          <a:xfrm>
            <a:off x="1828800" y="5010149"/>
            <a:ext cx="331533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ml-IN" sz="2000" b="1" dirty="0">
                <a:solidFill>
                  <a:schemeClr val="accent2"/>
                </a:solidFill>
              </a:rPr>
              <a:t>(യുസ്തുസ് യൌസേഫ്)</a:t>
            </a:r>
            <a:endParaRPr lang="en-US" sz="2000" b="1" dirty="0">
              <a:solidFill>
                <a:schemeClr val="accent2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20FAC1C-BBA4-4AA0-B854-F81B4A47C2DE}"/>
              </a:ext>
            </a:extLst>
          </p:cNvPr>
          <p:cNvSpPr/>
          <p:nvPr/>
        </p:nvSpPr>
        <p:spPr>
          <a:xfrm>
            <a:off x="8190426" y="5010149"/>
            <a:ext cx="255614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solidFill>
                  <a:schemeClr val="accent2"/>
                </a:solidFill>
              </a:rPr>
              <a:t>(</a:t>
            </a:r>
            <a:r>
              <a:rPr lang="en-US" sz="2000" b="1" dirty="0" err="1">
                <a:solidFill>
                  <a:schemeClr val="accent2"/>
                </a:solidFill>
              </a:rPr>
              <a:t>Yusthus</a:t>
            </a:r>
            <a:r>
              <a:rPr lang="en-US" sz="2000" b="1" dirty="0">
                <a:solidFill>
                  <a:schemeClr val="accent2"/>
                </a:solidFill>
              </a:rPr>
              <a:t> </a:t>
            </a:r>
            <a:r>
              <a:rPr lang="en-US" sz="2000" b="1" dirty="0" err="1">
                <a:solidFill>
                  <a:schemeClr val="accent2"/>
                </a:solidFill>
              </a:rPr>
              <a:t>Youseph</a:t>
            </a:r>
            <a:r>
              <a:rPr lang="en-US" sz="2000" b="1" dirty="0">
                <a:solidFill>
                  <a:schemeClr val="accent2"/>
                </a:solidFill>
              </a:rPr>
              <a:t>) </a:t>
            </a:r>
          </a:p>
        </p:txBody>
      </p:sp>
    </p:spTree>
    <p:extLst>
      <p:ext uri="{BB962C8B-B14F-4D97-AF65-F5344CB8AC3E}">
        <p14:creationId xmlns:p14="http://schemas.microsoft.com/office/powerpoint/2010/main" val="2142849399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-25400" y="1676400"/>
            <a:ext cx="12192000" cy="2209800"/>
          </a:xfrm>
        </p:spPr>
        <p:txBody>
          <a:bodyPr anchor="t"/>
          <a:lstStyle/>
          <a:p>
            <a:pPr algn="l" defTabSz="274320"/>
            <a:r>
              <a:rPr lang="ml-IN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ജീവ കൃപയിൻ നിജവിയർപ്പുവെള്ളം എന്‍റെ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മേലൊഴിച്ചു പാപത്തിൽ നിന്നുണർത്തി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നാവിലൊരുപുതിയ-പ്രാർത്ഥനയെ പകർന്ന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വൻ- എൻ-എൻ-എൻ- എൻ-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ജീവ...</a:t>
            </a:r>
            <a:b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endParaRPr lang="en-US" sz="32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157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2E86AB6-4F77-4C17-B39A-9918A736D701}"/>
              </a:ext>
            </a:extLst>
          </p:cNvPr>
          <p:cNvSpPr/>
          <p:nvPr/>
        </p:nvSpPr>
        <p:spPr>
          <a:xfrm>
            <a:off x="0" y="832247"/>
            <a:ext cx="12192000" cy="6155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ml-IN" sz="3400" b="1" spc="-15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ജീവനായകനേ</a:t>
            </a:r>
            <a:r>
              <a:rPr lang="en-US" sz="3400" b="1" spc="-15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spc="-15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മനുവേ-ല! എൻ-എൻ-എൻ-എൻ-</a:t>
            </a:r>
            <a:r>
              <a:rPr lang="en-US" sz="3400" b="1" spc="-15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spc="-15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ജീവ...</a:t>
            </a:r>
            <a:endParaRPr lang="en-US" sz="3400" spc="-15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8773B16-F0FC-4B76-97E9-4B2274148C04}"/>
              </a:ext>
            </a:extLst>
          </p:cNvPr>
          <p:cNvSpPr/>
          <p:nvPr/>
        </p:nvSpPr>
        <p:spPr>
          <a:xfrm>
            <a:off x="0" y="3930133"/>
            <a:ext cx="12192000" cy="6155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Jeevanaayakane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manuvele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!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En-en-en-en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 -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jeeva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…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CA1D230-575D-4CD3-940A-4072CAF902F5}"/>
              </a:ext>
            </a:extLst>
          </p:cNvPr>
          <p:cNvSpPr/>
          <p:nvPr/>
        </p:nvSpPr>
        <p:spPr>
          <a:xfrm>
            <a:off x="609600" y="4512605"/>
            <a:ext cx="11582400" cy="2185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>
                <a:solidFill>
                  <a:schemeClr val="tx2"/>
                </a:solidFill>
                <a:latin typeface="+mn-lt"/>
              </a:rPr>
              <a:t>Jeevakripayin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nija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viyarppuvellham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ente</a:t>
            </a:r>
            <a:endParaRPr lang="en-US" sz="3400" b="1" dirty="0">
              <a:solidFill>
                <a:schemeClr val="tx2"/>
              </a:solidFill>
              <a:latin typeface="+mn-lt"/>
            </a:endParaRPr>
          </a:p>
          <a:p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Melozhichu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paapathil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ninnunharthi</a:t>
            </a:r>
            <a:endParaRPr lang="en-US" sz="3400" b="1" dirty="0">
              <a:solidFill>
                <a:schemeClr val="tx2"/>
              </a:solidFill>
              <a:latin typeface="+mn-lt"/>
            </a:endParaRPr>
          </a:p>
          <a:p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Naaviloru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puthiya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praarthanaye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pakarnna</a:t>
            </a:r>
            <a:endParaRPr lang="en-US" sz="3400" b="1" dirty="0">
              <a:solidFill>
                <a:schemeClr val="tx2"/>
              </a:solidFill>
              <a:latin typeface="+mn-lt"/>
            </a:endParaRPr>
          </a:p>
          <a:p>
            <a:r>
              <a:rPr lang="en-US" sz="3400" b="1" dirty="0">
                <a:solidFill>
                  <a:schemeClr val="tx2"/>
                </a:solidFill>
                <a:latin typeface="+mn-lt"/>
              </a:rPr>
              <a:t>Van -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en-en-en-en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	 -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jeeva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…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870467"/>
            <a:ext cx="12192000" cy="2209800"/>
          </a:xfrm>
        </p:spPr>
        <p:txBody>
          <a:bodyPr anchor="t"/>
          <a:lstStyle/>
          <a:p>
            <a:pPr algn="l" defTabSz="274320"/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തന്നുയി രിന്നിരിപ്പ-താം രുധിരം തന്നി-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ലെന്നു മിരിക്കു മുഷ്ണം തന്നെനിക്കു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എന്നുയിരിൽ മരുവും മരണ വിഷ മൊഴിച്ച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എൻ-എൻ-എൻ- എൻ-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ജീവ...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157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2E86AB6-4F77-4C17-B39A-9918A736D701}"/>
              </a:ext>
            </a:extLst>
          </p:cNvPr>
          <p:cNvSpPr/>
          <p:nvPr/>
        </p:nvSpPr>
        <p:spPr>
          <a:xfrm>
            <a:off x="0" y="3124200"/>
            <a:ext cx="12192000" cy="6155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ml-IN" sz="3400" b="1" spc="-15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ജീവനായകനേ</a:t>
            </a:r>
            <a:r>
              <a:rPr lang="en-US" sz="3400" b="1" spc="-15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spc="-15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മനുവേ-ല! എൻ-എൻ-എൻ-എൻ-</a:t>
            </a:r>
            <a:r>
              <a:rPr lang="en-US" sz="3400" b="1" spc="-15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spc="-15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ജീവ...</a:t>
            </a:r>
            <a:endParaRPr lang="en-US" sz="3400" spc="-15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8773B16-F0FC-4B76-97E9-4B2274148C04}"/>
              </a:ext>
            </a:extLst>
          </p:cNvPr>
          <p:cNvSpPr/>
          <p:nvPr/>
        </p:nvSpPr>
        <p:spPr>
          <a:xfrm>
            <a:off x="0" y="6090047"/>
            <a:ext cx="12192000" cy="6155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Jeevanaayakane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manuvele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!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En-en-en-en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 -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jeeva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…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CA1D230-575D-4CD3-940A-4072CAF902F5}"/>
              </a:ext>
            </a:extLst>
          </p:cNvPr>
          <p:cNvSpPr/>
          <p:nvPr/>
        </p:nvSpPr>
        <p:spPr>
          <a:xfrm>
            <a:off x="609600" y="3810000"/>
            <a:ext cx="11582400" cy="2185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Thannuyirinniripathaam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rudhiram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thanni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-</a:t>
            </a:r>
          </a:p>
          <a:p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Llennumirikkushnham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thannenikku</a:t>
            </a:r>
            <a:endParaRPr lang="en-US" sz="3400" b="1" dirty="0">
              <a:solidFill>
                <a:schemeClr val="tx2"/>
              </a:solidFill>
              <a:latin typeface="+mn-lt"/>
            </a:endParaRPr>
          </a:p>
          <a:p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Ennuyiril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maruvum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maranhavishamozhicha</a:t>
            </a:r>
            <a:endParaRPr lang="en-US" sz="3400" b="1" dirty="0">
              <a:solidFill>
                <a:schemeClr val="tx2"/>
              </a:solidFill>
              <a:latin typeface="+mn-lt"/>
            </a:endParaRPr>
          </a:p>
          <a:p>
            <a:r>
              <a:rPr lang="en-US" sz="3400" b="1" dirty="0">
                <a:solidFill>
                  <a:schemeClr val="tx2"/>
                </a:solidFill>
                <a:latin typeface="+mn-lt"/>
              </a:rPr>
              <a:t>Van -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en-en-en-en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		-Jeeva…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4990CF9-0786-459F-AB19-BDCF7FE563FC}"/>
              </a:ext>
            </a:extLst>
          </p:cNvPr>
          <p:cNvSpPr/>
          <p:nvPr/>
        </p:nvSpPr>
        <p:spPr>
          <a:xfrm>
            <a:off x="0" y="62468"/>
            <a:ext cx="12192000" cy="6155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400" b="1" dirty="0">
                <a:latin typeface="+mn-lt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768446823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870467"/>
            <a:ext cx="12192000" cy="2209800"/>
          </a:xfrm>
        </p:spPr>
        <p:txBody>
          <a:bodyPr anchor="t"/>
          <a:lstStyle/>
          <a:p>
            <a:pPr algn="l" defTabSz="274320"/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വിശുദ്ധി വരുമാറു - തന്നാത്മാ വെനിക്കു നൽകീ-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ട്ടശ്ശുദ്ധ മാമിരുളെന്നുള്ളിൽ നിന്നകറ്റി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വിശ്വാസം പ്രത്യാശ സ്നേഹ-മെന്‍റെ ഹൃദയത്തിൽ തന്ന-വൻ- എൻ-എൻ-എൻ- എൻ-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ജീവ...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157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2E86AB6-4F77-4C17-B39A-9918A736D701}"/>
              </a:ext>
            </a:extLst>
          </p:cNvPr>
          <p:cNvSpPr/>
          <p:nvPr/>
        </p:nvSpPr>
        <p:spPr>
          <a:xfrm>
            <a:off x="0" y="3124200"/>
            <a:ext cx="12192000" cy="6155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ml-IN" sz="3400" b="1" spc="-15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ജീവനായകനേ</a:t>
            </a:r>
            <a:r>
              <a:rPr lang="en-US" sz="3400" b="1" spc="-15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spc="-15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മനുവേ-ല! എൻ-എൻ-എൻ-എൻ-</a:t>
            </a:r>
            <a:r>
              <a:rPr lang="en-US" sz="3400" b="1" spc="-15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spc="-15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ജീവ...</a:t>
            </a:r>
            <a:endParaRPr lang="en-US" sz="3400" spc="-15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8773B16-F0FC-4B76-97E9-4B2274148C04}"/>
              </a:ext>
            </a:extLst>
          </p:cNvPr>
          <p:cNvSpPr/>
          <p:nvPr/>
        </p:nvSpPr>
        <p:spPr>
          <a:xfrm>
            <a:off x="0" y="6090047"/>
            <a:ext cx="12192000" cy="6155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Jeevanaayakane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manuvele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!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En-en-en-en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 -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jeeva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…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CA1D230-575D-4CD3-940A-4072CAF902F5}"/>
              </a:ext>
            </a:extLst>
          </p:cNvPr>
          <p:cNvSpPr/>
          <p:nvPr/>
        </p:nvSpPr>
        <p:spPr>
          <a:xfrm>
            <a:off x="609600" y="3810000"/>
            <a:ext cx="11582400" cy="2185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>
                <a:solidFill>
                  <a:schemeClr val="tx2"/>
                </a:solidFill>
                <a:latin typeface="+mn-lt"/>
              </a:rPr>
              <a:t>Vishudhi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varumaarhu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thannaathmaavenikku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nalki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-</a:t>
            </a:r>
          </a:p>
          <a:p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ttashudhamaamirulhennil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ninnakatti</a:t>
            </a:r>
            <a:endParaRPr lang="en-US" sz="3400" b="1" dirty="0">
              <a:solidFill>
                <a:schemeClr val="tx2"/>
              </a:solidFill>
              <a:latin typeface="+mn-lt"/>
            </a:endParaRPr>
          </a:p>
          <a:p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Vishwasam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prathyaasha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snehamente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hridayathil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thanna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-</a:t>
            </a:r>
          </a:p>
          <a:p>
            <a:r>
              <a:rPr lang="en-US" sz="3400" b="1" dirty="0">
                <a:solidFill>
                  <a:schemeClr val="tx2"/>
                </a:solidFill>
                <a:latin typeface="+mn-lt"/>
              </a:rPr>
              <a:t>Van -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en-en-en-en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	 -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jeeva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…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4990CF9-0786-459F-AB19-BDCF7FE563FC}"/>
              </a:ext>
            </a:extLst>
          </p:cNvPr>
          <p:cNvSpPr/>
          <p:nvPr/>
        </p:nvSpPr>
        <p:spPr>
          <a:xfrm>
            <a:off x="0" y="62468"/>
            <a:ext cx="12192000" cy="6155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400" b="1" dirty="0">
                <a:latin typeface="+mn-lt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080014299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870467"/>
            <a:ext cx="12192000" cy="2209800"/>
          </a:xfrm>
        </p:spPr>
        <p:txBody>
          <a:bodyPr anchor="t"/>
          <a:lstStyle/>
          <a:p>
            <a:pPr algn="l" defTabSz="274320"/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ഉയിർത്തു മറിയക്കു പ്രത്യക്ഷ മായ പോ-ലിപ്പാ-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പിയാ മെന്നുള്ളത്തിൽ പ്രത്യക്ഷമായവൻ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ഒഴുകും സ്നേഹം വാക്കാ ലെന്നുള്ള മൊക്കെയും കവർന്നവൻ- എൻ-എൻ-എൻ- എൻ- ജീവ...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157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2E86AB6-4F77-4C17-B39A-9918A736D701}"/>
              </a:ext>
            </a:extLst>
          </p:cNvPr>
          <p:cNvSpPr/>
          <p:nvPr/>
        </p:nvSpPr>
        <p:spPr>
          <a:xfrm>
            <a:off x="0" y="3124200"/>
            <a:ext cx="12192000" cy="6155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ml-IN" sz="3400" b="1" spc="-15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ജീവനായകനേ</a:t>
            </a:r>
            <a:r>
              <a:rPr lang="en-US" sz="3400" b="1" spc="-15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spc="-15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മനുവേ-ല! എൻ-എൻ-എൻ-എൻ-</a:t>
            </a:r>
            <a:r>
              <a:rPr lang="en-US" sz="3400" b="1" spc="-15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spc="-15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ജീവ...</a:t>
            </a:r>
            <a:endParaRPr lang="en-US" sz="3400" spc="-15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8773B16-F0FC-4B76-97E9-4B2274148C04}"/>
              </a:ext>
            </a:extLst>
          </p:cNvPr>
          <p:cNvSpPr/>
          <p:nvPr/>
        </p:nvSpPr>
        <p:spPr>
          <a:xfrm>
            <a:off x="0" y="6090047"/>
            <a:ext cx="12192000" cy="6155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Jeevanaayakane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manuvele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!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En-en-en-en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 -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jeeva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…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CA1D230-575D-4CD3-940A-4072CAF902F5}"/>
              </a:ext>
            </a:extLst>
          </p:cNvPr>
          <p:cNvSpPr/>
          <p:nvPr/>
        </p:nvSpPr>
        <p:spPr>
          <a:xfrm>
            <a:off x="609600" y="3810000"/>
            <a:ext cx="11582400" cy="2185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>
                <a:solidFill>
                  <a:schemeClr val="tx2"/>
                </a:solidFill>
                <a:latin typeface="+mn-lt"/>
              </a:rPr>
              <a:t>Uyirthu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marhiyakku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prathyakshamaaya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po-lippaa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-</a:t>
            </a:r>
          </a:p>
          <a:p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piyaamennulhil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prathyakshamaayavan</a:t>
            </a:r>
            <a:endParaRPr lang="en-US" sz="3400" b="1" dirty="0">
              <a:solidFill>
                <a:schemeClr val="tx2"/>
              </a:solidFill>
              <a:latin typeface="+mn-lt"/>
            </a:endParaRPr>
          </a:p>
          <a:p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Ozhukum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sneham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vaakkaallennullhamokkeyum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kavarhnna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-</a:t>
            </a:r>
          </a:p>
          <a:p>
            <a:r>
              <a:rPr lang="en-US" sz="3400" b="1" dirty="0">
                <a:solidFill>
                  <a:schemeClr val="tx2"/>
                </a:solidFill>
                <a:latin typeface="+mn-lt"/>
              </a:rPr>
              <a:t>Van -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en-en-en-en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-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jeeva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…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4990CF9-0786-459F-AB19-BDCF7FE563FC}"/>
              </a:ext>
            </a:extLst>
          </p:cNvPr>
          <p:cNvSpPr/>
          <p:nvPr/>
        </p:nvSpPr>
        <p:spPr>
          <a:xfrm>
            <a:off x="0" y="62468"/>
            <a:ext cx="12192000" cy="6155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400" b="1" dirty="0">
                <a:latin typeface="+mn-lt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454561836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870467"/>
            <a:ext cx="12192000" cy="2209800"/>
          </a:xfrm>
        </p:spPr>
        <p:txBody>
          <a:bodyPr anchor="t"/>
          <a:lstStyle/>
          <a:p>
            <a:pPr algn="l" defTabSz="274320"/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തന്നുടെ ജഡത്തോടു മസ്ഥിയോടു മൊന്നാ-യെന്നെ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എന്നും പിരിയാതെ വണ്ണം ചേർത്തുകൊണ്ടവൻ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തന്നുള്ളം തുറന്നു മന-മെല്ലാ മെന്നോടറിയിച്ച-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വൻ- എൻ-എൻ-എൻ- എൻ- ജീവ...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157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2E86AB6-4F77-4C17-B39A-9918A736D701}"/>
              </a:ext>
            </a:extLst>
          </p:cNvPr>
          <p:cNvSpPr/>
          <p:nvPr/>
        </p:nvSpPr>
        <p:spPr>
          <a:xfrm>
            <a:off x="0" y="3124200"/>
            <a:ext cx="12192000" cy="6155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ml-IN" sz="3400" b="1" spc="-15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ജീവനായകനേ</a:t>
            </a:r>
            <a:r>
              <a:rPr lang="en-US" sz="3400" b="1" spc="-15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spc="-15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മനുവേ-ല! എൻ-എൻ-എൻ-എൻ-</a:t>
            </a:r>
            <a:r>
              <a:rPr lang="en-US" sz="3400" b="1" spc="-15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spc="-15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ജീവ...</a:t>
            </a:r>
            <a:endParaRPr lang="en-US" sz="3400" spc="-15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8773B16-F0FC-4B76-97E9-4B2274148C04}"/>
              </a:ext>
            </a:extLst>
          </p:cNvPr>
          <p:cNvSpPr/>
          <p:nvPr/>
        </p:nvSpPr>
        <p:spPr>
          <a:xfrm>
            <a:off x="0" y="6090047"/>
            <a:ext cx="12192000" cy="6155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Jeevanaayakane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manuvele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!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En-en-en-en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 -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jeeva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…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CA1D230-575D-4CD3-940A-4072CAF902F5}"/>
              </a:ext>
            </a:extLst>
          </p:cNvPr>
          <p:cNvSpPr/>
          <p:nvPr/>
        </p:nvSpPr>
        <p:spPr>
          <a:xfrm>
            <a:off x="609600" y="3810000"/>
            <a:ext cx="11582400" cy="2185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>
                <a:solidFill>
                  <a:schemeClr val="tx2"/>
                </a:solidFill>
                <a:latin typeface="+mn-lt"/>
              </a:rPr>
              <a:t>Thannude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jadathodumasthiyodumonnaa-yenne</a:t>
            </a:r>
            <a:endParaRPr lang="en-US" sz="3400" b="1" dirty="0">
              <a:solidFill>
                <a:schemeClr val="tx2"/>
              </a:solidFill>
              <a:latin typeface="+mn-lt"/>
            </a:endParaRPr>
          </a:p>
          <a:p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Ennum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piriyaathe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vannham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cherthukondavan</a:t>
            </a:r>
            <a:endParaRPr lang="en-US" sz="3400" b="1" dirty="0">
              <a:solidFill>
                <a:schemeClr val="tx2"/>
              </a:solidFill>
              <a:latin typeface="+mn-lt"/>
            </a:endParaRPr>
          </a:p>
          <a:p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Thannullham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thurhannu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manamellamennodarhiyicha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-</a:t>
            </a:r>
          </a:p>
          <a:p>
            <a:r>
              <a:rPr lang="en-US" sz="3400" b="1" dirty="0">
                <a:solidFill>
                  <a:schemeClr val="tx2"/>
                </a:solidFill>
                <a:latin typeface="+mn-lt"/>
              </a:rPr>
              <a:t>Van -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en-en-en-en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	 -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jeeva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…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4990CF9-0786-459F-AB19-BDCF7FE563FC}"/>
              </a:ext>
            </a:extLst>
          </p:cNvPr>
          <p:cNvSpPr/>
          <p:nvPr/>
        </p:nvSpPr>
        <p:spPr>
          <a:xfrm>
            <a:off x="0" y="62468"/>
            <a:ext cx="12192000" cy="6155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400" b="1" dirty="0">
                <a:latin typeface="+mn-lt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812170377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870467"/>
            <a:ext cx="12192000" cy="2209800"/>
          </a:xfrm>
        </p:spPr>
        <p:txBody>
          <a:bodyPr anchor="t"/>
          <a:lstStyle/>
          <a:p>
            <a:pPr algn="l" defTabSz="274320"/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ആധികളൊഴിച്ചെന്നെ കാക്കുന്നവൻ ഭക്ഷ-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ണാദികൾ തന്നു-നിത്യം പോറ്റുന്നവൻ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നീതി വഴിയി ലെന്നെ നടത്തി ക്കൊണ്ടു വരുന്ന-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വൻ- എൻ-എൻ-എൻ- എൻ- ജീവ...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157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2E86AB6-4F77-4C17-B39A-9918A736D701}"/>
              </a:ext>
            </a:extLst>
          </p:cNvPr>
          <p:cNvSpPr/>
          <p:nvPr/>
        </p:nvSpPr>
        <p:spPr>
          <a:xfrm>
            <a:off x="0" y="3124200"/>
            <a:ext cx="12192000" cy="6155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ml-IN" sz="3400" b="1" spc="-15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ജീവനായകനേ</a:t>
            </a:r>
            <a:r>
              <a:rPr lang="en-US" sz="3400" b="1" spc="-15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spc="-15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മനുവേ-ല! എൻ-എൻ-എൻ-എൻ-</a:t>
            </a:r>
            <a:r>
              <a:rPr lang="en-US" sz="3400" b="1" spc="-15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spc="-15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ജീവ...</a:t>
            </a:r>
            <a:endParaRPr lang="en-US" sz="3400" spc="-15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8773B16-F0FC-4B76-97E9-4B2274148C04}"/>
              </a:ext>
            </a:extLst>
          </p:cNvPr>
          <p:cNvSpPr/>
          <p:nvPr/>
        </p:nvSpPr>
        <p:spPr>
          <a:xfrm>
            <a:off x="0" y="6090047"/>
            <a:ext cx="12192000" cy="6155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Jeevanaayakane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manuvele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!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En-en-en-en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 -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jeeva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…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CA1D230-575D-4CD3-940A-4072CAF902F5}"/>
              </a:ext>
            </a:extLst>
          </p:cNvPr>
          <p:cNvSpPr/>
          <p:nvPr/>
        </p:nvSpPr>
        <p:spPr>
          <a:xfrm>
            <a:off x="609600" y="3810000"/>
            <a:ext cx="11582400" cy="2185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>
                <a:solidFill>
                  <a:schemeClr val="tx2"/>
                </a:solidFill>
                <a:latin typeface="+mn-lt"/>
              </a:rPr>
              <a:t>Aadhikalhaalenne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kaakkunnavan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bhaksha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-</a:t>
            </a:r>
          </a:p>
          <a:p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Nhaadhikalh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thanny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nithyam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pottunnavan</a:t>
            </a:r>
            <a:endParaRPr lang="en-US" sz="3400" b="1" dirty="0">
              <a:solidFill>
                <a:schemeClr val="tx2"/>
              </a:solidFill>
              <a:latin typeface="+mn-lt"/>
            </a:endParaRPr>
          </a:p>
          <a:p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Neethi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vazhiyilenne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nadathikkonduvarunna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-</a:t>
            </a:r>
          </a:p>
          <a:p>
            <a:r>
              <a:rPr lang="en-US" sz="3400" b="1" dirty="0">
                <a:solidFill>
                  <a:schemeClr val="tx2"/>
                </a:solidFill>
                <a:latin typeface="+mn-lt"/>
              </a:rPr>
              <a:t>Van -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en-en-en-en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	-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jeeva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…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4990CF9-0786-459F-AB19-BDCF7FE563FC}"/>
              </a:ext>
            </a:extLst>
          </p:cNvPr>
          <p:cNvSpPr/>
          <p:nvPr/>
        </p:nvSpPr>
        <p:spPr>
          <a:xfrm>
            <a:off x="0" y="62468"/>
            <a:ext cx="12192000" cy="6155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400" b="1" dirty="0">
                <a:latin typeface="+mn-lt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3445294954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870467"/>
            <a:ext cx="12192000" cy="2209800"/>
          </a:xfrm>
        </p:spPr>
        <p:txBody>
          <a:bodyPr anchor="t"/>
          <a:lstStyle/>
          <a:p>
            <a:pPr algn="l" defTabSz="274320"/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ഞാനവനും അവനെനിക്കു-മെന്നും സ്വന്തം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ഞാന വനൊഴികെ മറ്റാരെയുമേ-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നൂന മറിയുന്നില്ല വനെനി ക്കെല്ലാ മായ-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വൻ- എൻ-എൻ-എൻ- എൻ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ജീവ...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157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2E86AB6-4F77-4C17-B39A-9918A736D701}"/>
              </a:ext>
            </a:extLst>
          </p:cNvPr>
          <p:cNvSpPr/>
          <p:nvPr/>
        </p:nvSpPr>
        <p:spPr>
          <a:xfrm>
            <a:off x="0" y="3124200"/>
            <a:ext cx="12192000" cy="6155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ml-IN" sz="3400" b="1" spc="-15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ജീവനായകനേ</a:t>
            </a:r>
            <a:r>
              <a:rPr lang="en-US" sz="3400" b="1" spc="-15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spc="-15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മനുവേ-ല! എൻ-എൻ-എൻ-എൻ-</a:t>
            </a:r>
            <a:r>
              <a:rPr lang="en-US" sz="3400" b="1" spc="-15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spc="-15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ജീവ...</a:t>
            </a:r>
            <a:endParaRPr lang="en-US" sz="3400" spc="-15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8773B16-F0FC-4B76-97E9-4B2274148C04}"/>
              </a:ext>
            </a:extLst>
          </p:cNvPr>
          <p:cNvSpPr/>
          <p:nvPr/>
        </p:nvSpPr>
        <p:spPr>
          <a:xfrm>
            <a:off x="0" y="6090047"/>
            <a:ext cx="12192000" cy="6155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Jeevanaayakane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manuvele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!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En-en-en-en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 -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jeeva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…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CA1D230-575D-4CD3-940A-4072CAF902F5}"/>
              </a:ext>
            </a:extLst>
          </p:cNvPr>
          <p:cNvSpPr/>
          <p:nvPr/>
        </p:nvSpPr>
        <p:spPr>
          <a:xfrm>
            <a:off x="609600" y="3810000"/>
            <a:ext cx="11582400" cy="2185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Njanavanum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avanenikkum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swantham</a:t>
            </a:r>
            <a:endParaRPr lang="en-US" sz="3400" b="1" dirty="0">
              <a:solidFill>
                <a:schemeClr val="tx2"/>
              </a:solidFill>
              <a:latin typeface="+mn-lt"/>
            </a:endParaRPr>
          </a:p>
          <a:p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Njan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avanozhike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mattareyume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-</a:t>
            </a:r>
          </a:p>
          <a:p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Noonamarhiyunnillavanenikkellaamaaya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-</a:t>
            </a:r>
          </a:p>
          <a:p>
            <a:r>
              <a:rPr lang="en-US" sz="3400" b="1" dirty="0">
                <a:solidFill>
                  <a:schemeClr val="tx2"/>
                </a:solidFill>
                <a:latin typeface="+mn-lt"/>
              </a:rPr>
              <a:t>Van -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en-en-en-en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-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jeeva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…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4990CF9-0786-459F-AB19-BDCF7FE563FC}"/>
              </a:ext>
            </a:extLst>
          </p:cNvPr>
          <p:cNvSpPr/>
          <p:nvPr/>
        </p:nvSpPr>
        <p:spPr>
          <a:xfrm>
            <a:off x="0" y="62468"/>
            <a:ext cx="12192000" cy="6155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400" b="1" dirty="0">
                <a:latin typeface="+mn-lt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4226757718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698</TotalTime>
  <Words>238</Words>
  <Application>Microsoft Office PowerPoint</Application>
  <PresentationFormat>Widescreen</PresentationFormat>
  <Paragraphs>66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Kartika</vt:lpstr>
      <vt:lpstr>Office Theme</vt:lpstr>
      <vt:lpstr>157 ജീവനായകനേ മനുവേല!</vt:lpstr>
      <vt:lpstr>ജീവ കൃപയിൻ നിജവിയർപ്പുവെള്ളം എന്‍റെ മേലൊഴിച്ചു പാപത്തിൽ നിന്നുണർത്തി നാവിലൊരുപുതിയ-പ്രാർത്ഥനയെ പകർന്ന വൻ- എൻ-എൻ-എൻ- എൻ- ജീവ... </vt:lpstr>
      <vt:lpstr>തന്നുയി രിന്നിരിപ്പ-താം രുധിരം തന്നി- ലെന്നു മിരിക്കു മുഷ്ണം തന്നെനിക്കു എന്നുയിരിൽ മരുവും മരണ വിഷ മൊഴിച്ച എൻ-എൻ-എൻ- എൻ- ജീവ...</vt:lpstr>
      <vt:lpstr>വിശുദ്ധി വരുമാറു - തന്നാത്മാ വെനിക്കു നൽകീ- ട്ടശ്ശുദ്ധ മാമിരുളെന്നുള്ളിൽ നിന്നകറ്റി വിശ്വാസം പ്രത്യാശ സ്നേഹ-മെന്‍റെ ഹൃദയത്തിൽ തന്ന-വൻ- എൻ-എൻ-എൻ- എൻ- ജീവ...</vt:lpstr>
      <vt:lpstr>ഉയിർത്തു മറിയക്കു പ്രത്യക്ഷ മായ പോ-ലിപ്പാ- പിയാ മെന്നുള്ളത്തിൽ പ്രത്യക്ഷമായവൻ ഒഴുകും സ്നേഹം വാക്കാ ലെന്നുള്ള മൊക്കെയും കവർന്നവൻ- എൻ-എൻ-എൻ- എൻ- ജീവ...</vt:lpstr>
      <vt:lpstr>തന്നുടെ ജഡത്തോടു മസ്ഥിയോടു മൊന്നാ-യെന്നെ എന്നും പിരിയാതെ വണ്ണം ചേർത്തുകൊണ്ടവൻ തന്നുള്ളം തുറന്നു മന-മെല്ലാ മെന്നോടറിയിച്ച- വൻ- എൻ-എൻ-എൻ- എൻ- ജീവ...</vt:lpstr>
      <vt:lpstr>ആധികളൊഴിച്ചെന്നെ കാക്കുന്നവൻ ഭക്ഷ- ണാദികൾ തന്നു-നിത്യം പോറ്റുന്നവൻ നീതി വഴിയി ലെന്നെ നടത്തി ക്കൊണ്ടു വരുന്ന- വൻ- എൻ-എൻ-എൻ- എൻ- ജീവ...</vt:lpstr>
      <vt:lpstr>ഞാനവനും അവനെനിക്കു-മെന്നും സ്വന്തം ഞാന വനൊഴികെ മറ്റാരെയുമേ- നൂന മറിയുന്നില്ല വനെനി ക്കെല്ലാ മായ- വൻ- എൻ-എൻ-എൻ- എൻ ജീവ...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Jeevanayakane manuvela</dc:title>
  <dc:creator>Digital Input:; GM JOHN; Acsah Mathews</dc:creator>
  <cp:lastModifiedBy>Acsah Mathews</cp:lastModifiedBy>
  <cp:revision>259</cp:revision>
  <dcterms:created xsi:type="dcterms:W3CDTF">2013-04-19T09:19:07Z</dcterms:created>
  <dcterms:modified xsi:type="dcterms:W3CDTF">2018-11-06T16:07:55Z</dcterms:modified>
</cp:coreProperties>
</file>