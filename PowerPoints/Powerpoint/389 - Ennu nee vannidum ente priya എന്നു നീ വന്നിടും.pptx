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80" r:id="rId3"/>
    <p:sldId id="285" r:id="rId4"/>
    <p:sldId id="293" r:id="rId5"/>
    <p:sldId id="286" r:id="rId6"/>
    <p:sldId id="294" r:id="rId7"/>
    <p:sldId id="287" r:id="rId8"/>
    <p:sldId id="295" r:id="rId9"/>
    <p:sldId id="288" r:id="rId10"/>
    <p:sldId id="296" r:id="rId11"/>
    <p:sldId id="289" r:id="rId12"/>
    <p:sldId id="297" r:id="rId13"/>
    <p:sldId id="290" r:id="rId14"/>
    <p:sldId id="298" r:id="rId15"/>
    <p:sldId id="291" r:id="rId16"/>
    <p:sldId id="299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0B19C-1D59-4019-9630-5238191DB86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52900-AED3-427F-9A67-6FEDF7DC02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1D3D1-7F34-4CD2-85DA-FBAE5D7651F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5845F-8CA0-4581-AD10-1A73B325E4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F708E-D8BA-4405-94D3-6C4276A8435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7D4F2-DE5B-42E0-835F-37616B8FC2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08425-C4D5-4CC6-91C9-2E82B784402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57E2D8-C774-4CF9-BA1D-988F976A02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0DC13-445B-49E5-A802-F78CF0D9B4E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BA20B-C5E1-4B11-899F-2E4817DE0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72962-AB3A-47AE-B4DC-7C45A8E5267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7DC5D-E206-401E-8F0F-00AA953918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DF268-F74C-48A5-A202-B60CB7FEC3E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008C9-1E98-4E4F-92DD-BDFB516E8F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76856-7B32-44FF-B8E6-A485CA74FE2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F6485-2DFE-4C4B-8700-CFE106BBC7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F262B-7E56-4F47-BEB3-C0B9BA74024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E0649-9B4F-4BEF-BCFC-AAF8B0BE66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245E4-EADA-4D03-89D5-35865C14FC1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F6829-5639-46F2-B904-97D6A32CE0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C901C-A42A-4D14-AA7D-7D9FD89EE23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D070A-A428-46ED-99F7-0E0C2973D4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DC8622A-BE26-4132-BDD6-F805A2F6091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E1A83C2-2FC1-4A97-B750-2537164D93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C31ED-FD96-4D5C-A2F9-6431A23E88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389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എന്നു നീ വന്നിടും എന്‍റെ പ്രിയാ!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CD03F-3502-4173-A61A-CCCFBDB82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Ennu nee </a:t>
            </a:r>
            <a:r>
              <a:rPr lang="en-US" sz="4000" b="1" dirty="0" err="1">
                <a:solidFill>
                  <a:srgbClr val="002060"/>
                </a:solidFill>
              </a:rPr>
              <a:t>vannidum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ente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priya</a:t>
            </a:r>
            <a:r>
              <a:rPr lang="en-US" sz="4000" b="1" dirty="0">
                <a:solidFill>
                  <a:srgbClr val="002060"/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959F03-72D7-4F43-AA11-61A1A805E144}"/>
              </a:ext>
            </a:extLst>
          </p:cNvPr>
          <p:cNvSpPr/>
          <p:nvPr/>
        </p:nvSpPr>
        <p:spPr>
          <a:xfrm>
            <a:off x="304800" y="4884836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(മൂത്താംപാക്കല്‍ കൊച്ചുകുഞ്ഞ് </a:t>
            </a:r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ഉപദേശി</a:t>
            </a:r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182D91-05FA-4C26-8D21-A7E630546344}"/>
              </a:ext>
            </a:extLst>
          </p:cNvPr>
          <p:cNvSpPr/>
          <p:nvPr/>
        </p:nvSpPr>
        <p:spPr>
          <a:xfrm>
            <a:off x="7531750" y="4854634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Muthampakkal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Kochukunju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Upadeshi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14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9293" y="533400"/>
            <a:ext cx="12192000" cy="3386554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നീ വന്നിടും എന്‍റെ പ്രിയാ! തവ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പോന്മുഖം ഞാനൊന്നു കണ്ടീടുവാൻ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എത്രകാലം ഞങ്ങൾ കാത്തിരുന്നീടേണം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യാത്രയും പാർത്തുകൊണ്ടിമ്മരുവിൻ മദ്ധ്യേ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-9294" y="3733800"/>
            <a:ext cx="12191999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Ennu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Ponmukham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njanonnu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kandeeduvaan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endParaRPr lang="en-US" sz="2400" b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Ethrakaalam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njnagalh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kaathirunnidenham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Yaathrayum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paarththukondimmaruvin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madhye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									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219199" y="1243786"/>
            <a:ext cx="10972801" cy="266002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</a:rPr>
              <a:t>ഈശാനമൂലനങ്ങൂറ്റമടിക്കുന്ന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ക്ലേശ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സമുദ്രമാണീ യുലകം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ആശയോടെ ഞങ്ങൾ നിൻമുഖത്തെ നോക്കി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ക്ലേശമെല്ലാം മറന്നോടിടുന്നേ പ്രിയ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0" y="360856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93770-0475-4E31-A2E0-A6D18471C394}"/>
              </a:ext>
            </a:extLst>
          </p:cNvPr>
          <p:cNvSpPr/>
          <p:nvPr/>
        </p:nvSpPr>
        <p:spPr>
          <a:xfrm>
            <a:off x="143107" y="3886200"/>
            <a:ext cx="1098209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Eeshaanamoolan-angoottam-adikkunna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Klesha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samudramaanheeyulakam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Aashayode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mukhaththe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nokki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Kleshamellaam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marhannodidunne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5397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9294" y="1600200"/>
            <a:ext cx="12192000" cy="1524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നീ വന്നിടും എന്‍റെ പ്രിയാ! തവ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പോന്മുഖം ഞാനൊന്നു കണ്ടീടുവാൻ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-9294" y="3429000"/>
            <a:ext cx="12191999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Ennu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Ponmukham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njanonnu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kandeeduvaan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944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219199" y="1243786"/>
            <a:ext cx="10972801" cy="266002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ലോക സൂര്യന്‍റെ ഘോരകിരണങ്ങൾ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മാലേകിടുന്നതും കാണുന്നില്ലേ?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പാലകൻ നീയല്ലാതാരുള്ളീ ഞങ്ങൾക്കു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ഏലോഹി! നീ എന്തു താമസിച്ചിടുന്നു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3717" y="360856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93770-0475-4E31-A2E0-A6D18471C394}"/>
              </a:ext>
            </a:extLst>
          </p:cNvPr>
          <p:cNvSpPr/>
          <p:nvPr/>
        </p:nvSpPr>
        <p:spPr>
          <a:xfrm>
            <a:off x="143107" y="3886200"/>
            <a:ext cx="1098209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suryante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ghorakiranhangalh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Maalekidunnathum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kaanhunnille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Paalakan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neeyallathaarullhee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Elohi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thaamasicheedunnu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2709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9294" y="1600200"/>
            <a:ext cx="12192000" cy="1524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നീ വന്നിടും എന്‍റെ പ്രിയാ! തവ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പോന്മുഖം ഞാനൊന്നു കണ്ടീടുവാൻ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-9294" y="3429000"/>
            <a:ext cx="12191999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Ennu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Ponmukham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njanonnu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kandeeduvaan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9186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219199" y="1243786"/>
            <a:ext cx="10972801" cy="266002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എണ്ണമില്ലാതുള്ള വൈഷമ്യമേടുകൾ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കണ്ണീരൊലിപ്പിച്ചു നിന്‍റെ വൃതർ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ഏറിക്കടക്കുന്ന കാഴ്ച നീ കണ്ടിട്ട-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ങ്ങാടലേതുമില്ലേ? ദേവകുമാരകാ!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3717" y="360856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93770-0475-4E31-A2E0-A6D18471C394}"/>
              </a:ext>
            </a:extLst>
          </p:cNvPr>
          <p:cNvSpPr/>
          <p:nvPr/>
        </p:nvSpPr>
        <p:spPr>
          <a:xfrm>
            <a:off x="143107" y="3886200"/>
            <a:ext cx="1098209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Ennhamillathullha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vaishamyamedukhalh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Kannheerolippichchu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vrithar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Aerhikkadakkunna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kaazhcha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kanditta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ngaadalethumille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Devakumaarakaa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8387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9294" y="1600200"/>
            <a:ext cx="12192000" cy="1524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നീ വന്നിടും എന്‍റെ പ്രിയാ! തവ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പോന്മുഖം ഞാനൊന്നു കണ്ടീടുവാൻ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-9294" y="3429000"/>
            <a:ext cx="12191999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Ennu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Ponmukham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njanonnu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kandeeduvaan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4036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219199" y="1243786"/>
            <a:ext cx="10972801" cy="266002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മേഘാരൂഢനായി താരങ്ങളേഴേന്തി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ആദിത്യ തുല്യവദനനായി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കാഹളധ്വാനവും മിന്നലുമാർപ്പുമായ്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ശീഘ്രം ഞാൻ വന്നിടുമെന്നുര ചെയ്തോനെ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3717" y="360856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93770-0475-4E31-A2E0-A6D18471C394}"/>
              </a:ext>
            </a:extLst>
          </p:cNvPr>
          <p:cNvSpPr/>
          <p:nvPr/>
        </p:nvSpPr>
        <p:spPr>
          <a:xfrm>
            <a:off x="143107" y="3886200"/>
            <a:ext cx="1098209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Meghaaroodanaayi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thaarangalhezhenthi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Aadithya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thulyavedananaayi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Kaahalha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dhwannavum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minnalumaarhppumaai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Sheekhram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vannidumennura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cheythone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180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9294" y="1600200"/>
            <a:ext cx="12192000" cy="1524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നീ വന്നിടും എന്‍റെ പ്രിയാ! തവ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പോന്മുഖം ഞാനൊന്നു കണ്ടീടുവാൻ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-9294" y="3429000"/>
            <a:ext cx="12191999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Ennu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Ponmukham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njanonnu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kandeeduvaan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9033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219199" y="1243786"/>
            <a:ext cx="10972801" cy="266002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മാർവ്വോടണച്ചെന്നെ ആശ്വസിപ്പിക്കുവാൻ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കാൽവറിക്കുന്നിലങ്ങേറിയോനേ!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പൊന്മുടി എന്നെ ധരിപ്പിക്കുവാനൊരു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മുൾമുടി ഏറ്റയ്യോ! കഷ്ടം സഹിച്ചോനേ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3717" y="360856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93770-0475-4E31-A2E0-A6D18471C394}"/>
              </a:ext>
            </a:extLst>
          </p:cNvPr>
          <p:cNvSpPr/>
          <p:nvPr/>
        </p:nvSpPr>
        <p:spPr>
          <a:xfrm>
            <a:off x="143107" y="3886200"/>
            <a:ext cx="1098209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Maarvvodanhachenne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aashwassippikkuvaan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Kaalvarykkunnilangerhiyone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Ponmudi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dharippikkuvaanoru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Mulhmudi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aettayyo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Kashtam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sahichone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1441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9294" y="1600200"/>
            <a:ext cx="12192000" cy="1524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നീ വന്നിടും എന്‍റെ പ്രിയാ! തവ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പോന്മുഖം ഞാനൊന്നു കണ്ടീടുവാൻ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-9294" y="3429000"/>
            <a:ext cx="12191999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Ennu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Ponmukham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njanonnu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kandeeduvaan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0229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219199" y="1243786"/>
            <a:ext cx="10972801" cy="266002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ഇമ്മാനുവേലേ നിൻ ശോഭ നിറഞ്ഞുള്ള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അമ്മഹിമാപുരം ഒന്നു കണ്ടാൽ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ഇമ്മഹീതലത്തിൻ മോഹന വസ്തുക്കൾ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ഒന്നുമില്ലാത്തതെന്നെണ്ണാത്തതാരു താൻ?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3717" y="360856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93770-0475-4E31-A2E0-A6D18471C394}"/>
              </a:ext>
            </a:extLst>
          </p:cNvPr>
          <p:cNvSpPr/>
          <p:nvPr/>
        </p:nvSpPr>
        <p:spPr>
          <a:xfrm>
            <a:off x="143107" y="3886200"/>
            <a:ext cx="1098209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Immanuvele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nirhanjullha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Ammahimaapuram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Immaheethalaththin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mohana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vasthukkalh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Onnumillaththathenne-nnhaaththathaaru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than?</a:t>
            </a:r>
          </a:p>
        </p:txBody>
      </p:sp>
    </p:spTree>
    <p:extLst>
      <p:ext uri="{BB962C8B-B14F-4D97-AF65-F5344CB8AC3E}">
        <p14:creationId xmlns:p14="http://schemas.microsoft.com/office/powerpoint/2010/main" val="2847453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9294" y="1600200"/>
            <a:ext cx="12192000" cy="1524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നീ വന്നിടും എന്‍റെ പ്രിയാ! തവ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പോന്മുഖം ഞാനൊന്നു കണ്ടീടുവാൻ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-9294" y="3429000"/>
            <a:ext cx="12191999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Ennu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Ponmukham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njanonnu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kandeeduvaan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212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219199" y="1243786"/>
            <a:ext cx="10972801" cy="266002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മൃത്യുവിൽ നിന്നെന്നെ വീണ്ടെടുത്തിടുവാൻ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 കോപാഗ്നിയിൽ വെന്തെരിഞ്ഞ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സ്നേഹസ്വരൂപനാം യേശുനാഥാ - നിന്‍റെ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മണിയറ തന്നിലങ്ങെന്നെയും ചേർത്തിടാൻ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3717" y="360856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93770-0475-4E31-A2E0-A6D18471C394}"/>
              </a:ext>
            </a:extLst>
          </p:cNvPr>
          <p:cNvSpPr/>
          <p:nvPr/>
        </p:nvSpPr>
        <p:spPr>
          <a:xfrm>
            <a:off x="143107" y="3886200"/>
            <a:ext cx="1098209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Mrithyuvil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veendedutheeduvaan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Daivakopaagniyil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ventherinja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Snehaswaroopanaam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yeshunaadhaa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manhiyarha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thannillangenneyum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cherththidaan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024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9294" y="1600200"/>
            <a:ext cx="12192000" cy="1524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നീ വന്നിടും എന്‍റെ പ്രിയാ! തവ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പോന്മുഖം ഞാനൊന്നു കണ്ടീടുവാൻ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B96F-6A0A-4128-8690-5790E84AC79A}"/>
              </a:ext>
            </a:extLst>
          </p:cNvPr>
          <p:cNvSpPr/>
          <p:nvPr/>
        </p:nvSpPr>
        <p:spPr>
          <a:xfrm>
            <a:off x="-9294" y="3429000"/>
            <a:ext cx="12191999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Ennu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Ponmukham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njanonnu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kandeeduvaan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4007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286</Words>
  <Application>Microsoft Office PowerPoint</Application>
  <PresentationFormat>Widescreen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Kartika</vt:lpstr>
      <vt:lpstr>Office Theme</vt:lpstr>
      <vt:lpstr>389 എന്നു നീ വന്നിടും എന്‍റെ പ്രിയാ!</vt:lpstr>
      <vt:lpstr>എന്നു നീ വന്നിടും എന്‍റെ പ്രിയാ! തവ  പോന്മുഖം ഞാനൊന്നു കണ്ടീടുവാൻ  എത്രകാലം ഞങ്ങൾ കാത്തിരുന്നീടേണം  യാത്രയും പാർത്തുകൊണ്ടിമ്മരുവിൻ മദ്ധ്യേ                               -എന്നു…</vt:lpstr>
      <vt:lpstr>ഈശാനമൂലനങ്ങൂറ്റമടിക്കുന്ന  ക്ലേശ സമുദ്രമാണീ യുലകം  ആശയോടെ ഞങ്ങൾ നിൻമുഖത്തെ നോക്കി  ക്ലേശമെല്ലാം മറന്നോടിടുന്നേ പ്രിയ </vt:lpstr>
      <vt:lpstr>എന്നു നീ വന്നിടും എന്‍റെ പ്രിയാ! തവ  പോന്മുഖം ഞാനൊന്നു കണ്ടീടുവാൻ</vt:lpstr>
      <vt:lpstr>ഈ ലോക സൂര്യന്‍റെ ഘോരകിരണങ്ങൾ  മാലേകിടുന്നതും കാണുന്നില്ലേ? പാലകൻ നീയല്ലാതാരുള്ളീ ഞങ്ങൾക്കു ഏലോഹി! നീ എന്തു താമസിച്ചിടുന്നു </vt:lpstr>
      <vt:lpstr>എന്നു നീ വന്നിടും എന്‍റെ പ്രിയാ! തവ  പോന്മുഖം ഞാനൊന്നു കണ്ടീടുവാൻ</vt:lpstr>
      <vt:lpstr>എണ്ണമില്ലാതുള്ള വൈഷമ്യമേടുകൾ  കണ്ണീരൊലിപ്പിച്ചു നിന്‍റെ വൃതർ   ഏറിക്കടക്കുന്ന കാഴ്ച നീ കണ്ടിട്ട- ങ്ങാടലേതുമില്ലേ? ദേവകുമാരകാ!</vt:lpstr>
      <vt:lpstr>എന്നു നീ വന്നിടും എന്‍റെ പ്രിയാ! തവ  പോന്മുഖം ഞാനൊന്നു കണ്ടീടുവാൻ</vt:lpstr>
      <vt:lpstr>മേഘാരൂഢനായി താരങ്ങളേഴേന്തി  ആദിത്യ തുല്യവദനനായി  കാഹളധ്വാനവും മിന്നലുമാർപ്പുമായ്  ശീഘ്രം ഞാൻ വന്നിടുമെന്നുര ചെയ്തോനെ</vt:lpstr>
      <vt:lpstr>എന്നു നീ വന്നിടും എന്‍റെ പ്രിയാ! തവ  പോന്മുഖം ഞാനൊന്നു കണ്ടീടുവാൻ</vt:lpstr>
      <vt:lpstr>മാർവ്വോടണച്ചെന്നെ ആശ്വസിപ്പിക്കുവാൻ  കാൽവറിക്കുന്നിലങ്ങേറിയോനേ!  പൊന്മുടി എന്നെ ധരിപ്പിക്കുവാനൊരു  മുൾമുടി ഏറ്റയ്യോ! കഷ്ടം സഹിച്ചോനേ</vt:lpstr>
      <vt:lpstr>എന്നു നീ വന്നിടും എന്‍റെ പ്രിയാ! തവ  പോന്മുഖം ഞാനൊന്നു കണ്ടീടുവാൻ</vt:lpstr>
      <vt:lpstr>ഇമ്മാനുവേലേ നിൻ ശോഭ നിറഞ്ഞുള്ള  അമ്മഹിമാപുരം ഒന്നു കണ്ടാൽ  ഇമ്മഹീതലത്തിൻ മോഹന വസ്തുക്കൾ  ഒന്നുമില്ലാത്തതെന്നെണ്ണാത്തതാരു താൻ? </vt:lpstr>
      <vt:lpstr>എന്നു നീ വന്നിടും എന്‍റെ പ്രിയാ! തവ  പോന്മുഖം ഞാനൊന്നു കണ്ടീടുവാൻ</vt:lpstr>
      <vt:lpstr>മൃത്യുവിൽ നിന്നെന്നെ വീണ്ടെടുത്തിടുവാൻ   ദൈവ കോപാഗ്നിയിൽ വെന്തെരിഞ്ഞ  സ്നേഹസ്വരൂപനാം യേശുനാഥാ - നിന്‍റെ  മണിയറ തന്നിലങ്ങെന്നെയും ചേർത്തിടാൻ </vt:lpstr>
      <vt:lpstr>എന്നു നീ വന്നിടും എന്‍റെ പ്രിയാ! തവ  പോന്മുഖം ഞാനൊന്നു കണ്ടീടുവാൻ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Ennu nee vannidum ente priya</dc:title>
  <dc:creator>Digital Input:; GM JOHN; Acsah Mathews</dc:creator>
  <cp:lastModifiedBy>Acsah Mathews</cp:lastModifiedBy>
  <cp:revision>435</cp:revision>
  <dcterms:created xsi:type="dcterms:W3CDTF">2013-04-19T09:19:07Z</dcterms:created>
  <dcterms:modified xsi:type="dcterms:W3CDTF">2018-11-26T14:18:21Z</dcterms:modified>
</cp:coreProperties>
</file>