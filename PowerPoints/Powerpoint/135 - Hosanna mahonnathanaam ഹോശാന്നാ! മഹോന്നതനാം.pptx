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E983D-097F-4A6F-ABC0-34787DAA4D7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A450B-A271-4DA7-AEF3-EDF250ABE4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4DB61-567D-4F5B-A3BC-A60B6164475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4A3B8-844B-4B82-9AA3-5273EAC7A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17709-546F-4DBA-B4E8-8B811E4CC0E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997F5-16EA-4288-9558-8242D230B9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D2BD1-6E8C-4102-92AA-9D2D3B7AAD9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BF4E-036C-4ABE-B01E-DA55DB0902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40FDE-A68C-43F9-A609-2E6CFF4825B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6500A-BBEB-4E99-AC70-E49411E78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5339E-BBBB-450C-9A2B-0E6FBF4585E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3AB32-1040-47FD-9E2B-354E5B9C1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55ADB-55AE-4DC2-8F61-D07737BA796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0FBCF-C74A-4646-88E2-297305A38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26260-E7D9-4D22-BEAC-3D0980CD70E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DBD1C-97DD-43E6-884F-A7D8F8933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D764D-E441-4420-9348-A6EC1982848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09232-E1F2-459E-9355-D0B1CFE7FC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7130C-E2B2-4697-B2A8-BFCEE8CE58D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5DB2B-2114-4578-91B3-A033C6B8B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BF4A0-85E6-4D85-8C56-21DA7F79C2F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3935C-5D91-420F-BD5C-01FF8E29E3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D27D84-7BBF-412C-872A-DAE5A068E7C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BF9A9A-27E4-4BD2-BC28-A1BC9AABB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4B83-87F8-4E11-8D8D-DB6CFD3FA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ഹോശാന്നാ! മഹോന്നതനാം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CC92E-20C0-445F-8C57-791B4EBE8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fi-FI" sz="4000" b="1" dirty="0">
                <a:solidFill>
                  <a:schemeClr val="tx2"/>
                </a:solidFill>
              </a:rPr>
              <a:t>Hoshanna! Mahonnathanaam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A3D64-AD0B-441C-AF8B-F76D615E0F5C}"/>
              </a:ext>
            </a:extLst>
          </p:cNvPr>
          <p:cNvSpPr/>
          <p:nvPr/>
        </p:nvSpPr>
        <p:spPr>
          <a:xfrm>
            <a:off x="1447800" y="4724400"/>
            <a:ext cx="2513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(പി. വി. തൊമ്മി)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844EB-3AB4-4B3E-B2CA-43ED1794CC5F}"/>
              </a:ext>
            </a:extLst>
          </p:cNvPr>
          <p:cNvSpPr/>
          <p:nvPr/>
        </p:nvSpPr>
        <p:spPr>
          <a:xfrm>
            <a:off x="9518449" y="4724400"/>
            <a:ext cx="1920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(P.V.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Thommi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54750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06518"/>
            <a:ext cx="12192000" cy="2522482"/>
          </a:xfrm>
        </p:spPr>
        <p:txBody>
          <a:bodyPr anchor="t"/>
          <a:lstStyle/>
          <a:p>
            <a:pPr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ഹോശാന്നാ! മഹോന്നതനാം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യേശുമഹാ-രാജനെന്നും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ഹോശാന്നാ! കർത്തനുടെ വിശുദ്ധ-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നാമത്തിൽ വരുന്നവനു സദാ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Hoshanna! Mahonnathanaam </a:t>
            </a:r>
          </a:p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Yeshu-mahaa – Raajanennum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Hoshanna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Karthanudey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varunnavanu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</a:rPr>
              <a:t>യെറുശലേം - നഗരിയതിൽ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വരുന്നു മഹാ-രാജനെന്നു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അറിഞ്ഞതിനാൽ ബഹുജനങ്ങൾ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ഒരുങ്ങിവന്നരചനെയെതിരേല്പാൻ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Yarushalem nagariyathil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varunnu mahaa-Rajanennu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Arinjathinaal bahu janangalh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Orungi-vannarachaney-ethirèlpaan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latin typeface="+mn-lt"/>
              </a:rPr>
              <a:t>1</a:t>
            </a:r>
            <a:endParaRPr lang="en-US" sz="3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62933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ആൺകഴുതകുട്ടിയിന്മേൽ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ആടകളെ വിരിച്ചു ശിഷ്യർ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ആണ്ടവനെ ഇരുത്തിക്കൊണ്ടു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ആടിപ്പാടിസ്തുതിച്ചവർ നടന്നീടുന്നു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Aanh kazhutha kuttiyinmèl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aadakalhey virichchu shishyar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Aandavaney iruththikondu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aadippaadi sthuthichavar nadanneedunnu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latin typeface="+mn-lt"/>
              </a:rPr>
              <a:t>2</a:t>
            </a:r>
            <a:endParaRPr lang="en-US" sz="3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286095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മേലങ്കി-കളെ വഴിയിൽ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അലംകൃതമായ്-പലർ വിരിച്ചു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മാലോകർ-വഴിനീളെ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ശാലേമിന്നധിപതിയെ വാഴ്ത്തീടുന്നു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Mèlankikalhey vazhiyil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alankrithamaai palar virichchu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Maalokar vazhineelhey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Shaalemin Adhipathiye vaazhthidunnu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600" b="1" dirty="0">
                <a:latin typeface="+mn-lt"/>
              </a:rPr>
              <a:t>3</a:t>
            </a:r>
            <a:endParaRPr lang="en-US" sz="3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472126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കുരുത്തോല - പിടിച്ചു ചിലർ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ഗുരുവരനെ-സ്തുതിച്ചീടുന്നു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മരങ്ങളിൽ നി-ന്നിളങ്കൊമ്പുകൾ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വിരവൊടു വെട്ടിചിലർ വിതറിടുന്നു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Kuruththola pidichchu chilar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guruvaraney sthuthichcheedunnu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Maranghalhil ninn-ilhankombukalh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viravodu vetti chilar vithareedunnu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45365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പുരുഷാരം-അസംഖ്യമിതാ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നിരനിരയായ് നടന്നിടുന്നു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മനസ്സോ-ടതികുതുകാൽ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അരചനെ സ്തുതിച്ചവർ പുകഴ്ത്തിടുന്നു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Purushaaram asankhyamithaa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niranirayaai nadanneedunnu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Oru manasso-dathikuthukaal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 arachana sthuthichchavar pukazhththeedunnu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116427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പരിചോടു-ബാലഗണം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പരിശുദ്ധനെ പുകഴ്ത്തിടുന്നു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പരീശരെല്ലാം-അരിശം പൂണ്ടു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പരിശ്രമിച്ചിടുന്നതു മുടക്കീടുവാൻ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Parichôdu baalaganham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Parishuddhaney pukazhththeedunnu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Pareesharellaam arisham poondu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Parishramichchidunnathu mudakkeeduvaan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81964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1439918"/>
            <a:ext cx="11125200" cy="2522482"/>
          </a:xfrm>
        </p:spPr>
        <p:txBody>
          <a:bodyPr anchor="t"/>
          <a:lstStyle/>
          <a:p>
            <a:pPr algn="l" defTabSz="4699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ആർത്തമോദത്തോടിന്നു നാം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വാഴ്ത്തീടുക പാർത്ഥിവനെ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കീർത്തിക്ക നാം-തിരുനാമം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പാർത്തലത്തിലനുദിനം മോദമോടെ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9164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4EBCE-66DF-45B3-ADB2-C5BF6CE0E95A}"/>
              </a:ext>
            </a:extLst>
          </p:cNvPr>
          <p:cNvSpPr/>
          <p:nvPr/>
        </p:nvSpPr>
        <p:spPr>
          <a:xfrm>
            <a:off x="0" y="3911600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Aarththa modaththodinnu naam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vaazhtheeduka paarththivaney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Keerththikka naam thiru naamam </a:t>
            </a:r>
          </a:p>
          <a:p>
            <a:pPr algn="r"/>
            <a:r>
              <a:rPr lang="fi-FI" sz="3600" b="1" dirty="0">
                <a:solidFill>
                  <a:schemeClr val="tx2"/>
                </a:solidFill>
                <a:latin typeface="+mn-lt"/>
              </a:rPr>
              <a:t>paarththalaththil anudinavum modamodey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2B397-04D7-4B0A-BED5-7DF050F13F5B}"/>
              </a:ext>
            </a:extLst>
          </p:cNvPr>
          <p:cNvSpPr/>
          <p:nvPr/>
        </p:nvSpPr>
        <p:spPr>
          <a:xfrm>
            <a:off x="0" y="62209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50447D-65B2-4116-8FEB-8B9C0F46090C}"/>
              </a:ext>
            </a:extLst>
          </p:cNvPr>
          <p:cNvSpPr/>
          <p:nvPr/>
        </p:nvSpPr>
        <p:spPr>
          <a:xfrm>
            <a:off x="9909003" y="3456521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(പി. വി. തൊമ്മി)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F694E-F6E5-4FBA-A844-B0DC60F7C3A8}"/>
              </a:ext>
            </a:extLst>
          </p:cNvPr>
          <p:cNvSpPr/>
          <p:nvPr/>
        </p:nvSpPr>
        <p:spPr>
          <a:xfrm>
            <a:off x="10502499" y="6360003"/>
            <a:ext cx="1689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(P.V.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Thommi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124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147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135 ഹോശാന്നാ! മഹോന്നതനാം</vt:lpstr>
      <vt:lpstr>ഹോശാന്നാ! മഹോന്നതനാം  യേശുമഹാ-രാജനെന്നും ഹോശാന്നാ! കർത്തനുടെ വിശുദ്ധ- നാമത്തിൽ വരുന്നവനു സദാ</vt:lpstr>
      <vt:lpstr>യെറുശലേം - നഗരിയതിൽ വരുന്നു മഹാ-രാജനെന്നു അറിഞ്ഞതിനാൽ ബഹുജനങ്ങൾ  ഒരുങ്ങിവന്നരചനെയെതിരേല്പാൻ</vt:lpstr>
      <vt:lpstr>ആൺകഴുതകുട്ടിയിന്മേൽ ആടകളെ വിരിച്ചു ശിഷ്യർ ആണ്ടവനെ ഇരുത്തിക്കൊണ്ടു  ആടിപ്പാടിസ്തുതിച്ചവർ നടന്നീടുന്നു</vt:lpstr>
      <vt:lpstr>മേലങ്കി-കളെ വഴിയിൽ  അലംകൃതമായ്-പലർ വിരിച്ചു മാലോകർ-വഴിനീളെ  ശാലേമിന്നധിപതിയെ വാഴ്ത്തീടുന്നു</vt:lpstr>
      <vt:lpstr>കുരുത്തോല - പിടിച്ചു ചിലർ  ഗുരുവരനെ-സ്തുതിച്ചീടുന്നു മരങ്ങളിൽ നി-ന്നിളങ്കൊമ്പുകൾ  വിരവൊടു വെട്ടിചിലർ വിതറിടുന്നു</vt:lpstr>
      <vt:lpstr>പുരുഷാരം-അസംഖ്യമിതാ  നിരനിരയായ് നടന്നിടുന്നു ഒരു മനസ്സോ-ടതികുതുകാൽ  അരചനെ സ്തുതിച്ചവർ പുകഴ്ത്തിടുന്നു</vt:lpstr>
      <vt:lpstr>പരിചോടു-ബാലഗണം  പരിശുദ്ധനെ പുകഴ്ത്തിടുന്നു പരീശരെല്ലാം-അരിശം പൂണ്ടു  പരിശ്രമിച്ചിടുന്നതു മുടക്കീടുവാൻ</vt:lpstr>
      <vt:lpstr>ആർത്തമോദത്തോടിന്നു നാം  വാഴ്ത്തീടുക പാർത്ഥിവനെ കീർത്തിക്ക നാം-തിരുനാമം  പാർത്തലത്തിലനുദിനം മോദമോടെ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Hosanna mahonnathanaam</dc:title>
  <dc:creator>Digital Input:; GM JOHN; Acsah Mathews</dc:creator>
  <cp:lastModifiedBy>Acsah Mathews</cp:lastModifiedBy>
  <cp:revision>339</cp:revision>
  <dcterms:created xsi:type="dcterms:W3CDTF">2013-04-19T09:19:07Z</dcterms:created>
  <dcterms:modified xsi:type="dcterms:W3CDTF">2018-11-05T17:27:08Z</dcterms:modified>
</cp:coreProperties>
</file>