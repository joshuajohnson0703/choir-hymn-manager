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0" r:id="rId3"/>
    <p:sldId id="274" r:id="rId4"/>
    <p:sldId id="273" r:id="rId5"/>
    <p:sldId id="275" r:id="rId6"/>
    <p:sldId id="276" r:id="rId7"/>
    <p:sldId id="277" r:id="rId8"/>
    <p:sldId id="278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5EEFA-81F8-4DE1-BEC4-6DF2395DDCAB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30116F-EB32-4D70-8047-7E51DD29CE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1D0E1D-BBD0-47DA-8D34-4C92CB5BA7AA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A97B5D-F18B-4AC2-911B-3A5AB891DB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5CAEE-B5BD-4C69-8F8A-CDE31A9B8582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30D845-2DEA-4749-94A1-A6E94A4FD4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9486E3-57E7-4720-9C47-BA5678803B85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B3E317-36FD-4B1B-9832-DBDE43BA5F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5DE174-B167-454B-850C-735A418801A2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1E2017-5438-4603-B3F8-04E27E39BC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F6FB09-20DB-4B45-AADF-84FFD3EF5F28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58615-1FD4-48F8-AF70-BF6A79F915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ADE982-519C-4201-9280-3637F88E70C0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448B09-5D0D-47DD-B23A-6C7A7C77D1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2C3070-26DE-4C05-B906-F51A740B3F9D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6D7309-9CE1-429F-9BF3-7E60082C50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569B69-F810-4CA1-9F68-6830AD81B1BE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03A255-F549-492F-B8E5-85E9EE253A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3051C-B8CE-4D6F-A162-0BCB25C2AB6F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54D239-772C-4A76-91BC-AE2E461182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6416E8-2AAF-47EA-B4B1-8BD6777F7FE7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9E8C1-47D3-44B7-9F54-AD837185FD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2F50094-F272-44D1-A873-C847E818E27B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FCE3AA5-9A20-4FF0-899D-A65725C50B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14C40-A389-49A0-B7E7-AB2BA4E89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30426"/>
            <a:ext cx="12192000" cy="1470025"/>
          </a:xfrm>
        </p:spPr>
        <p:txBody>
          <a:bodyPr/>
          <a:lstStyle/>
          <a:p>
            <a:r>
              <a:rPr lang="en-US" dirty="0"/>
              <a:t>80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യേശുനായകാ! ശ്രീശാ!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D44EDE-DFF5-43EA-90B6-247AEF30FD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Yeshunaayaka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!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Shreeshaa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!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85343794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9308" y="838200"/>
            <a:ext cx="12192000" cy="2049605"/>
          </a:xfrm>
        </p:spPr>
        <p:txBody>
          <a:bodyPr anchor="t"/>
          <a:lstStyle/>
          <a:p>
            <a:pPr algn="l" defTabSz="45720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യേശുനായകാ! ശ്രീശാ! നമോ നമോ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നാശ വാരണ! സ്വാമിൻ നമോ നമോ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മോശപൂജിത രൂപ! നമോ നമോ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മഹീ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പാദ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...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256909-3ADE-4B0A-A2AD-66EA366E2916}"/>
              </a:ext>
            </a:extLst>
          </p:cNvPr>
          <p:cNvSpPr/>
          <p:nvPr/>
        </p:nvSpPr>
        <p:spPr>
          <a:xfrm>
            <a:off x="0" y="3370031"/>
            <a:ext cx="12162692" cy="1744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Yeshunaayaka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Shreeshaa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Naashavaaranhe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Swamin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Moshapoojitha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roopa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Mahee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!...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9308" y="838200"/>
            <a:ext cx="12192000" cy="2049605"/>
          </a:xfrm>
        </p:spPr>
        <p:txBody>
          <a:bodyPr anchor="t"/>
          <a:lstStyle/>
          <a:p>
            <a:pPr algn="l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2.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മാനുവേലനേ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പാഹി നമോ നമോ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മാനവസുതവര്യ! നമോ നമോ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ദീനവത്സല! ക്രിസ്‌തോ നമോ നമോ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-ദിനമാകെ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256909-3ADE-4B0A-A2AD-66EA366E2916}"/>
              </a:ext>
            </a:extLst>
          </p:cNvPr>
          <p:cNvSpPr/>
          <p:nvPr/>
        </p:nvSpPr>
        <p:spPr>
          <a:xfrm>
            <a:off x="0" y="3370031"/>
            <a:ext cx="12162692" cy="1744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Maanuvelane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Maanava-sutharya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Deena-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vatsala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Kristho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Dinamaake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  </a:t>
            </a:r>
          </a:p>
        </p:txBody>
      </p:sp>
    </p:spTree>
    <p:extLst>
      <p:ext uri="{BB962C8B-B14F-4D97-AF65-F5344CB8AC3E}">
        <p14:creationId xmlns:p14="http://schemas.microsoft.com/office/powerpoint/2010/main" val="353429179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9308" y="838200"/>
            <a:ext cx="12192000" cy="2049605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കുഷ്ഠരോഗ വിനാശ! നമോ നമോ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തുഷ്ടി നല്കുമെന്നീശ നമോ നമോ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ശിഷ്ട പാലക! വന്ദേ! നമോ നമോ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	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ദിവ്യ പീഠ...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256909-3ADE-4B0A-A2AD-66EA366E2916}"/>
              </a:ext>
            </a:extLst>
          </p:cNvPr>
          <p:cNvSpPr/>
          <p:nvPr/>
        </p:nvSpPr>
        <p:spPr>
          <a:xfrm>
            <a:off x="0" y="3370031"/>
            <a:ext cx="12162692" cy="1744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Kushtaroga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vinaasha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Thushti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nalkumenneesha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Shishtapaalaka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Vande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Divya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peeda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4986964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9308" y="838200"/>
            <a:ext cx="12192000" cy="2049605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പഞ്ചപൂപ പ്രധാന! നമോ നമോ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സഞ്ചിതാധികപുണ്യ!നമോ നമോ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അഞ്ചിതാനനയുക്തി! നമോ നമോ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പരമ പീഢേ...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256909-3ADE-4B0A-A2AD-66EA366E2916}"/>
              </a:ext>
            </a:extLst>
          </p:cNvPr>
          <p:cNvSpPr/>
          <p:nvPr/>
        </p:nvSpPr>
        <p:spPr>
          <a:xfrm>
            <a:off x="0" y="3370031"/>
            <a:ext cx="12162692" cy="1744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Panchapoopa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pradaana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Sanjithaadhikapoonhyaa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Anjithaananayuktha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Parameede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....</a:t>
            </a:r>
          </a:p>
        </p:txBody>
      </p:sp>
    </p:spTree>
    <p:extLst>
      <p:ext uri="{BB962C8B-B14F-4D97-AF65-F5344CB8AC3E}">
        <p14:creationId xmlns:p14="http://schemas.microsoft.com/office/powerpoint/2010/main" val="352660576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9308" y="838200"/>
            <a:ext cx="12192000" cy="2049605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ആഴിമേൽ നടന്നോനേ നമോ നമോ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ശേഷിയറ്റവർക്കീശ! നമോ നമോ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ഊഴിമേൽ വരും നാഥാ നമോ നമോ-തൊഴുകയ്യായ്…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256909-3ADE-4B0A-A2AD-66EA366E2916}"/>
              </a:ext>
            </a:extLst>
          </p:cNvPr>
          <p:cNvSpPr/>
          <p:nvPr/>
        </p:nvSpPr>
        <p:spPr>
          <a:xfrm>
            <a:off x="0" y="3370031"/>
            <a:ext cx="12162692" cy="1744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Aazhimel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nadannone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Sheshiyattavarkkeesha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Oozhimel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varum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Thozhukaiyaay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6481608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9308" y="838200"/>
            <a:ext cx="12192000" cy="2049605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6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പെസഹാഭുജിച്ചോനേ! നമോ നമോ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ചോരനീർവിയർത്തോനേ നമോ നമോ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മേരിയാലഭിഷിക്ത നമോ നമോ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മതിമാനേ...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256909-3ADE-4B0A-A2AD-66EA366E2916}"/>
              </a:ext>
            </a:extLst>
          </p:cNvPr>
          <p:cNvSpPr/>
          <p:nvPr/>
        </p:nvSpPr>
        <p:spPr>
          <a:xfrm>
            <a:off x="0" y="3370031"/>
            <a:ext cx="12162692" cy="1744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6.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Pesaha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bhujichone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Chora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neerhviyarththone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Meryaalabhishiktha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Mathimaane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84936724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48676"/>
            <a:ext cx="12192000" cy="2634679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7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സ്വസ്തികാ വിദ്ധദേഹ! നമോ നമോ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ദുസ്ഥ രക്ഷണ ശീല! നമോ നമോ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ശസ്തമസ്തുതേ നിത്യം നമോ നമോ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നമോ ബഹു ഭൂയാൽ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256909-3ADE-4B0A-A2AD-66EA366E2916}"/>
              </a:ext>
            </a:extLst>
          </p:cNvPr>
          <p:cNvSpPr/>
          <p:nvPr/>
        </p:nvSpPr>
        <p:spPr>
          <a:xfrm>
            <a:off x="0" y="3370031"/>
            <a:ext cx="12162692" cy="1744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7.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Swasthikaavidhadehaa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Dustharakshana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sheelaa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Shasthamasthuthe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    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bahubhooyaal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B38E93-0144-4C04-ADC6-F7653035C48E}"/>
              </a:ext>
            </a:extLst>
          </p:cNvPr>
          <p:cNvSpPr/>
          <p:nvPr/>
        </p:nvSpPr>
        <p:spPr>
          <a:xfrm>
            <a:off x="9699010" y="2948485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>
                <a:solidFill>
                  <a:srgbClr val="000000"/>
                </a:solidFill>
                <a:latin typeface="Arial" panose="020B0604020202020204" pitchFamily="34" charset="0"/>
              </a:rPr>
              <a:t>(കെ. വി. സൈമൺ)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295F20-A632-4E18-B824-C709602E4537}"/>
              </a:ext>
            </a:extLst>
          </p:cNvPr>
          <p:cNvSpPr/>
          <p:nvPr/>
        </p:nvSpPr>
        <p:spPr>
          <a:xfrm>
            <a:off x="10363480" y="5577842"/>
            <a:ext cx="15397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rgbClr val="000000"/>
                </a:solidFill>
                <a:latin typeface="Arial" panose="020B0604020202020204" pitchFamily="34" charset="0"/>
              </a:rPr>
              <a:t>(K.V. Simon)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4521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168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80 യേശുനായകാ! ശ്രീശാ!</vt:lpstr>
      <vt:lpstr>1 യേശുനായകാ! ശ്രീശാ! നമോ നമോ  നാശ വാരണ! സ്വാമിൻ നമോ നമോ  മോശപൂജിത രൂപ! നമോ നമോ   - മഹീ പാദ!... </vt:lpstr>
      <vt:lpstr>2. മാനുവേലനേ! പാഹി നമോ നമോ      മാനവസുതവര്യ! നമോ നമോ      ദീനവത്സല! ക്രിസ്‌തോ നമോ നമോ  -ദിനമാകെ…</vt:lpstr>
      <vt:lpstr>3 കുഷ്ഠരോഗ വിനാശ! നമോ നമോ   തുഷ്ടി നല്കുമെന്നീശ നമോ നമോ  ശിഷ്ട പാലക! വന്ദേ! നമോ നമോ     - ദിവ്യ പീഠ...</vt:lpstr>
      <vt:lpstr>4  പഞ്ചപൂപ പ്രധാന! നമോ നമോ  സഞ്ചിതാധികപുണ്യ!നമോ നമോ  അഞ്ചിതാനനയുക്തി! നമോ നമോ   - പരമ പീഢേ...</vt:lpstr>
      <vt:lpstr>5 ആഴിമേൽ നടന്നോനേ നമോ നമോ  ശേഷിയറ്റവർക്കീശ! നമോ നമോ    ഊഴിമേൽ വരും നാഥാ നമോ നമോ-തൊഴുകയ്യായ്…</vt:lpstr>
      <vt:lpstr>6 പെസഹാഭുജിച്ചോനേ! നമോ നമോ  ചോരനീർവിയർത്തോനേ നമോ നമോ  മേരിയാലഭിഷിക്ത നമോ നമോ    - മതിമാനേ...</vt:lpstr>
      <vt:lpstr>7 സ്വസ്തികാ വിദ്ധദേഹ! നമോ നമോ  ദുസ്ഥ രക്ഷണ ശീല! നമോ നമോ     ശസ്തമസ്തുതേ നിത്യം നമോ നമോ              - നമോ ബഹു ഭൂയാൽ…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Yeshunaayakaa shreesha</dc:title>
  <dc:creator>Digital Input:; GM JOHN; Acsah Mathews</dc:creator>
  <cp:lastModifiedBy>Acsah Mathews</cp:lastModifiedBy>
  <cp:revision>198</cp:revision>
  <dcterms:created xsi:type="dcterms:W3CDTF">2013-04-19T09:19:07Z</dcterms:created>
  <dcterms:modified xsi:type="dcterms:W3CDTF">2018-11-01T14:01:17Z</dcterms:modified>
</cp:coreProperties>
</file>