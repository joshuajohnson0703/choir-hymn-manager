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3" r:id="rId3"/>
    <p:sldId id="286" r:id="rId4"/>
    <p:sldId id="287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98857E-CC09-4FCF-A031-7288F8A3813B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56164-89D8-4ED1-9641-FE286B87E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824F76-DDC0-4EFB-AD3B-9F57214E58A8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CBD9E-E037-44F9-A3CF-E4DD389972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AB690-0649-4E4A-9B8E-B9DDC8B1FA17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184B19-4D29-4E9B-8347-FC05004828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BF4FDB-8D94-4836-8C27-C59E2638A828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191AC-5277-470A-B055-E8EB0B5069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F3DB9-D3A4-4F09-9AD7-F0630A4CD5DB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BF8182-26CC-4177-BE6F-2D78A4113B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98200A-202E-42D6-B117-7822BA660FF5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1786E-C9CD-4766-AF3C-EFCA1FEACA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079221-467E-4422-BBA8-FA5FAAC8E9C3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7DF02-0225-458B-BC48-A4D8DF7F00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D662A5-87A8-4656-8B38-C28F8F29E8EB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DD60A9-55BD-412A-B382-883F5D2A2D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AFA043-CE39-4B3E-BCB7-C87DC93FB1DE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7AC50E-5191-400A-A9A0-137726C3F1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8B60F7-BFB5-4C89-BE87-0E110891533A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F01212-77A0-4E7A-B9B4-04EF2B4FB4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6A6C9-4FBD-4B4E-B100-C2D6A46DBFA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1B4CE8-E82F-4A2F-8EF1-2B7F4DD88D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9EE9233-0895-4D4F-AB61-913722FAEE53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638A664-3CAA-4763-9EEF-FB1D476C6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007E3-D785-41C6-B2AB-C2F06101DA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324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ക്രിസ്തന്മേൽ ചാരി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FA03E1-9091-4DA1-A896-8C7BEDCA89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rgbClr val="000000"/>
                </a:solidFill>
              </a:rPr>
              <a:t>Kristhanmel</a:t>
            </a:r>
            <a:r>
              <a:rPr lang="en-US" sz="4000" b="1" dirty="0">
                <a:solidFill>
                  <a:srgbClr val="000000"/>
                </a:solidFill>
              </a:rPr>
              <a:t> </a:t>
            </a:r>
            <a:r>
              <a:rPr lang="en-US" sz="4000" b="1" dirty="0" err="1">
                <a:solidFill>
                  <a:srgbClr val="000000"/>
                </a:solidFill>
              </a:rPr>
              <a:t>chaari</a:t>
            </a:r>
            <a:r>
              <a:rPr lang="en-US" sz="4000" b="1" dirty="0">
                <a:solidFill>
                  <a:srgbClr val="000000"/>
                </a:solidFill>
              </a:rPr>
              <a:t> than</a:t>
            </a:r>
          </a:p>
          <a:p>
            <a:r>
              <a:rPr lang="en-US" sz="3800" i="1" dirty="0">
                <a:solidFill>
                  <a:srgbClr val="000000"/>
                </a:solidFill>
              </a:rPr>
              <a:t>Hush blessed are the dead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422681699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79574"/>
            <a:ext cx="12192000" cy="2819400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ക്രിസ്തന്മേൽ ചാരി തൻ ഹസ്തേ വിശ്രമിച്ച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കർത്താവിൽ മൃതന്മാർ-നിത്യം ഭാഗ്യവാന്മാർ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കാണാതെ സ്നേഹിച്ച-പ്രാണനാം യേശുവേ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ഉണ്‍മയിൽ തെളിവായ്-കാണ്‍മതത്രെ ഭാഗ്യം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C37510-DE9C-498C-AF1A-85DC75F2F52C}"/>
              </a:ext>
            </a:extLst>
          </p:cNvPr>
          <p:cNvSpPr/>
          <p:nvPr/>
        </p:nvSpPr>
        <p:spPr>
          <a:xfrm>
            <a:off x="0" y="3714214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Kristhanmel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chaari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hasthe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vishramicha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Karthaavil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mrithanmaar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bhaagyavaanmaar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Kaanhaathe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snehicha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praanhanaam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Unhmayil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thelhivaay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kaanhmaathathre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bhagyam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endParaRPr lang="en-US" sz="3400" b="1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79574"/>
            <a:ext cx="12192000" cy="2819400"/>
          </a:xfrm>
        </p:spPr>
        <p:txBody>
          <a:bodyPr anchor="t"/>
          <a:lstStyle/>
          <a:p>
            <a:pPr algn="l" defTabSz="463550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വല്ലാത്ത പ്രയാസം ഇല്ലാ നദിതീരെ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പുല്ലിൻ മേച്ചിൽ സ്ഥലേ-നൽ ഇടയൻ മേയ്ക്കും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പകലത്തെ വെയിൽ-പാതിരാ ശീതവും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വ്യാകുല ദു:ഖവും-ഇല്ലവർക്കി നിമേൽ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C37510-DE9C-498C-AF1A-85DC75F2F52C}"/>
              </a:ext>
            </a:extLst>
          </p:cNvPr>
          <p:cNvSpPr/>
          <p:nvPr/>
        </p:nvSpPr>
        <p:spPr>
          <a:xfrm>
            <a:off x="0" y="3714214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Vallatha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prayaasam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illa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naditheere</a:t>
            </a:r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Pulin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mechil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sthale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nal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idayan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meykkum</a:t>
            </a:r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Pakalathe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veyil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paathiraa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sheethavum</a:t>
            </a:r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Vyaakula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dukhavum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illavarkkinimel</a:t>
            </a:r>
            <a:endParaRPr lang="en-US" sz="3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249090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12192000" cy="3104614"/>
          </a:xfrm>
        </p:spPr>
        <p:txBody>
          <a:bodyPr anchor="t"/>
          <a:lstStyle/>
          <a:p>
            <a:pPr algn="l" defTabSz="463550">
              <a:defRPr/>
            </a:pP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5	അവരുടെ സ്നേഹം-സ്വരം, സന്തോഷവും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	കാണ്‍കയില്ല ഞങ്ങൾ-കുറെ നാളേ ക്കിനി </a:t>
            </a:r>
            <a:br>
              <a:rPr lang="ml-IN" sz="1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6	പിരിഞ്ഞ പ്രിയാർക്കായ്‌ ഞങ്ങൾ-ദു:ഖിക്കുമ്പോൾ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	കണ്ണുനീർ ചോരിച്ച-കർത്താ ക്ഷമിക്കണേ </a:t>
            </a:r>
            <a:br>
              <a:rPr lang="ml-IN" sz="1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7	മൃത്യുവെന്നെഴുന്ന-ക്രിസ്തൻ നാദം അവർ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	‘സന്തോഷിപ്പിൻ' എന്നു അന്ത്യനാളിൽ കേൾക്കും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C37510-DE9C-498C-AF1A-85DC75F2F52C}"/>
              </a:ext>
            </a:extLst>
          </p:cNvPr>
          <p:cNvSpPr/>
          <p:nvPr/>
        </p:nvSpPr>
        <p:spPr>
          <a:xfrm>
            <a:off x="0" y="3581400"/>
            <a:ext cx="121920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+mn-lt"/>
              </a:rPr>
              <a:t>5.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Avarude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sneham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swaram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santhoshavum</a:t>
            </a:r>
            <a:endParaRPr lang="en-US" sz="3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Kaanhkayilla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njangal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kurhe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naalhekkini</a:t>
            </a:r>
            <a:endParaRPr lang="en-US" sz="800" b="1" dirty="0">
              <a:solidFill>
                <a:srgbClr val="000000"/>
              </a:solidFill>
              <a:latin typeface="+mn-lt"/>
            </a:endParaRPr>
          </a:p>
          <a:p>
            <a:endParaRPr lang="en-US" sz="8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0000"/>
                </a:solidFill>
                <a:latin typeface="+mn-lt"/>
              </a:rPr>
              <a:t>6.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Pirinja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priyarkkai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njangalh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dukhikkumbolh</a:t>
            </a:r>
            <a:endParaRPr lang="en-US" sz="3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Kannhuneer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choricha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karthaa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kshamikkanhe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,</a:t>
            </a:r>
            <a:endParaRPr lang="en-US" sz="800" b="1" dirty="0">
              <a:solidFill>
                <a:srgbClr val="000000"/>
              </a:solidFill>
              <a:latin typeface="+mn-lt"/>
            </a:endParaRPr>
          </a:p>
          <a:p>
            <a:endParaRPr lang="en-US" sz="8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0000"/>
                </a:solidFill>
                <a:latin typeface="+mn-lt"/>
              </a:rPr>
              <a:t>7.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Mrithyuvennezhunna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kristhan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naadam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avarh</a:t>
            </a:r>
            <a:endParaRPr lang="en-US" sz="3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0000"/>
                </a:solidFill>
                <a:latin typeface="+mn-lt"/>
              </a:rPr>
              <a:t>    ‘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Santhoshippin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’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ennu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anthya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naalhil</a:t>
            </a:r>
            <a:r>
              <a:rPr lang="en-US" sz="32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+mn-lt"/>
              </a:rPr>
              <a:t>kelhkkum</a:t>
            </a:r>
            <a:endParaRPr lang="en-US" sz="3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933729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1577</TotalTime>
  <Words>103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324 ക്രിസ്തന്മേൽ ചാരി</vt:lpstr>
      <vt:lpstr>1 ക്രിസ്തന്മേൽ ചാരി തൻ ഹസ്തേ വിശ്രമിച്ച  കർത്താവിൽ മൃതന്മാർ-നിത്യം ഭാഗ്യവാന്മാർ   2 കാണാതെ സ്നേഹിച്ച-പ്രാണനാം യേശുവേ   ഉണ്‍മയിൽ തെളിവായ്-കാണ്‍മതത്രെ ഭാഗ്യം</vt:lpstr>
      <vt:lpstr>3 വല്ലാത്ത പ്രയാസം ഇല്ലാ നദിതീരെ   പുല്ലിൻ മേച്ചിൽ സ്ഥലേ-നൽ ഇടയൻ മേയ്ക്കും   4 പകലത്തെ വെയിൽ-പാതിരാ ശീതവും   വ്യാകുല ദു:ഖവും-ഇല്ലവർക്കി നിമേൽ </vt:lpstr>
      <vt:lpstr>5 അവരുടെ സ്നേഹം-സ്വരം, സന്തോഷവും   കാണ്‍കയില്ല ഞങ്ങൾ-കുറെ നാളേ ക്കിനി   6 പിരിഞ്ഞ പ്രിയാർക്കായ്‌ ഞങ്ങൾ-ദു:ഖിക്കുമ്പോൾ   കണ്ണുനീർ ചോരിച്ച-കർത്താ ക്ഷമിക്കണേ   7 മൃത്യുവെന്നെഴുന്ന-ക്രിസ്തൻ നാദം അവർ  ‘സന്തോഷിപ്പിൻ' എന്നു അന്ത്യനാളിൽ കേൾക്കും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Kristhanmel chaari</dc:title>
  <dc:creator>Digital Input; GM JOHN; Acsah Mathews</dc:creator>
  <cp:lastModifiedBy>Acsah Mathews</cp:lastModifiedBy>
  <cp:revision>440</cp:revision>
  <dcterms:created xsi:type="dcterms:W3CDTF">2013-04-19T09:19:07Z</dcterms:created>
  <dcterms:modified xsi:type="dcterms:W3CDTF">2018-11-19T17:27:38Z</dcterms:modified>
</cp:coreProperties>
</file>