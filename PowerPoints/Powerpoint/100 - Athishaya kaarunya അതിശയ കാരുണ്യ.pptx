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2" r:id="rId2"/>
    <p:sldId id="270" r:id="rId3"/>
    <p:sldId id="275" r:id="rId4"/>
    <p:sldId id="276" r:id="rId5"/>
    <p:sldId id="277" r:id="rId6"/>
    <p:sldId id="278" r:id="rId7"/>
    <p:sldId id="279" r:id="rId8"/>
    <p:sldId id="280" r:id="rId9"/>
    <p:sldId id="281" r:id="rId10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152" autoAdjust="0"/>
    <p:restoredTop sz="94660"/>
  </p:normalViewPr>
  <p:slideViewPr>
    <p:cSldViewPr>
      <p:cViewPr varScale="1">
        <p:scale>
          <a:sx n="41" d="100"/>
          <a:sy n="41" d="100"/>
        </p:scale>
        <p:origin x="66" y="85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E831B2-BCF5-4868-986B-C0E7AB456C42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A0A1B1-7497-4F85-9994-61CEB9F07DD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941" y="16584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7599" y="609600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EA4AFD-D68A-4C8A-B09C-D0F33DBBB4A0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85692D-46F6-4F97-AA37-7EB84C678CB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7C01C9-AD5A-4819-84E2-6156E785377C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93B7DE-EBD3-4581-9C22-74678C5EDFA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214AE9-BDFB-4F6D-B633-A7A8842D76AD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E1633B-8DED-4EBB-9C6B-888B40769E2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F425FC-229C-4A87-9C97-4745B87B64F6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D5B088-CEA1-49A5-8357-46284E19B38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5DFF84-8768-4E44-AA4D-D33261B67477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5048CA-984D-43C1-A96D-7ACF47CE064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C0D657-D1D5-4430-B06F-E84EE09857FE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3640F2-ABD0-43F3-962E-C15ABD661D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8489C7-7A17-48BC-942D-3C1CC3D8DCA8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9CC622-4FFF-4C55-98B9-4062E3F75DE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769E3B-2AAE-49A9-9C5C-381A9FACAB41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84C161-0006-45B5-A533-A28402DB1A9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39C55F-875D-4EAD-9C1F-E3B8C04C632A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61A90E-28DC-4FC3-9D83-F85F763E3F7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66BCBF-2BE4-4407-BA35-F472B540DAA9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1FB34B-4EF8-4E4D-896C-166E9F5FC6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1CB53CB6-4214-4B68-A1C7-8291E4016A6C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C96E2843-201D-4245-9737-AA1D3A646C2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5681A-E092-427E-B08D-07AE38E950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1819366"/>
            <a:ext cx="10363200" cy="1781086"/>
          </a:xfrm>
        </p:spPr>
        <p:txBody>
          <a:bodyPr/>
          <a:lstStyle/>
          <a:p>
            <a:r>
              <a:rPr lang="en-US" dirty="0"/>
              <a:t>100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അതിശയ കാരുണ്യ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E9F8F4-DDB6-4228-8795-BA5DA51713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961869"/>
          </a:xfrm>
        </p:spPr>
        <p:txBody>
          <a:bodyPr/>
          <a:lstStyle/>
          <a:p>
            <a:r>
              <a:rPr lang="en-US" sz="4000" b="1" dirty="0">
                <a:solidFill>
                  <a:schemeClr val="tx2">
                    <a:lumMod val="75000"/>
                  </a:schemeClr>
                </a:solidFill>
              </a:rPr>
              <a:t>Athishaya </a:t>
            </a:r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</a:rPr>
              <a:t>kaarunhya</a:t>
            </a:r>
            <a:r>
              <a:rPr lang="en-US" sz="4000" b="1" dirty="0">
                <a:solidFill>
                  <a:schemeClr val="tx2">
                    <a:lumMod val="75000"/>
                  </a:schemeClr>
                </a:solidFill>
              </a:rPr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EF74CE6-85C3-461A-962D-61ECF32BADBC}"/>
              </a:ext>
            </a:extLst>
          </p:cNvPr>
          <p:cNvSpPr/>
          <p:nvPr/>
        </p:nvSpPr>
        <p:spPr>
          <a:xfrm>
            <a:off x="1290388" y="5038635"/>
            <a:ext cx="226215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b="1" dirty="0">
                <a:solidFill>
                  <a:schemeClr val="accent2">
                    <a:lumMod val="75000"/>
                  </a:schemeClr>
                </a:solidFill>
              </a:rPr>
              <a:t>(മോശവത്സലം)</a:t>
            </a:r>
            <a:endParaRPr lang="en-US" sz="2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B0E5DE8-5CF2-4735-A766-D6FA38F69939}"/>
              </a:ext>
            </a:extLst>
          </p:cNvPr>
          <p:cNvSpPr/>
          <p:nvPr/>
        </p:nvSpPr>
        <p:spPr>
          <a:xfrm>
            <a:off x="8610600" y="5038635"/>
            <a:ext cx="229101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(</a:t>
            </a:r>
            <a:r>
              <a:rPr lang="en-US" sz="2000" dirty="0" err="1">
                <a:solidFill>
                  <a:schemeClr val="accent2">
                    <a:lumMod val="75000"/>
                  </a:schemeClr>
                </a:solidFill>
              </a:rPr>
              <a:t>Mosha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accent2">
                    <a:lumMod val="75000"/>
                  </a:schemeClr>
                </a:solidFill>
              </a:rPr>
              <a:t>vatsalam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975827662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63026"/>
            <a:ext cx="12192000" cy="3352800"/>
          </a:xfrm>
        </p:spPr>
        <p:txBody>
          <a:bodyPr anchor="t"/>
          <a:lstStyle/>
          <a:p>
            <a:pPr defTabSz="395288">
              <a:defRPr/>
            </a:pPr>
            <a:r>
              <a:rPr lang="ml-IN" sz="2600" i="1" dirty="0">
                <a:latin typeface="Kartika" panose="02020503030404060203" pitchFamily="18" charset="0"/>
                <a:cs typeface="Kartika" panose="02020503030404060203" pitchFamily="18" charset="0"/>
              </a:rPr>
              <a:t>പല്ലവി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അതിശയ കാരുണ്യ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മഹാ ദൈവമായോനെ - ഈശോ!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ആയിരം നാവിൻ വരം താ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നിൻ സ്തുതി പാടാൻ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-6251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100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6884B2F-8845-4E1F-AB6B-AA508F8C22CE}"/>
              </a:ext>
            </a:extLst>
          </p:cNvPr>
          <p:cNvSpPr/>
          <p:nvPr/>
        </p:nvSpPr>
        <p:spPr>
          <a:xfrm>
            <a:off x="0" y="3685103"/>
            <a:ext cx="12192000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600" i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Pallavi</a:t>
            </a:r>
          </a:p>
          <a:p>
            <a:pPr algn="ctr"/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Athishaya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kaarunhya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Mahaa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daivam-aayoney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–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Eesho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  </a:t>
            </a:r>
          </a:p>
          <a:p>
            <a:pPr algn="ctr"/>
            <a:r>
              <a:rPr lang="fi-FI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Aayiram naavin varam thaa </a:t>
            </a:r>
          </a:p>
          <a:p>
            <a:pPr algn="ctr"/>
            <a:r>
              <a:rPr lang="fi-FI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nin sthuthi paadaan 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5862" y="859293"/>
            <a:ext cx="12192000" cy="2275374"/>
          </a:xfrm>
        </p:spPr>
        <p:txBody>
          <a:bodyPr anchor="t"/>
          <a:lstStyle/>
          <a:p>
            <a:pPr algn="l" defTabSz="395288">
              <a:defRPr/>
            </a:pPr>
            <a:r>
              <a:rPr lang="en-US" sz="36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നായകനേ! രക്ഷകനേ! നിൻ </a:t>
            </a:r>
            <a:br>
              <a:rPr lang="en-US" sz="3600" b="1" spc="-15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കൃപയ്ക്കായി - സ്തോത്രം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നാടറികെ പാടിടുവാൻ നീ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തുണയ്ക്കേണം-നാഥാ!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-6251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100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6884B2F-8845-4E1F-AB6B-AA508F8C22CE}"/>
              </a:ext>
            </a:extLst>
          </p:cNvPr>
          <p:cNvSpPr/>
          <p:nvPr/>
        </p:nvSpPr>
        <p:spPr>
          <a:xfrm>
            <a:off x="0" y="3685103"/>
            <a:ext cx="112776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Naayakaney!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Rakshakaney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/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kripaykkaayi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sthothram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r"/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Naadarikey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paadiduvaan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nee </a:t>
            </a:r>
          </a:p>
          <a:p>
            <a:pPr algn="r"/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thunhaykkenham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naadhaa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D16E59-F30F-49E1-A4C2-75F17DFAE834}"/>
              </a:ext>
            </a:extLst>
          </p:cNvPr>
          <p:cNvSpPr txBox="1"/>
          <p:nvPr/>
        </p:nvSpPr>
        <p:spPr>
          <a:xfrm>
            <a:off x="-5862" y="-27604"/>
            <a:ext cx="1220958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latin typeface="+mn-lt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10272412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5862" y="859293"/>
            <a:ext cx="12192000" cy="2275374"/>
          </a:xfrm>
        </p:spPr>
        <p:txBody>
          <a:bodyPr anchor="t"/>
          <a:lstStyle/>
          <a:p>
            <a:pPr algn="l" defTabSz="395288">
              <a:defRPr/>
            </a:pP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എങ്ങും ബഹുമാനമുള്ള നിൻ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തിരുനാമം - ഈശോ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എൻ ഭയങ്ങൾ സങ്കടവും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നീക്കുമെന്നേക്കും-നാഥാ!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-6251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100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6884B2F-8845-4E1F-AB6B-AA508F8C22CE}"/>
              </a:ext>
            </a:extLst>
          </p:cNvPr>
          <p:cNvSpPr/>
          <p:nvPr/>
        </p:nvSpPr>
        <p:spPr>
          <a:xfrm>
            <a:off x="0" y="3685103"/>
            <a:ext cx="112776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Engum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bahumaanamullha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/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thiru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naamam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Eesho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</a:t>
            </a:r>
          </a:p>
          <a:p>
            <a:pPr algn="r"/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En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bhayangalh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sankadavum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/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neekkumennekum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naadhaa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308D4A-A192-4732-B6C4-FDBA2C17B4CC}"/>
              </a:ext>
            </a:extLst>
          </p:cNvPr>
          <p:cNvSpPr txBox="1"/>
          <p:nvPr/>
        </p:nvSpPr>
        <p:spPr>
          <a:xfrm>
            <a:off x="-5862" y="-27604"/>
            <a:ext cx="1220958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latin typeface="+mn-lt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942012757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5862" y="859293"/>
            <a:ext cx="12192000" cy="2275374"/>
          </a:xfrm>
        </p:spPr>
        <p:txBody>
          <a:bodyPr anchor="t"/>
          <a:lstStyle/>
          <a:p>
            <a:pPr algn="l" defTabSz="395288">
              <a:defRPr/>
            </a:pP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ഇമ്പസംഗീതം തിരുപേർ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പാപികൾക്കെല്ലാം - ജീവൻ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ഇല്ലയെന്നു വന്നവർക്കു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ജീവൻ നിൻ നാമം –നാഥാ!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-6251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100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6884B2F-8845-4E1F-AB6B-AA508F8C22CE}"/>
              </a:ext>
            </a:extLst>
          </p:cNvPr>
          <p:cNvSpPr/>
          <p:nvPr/>
        </p:nvSpPr>
        <p:spPr>
          <a:xfrm>
            <a:off x="0" y="3685103"/>
            <a:ext cx="112776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Imba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sangeetham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thirupèr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/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paapikalhkkellaam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jeevan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r"/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Illayennu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vannavarkku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/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Jeevan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naamam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naadha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04A71D-AAD8-4CD2-9498-84ACAB81A392}"/>
              </a:ext>
            </a:extLst>
          </p:cNvPr>
          <p:cNvSpPr txBox="1"/>
          <p:nvPr/>
        </p:nvSpPr>
        <p:spPr>
          <a:xfrm>
            <a:off x="-5862" y="-27604"/>
            <a:ext cx="1220958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latin typeface="+mn-lt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872851232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5862" y="859293"/>
            <a:ext cx="12192000" cy="2275374"/>
          </a:xfrm>
        </p:spPr>
        <p:txBody>
          <a:bodyPr anchor="t"/>
          <a:lstStyle/>
          <a:p>
            <a:pPr algn="l" defTabSz="395288">
              <a:defRPr/>
            </a:pP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പാപകുറ്റം ശക്തിയധികാരവും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നീക്കും - ഈശോ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പാപിയാമെൻ</a:t>
            </a:r>
            <a:r>
              <a:rPr lang="en-US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പേർക്കു രക്തം</a:t>
            </a:r>
            <a:br>
              <a:rPr lang="en-US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വാർത്ത നിൻ പുണ്യം-നാഥാ!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-6251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100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6884B2F-8845-4E1F-AB6B-AA508F8C22CE}"/>
              </a:ext>
            </a:extLst>
          </p:cNvPr>
          <p:cNvSpPr/>
          <p:nvPr/>
        </p:nvSpPr>
        <p:spPr>
          <a:xfrm>
            <a:off x="0" y="3685103"/>
            <a:ext cx="112776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Paapa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kuttam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shakthi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yadhikaaravum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/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neekkum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–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Eesho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</a:t>
            </a:r>
          </a:p>
          <a:p>
            <a:pPr algn="r"/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Paapiyaamen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pèrku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raktham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/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vaartha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punhyam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naadha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DB7A00-F3A8-41F0-8DB8-C0A22C5065FC}"/>
              </a:ext>
            </a:extLst>
          </p:cNvPr>
          <p:cNvSpPr txBox="1"/>
          <p:nvPr/>
        </p:nvSpPr>
        <p:spPr>
          <a:xfrm>
            <a:off x="-5862" y="-27604"/>
            <a:ext cx="1220958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latin typeface="+mn-lt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935328049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5862" y="859293"/>
            <a:ext cx="12192000" cy="2275374"/>
          </a:xfrm>
        </p:spPr>
        <p:txBody>
          <a:bodyPr anchor="t"/>
          <a:lstStyle/>
          <a:p>
            <a:pPr algn="l" defTabSz="395288">
              <a:defRPr/>
            </a:pPr>
            <a:r>
              <a:rPr lang="en-US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നിൻ സ്വരത്താൽ കാഴ്ച കേൾവി</a:t>
            </a:r>
            <a:br>
              <a:rPr lang="en-US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ശക്തി ആരോഗ്യം എല്ലാം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നിശ്ചയം പാപിക്കു കിട്ടും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രക്ഷകർത്താവേ-നാഥാ!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-6251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100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6884B2F-8845-4E1F-AB6B-AA508F8C22CE}"/>
              </a:ext>
            </a:extLst>
          </p:cNvPr>
          <p:cNvSpPr/>
          <p:nvPr/>
        </p:nvSpPr>
        <p:spPr>
          <a:xfrm>
            <a:off x="0" y="3685103"/>
            <a:ext cx="112776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Nin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swaraththaal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kaazhcha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kelhvi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/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shakthi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aarogyam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ellaam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r"/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Nishchayam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paapikku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kittum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/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rakshakarthaavey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naadha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EE20C0-EB6E-4851-B280-3581C2C12E94}"/>
              </a:ext>
            </a:extLst>
          </p:cNvPr>
          <p:cNvSpPr txBox="1"/>
          <p:nvPr/>
        </p:nvSpPr>
        <p:spPr>
          <a:xfrm>
            <a:off x="-5862" y="-27604"/>
            <a:ext cx="1220958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latin typeface="+mn-lt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3808120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5862" y="859293"/>
            <a:ext cx="12192000" cy="2275374"/>
          </a:xfrm>
        </p:spPr>
        <p:txBody>
          <a:bodyPr anchor="t"/>
          <a:lstStyle/>
          <a:p>
            <a:pPr algn="l" defTabSz="395288">
              <a:defRPr/>
            </a:pP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ഊമകളേ പാടിടുവിൻ!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അന്ധരെ കാണ്‍മിന്‍ - മഹാ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ഉന്നതനാം രക്ഷകനെ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വാഴ്ത്തിക്കൊണ്ടാടീൻ -നിത്യം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-6251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100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6884B2F-8845-4E1F-AB6B-AA508F8C22CE}"/>
              </a:ext>
            </a:extLst>
          </p:cNvPr>
          <p:cNvSpPr/>
          <p:nvPr/>
        </p:nvSpPr>
        <p:spPr>
          <a:xfrm>
            <a:off x="0" y="3685103"/>
            <a:ext cx="112776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Oomakalhey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paadiduvin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</a:t>
            </a:r>
          </a:p>
          <a:p>
            <a:pPr algn="r"/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Andharey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kaanhmin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mahaa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r"/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Unnathanaam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rakshakaney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/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vaazhthi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kondaadin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nithyam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2D3157-D750-403A-8244-30914FCC0179}"/>
              </a:ext>
            </a:extLst>
          </p:cNvPr>
          <p:cNvSpPr txBox="1"/>
          <p:nvPr/>
        </p:nvSpPr>
        <p:spPr>
          <a:xfrm>
            <a:off x="-5862" y="-27604"/>
            <a:ext cx="1220958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latin typeface="+mn-lt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6509862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5862" y="859293"/>
            <a:ext cx="12192000" cy="2275374"/>
          </a:xfrm>
        </p:spPr>
        <p:txBody>
          <a:bodyPr anchor="t"/>
          <a:lstStyle/>
          <a:p>
            <a:pPr algn="l" defTabSz="395288">
              <a:defRPr/>
            </a:pP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കോടികളായീടും സ്വർഗ്ഗ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വാസികളോടും - കൂടി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പാടി യേശു നാമസ്തുതി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ഞങ്ങൾ കൊണ്ടാടും-നാഥാ!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-6251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100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6884B2F-8845-4E1F-AB6B-AA508F8C22CE}"/>
              </a:ext>
            </a:extLst>
          </p:cNvPr>
          <p:cNvSpPr/>
          <p:nvPr/>
        </p:nvSpPr>
        <p:spPr>
          <a:xfrm>
            <a:off x="0" y="3685103"/>
            <a:ext cx="112776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Kodikalhaayidum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swargga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/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vaasikalhodum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koodi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r"/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Paadi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Yeshunaama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sthuthi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/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njangalh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kondaadum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naadha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4344AA8-575B-451D-AB8B-0D7248B4C404}"/>
              </a:ext>
            </a:extLst>
          </p:cNvPr>
          <p:cNvSpPr/>
          <p:nvPr/>
        </p:nvSpPr>
        <p:spPr>
          <a:xfrm>
            <a:off x="9900534" y="2809720"/>
            <a:ext cx="226215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b="1" dirty="0"/>
              <a:t>(മോശവത്സലം)</a:t>
            </a:r>
            <a:endParaRPr lang="en-US" sz="2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50B47FF-8D43-473E-AB35-D85731FBB0C4}"/>
              </a:ext>
            </a:extLst>
          </p:cNvPr>
          <p:cNvSpPr/>
          <p:nvPr/>
        </p:nvSpPr>
        <p:spPr>
          <a:xfrm>
            <a:off x="23446" y="5989865"/>
            <a:ext cx="229101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</a:rPr>
              <a:t>(</a:t>
            </a:r>
            <a:r>
              <a:rPr lang="en-US" sz="2000" dirty="0" err="1">
                <a:solidFill>
                  <a:srgbClr val="000000"/>
                </a:solidFill>
              </a:rPr>
              <a:t>Mosha</a:t>
            </a:r>
            <a:r>
              <a:rPr lang="en-US" sz="2000" dirty="0">
                <a:solidFill>
                  <a:srgbClr val="000000"/>
                </a:solidFill>
              </a:rPr>
              <a:t> </a:t>
            </a:r>
            <a:r>
              <a:rPr lang="en-US" sz="2000" dirty="0" err="1">
                <a:solidFill>
                  <a:srgbClr val="000000"/>
                </a:solidFill>
              </a:rPr>
              <a:t>vatsalam</a:t>
            </a:r>
            <a:r>
              <a:rPr lang="en-US" sz="2000" dirty="0">
                <a:solidFill>
                  <a:srgbClr val="000000"/>
                </a:solidFill>
              </a:rPr>
              <a:t>) </a:t>
            </a:r>
            <a:endParaRPr lang="en-US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DDC6A3-F3E1-49F9-8CFD-2A465CF1E49F}"/>
              </a:ext>
            </a:extLst>
          </p:cNvPr>
          <p:cNvSpPr txBox="1"/>
          <p:nvPr/>
        </p:nvSpPr>
        <p:spPr>
          <a:xfrm>
            <a:off x="-5862" y="-27604"/>
            <a:ext cx="1220958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latin typeface="+mn-lt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68241970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262</TotalTime>
  <Words>144</Words>
  <Application>Microsoft Office PowerPoint</Application>
  <PresentationFormat>Widescreen</PresentationFormat>
  <Paragraphs>62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Kartika</vt:lpstr>
      <vt:lpstr>Office Theme</vt:lpstr>
      <vt:lpstr>100 അതിശയ കാരുണ്യ</vt:lpstr>
      <vt:lpstr>പല്ലവി   അതിശയ കാരുണ്യ  മഹാ ദൈവമായോനെ - ഈശോ! ആയിരം നാവിൻ വരം താ  നിൻ സ്തുതി പാടാൻ </vt:lpstr>
      <vt:lpstr> നായകനേ! രക്ഷകനേ! നിൻ   കൃപയ്ക്കായി - സ്തോത്രം  നാടറികെ പാടിടുവാൻ നീ   തുണയ്ക്കേണം-നാഥാ!</vt:lpstr>
      <vt:lpstr> എങ്ങും ബഹുമാനമുള്ള നിൻ   തിരുനാമം - ഈശോ  എൻ ഭയങ്ങൾ സങ്കടവും   നീക്കുമെന്നേക്കും-നാഥാ!</vt:lpstr>
      <vt:lpstr> ഇമ്പസംഗീതം തിരുപേർ   പാപികൾക്കെല്ലാം - ജീവൻ  ഇല്ലയെന്നു വന്നവർക്കു   ജീവൻ നിൻ നാമം –നാഥാ!</vt:lpstr>
      <vt:lpstr> പാപകുറ്റം ശക്തിയധികാരവും   നീക്കും - ഈശോ  പാപിയാമെൻ പേർക്കു രക്തം  വാർത്ത നിൻ പുണ്യം-നാഥാ!</vt:lpstr>
      <vt:lpstr> നിൻ സ്വരത്താൽ കാഴ്ച കേൾവി  ശക്തി ആരോഗ്യം എല്ലാം  നിശ്ചയം പാപിക്കു കിട്ടും   രക്ഷകർത്താവേ-നാഥാ!</vt:lpstr>
      <vt:lpstr> ഊമകളേ പാടിടുവിൻ!   അന്ധരെ കാണ്‍മിന്‍ - മഹാ  ഉന്നതനാം രക്ഷകനെ   വാഴ്ത്തിക്കൊണ്ടാടീൻ -നിത്യം</vt:lpstr>
      <vt:lpstr> കോടികളായീടും സ്വർഗ്ഗ  വാസികളോടും - കൂടി  പാടി യേശു നാമസ്തുതി   ഞങ്ങൾ കൊണ്ടാടും-നാഥാ!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Athishaya kaarunya</dc:title>
  <dc:creator>Digital Input:;GM JOHN</dc:creator>
  <cp:lastModifiedBy>Acsah Mathews</cp:lastModifiedBy>
  <cp:revision>90</cp:revision>
  <dcterms:created xsi:type="dcterms:W3CDTF">2013-04-19T09:19:07Z</dcterms:created>
  <dcterms:modified xsi:type="dcterms:W3CDTF">2018-11-02T12:57:30Z</dcterms:modified>
</cp:coreProperties>
</file>