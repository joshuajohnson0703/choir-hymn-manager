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0" r:id="rId3"/>
    <p:sldId id="275" r:id="rId4"/>
    <p:sldId id="276" r:id="rId5"/>
    <p:sldId id="277" r:id="rId6"/>
    <p:sldId id="278" r:id="rId7"/>
    <p:sldId id="279" r:id="rId8"/>
    <p:sldId id="280" r:id="rId9"/>
    <p:sldId id="281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7BECE-23FA-4E6D-9AAF-7FB4A8A7F10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09D9C-AD78-4288-9939-ED0C1D1BA3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E9FAD-BC79-4680-BEA8-23EF481EA89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E351D3-4619-41B0-865B-E5C612936E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C6536-FF46-4143-A174-6BFCD466227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72B9AA-A0F0-4DA6-9E08-5D5B0B9AD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3F7D40-FAB6-4B80-8EF4-21C3184DB72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D03E0-31DA-4876-963E-1F230AC535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BBD0A-D015-4C29-9CAF-23F63536AB4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E2176-6383-4978-9978-EE22AE8FD9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0B161-9311-4BAC-A9A4-2BC1F28EADB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2A56D2-3A25-42E8-8E31-B9B56240AD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76AEA-8C16-499B-B695-1CFFCAE81B4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28959-10CA-4401-A074-4260646763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F19EF-F948-4B32-A745-DE3B81BBA53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57C737-3063-41D1-8681-2FDA0D985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EC45F-74CD-49C5-B46B-CA95FE3639E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A363F-0795-4D91-B8DE-E0A36DD4B3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AB522-FAE5-4507-92D4-779778DAC9D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E48CE-FA08-4816-B325-FAF375EB94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745B7-071C-4341-B388-8361E7D3263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ECE1A5-51A5-489B-9479-A2E2949D22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76CDB58-0808-49FC-A3CA-F0585AEA4E2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E3F49DD-0D23-4F95-AD79-462E032B9D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F6C66-D83C-4F24-9971-27593DBB38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294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രാജൻ മുമ്പിൽ നിന്നു നാം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DF919-3069-4DF5-82E0-195D508C3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Raajan </a:t>
            </a:r>
            <a:r>
              <a:rPr lang="en-US" sz="4000" b="1" dirty="0" err="1">
                <a:solidFill>
                  <a:srgbClr val="002060"/>
                </a:solidFill>
              </a:rPr>
              <a:t>munpil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ninnu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naam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C9265-4149-4D5A-B56E-3BCC6CBF2702}"/>
              </a:ext>
            </a:extLst>
          </p:cNvPr>
          <p:cNvSpPr/>
          <p:nvPr/>
        </p:nvSpPr>
        <p:spPr>
          <a:xfrm>
            <a:off x="2743200" y="4899660"/>
            <a:ext cx="18325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/>
              <a:t>(വി. നാഗൽ)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1FDC85-A75F-4B09-B634-C6F34AB80E57}"/>
              </a:ext>
            </a:extLst>
          </p:cNvPr>
          <p:cNvSpPr/>
          <p:nvPr/>
        </p:nvSpPr>
        <p:spPr>
          <a:xfrm>
            <a:off x="8212028" y="4899660"/>
            <a:ext cx="13197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latin typeface="Arial" panose="020B0604020202020204" pitchFamily="34" charset="0"/>
                <a:ea typeface="Times New Roman" panose="02020603050405020304" pitchFamily="18" charset="0"/>
              </a:rPr>
              <a:t>(V. </a:t>
            </a:r>
            <a:r>
              <a:rPr lang="en-US" sz="20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Nagal</a:t>
            </a:r>
            <a:r>
              <a:rPr lang="en-US" sz="2000" i="1" dirty="0"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87490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69140" cy="2709446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രാജൻ മുമ്പിൽ നിന്നു നാം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കണ്ടീടും തൻസൗന്ദര്യം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ഹല്ലേലൂയ്യാ-ഹല്ലേലൂയ്യാ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ദൂതന്മാർക്കു തുല്യരായ്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വാഴും നാം സന്തുഷ്ടരായ്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ഹല്ലേലൂയ്യാ-ഹല്ലേലൂയ്യാ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CEE4D5-29B8-4C6A-BD5A-86040410D258}"/>
              </a:ext>
            </a:extLst>
          </p:cNvPr>
          <p:cNvSpPr/>
          <p:nvPr/>
        </p:nvSpPr>
        <p:spPr>
          <a:xfrm>
            <a:off x="628650" y="3810000"/>
            <a:ext cx="109347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Raajan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munpil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soundaryam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Doothanmaarkku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thulyaraai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santhushtarai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" y="242454"/>
            <a:ext cx="12169140" cy="3000391"/>
          </a:xfrm>
        </p:spPr>
        <p:txBody>
          <a:bodyPr anchor="t"/>
          <a:lstStyle/>
          <a:p>
            <a:pPr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രാജൻ മുമ്പിൽ നിന്നു നാം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കണ്ടീടും തൻ സൗന്ദര്യം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കീർത്തിക്കും തൻ മഹത്വം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ഹല്ലേലൂയ്യാ വേഗത്തിൽ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രാജൻ മുമ്പിൽ നിൽക്കും നാം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CEE4D5-29B8-4C6A-BD5A-86040410D258}"/>
              </a:ext>
            </a:extLst>
          </p:cNvPr>
          <p:cNvSpPr/>
          <p:nvPr/>
        </p:nvSpPr>
        <p:spPr>
          <a:xfrm>
            <a:off x="662940" y="3544490"/>
            <a:ext cx="10934700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Raajan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soundaryam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Keerthikkum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Raajan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1639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69140" cy="2709446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2	രാജൻ മുമ്പിൽ നിന്നു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നീക്കും പോരിൻ ആയുധം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ഹല്ലേലൂയ്യാ-ഹല്ലേലൂയ്യാ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തീർന്നു യുദ്ധാ ഭ്യാസവും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തീർന്നല്ലോ പ്രയാസവും-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ഹല്ലേലൂയ്യാ-ഹല്ലേലൂയ്യാ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CEE4D5-29B8-4C6A-BD5A-86040410D258}"/>
              </a:ext>
            </a:extLst>
          </p:cNvPr>
          <p:cNvSpPr/>
          <p:nvPr/>
        </p:nvSpPr>
        <p:spPr>
          <a:xfrm>
            <a:off x="628650" y="3810000"/>
            <a:ext cx="109347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Raajan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porin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aayudham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yuddhyaabhyaasavum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theernallo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prayaasavum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079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69140" cy="2709446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3	രാജൻ മുമ്പിൽ നിന്നു നാം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പ്രാപിക്കും തൻ വാഗ്ദത്തം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ഹല്ലേലൂയ്യാ-ഹല്ലേലൂയ്യാ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നാം പിതാവിൻ രാജ്യത്തിൽ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വാഴും നിത്യ തേജസ്സിൽ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ഹല്ലേലൂയ്യാ-ഹല്ലേലൂയ്യാ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CEE4D5-29B8-4C6A-BD5A-86040410D258}"/>
              </a:ext>
            </a:extLst>
          </p:cNvPr>
          <p:cNvSpPr/>
          <p:nvPr/>
        </p:nvSpPr>
        <p:spPr>
          <a:xfrm>
            <a:off x="628650" y="3810000"/>
            <a:ext cx="109347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Raajan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Praapikkum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vaagdattham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pithaavin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thejassil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8052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69140" cy="2709446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രാജൻ മുമ്പിൽ നിന്നു നാം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ശോഭിക്കും നിരന്തരം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ഹല്ലേലൂയ്യാ-ഹല്ലേലൂയ്യാ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തീർന്നു ബലഹീനത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തീർന്നു സർവ്വ ക്ഷീണത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ഹല്ലേലൂയ്യാ-ഹല്ലേലൂയ്യാ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CEE4D5-29B8-4C6A-BD5A-86040410D258}"/>
              </a:ext>
            </a:extLst>
          </p:cNvPr>
          <p:cNvSpPr/>
          <p:nvPr/>
        </p:nvSpPr>
        <p:spPr>
          <a:xfrm>
            <a:off x="628650" y="3810000"/>
            <a:ext cx="109347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Raajan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shobhikkum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nirantharam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balaheenatha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ksheenhatha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5452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69140" cy="2709446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5	രാജൻ മുമ്പിൽ നിന്നു നാം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പ്രാപിക്കും നിത്യാനന്ദം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ഹല്ലേലൂയ്യാ-ഹല്ലേലൂയ്യാ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നിത്യജീവൻ ഇമ്പങ്ങൾ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തേജസ്സിൻ കിരീടങ്ങൾ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ഹല്ലേലൂയ്യാ-ഹല്ലേലൂയ്യാ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CEE4D5-29B8-4C6A-BD5A-86040410D258}"/>
              </a:ext>
            </a:extLst>
          </p:cNvPr>
          <p:cNvSpPr/>
          <p:nvPr/>
        </p:nvSpPr>
        <p:spPr>
          <a:xfrm>
            <a:off x="628650" y="3810000"/>
            <a:ext cx="109347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Raajan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praapikkum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nithyaanandam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Nithyajeevan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imbangalh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thejassin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kireedangalh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3552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69140" cy="2709446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6</a:t>
            </a:r>
            <a:r>
              <a:rPr lang="ml-IN" sz="3400" b="1" spc="-300" dirty="0">
                <a:latin typeface="Kartika" panose="02020503030404060203" pitchFamily="18" charset="0"/>
              </a:rPr>
              <a:t>	രാജൻ മുമ്പിൽ നിന്നു നാം</a:t>
            </a:r>
            <a:r>
              <a:rPr lang="en-US" sz="3400" b="1" spc="-300" dirty="0">
                <a:latin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</a:rPr>
              <a:t>	ചെയ്യും</a:t>
            </a:r>
            <a:r>
              <a:rPr lang="en-US" sz="3400" b="1" spc="-300" dirty="0">
                <a:latin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</a:rPr>
              <a:t>സ്നേഹസംസർഗ്ഗം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ഹല്ലേലൂയ്യാ-ഹല്ലേലൂയ്യാ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എല്ലാ ദൈവമക്കളും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എന്നും ഒന്നായ്‌ വാണിടും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ഹല്ലേലൂയ്യാ-ഹല്ലേലൂയ്യാ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CEE4D5-29B8-4C6A-BD5A-86040410D258}"/>
              </a:ext>
            </a:extLst>
          </p:cNvPr>
          <p:cNvSpPr/>
          <p:nvPr/>
        </p:nvSpPr>
        <p:spPr>
          <a:xfrm>
            <a:off x="628650" y="3810000"/>
            <a:ext cx="109347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Raajan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samsarggam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daivamakkalhum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onnai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vaanhidum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8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0554"/>
            <a:ext cx="12169140" cy="2709446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7	രാജൻ മുമ്പിൽ നിന്നു നാം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ചെയ്യും നിത്യ വന്ദനം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ഹല്ലേലൂയ്യാ-ഹല്ലേലൂയ്യാ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നാമും സ്വർഗ്ഗ സൈന്യവും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ഇപ്രകാരം പാടീടും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ഹല്ലേലൂയ്യാ-ഹല്ലേലൂയ്യാ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CEE4D5-29B8-4C6A-BD5A-86040410D258}"/>
              </a:ext>
            </a:extLst>
          </p:cNvPr>
          <p:cNvSpPr/>
          <p:nvPr/>
        </p:nvSpPr>
        <p:spPr>
          <a:xfrm>
            <a:off x="628650" y="3810000"/>
            <a:ext cx="109347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Raajan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Nithya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vandanam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swargga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iprakaaram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paadeedum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970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173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Kartika</vt:lpstr>
      <vt:lpstr>Times New Roman</vt:lpstr>
      <vt:lpstr>Office Theme</vt:lpstr>
      <vt:lpstr>294 രാജൻ മുമ്പിൽ നിന്നു നാം</vt:lpstr>
      <vt:lpstr>1 രാജൻ മുമ്പിൽ നിന്നു നാം  കണ്ടീടും തൻസൗന്ദര്യം  ഹല്ലേലൂയ്യാ-ഹല്ലേലൂയ്യാ  ദൂതന്മാർക്കു തുല്യരായ്‌ വാഴും നാം സന്തുഷ്ടരായ്‌  ഹല്ലേലൂയ്യാ-ഹല്ലേലൂയ്യാ</vt:lpstr>
      <vt:lpstr>രാജൻ മുമ്പിൽ നിന്നു നാം  കണ്ടീടും തൻ സൗന്ദര്യം കീർത്തിക്കും തൻ മഹത്വം ഹല്ലേലൂയ്യാ വേഗത്തിൽ രാജൻ മുമ്പിൽ നിൽക്കും നാം</vt:lpstr>
      <vt:lpstr>2 രാജൻ മുമ്പിൽ നിന്നു നാം നീക്കും പോരിൻ ആയുധം   ഹല്ലേലൂയ്യാ-ഹല്ലേലൂയ്യാ  തീർന്നു യുദ്ധാ ഭ്യാസവും തീർന്നല്ലോ പ്രയാസവും-  ഹല്ലേലൂയ്യാ-ഹല്ലേലൂയ്യാ</vt:lpstr>
      <vt:lpstr>3 രാജൻ മുമ്പിൽ നിന്നു നാം പ്രാപിക്കും തൻ വാഗ്ദത്തം  ഹല്ലേലൂയ്യാ-ഹല്ലേലൂയ്യാ  നാം പിതാവിൻ രാജ്യത്തിൽ വാഴും നിത്യ തേജസ്സിൽ   ഹല്ലേലൂയ്യാ-ഹല്ലേലൂയ്യാ</vt:lpstr>
      <vt:lpstr>4 രാജൻ മുമ്പിൽ നിന്നു നാം  ശോഭിക്കും നിരന്തരം  ഹല്ലേലൂയ്യാ-ഹല്ലേലൂയ്യാ  തീർന്നു ബലഹീനത  തീർന്നു സർവ്വ ക്ഷീണത  ഹല്ലേലൂയ്യാ-ഹല്ലേലൂയ്യാ</vt:lpstr>
      <vt:lpstr>5 രാജൻ മുമ്പിൽ നിന്നു നാം പ്രാപിക്കും നിത്യാനന്ദം  ഹല്ലേലൂയ്യാ-ഹല്ലേലൂയ്യാ  നിത്യജീവൻ ഇമ്പങ്ങൾ തേജസ്സിൻ കിരീടങ്ങൾ  ഹല്ലേലൂയ്യാ-ഹല്ലേലൂയ്യാ</vt:lpstr>
      <vt:lpstr>6 രാജൻ മുമ്പിൽ നിന്നു നാം  ചെയ്യും സ്നേഹസംസർഗ്ഗം  ഹല്ലേലൂയ്യാ-ഹല്ലേലൂയ്യാ  എല്ലാ ദൈവമക്കളും എന്നും ഒന്നായ്‌ വാണിടും  ഹല്ലേലൂയ്യാ-ഹല്ലേലൂയ്യാ</vt:lpstr>
      <vt:lpstr>7 രാജൻ മുമ്പിൽ നിന്നു നാം ചെയ്യും നിത്യ വന്ദനം  ഹല്ലേലൂയ്യാ-ഹല്ലേലൂയ്യാ  നാമും സ്വർഗ്ഗ സൈന്യവും ഇപ്രകാരം പാടീടും  ഹല്ലേലൂയ്യാ-ഹല്ലേലൂയ്യാ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Raajan mumbil ninnu naam</dc:title>
  <dc:creator>Digital Input:; GM JOHN; Acsah Mathews</dc:creator>
  <cp:lastModifiedBy>Acsah Mathews</cp:lastModifiedBy>
  <cp:revision>209</cp:revision>
  <dcterms:created xsi:type="dcterms:W3CDTF">2013-04-19T09:19:07Z</dcterms:created>
  <dcterms:modified xsi:type="dcterms:W3CDTF">2018-11-15T19:44:18Z</dcterms:modified>
</cp:coreProperties>
</file>