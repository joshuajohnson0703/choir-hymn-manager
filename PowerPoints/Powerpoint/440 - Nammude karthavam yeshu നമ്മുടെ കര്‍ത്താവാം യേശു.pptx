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1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86A21-5AB9-4764-8462-DD6DC8E5F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7CA89-4C7D-4B07-A2EC-944D7EA88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67742-A969-4813-8076-91E236239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BDEB-7D99-4AEA-8D5E-3D2608579BED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ECA13-6946-4221-8FF3-0DE9A1FC3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37371-AC61-4073-B81E-5C96BEE47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67CF5-3D4D-4A79-A331-2460C841E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84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AE822-B4A1-4E9F-8203-B7D3F3C5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711F4-D60C-4BEA-8428-0CF75C0FF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C21C9-D231-4ACA-A126-7E248894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BDEB-7D99-4AEA-8D5E-3D2608579BED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BDB90-01C0-4696-973F-9FA31E84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5F4CB-981F-40A3-A096-115508C80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67CF5-3D4D-4A79-A331-2460C841E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92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6ED2D-24C7-4798-8D66-FC6F1A6B8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03F8D-84D5-4C69-97F8-ECB15ACAC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02E53-A0B3-4116-AF6D-EE9E1A3A4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BDEB-7D99-4AEA-8D5E-3D2608579BED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71093-B305-4F85-873C-7F4CE866E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78B5D-5CEE-4258-A165-FF840A2CF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67CF5-3D4D-4A79-A331-2460C841E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47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9634-4ABA-4FD1-A590-59898B8E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1E150-EF53-4B30-894E-A370D8BA9B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B1F0D-C97D-4174-9349-256D198E8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2D96F-4F61-471F-998A-C58A8487F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BDEB-7D99-4AEA-8D5E-3D2608579BED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DED78-DB0A-43BF-998B-7438F5B11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0EE3C-9115-4B8D-8858-8C4F1BC3E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67CF5-3D4D-4A79-A331-2460C841E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4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01D8-ECD0-4827-B1E1-9AD5F879A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CC0C1-739B-45FC-AEFC-943E3144E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07C04-1A79-4CC6-93D4-80D9257F2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CDF8CE-2632-4A5B-A08F-3F6B66602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0DEF10-1B2A-460C-B615-66A41E7F39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631B1-1C5F-47D6-9F56-D389267FA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BDEB-7D99-4AEA-8D5E-3D2608579BED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2E839-CDE1-4735-8600-63B9FB67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A1686-E6F8-4726-A69A-E7AEF3D6F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67CF5-3D4D-4A79-A331-2460C841E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86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CF0A-9069-4613-B04B-ED818B72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CBC00-A9F1-497B-972F-380153AAB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BDEB-7D99-4AEA-8D5E-3D2608579BED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C08EF-D72C-4308-BBC7-EE08B0A1C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570E4E-F7F9-473B-8BED-FFA96F85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67CF5-3D4D-4A79-A331-2460C841E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8464DE-D878-4D53-9C9F-63D5E9601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BDEB-7D99-4AEA-8D5E-3D2608579BED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A448A8-319B-459A-BFDD-9D7D02FDA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586F4-66D8-49AC-A0BF-D58E55B7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67CF5-3D4D-4A79-A331-2460C841E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639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2A4E-0104-44BF-8D15-2FD2ACE38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40BF6-F815-48CB-884D-2084BCD3D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7DB98-9CE7-46AA-9C7B-9431CA544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81590-65C9-4D44-A5CB-D225175A8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BDEB-7D99-4AEA-8D5E-3D2608579BED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BB184-3642-4F2B-BFF9-48DC52497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F0C60-27FA-4099-96E1-9198C93A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67CF5-3D4D-4A79-A331-2460C841E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66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1783B-2470-4051-8E48-380EAEEEF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8EFA4F-8FFD-465F-921E-8E52702CEA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2BAD1B-E235-440A-B22F-8D67969B8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30D21-894F-410E-B724-DAB094D68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BDEB-7D99-4AEA-8D5E-3D2608579BED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2C0D6-C547-490C-8317-5F47EE43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4ECE5-B23C-4BA2-9C0E-3F3B81C2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67CF5-3D4D-4A79-A331-2460C841E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27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0E9E-2795-49C2-97BF-911F2ED97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0BF2C-E277-4C21-96DD-BBDD6BD6C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07100-C92D-4753-8164-CCE082BCF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BDEB-7D99-4AEA-8D5E-3D2608579BED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52B05-892B-420F-A8F1-703319684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00DD4-A55C-4659-862F-8A2A9F51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67CF5-3D4D-4A79-A331-2460C841E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35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451130-96C5-4D69-992B-18BCD4994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CFA0B-3A5A-4FCA-93B2-232517528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38569-BF92-427D-8E3C-780B5096E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CBDEB-7D99-4AEA-8D5E-3D2608579BED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109CE-613A-41A5-B214-E1C04CFC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80986-ED59-41BB-BCCE-A17AE5F5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67CF5-3D4D-4A79-A331-2460C841E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4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688DB0-5200-45D3-9397-C82B578F2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4E408-1280-411C-9649-46A388ABB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4B758-0F5D-4292-B24D-182111687C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CBDEB-7D99-4AEA-8D5E-3D2608579BED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1E0D6-280E-4AC7-B92E-1693EAB8A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AD880-476A-44FF-AE43-7FD1EA45C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67CF5-3D4D-4A79-A331-2460C841E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9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E4D4-6626-46D2-8402-12DCA1223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123" y="1122363"/>
            <a:ext cx="11863754" cy="2387600"/>
          </a:xfrm>
        </p:spPr>
        <p:txBody>
          <a:bodyPr>
            <a:normAutofit/>
          </a:bodyPr>
          <a:lstStyle/>
          <a:p>
            <a:r>
              <a:rPr lang="en-US" dirty="0"/>
              <a:t>440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നമ്മുടെ കര്‍ത്താവാം യേശു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77399-C0B7-4DF4-A0AF-224AA902F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123" y="3602038"/>
            <a:ext cx="12027877" cy="16557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Nammude </a:t>
            </a:r>
            <a:r>
              <a:rPr lang="en-US" sz="4000" b="1" dirty="0" err="1">
                <a:solidFill>
                  <a:srgbClr val="002060"/>
                </a:solidFill>
              </a:rPr>
              <a:t>karthaavaam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yeshu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O come and mourn with me awhile </a:t>
            </a:r>
            <a:r>
              <a:rPr lang="en-US" sz="3600" i="1" dirty="0">
                <a:solidFill>
                  <a:srgbClr val="002060"/>
                </a:solidFill>
              </a:rPr>
              <a:t>– Rev. J.B. Dykes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2926095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29AFCB-DF61-4879-AAFA-5B3726CE890A}"/>
              </a:ext>
            </a:extLst>
          </p:cNvPr>
          <p:cNvSpPr txBox="1"/>
          <p:nvPr/>
        </p:nvSpPr>
        <p:spPr>
          <a:xfrm>
            <a:off x="11207262" y="0"/>
            <a:ext cx="984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</a:rPr>
              <a:t>440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1559BB-F10C-492A-88B3-CC7B9D5DDEEF}"/>
              </a:ext>
            </a:extLst>
          </p:cNvPr>
          <p:cNvSpPr/>
          <p:nvPr/>
        </p:nvSpPr>
        <p:spPr>
          <a:xfrm>
            <a:off x="328248" y="989048"/>
            <a:ext cx="9894276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നമ്മുടെ കര്‍ത്താവാം യേശു </a:t>
            </a:r>
            <a:endParaRPr lang="ml-IN" sz="36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ക്രൂശിക്കപ്പെട്ടിരിക്കുന്നു</a:t>
            </a:r>
            <a:endParaRPr lang="ml-IN" sz="36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വരുവീന്‍ നാമെല്ലാവരും</a:t>
            </a:r>
            <a:endParaRPr lang="ml-IN" sz="36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ഒരുമിച്ചു വിലപിക്കാം</a:t>
            </a:r>
            <a:endParaRPr lang="ml-IN" sz="3600" b="1" dirty="0">
              <a:effectLst/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1BEB0-4D48-497C-B21D-265A8B7C7C8A}"/>
              </a:ext>
            </a:extLst>
          </p:cNvPr>
          <p:cNvSpPr txBox="1"/>
          <p:nvPr/>
        </p:nvSpPr>
        <p:spPr>
          <a:xfrm>
            <a:off x="0" y="373495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2A5AC6-02B0-4473-A348-A866A11687BD}"/>
              </a:ext>
            </a:extLst>
          </p:cNvPr>
          <p:cNvSpPr/>
          <p:nvPr/>
        </p:nvSpPr>
        <p:spPr>
          <a:xfrm>
            <a:off x="1148862" y="3715435"/>
            <a:ext cx="9894276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</a:rPr>
              <a:t>Nammude </a:t>
            </a:r>
            <a:r>
              <a:rPr lang="en-US" sz="3600" b="1" dirty="0" err="1">
                <a:solidFill>
                  <a:srgbClr val="002060"/>
                </a:solidFill>
              </a:rPr>
              <a:t>karthaavaam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yeshu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krooshikkapettirikkunnu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Varuveen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naamellaavarum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orumichu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vilapikkaam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677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29AFCB-DF61-4879-AAFA-5B3726CE890A}"/>
              </a:ext>
            </a:extLst>
          </p:cNvPr>
          <p:cNvSpPr txBox="1"/>
          <p:nvPr/>
        </p:nvSpPr>
        <p:spPr>
          <a:xfrm>
            <a:off x="11207262" y="0"/>
            <a:ext cx="984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</a:rPr>
              <a:t>440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1559BB-F10C-492A-88B3-CC7B9D5DDEEF}"/>
              </a:ext>
            </a:extLst>
          </p:cNvPr>
          <p:cNvSpPr/>
          <p:nvPr/>
        </p:nvSpPr>
        <p:spPr>
          <a:xfrm>
            <a:off x="328248" y="989048"/>
            <a:ext cx="9894276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രക്ഷകന്നരികെ വന്നു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താന്‍ പെട്ട പാടുകള്‍ കാണ്‍‌ക‌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പാപികളെ അവന്‍ പേര്‍ക്കു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ചോരിവാന്‍ കണ്ണുനീരില്ലേ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?</a:t>
            </a:r>
            <a:endParaRPr lang="ml-IN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1BEB0-4D48-497C-B21D-265A8B7C7C8A}"/>
              </a:ext>
            </a:extLst>
          </p:cNvPr>
          <p:cNvSpPr txBox="1"/>
          <p:nvPr/>
        </p:nvSpPr>
        <p:spPr>
          <a:xfrm>
            <a:off x="0" y="373495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2A5AC6-02B0-4473-A348-A866A11687BD}"/>
              </a:ext>
            </a:extLst>
          </p:cNvPr>
          <p:cNvSpPr/>
          <p:nvPr/>
        </p:nvSpPr>
        <p:spPr>
          <a:xfrm>
            <a:off x="1148862" y="3715435"/>
            <a:ext cx="9894276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rgbClr val="002060"/>
                </a:solidFill>
              </a:rPr>
              <a:t>Rakshakannarike vannu 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rgbClr val="002060"/>
                </a:solidFill>
              </a:rPr>
              <a:t>thaan petta paadukalh kaanhka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rgbClr val="002060"/>
                </a:solidFill>
              </a:rPr>
              <a:t>Paapikalhe avan perkku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rgbClr val="002060"/>
                </a:solidFill>
              </a:rPr>
              <a:t> chorivaan kannhunerille?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231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29AFCB-DF61-4879-AAFA-5B3726CE890A}"/>
              </a:ext>
            </a:extLst>
          </p:cNvPr>
          <p:cNvSpPr txBox="1"/>
          <p:nvPr/>
        </p:nvSpPr>
        <p:spPr>
          <a:xfrm>
            <a:off x="11207262" y="0"/>
            <a:ext cx="984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</a:rPr>
              <a:t>440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1559BB-F10C-492A-88B3-CC7B9D5DDEEF}"/>
              </a:ext>
            </a:extLst>
          </p:cNvPr>
          <p:cNvSpPr/>
          <p:nvPr/>
        </p:nvSpPr>
        <p:spPr>
          <a:xfrm>
            <a:off x="328248" y="989048"/>
            <a:ext cx="9894276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യൂദര്‍ ഇതാ നിന്ദിക്കുന്നു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അന്യജാതി ഹസിക്കുന്നു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അവനോ എത്ര ക്ഷാന്തനായ്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ക്രൂശിന്മേല്‍ ഹാ തൂങ്ങിടുന്നു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1BEB0-4D48-497C-B21D-265A8B7C7C8A}"/>
              </a:ext>
            </a:extLst>
          </p:cNvPr>
          <p:cNvSpPr txBox="1"/>
          <p:nvPr/>
        </p:nvSpPr>
        <p:spPr>
          <a:xfrm>
            <a:off x="0" y="373495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2A5AC6-02B0-4473-A348-A866A11687BD}"/>
              </a:ext>
            </a:extLst>
          </p:cNvPr>
          <p:cNvSpPr/>
          <p:nvPr/>
        </p:nvSpPr>
        <p:spPr>
          <a:xfrm>
            <a:off x="1148862" y="3715435"/>
            <a:ext cx="9894276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Yoodar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ithaa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ninnikkunnu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anyajaathi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hasikkunnu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Avano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ethra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kshaanthaai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krooshinmel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haa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thoongidunnu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00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29AFCB-DF61-4879-AAFA-5B3726CE890A}"/>
              </a:ext>
            </a:extLst>
          </p:cNvPr>
          <p:cNvSpPr txBox="1"/>
          <p:nvPr/>
        </p:nvSpPr>
        <p:spPr>
          <a:xfrm>
            <a:off x="11207262" y="0"/>
            <a:ext cx="984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</a:rPr>
              <a:t>440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1559BB-F10C-492A-88B3-CC7B9D5DDEEF}"/>
              </a:ext>
            </a:extLst>
          </p:cNvPr>
          <p:cNvSpPr/>
          <p:nvPr/>
        </p:nvSpPr>
        <p:spPr>
          <a:xfrm>
            <a:off x="328248" y="989048"/>
            <a:ext cx="9894276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ആണികളാല്‍ കൈകാലുകള്‍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കീറി രക്തം പാഞ്ഞിടുന്നു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തോണ്ടയോ അതിദാഹത്താല്‍ 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ഉണങ്ങി വരണ്ടീടുന്നു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1BEB0-4D48-497C-B21D-265A8B7C7C8A}"/>
              </a:ext>
            </a:extLst>
          </p:cNvPr>
          <p:cNvSpPr txBox="1"/>
          <p:nvPr/>
        </p:nvSpPr>
        <p:spPr>
          <a:xfrm>
            <a:off x="0" y="373495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2A5AC6-02B0-4473-A348-A866A11687BD}"/>
              </a:ext>
            </a:extLst>
          </p:cNvPr>
          <p:cNvSpPr/>
          <p:nvPr/>
        </p:nvSpPr>
        <p:spPr>
          <a:xfrm>
            <a:off x="1148862" y="3715435"/>
            <a:ext cx="9894276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Aanhikalhaal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kaikaalukalh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keerhi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rakhtham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paanjidunnu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Thondayo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athidaahaththaal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unhangi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varandeedunnu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786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29AFCB-DF61-4879-AAFA-5B3726CE890A}"/>
              </a:ext>
            </a:extLst>
          </p:cNvPr>
          <p:cNvSpPr txBox="1"/>
          <p:nvPr/>
        </p:nvSpPr>
        <p:spPr>
          <a:xfrm>
            <a:off x="11207262" y="0"/>
            <a:ext cx="984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FF0000"/>
                </a:solidFill>
              </a:rPr>
              <a:t>440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1559BB-F10C-492A-88B3-CC7B9D5DDEEF}"/>
              </a:ext>
            </a:extLst>
          </p:cNvPr>
          <p:cNvSpPr/>
          <p:nvPr/>
        </p:nvSpPr>
        <p:spPr>
          <a:xfrm>
            <a:off x="328248" y="989048"/>
            <a:ext cx="9894276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വാ യേശുവിന്‍ ക്രൂശിന്‍ കീഴെ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വന്നു ചേര്‍ന്നാല്‍ ചൊരിഞ്ഞീടും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തന്‍റെ രക്തം തുള്ളികളായ്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അപ്പോഴെ നിന്‍ പാപം തീരും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.</a:t>
            </a:r>
            <a:endParaRPr lang="ml-IN" sz="36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1BEB0-4D48-497C-B21D-265A8B7C7C8A}"/>
              </a:ext>
            </a:extLst>
          </p:cNvPr>
          <p:cNvSpPr txBox="1"/>
          <p:nvPr/>
        </p:nvSpPr>
        <p:spPr>
          <a:xfrm>
            <a:off x="0" y="373495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2A5AC6-02B0-4473-A348-A866A11687BD}"/>
              </a:ext>
            </a:extLst>
          </p:cNvPr>
          <p:cNvSpPr/>
          <p:nvPr/>
        </p:nvSpPr>
        <p:spPr>
          <a:xfrm>
            <a:off x="1148862" y="3715435"/>
            <a:ext cx="9894276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yeshuvin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krooshin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keezhe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vannu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chernnaal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chorinjeedum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Thante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raktham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thullhikallhaai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appozhe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paapam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theerum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418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440 നമ്മുടെ കര്‍ത്താവാം യേശു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Nammude karthavam yeshu</dc:title>
  <dc:creator>Acsah Mathews</dc:creator>
  <cp:lastModifiedBy>Acsah Mathews</cp:lastModifiedBy>
  <cp:revision>1</cp:revision>
  <dcterms:created xsi:type="dcterms:W3CDTF">2018-11-29T16:27:12Z</dcterms:created>
  <dcterms:modified xsi:type="dcterms:W3CDTF">2018-11-29T16:27:24Z</dcterms:modified>
</cp:coreProperties>
</file>