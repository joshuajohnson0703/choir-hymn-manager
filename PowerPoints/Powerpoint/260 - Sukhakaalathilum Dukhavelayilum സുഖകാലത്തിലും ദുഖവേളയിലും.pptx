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3" r:id="rId3"/>
    <p:sldId id="275" r:id="rId4"/>
    <p:sldId id="278" r:id="rId5"/>
    <p:sldId id="276" r:id="rId6"/>
    <p:sldId id="280" r:id="rId7"/>
    <p:sldId id="277" r:id="rId8"/>
    <p:sldId id="281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73B51-D819-4DEF-9700-CCD0504298C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7F9F2-CC01-4DEE-8A98-17F7E0BFCC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87CDF-D447-4A49-A1A2-17B7E6F4C30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5C11B-F32D-4705-989B-7F49788317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B1458-811E-4B57-87EB-C281FD11E8A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FB13F-4764-4EED-98A1-3781FC2118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56DB0-2C71-49E3-9FDE-72652E00CD6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0EE4A-50B9-4C3A-8001-272A10619E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C6D0C-3190-4EDA-B77F-2D6C5522DFA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E0429-68A9-4E8B-9A48-9D4830771D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F5C5D-D663-4F5F-82F0-FA08E870D80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71A8A-E069-4E5D-933F-066836CCC2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0DE94-9E94-4433-BDDC-6EF828350C2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4AF41-68FF-4F40-9EBF-8899773197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32E33-F7E8-4354-9999-C8C2F11B0BC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49B7B-374E-42B6-AAEF-3580B97C2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2E467-EB6A-4656-958A-FC95906DE1B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424192-C9DC-400F-AC28-5B9557B45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4C2E97-D8C0-43D8-80F9-CE9B3AA6D1D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CD143-92FC-4647-A5F5-1048C78AB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EADA4-70CD-4079-9904-B432C06F70F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06E63-56DF-4EAB-9DCD-09BED4E416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6C3C4AF-4386-4585-88B2-61BD2540F58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AB68643-3F56-4A8B-B880-D249942E69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F40E7-4A49-4B23-92F3-445F0E88E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0200"/>
            <a:ext cx="12192000" cy="2000251"/>
          </a:xfrm>
        </p:spPr>
        <p:txBody>
          <a:bodyPr/>
          <a:lstStyle/>
          <a:p>
            <a:r>
              <a:rPr lang="en-US" sz="4800" dirty="0"/>
              <a:t>260</a:t>
            </a:r>
            <a:br>
              <a:rPr lang="en-US" sz="4800" dirty="0"/>
            </a:br>
            <a:r>
              <a:rPr lang="ml-IN" sz="4800" b="1" dirty="0">
                <a:latin typeface="Kartika" panose="02020503030404060203" pitchFamily="18" charset="0"/>
              </a:rPr>
              <a:t>സുഖകാലത്തിലും ദു:ഖവേളയിലും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401A30-E381-44FE-A70E-667065244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Sukha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kaalathilum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dukha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velhayilum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6232111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0454"/>
            <a:ext cx="12192000" cy="3352800"/>
          </a:xfrm>
        </p:spPr>
        <p:txBody>
          <a:bodyPr anchor="t"/>
          <a:lstStyle/>
          <a:p>
            <a:pPr defTabSz="346075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സുഖകാലത്തിലും ദു:ഖവേളയിലും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അകലാത്ത നൽസ്നേഹിതനെ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 തിരുപാദത്തിൽ കാത്തിരിക്കെ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മോദം ഹൃദന്തം വരും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45507-BB45-4657-88EA-427FCB335FAD}"/>
              </a:ext>
            </a:extLst>
          </p:cNvPr>
          <p:cNvSpPr/>
          <p:nvPr/>
        </p:nvSpPr>
        <p:spPr>
          <a:xfrm>
            <a:off x="0" y="3407004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Sukha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kaalathilum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velhayilum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Akalaatha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snehithane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thirupaadathil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kaaththirikke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Enthumodam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hridantham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8680"/>
            <a:ext cx="12192000" cy="2823746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പാപലോകത്തിൻ - ശാപദോഷങ്ങൾ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പാടെ നീക്കാനായി വന്നിങ്ങു രക്ഷകൻ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സംഭ്രമത്തിലും - സംശയത്തിലും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സങ്കടത്തിലും - പ്രത്യാശ നൽകുന്നോൻ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45507-BB45-4657-88EA-427FCB335FAD}"/>
              </a:ext>
            </a:extLst>
          </p:cNvPr>
          <p:cNvSpPr/>
          <p:nvPr/>
        </p:nvSpPr>
        <p:spPr>
          <a:xfrm>
            <a:off x="0" y="3692426"/>
            <a:ext cx="10591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Paapa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doshangalh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neekkaanai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vanningu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Sambhramaththilum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samshayathilum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Sankadathilum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prathyaasha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nalkunnon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B56D9-42F5-4E24-8492-3A93941D2579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2968709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0454"/>
            <a:ext cx="12192000" cy="3352800"/>
          </a:xfrm>
        </p:spPr>
        <p:txBody>
          <a:bodyPr anchor="t"/>
          <a:lstStyle/>
          <a:p>
            <a:pPr defTabSz="346075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സുഖകാലത്തിലും ദു:ഖവേളയിലും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അകലാത്ത നൽസ്നേഹിതനെ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 തിരുപാദത്തിൽ കാത്തിരിക്കെ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മോദം ഹൃദന്തം വരും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45507-BB45-4657-88EA-427FCB335FAD}"/>
              </a:ext>
            </a:extLst>
          </p:cNvPr>
          <p:cNvSpPr/>
          <p:nvPr/>
        </p:nvSpPr>
        <p:spPr>
          <a:xfrm>
            <a:off x="0" y="3407004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Sukha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kaalathilum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velhayilum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Akalaatha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snehithane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thirupaadathil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kaaththirikke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Enthumodam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hridantham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</p:spTree>
    <p:extLst>
      <p:ext uri="{BB962C8B-B14F-4D97-AF65-F5344CB8AC3E}">
        <p14:creationId xmlns:p14="http://schemas.microsoft.com/office/powerpoint/2010/main" val="116413495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8680"/>
            <a:ext cx="12192000" cy="2823746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ഏതു നേരത്തും - ഏക ചിന്തയാൽ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ഏവരും ചേർന്ന് സ്തോത്രങ്ങൾ അർപ്പിക്കാം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ഭക്തി പാലിക്കാൻ ശക്തി പ്രാപിക്കാൻ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മുക്തി നേടിടാൻ - പരിശുദ്ധനെ തേടാം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45507-BB45-4657-88EA-427FCB335FAD}"/>
              </a:ext>
            </a:extLst>
          </p:cNvPr>
          <p:cNvSpPr/>
          <p:nvPr/>
        </p:nvSpPr>
        <p:spPr>
          <a:xfrm>
            <a:off x="0" y="3692426"/>
            <a:ext cx="10591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Aethu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nerathhum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chinthayaal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Aevarum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arppikkaam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paalikaam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praapikaan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Mukthi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nedidaan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parishuddhane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thedaam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B56D9-42F5-4E24-8492-3A93941D2579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931346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0454"/>
            <a:ext cx="12192000" cy="3352800"/>
          </a:xfrm>
        </p:spPr>
        <p:txBody>
          <a:bodyPr anchor="t"/>
          <a:lstStyle/>
          <a:p>
            <a:pPr defTabSz="346075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സുഖകാലത്തിലും ദു:ഖവേളയിലും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അകലാത്ത നൽസ്നേഹിതനെ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 തിരുപാദത്തിൽ കാത്തിരിക്കെ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മോദം ഹൃദന്തം വരും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45507-BB45-4657-88EA-427FCB335FAD}"/>
              </a:ext>
            </a:extLst>
          </p:cNvPr>
          <p:cNvSpPr/>
          <p:nvPr/>
        </p:nvSpPr>
        <p:spPr>
          <a:xfrm>
            <a:off x="0" y="3407004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Sukha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kaalathilum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velhayilum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Akalaatha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snehithane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thirupaadathil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kaaththirikke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Enthumodam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hridantham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</p:spTree>
    <p:extLst>
      <p:ext uri="{BB962C8B-B14F-4D97-AF65-F5344CB8AC3E}">
        <p14:creationId xmlns:p14="http://schemas.microsoft.com/office/powerpoint/2010/main" val="31108908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68680"/>
            <a:ext cx="12192000" cy="2823746"/>
          </a:xfrm>
        </p:spPr>
        <p:txBody>
          <a:bodyPr anchor="t"/>
          <a:lstStyle/>
          <a:p>
            <a:pPr algn="l" defTabSz="346075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ഹൃത്തടങ്ങളാം -  കൈവിളക്കുകൾ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കത്തിശോഭിപ്പാൻ കരുതണം എണ്ണയെ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നിദ്ര മാറ്റേണം - ആ ഭദ്രദീപങ്ങൾ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മിന്നേണം - മണവാളനെത്തുമ്പോൾ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45507-BB45-4657-88EA-427FCB335FAD}"/>
              </a:ext>
            </a:extLst>
          </p:cNvPr>
          <p:cNvSpPr/>
          <p:nvPr/>
        </p:nvSpPr>
        <p:spPr>
          <a:xfrm>
            <a:off x="0" y="3692426"/>
            <a:ext cx="105918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Hrithhadangalhaam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kaivilhakkukalh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Kaththi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shobhippaan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karuthenham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ennhaye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Nidramaatennham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bhadra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deepangalh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minnenham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manhavaalhanethumbolh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B56D9-42F5-4E24-8492-3A93941D2579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0561141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0454"/>
            <a:ext cx="12192000" cy="3352800"/>
          </a:xfrm>
        </p:spPr>
        <p:txBody>
          <a:bodyPr anchor="t"/>
          <a:lstStyle/>
          <a:p>
            <a:pPr defTabSz="346075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സുഖകാലത്തിലും ദു:ഖവേളയിലും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അകലാത്ത നൽസ്നേഹിതനെ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 തിരുപാദത്തിൽ കാത്തിരിക്കെ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മോദം ഹൃദന്തം വരും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260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45507-BB45-4657-88EA-427FCB335FAD}"/>
              </a:ext>
            </a:extLst>
          </p:cNvPr>
          <p:cNvSpPr/>
          <p:nvPr/>
        </p:nvSpPr>
        <p:spPr>
          <a:xfrm>
            <a:off x="0" y="3407004"/>
            <a:ext cx="121920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Sukha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kaalathilum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dukha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velhayilum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Akalaatha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snehithane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thirupaadathil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kaaththirikke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Enthumodam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hridantham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</p:spTree>
    <p:extLst>
      <p:ext uri="{BB962C8B-B14F-4D97-AF65-F5344CB8AC3E}">
        <p14:creationId xmlns:p14="http://schemas.microsoft.com/office/powerpoint/2010/main" val="42512478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142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260 സുഖകാലത്തിലും ദു:ഖവേളയിലും</vt:lpstr>
      <vt:lpstr>സുഖകാലത്തിലും ദു:ഖവേളയിലും  അകലാത്ത നൽസ്നേഹിതനെ  യേശുവേ തിരുപാദത്തിൽ കാത്തിരിക്കെ  എന്തു മോദം ഹൃദന്തം വരും </vt:lpstr>
      <vt:lpstr>പാപലോകത്തിൻ - ശാപദോഷങ്ങൾ  പാടെ നീക്കാനായി വന്നിങ്ങു രക്ഷകൻ  സംഭ്രമത്തിലും - സംശയത്തിലും  സങ്കടത്തിലും - പ്രത്യാശ നൽകുന്നോൻ </vt:lpstr>
      <vt:lpstr>സുഖകാലത്തിലും ദു:ഖവേളയിലും  അകലാത്ത നൽസ്നേഹിതനെ  യേശുവേ തിരുപാദത്തിൽ കാത്തിരിക്കെ  എന്തു മോദം ഹൃദന്തം വരും </vt:lpstr>
      <vt:lpstr>ഏതു നേരത്തും - ഏക ചിന്തയാൽ  ഏവരും ചേർന്ന് സ്തോത്രങ്ങൾ അർപ്പിക്കാം  ഭക്തി പാലിക്കാൻ ശക്തി പ്രാപിക്കാൻ മുക്തി നേടിടാൻ - പരിശുദ്ധനെ തേടാം </vt:lpstr>
      <vt:lpstr>സുഖകാലത്തിലും ദു:ഖവേളയിലും  അകലാത്ത നൽസ്നേഹിതനെ  യേശുവേ തിരുപാദത്തിൽ കാത്തിരിക്കെ  എന്തു മോദം ഹൃദന്തം വരും </vt:lpstr>
      <vt:lpstr>ഹൃത്തടങ്ങളാം -  കൈവിളക്കുകൾ  കത്തിശോഭിപ്പാൻ കരുതണം എണ്ണയെ  നിദ്ര മാറ്റേണം - ആ ഭദ്രദീപങ്ങൾ  നിത്യം മിന്നേണം - മണവാളനെത്തുമ്പോൾ </vt:lpstr>
      <vt:lpstr>സുഖകാലത്തിലും ദു:ഖവേളയിലും  അകലാത്ത നൽസ്നേഹിതനെ  യേശുവേ തിരുപാദത്തിൽ കാത്തിരിക്കെ  എന്തു മോദം ഹൃദന്തം വരും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Sukhakaalathilum Dikhavelayilum</dc:title>
  <dc:creator>Digital Input; GM JOHN; Acsah Mathews</dc:creator>
  <cp:lastModifiedBy>Acsah Mathews</cp:lastModifiedBy>
  <cp:revision>383</cp:revision>
  <dcterms:created xsi:type="dcterms:W3CDTF">2013-04-19T09:19:07Z</dcterms:created>
  <dcterms:modified xsi:type="dcterms:W3CDTF">2018-11-14T17:30:45Z</dcterms:modified>
</cp:coreProperties>
</file>