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8" r:id="rId2"/>
    <p:sldId id="273" r:id="rId3"/>
    <p:sldId id="275" r:id="rId4"/>
    <p:sldId id="276" r:id="rId5"/>
    <p:sldId id="277" r:id="rId6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152" autoAdjust="0"/>
    <p:restoredTop sz="94660"/>
  </p:normalViewPr>
  <p:slideViewPr>
    <p:cSldViewPr>
      <p:cViewPr varScale="1">
        <p:scale>
          <a:sx n="41" d="100"/>
          <a:sy n="41" d="100"/>
        </p:scale>
        <p:origin x="66" y="85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00FE0A-35CA-4D7E-8593-81C828EBE6B9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26DC8-05F9-48B0-B4E7-35A335FDC33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1EB77A-FE69-44C1-9EBD-5ABC3E076DA7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4191C1-A74F-47D5-B3A7-1F0AF25345E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A19271-3E9A-4362-B69A-E5EEE7CE87CD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A131CB-50E3-4141-A69C-3B2ADE806A9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330789-20B5-4A8B-A0CF-72A171990B80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DA0166-8A7D-42A3-B259-DC037F3D0DC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F37CD5-0C93-40AA-A04A-264F80A1E859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63F73C-36D8-4069-B269-656A457D84D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CC7995-C885-42D2-B993-F8EF5921C1BE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1ED449-4BE5-47C3-A79A-BC24D537CCF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7089AA-4D6D-4AD3-B952-02300429D259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29D211-ADB3-44EB-B9E4-0EE934823C8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CBABAC-4D38-4A0C-A741-C69F565A6EAB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E68231-C34C-4AF0-AFC6-8B47AB021BD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934407-D193-4CD4-926F-B78567EA4F71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5359F1-36AE-4147-8336-6FD229773C1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C43C80-0FBA-427C-8342-D623F082C82A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012298-8E70-44A2-BC7F-A45F8333E09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5BFEF4-D180-4288-B6FA-4D375EA0C6F3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CFF585-B536-4508-858F-092CC5B4FFD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BBF4AB61-5877-4496-959C-D0431F4DCAD7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4E97C238-1A08-4E54-A582-803D5789F4F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C02604-2648-417E-87BC-C0E65E1C49C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120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വാഗ്ദത്ത സമ്പൂർത്തിയായി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1B5AD2-8A03-4489-AED3-39817EA48D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143000"/>
          </a:xfrm>
        </p:spPr>
        <p:txBody>
          <a:bodyPr/>
          <a:lstStyle/>
          <a:p>
            <a:r>
              <a:rPr lang="en-US" sz="4000" b="1" dirty="0">
                <a:solidFill>
                  <a:schemeClr val="tx2">
                    <a:lumMod val="75000"/>
                  </a:schemeClr>
                </a:solidFill>
              </a:rPr>
              <a:t>Vaagdatha </a:t>
            </a:r>
            <a:r>
              <a:rPr lang="en-US" sz="4000" b="1" dirty="0" err="1">
                <a:solidFill>
                  <a:schemeClr val="tx2">
                    <a:lumMod val="75000"/>
                  </a:schemeClr>
                </a:solidFill>
              </a:rPr>
              <a:t>samboorthiyaayi</a:t>
            </a:r>
            <a:endParaRPr lang="en-US" sz="4000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9648912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228600" y="1066800"/>
            <a:ext cx="11963400" cy="2819400"/>
          </a:xfrm>
        </p:spPr>
        <p:txBody>
          <a:bodyPr anchor="t"/>
          <a:lstStyle/>
          <a:p>
            <a:pPr algn="l" defTabSz="406400"/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വാഗ്ദത്ത സമ്പൂർത്തിയായി തിരുവവതാരം നരനായ്‌ </a:t>
            </a: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തിരുവവതാരം എടുത്തു നരകുലദേവൻ 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ഗോശാല തന്നിലൊരു-പുൽത്തൊട്ടിയിൽ ജാതം ചെയ്ത 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പരിശുദ്ധ ദേവാത്മജനെ-അനുദിനം പാടി സ്തുതിപ്പിൻ 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നരഗണം കൂടി വണ്ടിപ്പിൻ-തിരുമലർ പാദം -</a:t>
            </a:r>
            <a:endParaRPr lang="en-US" sz="32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0972800" y="0"/>
            <a:ext cx="1219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120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6A64073-9242-4E67-B985-B66F9B15FC46}"/>
              </a:ext>
            </a:extLst>
          </p:cNvPr>
          <p:cNvSpPr/>
          <p:nvPr/>
        </p:nvSpPr>
        <p:spPr>
          <a:xfrm>
            <a:off x="228600" y="3886200"/>
            <a:ext cx="11963400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Vaagdatha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samboorthiyaayi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thiruvavathaaram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naranaai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Thiruvavathaaram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eduthu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narakuladevan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- </a:t>
            </a:r>
          </a:p>
          <a:p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Goshaala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thanniloru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pulthottiyil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jaatham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cheytha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Parishudha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devaathmajane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anudinam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paadi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sthuthippin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Naraganham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koodi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vannippin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thirumalar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paadam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6CDFC13-437D-42C9-9B93-9EE50A588CB3}"/>
              </a:ext>
            </a:extLst>
          </p:cNvPr>
          <p:cNvSpPr/>
          <p:nvPr/>
        </p:nvSpPr>
        <p:spPr>
          <a:xfrm>
            <a:off x="0" y="457200"/>
            <a:ext cx="1221544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latin typeface="+mn-lt"/>
              </a:rPr>
              <a:t>1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228600" y="1066800"/>
            <a:ext cx="11963400" cy="2819400"/>
          </a:xfrm>
        </p:spPr>
        <p:txBody>
          <a:bodyPr anchor="t"/>
          <a:lstStyle/>
          <a:p>
            <a:pPr algn="l" defTabSz="406400"/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താലോലത്താരാട്ടിനെ കേട്ടുറങ്ങീടാൻ-മാട്ടിടയിൽ 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പള്ളികൊണ്ടിടാൻ - ആട്ടിടയരാൽ സ്തുതിയേല്പാൻ 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മാലാഖമാർ കൂടി പാടിടാൻ-താരകത്തെ കണ്ടറിഞ്ഞീടാൻ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മന്നവരും കാഴ്ച നൽകീടാൻ</a:t>
            </a:r>
            <a:endParaRPr lang="en-US" sz="32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0972800" y="0"/>
            <a:ext cx="1219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120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6A64073-9242-4E67-B985-B66F9B15FC46}"/>
              </a:ext>
            </a:extLst>
          </p:cNvPr>
          <p:cNvSpPr/>
          <p:nvPr/>
        </p:nvSpPr>
        <p:spPr>
          <a:xfrm>
            <a:off x="228600" y="3886200"/>
            <a:ext cx="11963400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Thaalolathaarattathine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ketturangeedaan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maattidayil</a:t>
            </a:r>
            <a:endParaRPr lang="en-US" sz="32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Pallhikondidaan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aattidayaraal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sthuthiyelpaan</a:t>
            </a:r>
            <a:endParaRPr lang="en-US" sz="32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Maalakhamaar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koodi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paadidaan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thaarakathe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kandarinjeedaan</a:t>
            </a:r>
            <a:endParaRPr lang="en-US" sz="32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Mannavarum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kaazhcha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nalkeedaan</a:t>
            </a:r>
            <a:endParaRPr lang="en-US" sz="32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6CDFC13-437D-42C9-9B93-9EE50A588CB3}"/>
              </a:ext>
            </a:extLst>
          </p:cNvPr>
          <p:cNvSpPr/>
          <p:nvPr/>
        </p:nvSpPr>
        <p:spPr>
          <a:xfrm>
            <a:off x="0" y="457200"/>
            <a:ext cx="1221544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latin typeface="+mn-lt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47886023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228600" y="1066800"/>
            <a:ext cx="11963400" cy="2590800"/>
          </a:xfrm>
        </p:spPr>
        <p:txBody>
          <a:bodyPr anchor="t"/>
          <a:lstStyle/>
          <a:p>
            <a:pPr algn="l" defTabSz="406400"/>
            <a:r>
              <a:rPr lang="ml-IN" sz="3200" b="1" dirty="0">
                <a:latin typeface="Kartika" panose="02020503030404060203" pitchFamily="18" charset="0"/>
              </a:rPr>
              <a:t>രാജാ വാചാര്യ ഗുരു-സ്ഥാനത്രയം ഏറ്റുകിൽ </a:t>
            </a:r>
            <a:br>
              <a:rPr lang="ml-IN" sz="3200" b="1" dirty="0">
                <a:latin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</a:rPr>
              <a:t>കന്യാസ്ത്രീ അമ്മ തന്‍റെ നിർമ്മല കരങ്ങൾ തന്നിൽ </a:t>
            </a:r>
            <a:br>
              <a:rPr lang="ml-IN" sz="3200" b="1" dirty="0">
                <a:latin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</a:rPr>
              <a:t>കണ്മഷഹരൻ പരമലോക-ത്തിൻ നാഥൻ ശിശുവായ് </a:t>
            </a:r>
            <a:br>
              <a:rPr lang="ml-IN" sz="3200" b="1" dirty="0">
                <a:latin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</a:rPr>
              <a:t>മേവിയ നാമം ജപിച്ചാൽ - ഏവർക്കും മോക്ഷം </a:t>
            </a:r>
            <a:br>
              <a:rPr lang="ml-IN" sz="3200" b="1" dirty="0">
                <a:latin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</a:rPr>
              <a:t>നിരന്തം ചേരും സൌഭാഗ്യം</a:t>
            </a:r>
            <a:endParaRPr lang="en-US" sz="32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0972800" y="0"/>
            <a:ext cx="1219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120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6A64073-9242-4E67-B985-B66F9B15FC46}"/>
              </a:ext>
            </a:extLst>
          </p:cNvPr>
          <p:cNvSpPr/>
          <p:nvPr/>
        </p:nvSpPr>
        <p:spPr>
          <a:xfrm>
            <a:off x="228600" y="3886200"/>
            <a:ext cx="11963400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Raajaavaachaarya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guru -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sthaanathrayam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aetulakil</a:t>
            </a:r>
            <a:endParaRPr lang="en-US" sz="32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Kanyasthree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amma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thante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nirmala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karangalh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thannil</a:t>
            </a:r>
            <a:endParaRPr lang="en-US" sz="32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Kanmashaharan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paramalokathin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naadhan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shishuvai</a:t>
            </a:r>
            <a:endParaRPr lang="en-US" sz="32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Maaviye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naamam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japichaal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evarkkum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moksham</a:t>
            </a:r>
            <a:endParaRPr lang="en-US" sz="32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Nirantharam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cherum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soubhagyam</a:t>
            </a:r>
            <a:endParaRPr lang="en-US" sz="32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711362994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228600" y="1066800"/>
            <a:ext cx="11963400" cy="2819400"/>
          </a:xfrm>
        </p:spPr>
        <p:txBody>
          <a:bodyPr anchor="t"/>
          <a:lstStyle/>
          <a:p>
            <a:pPr algn="l" defTabSz="406400"/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വാഗ്ദത്ത സമ്പൂർത്തിയായി തിരുവവതാരം നരനായ്‌ </a:t>
            </a: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തിരുവവതാരം എടുത്തു നരകുലദേവൻ 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ഗോശാല തന്നിലൊരു-പുൽത്തൊട്ടിയിൽ ജാതം ചെയ്ത 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പരിശുദ്ധ ദേവാത്മജനെ-അനുദിനം പാടി സ്തുതിപ്പിൻ 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നരഗണം കൂടി വണ്ടിപ്പിൻ-തിരുമലർ പാദം -</a:t>
            </a:r>
            <a:endParaRPr lang="en-US" sz="32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0972800" y="0"/>
            <a:ext cx="1219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120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6A64073-9242-4E67-B985-B66F9B15FC46}"/>
              </a:ext>
            </a:extLst>
          </p:cNvPr>
          <p:cNvSpPr/>
          <p:nvPr/>
        </p:nvSpPr>
        <p:spPr>
          <a:xfrm>
            <a:off x="228600" y="3886200"/>
            <a:ext cx="11963400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Vaagdatha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samboorthiyaayi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thiruvavathaaram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naranaai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Thiruvavathaaram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eduthu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narakuladevan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- </a:t>
            </a:r>
          </a:p>
          <a:p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Goshaala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thanniloru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pulthottiyil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jaatham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cheytha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Parishudha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devaathmajane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anudinam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paadi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sthuthippin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Naraganham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koodi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vannippin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thirumalar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paadam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68692764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1070</TotalTime>
  <Words>117</Words>
  <Application>Microsoft Office PowerPoint</Application>
  <PresentationFormat>Widescreen</PresentationFormat>
  <Paragraphs>31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Kartika</vt:lpstr>
      <vt:lpstr>Office Theme</vt:lpstr>
      <vt:lpstr>120 വാഗ്ദത്ത സമ്പൂർത്തിയായി</vt:lpstr>
      <vt:lpstr>വാഗ്ദത്ത സമ്പൂർത്തിയായി തിരുവവതാരം നരനായ്‌  തിരുവവതാരം എടുത്തു നരകുലദേവൻ  ഗോശാല തന്നിലൊരു-പുൽത്തൊട്ടിയിൽ ജാതം ചെയ്ത  പരിശുദ്ധ ദേവാത്മജനെ-അനുദിനം പാടി സ്തുതിപ്പിൻ  നരഗണം കൂടി വണ്ടിപ്പിൻ-തിരുമലർ പാദം -</vt:lpstr>
      <vt:lpstr>താലോലത്താരാട്ടിനെ കേട്ടുറങ്ങീടാൻ-മാട്ടിടയിൽ  പള്ളികൊണ്ടിടാൻ - ആട്ടിടയരാൽ സ്തുതിയേല്പാൻ  മാലാഖമാർ കൂടി പാടിടാൻ-താരകത്തെ കണ്ടറിഞ്ഞീടാൻ മന്നവരും കാഴ്ച നൽകീടാൻ</vt:lpstr>
      <vt:lpstr>രാജാ വാചാര്യ ഗുരു-സ്ഥാനത്രയം ഏറ്റുകിൽ  കന്യാസ്ത്രീ അമ്മ തന്‍റെ നിർമ്മല കരങ്ങൾ തന്നിൽ  കണ്മഷഹരൻ പരമലോക-ത്തിൻ നാഥൻ ശിശുവായ്  മേവിയ നാമം ജപിച്ചാൽ - ഏവർക്കും മോക്ഷം  നിരന്തം ചേരും സൌഭാഗ്യം</vt:lpstr>
      <vt:lpstr>വാഗ്ദത്ത സമ്പൂർത്തിയായി തിരുവവതാരം നരനായ്‌  തിരുവവതാരം എടുത്തു നരകുലദേവൻ  ഗോശാല തന്നിലൊരു-പുൽത്തൊട്ടിയിൽ ജാതം ചെയ്ത  പരിശുദ്ധ ദേവാത്മജനെ-അനുദിനം പാടി സ്തുതിപ്പിൻ  നരഗണം കൂടി വണ്ടിപ്പിൻ-തിരുമലർ പാദം -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Vaagdatha samboorthiyaai</dc:title>
  <dc:creator>Digital Input:; GM JOHN; Acsah Mathews</dc:creator>
  <cp:lastModifiedBy>Acsah Mathews</cp:lastModifiedBy>
  <cp:revision>346</cp:revision>
  <dcterms:created xsi:type="dcterms:W3CDTF">2013-04-19T09:19:07Z</dcterms:created>
  <dcterms:modified xsi:type="dcterms:W3CDTF">2018-11-02T17:29:39Z</dcterms:modified>
</cp:coreProperties>
</file>