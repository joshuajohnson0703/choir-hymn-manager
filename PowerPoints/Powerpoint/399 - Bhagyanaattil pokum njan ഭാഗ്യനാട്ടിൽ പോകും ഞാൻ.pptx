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0" r:id="rId3"/>
    <p:sldId id="273" r:id="rId4"/>
    <p:sldId id="274" r:id="rId5"/>
    <p:sldId id="275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8" y="9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0CB77A-667B-48BD-807B-1F74F1FF975F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EDBC85-927A-4F2B-94CF-40318454B2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CCFE82-9B57-43C1-9479-A943200637D9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E6779-7A83-42BD-8D28-54A8D7930A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691BC5-BD5E-44CE-B344-529BF3655F0F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1C0028-11DA-4265-B3F4-5E1E6C1EF6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6DEDF2-8B8D-4BE4-8994-BB6B0F8CC008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5E5DBB-39FD-43C7-A43C-9DA4DFE80C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BC53D-B541-47F0-987F-64CD26D06132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246AF-ACAB-4ADF-B787-7BC6A2F34F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B76DFC-49C8-457C-B393-4A94765986E7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2D25F4-8B35-4841-AFD1-664064668D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B69E69-73C2-40DD-ACFF-769D35D29693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EA25B-D72A-497F-A15A-AD83BA1C4C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943CF-D27B-4776-9386-0E80DA230189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D3FD65-1B01-422A-AAFC-B52A2B01E5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6B5442-C221-49CA-A64E-1E0A7F14BD04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286280-E989-441B-9E26-6ADDD27136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9C4C60-B765-4393-A954-0F52ED9BCD93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5305EB-8E9D-4DA4-9B16-E86DCD309F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CBC84F-2925-4AFA-A3A8-0C3C7B78EBF7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642FE6-A15C-4964-A04B-8BDFB991CA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B7D5AA5-E019-4881-87E5-4FA9E6F77BB9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3F06C16-C5F4-4162-A4A2-1080651F7A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93739-789A-4A34-BB6B-A5DCC342CE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399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ഭാഗ്യനാട്ടിൽ പോകും ഞാൻ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538164-22A3-4692-86FF-B2B259164B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>
                <a:solidFill>
                  <a:schemeClr val="accent5">
                    <a:lumMod val="50000"/>
                  </a:schemeClr>
                </a:solidFill>
              </a:rPr>
              <a:t>Bhaagyanaattil </a:t>
            </a:r>
            <a:r>
              <a:rPr lang="en-US" sz="4000" b="1" dirty="0" err="1">
                <a:solidFill>
                  <a:schemeClr val="accent5">
                    <a:lumMod val="50000"/>
                  </a:schemeClr>
                </a:solidFill>
              </a:rPr>
              <a:t>pokum</a:t>
            </a:r>
            <a:r>
              <a:rPr lang="en-US" sz="40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5">
                    <a:lumMod val="50000"/>
                  </a:schemeClr>
                </a:solidFill>
              </a:rPr>
              <a:t>njan</a:t>
            </a:r>
            <a:r>
              <a:rPr lang="en-US" sz="40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</a:p>
          <a:p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8F9F72-B7AD-4097-9B77-BE8BCA72D22D}"/>
              </a:ext>
            </a:extLst>
          </p:cNvPr>
          <p:cNvSpPr/>
          <p:nvPr/>
        </p:nvSpPr>
        <p:spPr>
          <a:xfrm>
            <a:off x="1633362" y="4876800"/>
            <a:ext cx="23631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</a:rPr>
              <a:t>(പി. ഡി. ജോൺ)</a:t>
            </a:r>
            <a:endParaRPr lang="en-US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68D1E4-C428-4423-901B-CD6AEFD8AA59}"/>
              </a:ext>
            </a:extLst>
          </p:cNvPr>
          <p:cNvSpPr/>
          <p:nvPr/>
        </p:nvSpPr>
        <p:spPr>
          <a:xfrm>
            <a:off x="8717621" y="4876800"/>
            <a:ext cx="164557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</a:rPr>
              <a:t>(P. D. John) </a:t>
            </a:r>
            <a:endParaRPr lang="en-US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38644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4605" y="1295400"/>
            <a:ext cx="12167839" cy="2743200"/>
          </a:xfrm>
        </p:spPr>
        <p:txBody>
          <a:bodyPr anchor="t"/>
          <a:lstStyle/>
          <a:p>
            <a:pPr algn="l" defTabSz="473075">
              <a:lnSpc>
                <a:spcPct val="125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ഭാഗ്യനാട്ടിൽ പോകും ഞാൻ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ഭാഗ്യനാട്ടിൽ പോകും ഞാൻ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ഭാഗ്യനാട്ടിൽ ചെന്നു ശുദ്ധരോടൊത്തു ഞാൻ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യേശുവെ വാഴ്ത്തീടുമേ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403265-4921-4F0C-94DC-43C9A95AE85C}"/>
              </a:ext>
            </a:extLst>
          </p:cNvPr>
          <p:cNvSpPr/>
          <p:nvPr/>
        </p:nvSpPr>
        <p:spPr>
          <a:xfrm>
            <a:off x="2438399" y="4038600"/>
            <a:ext cx="9708995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Bhaagyanaattil 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pokum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bhaagyanaattil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pokum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Bhagyanaattil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chennu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shudhdharodoththu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Yeshuve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vaazhtheedume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4605" y="1295400"/>
            <a:ext cx="12167839" cy="2743200"/>
          </a:xfrm>
        </p:spPr>
        <p:txBody>
          <a:bodyPr anchor="t"/>
          <a:lstStyle/>
          <a:p>
            <a:pPr algn="l" defTabSz="473075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</a:rPr>
              <a:t>2	മായ ഇമ്പം വിടുന്നേ - എന്‍റെ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ലോക സുഖങ്ങളെല്ലാം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നായകനാം എന്‍റെ മന്നനെ ഓർത്തു ഞാൻ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തൻ തിരുനാമത്തിനായി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403265-4921-4F0C-94DC-43C9A95AE85C}"/>
              </a:ext>
            </a:extLst>
          </p:cNvPr>
          <p:cNvSpPr/>
          <p:nvPr/>
        </p:nvSpPr>
        <p:spPr>
          <a:xfrm>
            <a:off x="2438399" y="4038600"/>
            <a:ext cx="9708995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Maaya 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imbam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vidunne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ente</a:t>
            </a:r>
            <a:endParaRPr lang="en-US" sz="3400" b="1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Loka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sukhangalhellaam</a:t>
            </a:r>
            <a:endParaRPr lang="en-US" sz="3400" b="1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Naayakanaam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mannane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orththu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njan</a:t>
            </a:r>
            <a:endParaRPr lang="en-US" sz="3400" b="1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thiru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naamaththinaayi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			-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bhaagya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26449750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4605" y="1295400"/>
            <a:ext cx="12167839" cy="2743200"/>
          </a:xfrm>
        </p:spPr>
        <p:txBody>
          <a:bodyPr anchor="t"/>
          <a:lstStyle/>
          <a:p>
            <a:pPr algn="l" defTabSz="473075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സ്വർഗ്ഗഭാഗ്യ മോർക്കുമ്പോൾ - എന്‍റെ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ഉള്ളമാ‍നന്ദിക്കുന്നേ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തുള്ളിക്കളിച്ചെന്‍റെ സന്തോഷരാജ്യത്തിൽ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വേഗം ഞാൻ ചേർന്നിടുമേ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ഭാഗ്യ.....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403265-4921-4F0C-94DC-43C9A95AE85C}"/>
              </a:ext>
            </a:extLst>
          </p:cNvPr>
          <p:cNvSpPr/>
          <p:nvPr/>
        </p:nvSpPr>
        <p:spPr>
          <a:xfrm>
            <a:off x="2438399" y="4038600"/>
            <a:ext cx="9708995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Swargga 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bhaagyamorkkumbolh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ente</a:t>
            </a:r>
            <a:endParaRPr lang="en-US" sz="3400" b="1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Ullham-aanandikkunne</a:t>
            </a:r>
            <a:endParaRPr lang="en-US" sz="3400" b="1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Thullhikkallhichente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santhosha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raajyaththil</a:t>
            </a:r>
            <a:endParaRPr lang="en-US" sz="3400" b="1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Vegam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chernnidume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			-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bhaagya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15294920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4605" y="1295400"/>
            <a:ext cx="12167839" cy="2743200"/>
          </a:xfrm>
        </p:spPr>
        <p:txBody>
          <a:bodyPr anchor="t"/>
          <a:lstStyle/>
          <a:p>
            <a:pPr algn="l" defTabSz="473075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ഓരോ ദിവസവും ഞാൻ എന്‍റെ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പ്രിയനെ നോക്കിക്കൊണ്ട്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നേരായ പാതയിൽ സേവനം ചെയ്തു ഞാൻ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മാർവ്വോടണഞ്ഞിടുമേ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ഭാഗ്യ.....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403265-4921-4F0C-94DC-43C9A95AE85C}"/>
              </a:ext>
            </a:extLst>
          </p:cNvPr>
          <p:cNvSpPr/>
          <p:nvPr/>
        </p:nvSpPr>
        <p:spPr>
          <a:xfrm>
            <a:off x="2438399" y="4038600"/>
            <a:ext cx="9708995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Oro 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divasavum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ente</a:t>
            </a:r>
            <a:endParaRPr lang="en-US" sz="3400" b="1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Priyane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nokkikkondu</a:t>
            </a:r>
            <a:endParaRPr lang="en-US" sz="3400" b="1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Neraaya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paathayil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sevanam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cheythu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njan</a:t>
            </a:r>
            <a:endParaRPr lang="en-US" sz="3400" b="1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Maarvodanhanjeedume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				-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bhaagya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38256631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78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399 ഭാഗ്യനാട്ടിൽ പോകും ഞാൻ</vt:lpstr>
      <vt:lpstr>1 ഭാഗ്യനാട്ടിൽ പോകും ഞാൻ  എന്‍റെ ഭാഗ്യനാട്ടിൽ പോകും ഞാൻ  ഭാഗ്യനാട്ടിൽ ചെന്നു ശുദ്ധരോടൊത്തു ഞാൻ  യേശുവെ വാഴ്ത്തീടുമേ       </vt:lpstr>
      <vt:lpstr>2 മായ ഇമ്പം വിടുന്നേ - എന്‍റെ  ലോക സുഖങ്ങളെല്ലാം   നായകനാം എന്‍റെ മന്നനെ ഓർത്തു ഞാൻ  തൻ തിരുനാമത്തിനായി </vt:lpstr>
      <vt:lpstr>3 സ്വർഗ്ഗഭാഗ്യ മോർക്കുമ്പോൾ - എന്‍റെ  ഉള്ളമാ‍നന്ദിക്കുന്നേ  തുള്ളിക്കളിച്ചെന്‍റെ സന്തോഷരാജ്യത്തിൽ  വേഗം ഞാൻ ചേർന്നിടുമേ       - ഭാഗ്യ.....</vt:lpstr>
      <vt:lpstr>4 ഓരോ ദിവസവും ഞാൻ എന്‍റെ   പ്രിയനെ നോക്കിക്കൊണ്ട്  നേരായ പാതയിൽ സേവനം ചെയ്തു ഞാൻ   മാർവ്വോടണഞ്ഞിടുമേ      - ഭാഗ്യ.....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Bhaagya naattil pokum njan</dc:title>
  <dc:creator>Digital Input:; GM JOHN; Acsah Mathews</dc:creator>
  <cp:lastModifiedBy>Acsah Mathews</cp:lastModifiedBy>
  <cp:revision>169</cp:revision>
  <dcterms:created xsi:type="dcterms:W3CDTF">2013-04-19T09:19:07Z</dcterms:created>
  <dcterms:modified xsi:type="dcterms:W3CDTF">2018-11-26T17:09:20Z</dcterms:modified>
</cp:coreProperties>
</file>