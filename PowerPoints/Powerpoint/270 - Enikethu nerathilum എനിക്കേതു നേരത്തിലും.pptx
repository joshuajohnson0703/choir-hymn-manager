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0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63182-D55F-444E-BB02-825482D12FD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4F631-9E02-433A-AF97-248206164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5A144-6BDE-4B52-87D3-81D111C376C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4C709-03CE-4619-99F5-28BA2D961C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320D3-AF65-44B8-9A6F-4230C01A668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DD98E-149F-4B52-A0B9-AFEBE1A34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10AF5-29BF-460F-A883-52DB880A60C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47F87-4788-4AEA-B54D-B1C1ED9A3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F59F4-CAA7-4F38-9413-4427AF95BB4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AD4B-3AD3-4CD6-9F2F-12BF2B38B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53A34-DF97-49F4-BE5E-1EAD3E0A367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91775-1D29-4F1D-9623-2427C5A1B5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C97F7-AC40-4165-AC6F-20D1D34D043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E17E5-47B5-444E-9CEA-9EC12085D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001E7-52CD-44A6-846F-33111F39FAA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B190F-5EB1-4BEA-B099-D0059670F6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2DB8D-8EFD-4489-BB6B-927124DC825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633FE-D0A7-442E-BB98-7CE62A2B0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09153-246B-41DA-9E9C-648AE9E4161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F5148-E535-486A-B3B1-11971A3F0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BDB88-68D3-4C84-9EF1-24CB7146562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9904E-9D95-4764-A72F-A41C85587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1C34593-AA04-4474-A2F2-9F94F6850D4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67B2F7-A9EC-4716-A0D6-105ADA0252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B0DF-676B-46D7-80C5-A872FB2BB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എനിക്കേതു നേരത്തിലും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1477C-9281-4AA4-8D24-A977FB67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Enikethu </a:t>
            </a:r>
            <a:r>
              <a:rPr lang="en-US" sz="4000" b="1" dirty="0" err="1">
                <a:solidFill>
                  <a:schemeClr val="tx2"/>
                </a:solidFill>
              </a:rPr>
              <a:t>nerathilum</a:t>
            </a:r>
            <a:endParaRPr lang="en-US" sz="4000" b="1" dirty="0">
              <a:solidFill>
                <a:schemeClr val="tx2"/>
              </a:solidFill>
            </a:endParaRP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A4C93-A6FC-4AB1-B374-342335776215}"/>
              </a:ext>
            </a:extLst>
          </p:cNvPr>
          <p:cNvSpPr/>
          <p:nvPr/>
        </p:nvSpPr>
        <p:spPr>
          <a:xfrm>
            <a:off x="1570329" y="4686239"/>
            <a:ext cx="2541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(കോശി തലക്കൽ)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FC939-E61F-4CB6-BFA3-7C304E4FF17C}"/>
              </a:ext>
            </a:extLst>
          </p:cNvPr>
          <p:cNvSpPr/>
          <p:nvPr/>
        </p:nvSpPr>
        <p:spPr>
          <a:xfrm>
            <a:off x="8059171" y="4686239"/>
            <a:ext cx="2304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(Koshy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Thalackal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032015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70760" y="169277"/>
            <a:ext cx="9601200" cy="35052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എനിക്കേതു നേരത്തിലും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എനിക്കേതിടങ്ങളിലും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മാത്രമാശ്രയമേ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ഏക നായകനെ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598420" y="3429000"/>
            <a:ext cx="73152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nerathilum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Enikethidangalhilum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maathram aashrayame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eka naayakane 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8229600" y="2133600"/>
            <a:ext cx="762000" cy="1143000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A05A88-75E9-4953-8A17-B49B9B94CF6F}"/>
              </a:ext>
            </a:extLst>
          </p:cNvPr>
          <p:cNvGrpSpPr/>
          <p:nvPr/>
        </p:nvGrpSpPr>
        <p:grpSpPr>
          <a:xfrm>
            <a:off x="10130790" y="5539740"/>
            <a:ext cx="762000" cy="1143000"/>
            <a:chOff x="8229600" y="2133600"/>
            <a:chExt cx="762000" cy="114300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E3E7ABA-8732-4AC6-8417-2CDA36A885E3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4EF77F-4397-412D-B791-7A152F61FBBF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074" y="625037"/>
            <a:ext cx="11490960" cy="333046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അവനെന്‍റെ സങ്കേതവും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അവനെന്‍റെ കോട്ടയുമായ്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ചിറകിൽ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എനിക്കഭയം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മാത്രമെൻ അഭയം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065130" y="3236643"/>
            <a:ext cx="8157210" cy="350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Avanente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sankethavum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Avanente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kottayumaai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chirakil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enikkabhayam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maathramen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abhayam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6034714" y="664578"/>
            <a:ext cx="944880" cy="1179332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AAED9-240E-4575-B5BA-6393259FB686}"/>
              </a:ext>
            </a:extLst>
          </p:cNvPr>
          <p:cNvGrpSpPr/>
          <p:nvPr/>
        </p:nvGrpSpPr>
        <p:grpSpPr>
          <a:xfrm>
            <a:off x="4343400" y="1843910"/>
            <a:ext cx="944880" cy="995426"/>
            <a:chOff x="8229600" y="2133600"/>
            <a:chExt cx="762000" cy="1143000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1234AE2-3F4F-415C-8B6A-3BD11273F8D7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61AFD7-5DF9-43B4-B32E-4800079C8124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5D06F7-2082-4923-8ECA-E7675B138ECF}"/>
              </a:ext>
            </a:extLst>
          </p:cNvPr>
          <p:cNvGrpSpPr/>
          <p:nvPr/>
        </p:nvGrpSpPr>
        <p:grpSpPr>
          <a:xfrm>
            <a:off x="10361024" y="3365116"/>
            <a:ext cx="944880" cy="1179332"/>
            <a:chOff x="8229600" y="2133600"/>
            <a:chExt cx="762000" cy="1143000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2A07296-3D80-454D-92D0-3AEB1EC37E39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08F487-46A8-4E72-9501-B24C217B78D7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D8C04-86E0-4A72-9F9D-006E71A3B4ED}"/>
              </a:ext>
            </a:extLst>
          </p:cNvPr>
          <p:cNvGrpSpPr/>
          <p:nvPr/>
        </p:nvGrpSpPr>
        <p:grpSpPr>
          <a:xfrm>
            <a:off x="10361024" y="4840468"/>
            <a:ext cx="944880" cy="1179332"/>
            <a:chOff x="8229600" y="2133600"/>
            <a:chExt cx="762000" cy="1143000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9FBF84EC-0585-42DF-AE2E-8D2F1F47B5CA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57B34-F38E-4CBA-92F2-B1D951171AA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9173E6-461C-4BFD-A000-583750DC910D}"/>
              </a:ext>
            </a:extLst>
          </p:cNvPr>
          <p:cNvSpPr txBox="1"/>
          <p:nvPr/>
        </p:nvSpPr>
        <p:spPr>
          <a:xfrm>
            <a:off x="47735" y="41077"/>
            <a:ext cx="12144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98553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70760" y="169277"/>
            <a:ext cx="9601200" cy="35052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എനിക്കേതു നേരത്തിലും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എനിക്കേതിടങ്ങളിലും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മാത്രമാശ്രയമേ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ഏക നായകനെ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598420" y="3429000"/>
            <a:ext cx="73152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nerathilum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Enikethidangalhilum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maathram aashrayame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eka naayakane 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8229600" y="2133600"/>
            <a:ext cx="762000" cy="1143000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A05A88-75E9-4953-8A17-B49B9B94CF6F}"/>
              </a:ext>
            </a:extLst>
          </p:cNvPr>
          <p:cNvGrpSpPr/>
          <p:nvPr/>
        </p:nvGrpSpPr>
        <p:grpSpPr>
          <a:xfrm>
            <a:off x="10130790" y="5539740"/>
            <a:ext cx="762000" cy="1143000"/>
            <a:chOff x="8229600" y="2133600"/>
            <a:chExt cx="762000" cy="114300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E3E7ABA-8732-4AC6-8417-2CDA36A885E3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4EF77F-4397-412D-B791-7A152F61FBBF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2735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074" y="625037"/>
            <a:ext cx="11490960" cy="333046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മരുഭൂപ്രയാണങ്ങളിൽ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മരണത്തിൻ താഴ്വരയിൽ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അവനൊരുവൻ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എനിക്കിടയൻ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പിരിയാത്ത നല്ലിടയൻ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065130" y="3236643"/>
            <a:ext cx="8157210" cy="350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Marubhoo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prayaanhangalhil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maranhatthin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thaazhvarayil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Avanoruvan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Enikkidayan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Piriyaaththa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nallidayan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6034714" y="664578"/>
            <a:ext cx="944880" cy="1179332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AAED9-240E-4575-B5BA-6393259FB686}"/>
              </a:ext>
            </a:extLst>
          </p:cNvPr>
          <p:cNvGrpSpPr/>
          <p:nvPr/>
        </p:nvGrpSpPr>
        <p:grpSpPr>
          <a:xfrm>
            <a:off x="4343400" y="1843910"/>
            <a:ext cx="944880" cy="995426"/>
            <a:chOff x="8229600" y="2133600"/>
            <a:chExt cx="762000" cy="1143000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1234AE2-3F4F-415C-8B6A-3BD11273F8D7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61AFD7-5DF9-43B4-B32E-4800079C8124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5D06F7-2082-4923-8ECA-E7675B138ECF}"/>
              </a:ext>
            </a:extLst>
          </p:cNvPr>
          <p:cNvGrpSpPr/>
          <p:nvPr/>
        </p:nvGrpSpPr>
        <p:grpSpPr>
          <a:xfrm>
            <a:off x="10361024" y="3365116"/>
            <a:ext cx="944880" cy="1179332"/>
            <a:chOff x="8229600" y="2133600"/>
            <a:chExt cx="762000" cy="1143000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2A07296-3D80-454D-92D0-3AEB1EC37E39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08F487-46A8-4E72-9501-B24C217B78D7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D8C04-86E0-4A72-9F9D-006E71A3B4ED}"/>
              </a:ext>
            </a:extLst>
          </p:cNvPr>
          <p:cNvGrpSpPr/>
          <p:nvPr/>
        </p:nvGrpSpPr>
        <p:grpSpPr>
          <a:xfrm>
            <a:off x="10361024" y="4840468"/>
            <a:ext cx="944880" cy="1179332"/>
            <a:chOff x="8229600" y="2133600"/>
            <a:chExt cx="762000" cy="1143000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9FBF84EC-0585-42DF-AE2E-8D2F1F47B5CA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57B34-F38E-4CBA-92F2-B1D951171AA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ED396E1-2EFB-4435-B5AE-BE2D6DADF5DC}"/>
              </a:ext>
            </a:extLst>
          </p:cNvPr>
          <p:cNvSpPr txBox="1"/>
          <p:nvPr/>
        </p:nvSpPr>
        <p:spPr>
          <a:xfrm>
            <a:off x="47735" y="41077"/>
            <a:ext cx="12144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9365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70760" y="169277"/>
            <a:ext cx="9601200" cy="35052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എനിക്കേതു നേരത്തിലും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എനിക്കേതിടങ്ങളിലും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മാത്രമാശ്രയമേ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ഏക നായകനെ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598420" y="3429000"/>
            <a:ext cx="73152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nerathilum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Enikethidangalhilum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maathram aashrayame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eka naayakane 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8229600" y="2133600"/>
            <a:ext cx="762000" cy="1143000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A05A88-75E9-4953-8A17-B49B9B94CF6F}"/>
              </a:ext>
            </a:extLst>
          </p:cNvPr>
          <p:cNvGrpSpPr/>
          <p:nvPr/>
        </p:nvGrpSpPr>
        <p:grpSpPr>
          <a:xfrm>
            <a:off x="10130790" y="5539740"/>
            <a:ext cx="762000" cy="1143000"/>
            <a:chOff x="8229600" y="2133600"/>
            <a:chExt cx="762000" cy="114300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E3E7ABA-8732-4AC6-8417-2CDA36A885E3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4EF77F-4397-412D-B791-7A152F61FBBF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717002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074" y="625037"/>
            <a:ext cx="11490960" cy="333046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വഴിമാറി നടന്നിടുമ്പോൾ വഴികാണാതുഴറിടുമ്പോൾ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അവൻ വചനം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എനിക്കു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ദിനം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മണിദീപമെൻ വഴിയിൽ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065130" y="3236643"/>
            <a:ext cx="8157210" cy="350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Vazhi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maarhi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nadaneedumbolh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kaanhaa-thuzharhidumbolh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vachanam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Manhideepamen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vazhiyil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6294120" y="664578"/>
            <a:ext cx="944880" cy="1179332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AAED9-240E-4575-B5BA-6393259FB686}"/>
              </a:ext>
            </a:extLst>
          </p:cNvPr>
          <p:cNvGrpSpPr/>
          <p:nvPr/>
        </p:nvGrpSpPr>
        <p:grpSpPr>
          <a:xfrm>
            <a:off x="4343400" y="1843910"/>
            <a:ext cx="944880" cy="995426"/>
            <a:chOff x="8229600" y="2133600"/>
            <a:chExt cx="762000" cy="1143000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1234AE2-3F4F-415C-8B6A-3BD11273F8D7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61AFD7-5DF9-43B4-B32E-4800079C8124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5D06F7-2082-4923-8ECA-E7675B138ECF}"/>
              </a:ext>
            </a:extLst>
          </p:cNvPr>
          <p:cNvGrpSpPr/>
          <p:nvPr/>
        </p:nvGrpSpPr>
        <p:grpSpPr>
          <a:xfrm>
            <a:off x="10361024" y="3517516"/>
            <a:ext cx="944880" cy="1179332"/>
            <a:chOff x="8229600" y="2133600"/>
            <a:chExt cx="762000" cy="1143000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2A07296-3D80-454D-92D0-3AEB1EC37E39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08F487-46A8-4E72-9501-B24C217B78D7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D8C04-86E0-4A72-9F9D-006E71A3B4ED}"/>
              </a:ext>
            </a:extLst>
          </p:cNvPr>
          <p:cNvGrpSpPr/>
          <p:nvPr/>
        </p:nvGrpSpPr>
        <p:grpSpPr>
          <a:xfrm>
            <a:off x="10361024" y="4840468"/>
            <a:ext cx="944880" cy="1179332"/>
            <a:chOff x="8229600" y="2133600"/>
            <a:chExt cx="762000" cy="1143000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9FBF84EC-0585-42DF-AE2E-8D2F1F47B5CA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57B34-F38E-4CBA-92F2-B1D951171AA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6F674AB-E11D-45F6-BB62-2D24FF680D9B}"/>
              </a:ext>
            </a:extLst>
          </p:cNvPr>
          <p:cNvSpPr txBox="1"/>
          <p:nvPr/>
        </p:nvSpPr>
        <p:spPr>
          <a:xfrm>
            <a:off x="47735" y="41077"/>
            <a:ext cx="12144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34380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70760" y="169277"/>
            <a:ext cx="9601200" cy="35052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എനിക്കേതു നേരത്തിലും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എനിക്കേതിടങ്ങളിലും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മാത്രമാശ്രയമേ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ഏക നായകനെ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598420" y="3429000"/>
            <a:ext cx="73152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nerathilum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Enikethidangalhilum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maathram aashrayame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eka naayakane 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8229600" y="2133600"/>
            <a:ext cx="762000" cy="1143000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A05A88-75E9-4953-8A17-B49B9B94CF6F}"/>
              </a:ext>
            </a:extLst>
          </p:cNvPr>
          <p:cNvGrpSpPr/>
          <p:nvPr/>
        </p:nvGrpSpPr>
        <p:grpSpPr>
          <a:xfrm>
            <a:off x="10130790" y="5539740"/>
            <a:ext cx="762000" cy="1143000"/>
            <a:chOff x="8229600" y="2133600"/>
            <a:chExt cx="762000" cy="114300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E3E7ABA-8732-4AC6-8417-2CDA36A885E3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4EF77F-4397-412D-B791-7A152F61FBBF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39486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074" y="625037"/>
            <a:ext cx="11490960" cy="333046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കർത്തനെന്‍റെ സന്തോഷവും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കർത്തനെന്‍റെ സംഗീതവും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അവൻ കൃപകൾ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അവൻ ദയകൾ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ദിനംതോറും എൻ സ്തുതികൾ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065130" y="3236643"/>
            <a:ext cx="8157210" cy="350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Karthanente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santhoshavum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Karthanente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sangeethavum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kripakalh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dayakalh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Dinam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thorum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sthuthikalh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6598920" y="609600"/>
            <a:ext cx="944880" cy="1179332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AAED9-240E-4575-B5BA-6393259FB686}"/>
              </a:ext>
            </a:extLst>
          </p:cNvPr>
          <p:cNvGrpSpPr/>
          <p:nvPr/>
        </p:nvGrpSpPr>
        <p:grpSpPr>
          <a:xfrm>
            <a:off x="4343400" y="1843910"/>
            <a:ext cx="944880" cy="995426"/>
            <a:chOff x="8229600" y="2133600"/>
            <a:chExt cx="762000" cy="1143000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1234AE2-3F4F-415C-8B6A-3BD11273F8D7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61AFD7-5DF9-43B4-B32E-4800079C8124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5D06F7-2082-4923-8ECA-E7675B138ECF}"/>
              </a:ext>
            </a:extLst>
          </p:cNvPr>
          <p:cNvGrpSpPr/>
          <p:nvPr/>
        </p:nvGrpSpPr>
        <p:grpSpPr>
          <a:xfrm>
            <a:off x="10287000" y="3429000"/>
            <a:ext cx="944880" cy="1179332"/>
            <a:chOff x="8229600" y="2133600"/>
            <a:chExt cx="762000" cy="1143000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2A07296-3D80-454D-92D0-3AEB1EC37E39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08F487-46A8-4E72-9501-B24C217B78D7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D8C04-86E0-4A72-9F9D-006E71A3B4ED}"/>
              </a:ext>
            </a:extLst>
          </p:cNvPr>
          <p:cNvGrpSpPr/>
          <p:nvPr/>
        </p:nvGrpSpPr>
        <p:grpSpPr>
          <a:xfrm>
            <a:off x="10287000" y="4916668"/>
            <a:ext cx="944880" cy="1026932"/>
            <a:chOff x="8229600" y="2133600"/>
            <a:chExt cx="762000" cy="1143000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9FBF84EC-0585-42DF-AE2E-8D2F1F47B5CA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57B34-F38E-4CBA-92F2-B1D951171AA8}"/>
                </a:ext>
              </a:extLst>
            </p:cNvPr>
            <p:cNvSpPr txBox="1"/>
            <p:nvPr/>
          </p:nvSpPr>
          <p:spPr>
            <a:xfrm>
              <a:off x="8458200" y="2410946"/>
              <a:ext cx="533400" cy="5369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b="1" dirty="0">
                  <a:latin typeface="+mn-lt"/>
                </a:rPr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9963C92-3E20-47C3-BC85-509F78A1337C}"/>
              </a:ext>
            </a:extLst>
          </p:cNvPr>
          <p:cNvSpPr txBox="1"/>
          <p:nvPr/>
        </p:nvSpPr>
        <p:spPr>
          <a:xfrm>
            <a:off x="47735" y="41077"/>
            <a:ext cx="12144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674018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70760" y="169277"/>
            <a:ext cx="9601200" cy="35052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എനിക്കേതു നേരത്തിലും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എനിക്കേതിടങ്ങളിലും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മാത്രമാശ്രയമേ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ഏക നായകനെ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095CC-BFCC-4656-BA7F-1634F4CE77C0}"/>
              </a:ext>
            </a:extLst>
          </p:cNvPr>
          <p:cNvSpPr/>
          <p:nvPr/>
        </p:nvSpPr>
        <p:spPr>
          <a:xfrm>
            <a:off x="2598420" y="3429000"/>
            <a:ext cx="73152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Enikethu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nerathilum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Enikethidangalhilum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maathram aashrayame </a:t>
            </a:r>
          </a:p>
          <a:p>
            <a:pPr algn="r"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Avan eka naayakane 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BF045A-FBBE-484F-9C58-4D200C849074}"/>
              </a:ext>
            </a:extLst>
          </p:cNvPr>
          <p:cNvGrpSpPr/>
          <p:nvPr/>
        </p:nvGrpSpPr>
        <p:grpSpPr>
          <a:xfrm>
            <a:off x="8229600" y="2133600"/>
            <a:ext cx="762000" cy="1143000"/>
            <a:chOff x="8229600" y="2133600"/>
            <a:chExt cx="762000" cy="1143000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4ED2692-D86F-4436-9B45-B14F001280E1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84048-BA87-4D78-80DD-F93FD0AF0D48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A05A88-75E9-4953-8A17-B49B9B94CF6F}"/>
              </a:ext>
            </a:extLst>
          </p:cNvPr>
          <p:cNvGrpSpPr/>
          <p:nvPr/>
        </p:nvGrpSpPr>
        <p:grpSpPr>
          <a:xfrm>
            <a:off x="10130790" y="5539740"/>
            <a:ext cx="762000" cy="1143000"/>
            <a:chOff x="8229600" y="2133600"/>
            <a:chExt cx="762000" cy="114300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E3E7ABA-8732-4AC6-8417-2CDA36A885E3}"/>
                </a:ext>
              </a:extLst>
            </p:cNvPr>
            <p:cNvSpPr/>
            <p:nvPr/>
          </p:nvSpPr>
          <p:spPr>
            <a:xfrm>
              <a:off x="8229600" y="2133600"/>
              <a:ext cx="304800" cy="1143000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4EF77F-4397-412D-B791-7A152F61FBBF}"/>
                </a:ext>
              </a:extLst>
            </p:cNvPr>
            <p:cNvSpPr txBox="1"/>
            <p:nvPr/>
          </p:nvSpPr>
          <p:spPr>
            <a:xfrm>
              <a:off x="8458200" y="2387025"/>
              <a:ext cx="533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b="1" dirty="0">
                  <a:latin typeface="+mn-lt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4182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155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270 എനിക്കേതു നേരത്തിലും</vt:lpstr>
      <vt:lpstr>എനിക്കേതു നേരത്തിലും  എനിക്കേതിടങ്ങളിലും  അവൻ മാത്രമാശ്രയമേ  അവൻ ഏക നായകനെ</vt:lpstr>
      <vt:lpstr>അവനെന്‍റെ സങ്കേതവും  അവനെന്‍റെ കോട്ടയുമായ്  അവൻ ചിറകിൽ  എനിക്കഭയം  അവൻ മാത്രമെൻ അഭയം</vt:lpstr>
      <vt:lpstr>എനിക്കേതു നേരത്തിലും  എനിക്കേതിടങ്ങളിലും  അവൻ മാത്രമാശ്രയമേ  അവൻ ഏക നായകനെ</vt:lpstr>
      <vt:lpstr>മരുഭൂപ്രയാണങ്ങളിൽ  മരണത്തിൻ താഴ്വരയിൽ  അവനൊരുവൻ  എനിക്കിടയൻ  പിരിയാത്ത നല്ലിടയൻ</vt:lpstr>
      <vt:lpstr>എനിക്കേതു നേരത്തിലും  എനിക്കേതിടങ്ങളിലും  അവൻ മാത്രമാശ്രയമേ  അവൻ ഏക നായകനെ</vt:lpstr>
      <vt:lpstr>വഴിമാറി നടന്നിടുമ്പോൾ വഴികാണാതുഴറിടുമ്പോൾ  അവൻ വചനം  എനിക്കു ദിനം  മണിദീപമെൻ വഴിയിൽ </vt:lpstr>
      <vt:lpstr>എനിക്കേതു നേരത്തിലും  എനിക്കേതിടങ്ങളിലും  അവൻ മാത്രമാശ്രയമേ  അവൻ ഏക നായകനെ</vt:lpstr>
      <vt:lpstr>കർത്തനെന്‍റെ സന്തോഷവും  കർത്തനെന്‍റെ സംഗീതവും  അവൻ കൃപകൾ  അവൻ ദയകൾ  ദിനംതോറും എൻ സ്തുതികൾ </vt:lpstr>
      <vt:lpstr>എനിക്കേതു നേരത്തിലും  എനിക്കേതിടങ്ങളിലും  അവൻ മാത്രമാശ്രയമേ  അവൻ ഏക നായകനെ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Enikethu nerathilum</dc:title>
  <dc:creator>Digital Input; GM JOHN; Acsah Mathews</dc:creator>
  <cp:lastModifiedBy>Acsah Mathews</cp:lastModifiedBy>
  <cp:revision>398</cp:revision>
  <dcterms:created xsi:type="dcterms:W3CDTF">2013-04-19T09:19:07Z</dcterms:created>
  <dcterms:modified xsi:type="dcterms:W3CDTF">2018-11-15T13:51:58Z</dcterms:modified>
</cp:coreProperties>
</file>