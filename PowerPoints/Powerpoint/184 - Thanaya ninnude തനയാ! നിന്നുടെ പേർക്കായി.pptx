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89" r:id="rId2"/>
    <p:sldId id="280" r:id="rId3"/>
    <p:sldId id="284" r:id="rId4"/>
    <p:sldId id="290" r:id="rId5"/>
    <p:sldId id="285" r:id="rId6"/>
    <p:sldId id="291" r:id="rId7"/>
    <p:sldId id="286" r:id="rId8"/>
    <p:sldId id="292" r:id="rId9"/>
    <p:sldId id="287" r:id="rId10"/>
    <p:sldId id="293" r:id="rId11"/>
    <p:sldId id="288" r:id="rId12"/>
    <p:sldId id="294" r:id="rId13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0" d="100"/>
          <a:sy n="40" d="100"/>
        </p:scale>
        <p:origin x="72" y="8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8546EAD-4348-466C-A0D8-B746459442A5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BCBAE253-1922-42C9-8570-80B0B365A3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109636-5ECC-4877-BBFF-26092BA0F48B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AC2D07-66F1-4C6E-98E9-58703B5AE9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090D13-039C-4CB4-9699-FFDFE6176283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D63C35-246C-42FF-BCEC-9974819440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59A0FB-D39A-4DA7-8923-581BB55D2F2B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431D64-A51F-40E5-978E-78412EF8EC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58341B-A316-457D-B042-10929081FA0B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27F09D-A359-440D-B5ED-A20457DABB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20CA05-CAC1-4B8B-A244-B658C31F9058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051670-6689-4D87-9741-58833DC0D0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59FA81-C1F0-47B1-A473-E774678BDB9C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F1D1E4-50D4-41DD-8279-505025A793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E1AA5E-DB3F-47DF-AF42-FD8FF26950CE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1DCEC2-E197-4125-A6DD-E6F0B1B8A2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A94DC7-813B-473F-9700-DE53E071146E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524F41-A7AF-4BB4-9250-39CD92280C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F25239-8BBA-435B-BDB0-29173B4CFA48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EF43A6-079E-4FEF-875F-BB97BCDC54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06BE43-5838-47FB-9E58-8C5CECEE6D06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9FDE9D-6A5A-4A77-BC21-093F0EB6DA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1E7CD-1F83-49A4-8C8F-9AD73FB60DF2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BE4275-6875-4E6F-BFCE-A75EAB849E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4B1AA18-8B48-4082-972A-AB0089B1F657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DAE0C4C-6676-4437-A6EE-0B6977DE68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8446D-5EE2-4ADD-AF19-5A31F93F8C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184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തനയാ! നിന്നുടെ പേർക്കായി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9C56AD-DB9D-434C-BFF1-36AC098FBD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9060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Thanayaa! </a:t>
            </a:r>
            <a:r>
              <a:rPr lang="en-US" sz="4000" b="1" dirty="0" err="1">
                <a:solidFill>
                  <a:schemeClr val="tx2"/>
                </a:solidFill>
              </a:rPr>
              <a:t>Ninnude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perkkayi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3E7C0B-BE8C-44F7-8F5F-63F51CA5486D}"/>
              </a:ext>
            </a:extLst>
          </p:cNvPr>
          <p:cNvSpPr/>
          <p:nvPr/>
        </p:nvSpPr>
        <p:spPr>
          <a:xfrm>
            <a:off x="2743200" y="4692134"/>
            <a:ext cx="2362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(റ്റി. ജെ. വർക്കി)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DE7BEF-8FE3-40A6-A2ED-EFBAD50BD3CB}"/>
              </a:ext>
            </a:extLst>
          </p:cNvPr>
          <p:cNvSpPr/>
          <p:nvPr/>
        </p:nvSpPr>
        <p:spPr>
          <a:xfrm>
            <a:off x="7696199" y="4692134"/>
            <a:ext cx="18339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(T.J. </a:t>
            </a:r>
            <a:r>
              <a:rPr lang="en-US" sz="2000" dirty="0" err="1">
                <a:solidFill>
                  <a:schemeClr val="accent2"/>
                </a:solidFill>
              </a:rPr>
              <a:t>Varkey</a:t>
            </a:r>
            <a:r>
              <a:rPr lang="en-US" sz="2000" dirty="0">
                <a:solidFill>
                  <a:schemeClr val="accent2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4292293733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338554"/>
            <a:ext cx="12191999" cy="3124199"/>
          </a:xfrm>
        </p:spPr>
        <p:txBody>
          <a:bodyPr anchor="t"/>
          <a:lstStyle/>
          <a:p>
            <a:pPr defTabSz="341313">
              <a:spcBef>
                <a:spcPts val="600"/>
              </a:spcBef>
              <a:spcAft>
                <a:spcPts val="600"/>
              </a:spcAft>
              <a:defRPr/>
            </a:pPr>
            <a:r>
              <a:rPr lang="ml-IN" sz="2400" i="1" dirty="0">
                <a:latin typeface="Kartika" panose="02020503030404060203" pitchFamily="18" charset="0"/>
                <a:cs typeface="Kartika" panose="02020503030404060203" pitchFamily="18" charset="0"/>
              </a:rPr>
              <a:t>പല്ലവി</a:t>
            </a:r>
            <a:br>
              <a:rPr lang="en-US" sz="2400" i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തനയാ! നിന്നുടെ പേർക്കായി-ട്ടെന്നുടെ ചോര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ബലി ചെയ്തായതിനെ ഓർക്ക!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1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400" i="1" dirty="0">
                <a:latin typeface="Kartika" panose="02020503030404060203" pitchFamily="18" charset="0"/>
                <a:cs typeface="Kartika" panose="02020503030404060203" pitchFamily="18" charset="0"/>
              </a:rPr>
              <a:t>അനുപല്ലവി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വിനയാൽ നീ നരകത്തീക്കനലിൽ വീഴുവാറായി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മനസ്സാലെന്നുടെ ജീവൻ-നിനക്കായ്ത്തന്നു വീണ്ടില്ലേ?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027A09-93A5-44F4-9145-96891BE52D49}"/>
              </a:ext>
            </a:extLst>
          </p:cNvPr>
          <p:cNvSpPr/>
          <p:nvPr/>
        </p:nvSpPr>
        <p:spPr>
          <a:xfrm>
            <a:off x="36093" y="3534013"/>
            <a:ext cx="12191998" cy="2985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i="1" dirty="0">
                <a:solidFill>
                  <a:schemeClr val="tx2"/>
                </a:solidFill>
                <a:latin typeface="+mn-lt"/>
              </a:rPr>
              <a:t>Pallavi</a:t>
            </a:r>
          </a:p>
          <a:p>
            <a:pPr algn="ctr"/>
            <a:r>
              <a:rPr lang="en-US" sz="3400" b="1" dirty="0">
                <a:solidFill>
                  <a:schemeClr val="tx2"/>
                </a:solidFill>
                <a:latin typeface="+mn-lt"/>
              </a:rPr>
              <a:t>Thanayaa!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Ninnude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perkkayi-ttenude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chora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>
                <a:solidFill>
                  <a:schemeClr val="tx2"/>
                </a:solidFill>
                <a:latin typeface="+mn-lt"/>
              </a:rPr>
              <a:t>Bali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cheythaayathine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orkka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! </a:t>
            </a:r>
          </a:p>
          <a:p>
            <a:pPr algn="ctr"/>
            <a:r>
              <a:rPr lang="en-US" sz="2600" i="1" dirty="0" err="1">
                <a:solidFill>
                  <a:schemeClr val="tx2"/>
                </a:solidFill>
                <a:latin typeface="+mn-lt"/>
              </a:rPr>
              <a:t>Anupallavi</a:t>
            </a:r>
            <a:endParaRPr lang="en-US" sz="2600" i="1" dirty="0">
              <a:solidFill>
                <a:schemeClr val="tx2"/>
              </a:solidFill>
              <a:latin typeface="+mn-lt"/>
            </a:endParaRPr>
          </a:p>
          <a:p>
            <a:pPr algn="ct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Vinayathaal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narakatheekanalil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veezhuvaarhaayi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fi-FI" sz="3400" b="1" dirty="0">
                <a:solidFill>
                  <a:schemeClr val="tx2"/>
                </a:solidFill>
                <a:latin typeface="+mn-lt"/>
              </a:rPr>
              <a:t>Manassode jeevan - ninakkai thannu veendille? 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1" y="1024354"/>
            <a:ext cx="12191999" cy="2404646"/>
          </a:xfrm>
        </p:spPr>
        <p:txBody>
          <a:bodyPr anchor="t"/>
          <a:lstStyle/>
          <a:p>
            <a:pPr algn="l" defTabSz="341313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ഇതിനെ നീ കരുതിടാതെ മായാ മോഹത്താൽ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മതികേടായ് നടന്നീടാതെ-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ചതിയനാം പിശാചിനെ-അതി ദൂരെയകറ്റാഞ്ഞാൽ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പതിയും നീ നരകത്തിൽ അതിനല്ലേതുമേ മാറ്റം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027A09-93A5-44F4-9145-96891BE52D49}"/>
              </a:ext>
            </a:extLst>
          </p:cNvPr>
          <p:cNvSpPr/>
          <p:nvPr/>
        </p:nvSpPr>
        <p:spPr>
          <a:xfrm>
            <a:off x="421109" y="3886200"/>
            <a:ext cx="11770891" cy="2499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Ithine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karutheedaathe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maayaamohathaal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Mathikedaai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nadaneedaathe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Chathiyanaam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pishaachine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athi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dooreyakattaanjaal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Pathiyum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nee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narakathil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athinillethume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maatam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B0BD05-6971-4DFC-A641-9BC93CB05DAB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3939096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-4011" y="1628018"/>
            <a:ext cx="12191999" cy="1490246"/>
          </a:xfrm>
        </p:spPr>
        <p:txBody>
          <a:bodyPr anchor="t"/>
          <a:lstStyle/>
          <a:p>
            <a:pPr defTabSz="341313">
              <a:spcBef>
                <a:spcPts val="600"/>
              </a:spcBef>
              <a:spcAft>
                <a:spcPts val="600"/>
              </a:spcAft>
              <a:defRPr/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തനയാ! നിന്നുടെ പേർക്കായി-ട്ടെന്നുടെ ചോര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ബലി ചെയ്തായതിനെ ഓർക്ക!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027A09-93A5-44F4-9145-96891BE52D49}"/>
              </a:ext>
            </a:extLst>
          </p:cNvPr>
          <p:cNvSpPr/>
          <p:nvPr/>
        </p:nvSpPr>
        <p:spPr>
          <a:xfrm>
            <a:off x="2" y="3142327"/>
            <a:ext cx="1219199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Thanayaa!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Ninnude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perkkayi-ttenude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chora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Bali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cheythaayathine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orkka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168127740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1" y="1024354"/>
            <a:ext cx="12191999" cy="2404646"/>
          </a:xfrm>
        </p:spPr>
        <p:txBody>
          <a:bodyPr anchor="t"/>
          <a:lstStyle/>
          <a:p>
            <a:pPr algn="l" defTabSz="341313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ഇതിനു തുല്യമായെന്തോ നീ തന്നീടും പാപീ!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കുതുകമോടിതു ചിന്തിക്ക-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അതിരുള്ളോരു മോദം അകമേ തന്നതിന്നായി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പതിയാമെന്നുടെ പാദേ വരിക നീ മടിയാതെ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027A09-93A5-44F4-9145-96891BE52D49}"/>
              </a:ext>
            </a:extLst>
          </p:cNvPr>
          <p:cNvSpPr/>
          <p:nvPr/>
        </p:nvSpPr>
        <p:spPr>
          <a:xfrm>
            <a:off x="421109" y="3886200"/>
            <a:ext cx="11770891" cy="2499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Ithinu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thulyamaayentho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nee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thanneedum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paapee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</a:t>
            </a:r>
          </a:p>
          <a:p>
            <a:pPr>
              <a:lnSpc>
                <a:spcPct val="11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Kuthukamodithu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chinthikka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Athirattullhoru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modam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akame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thannathinaayi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Pathiyaamennude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paade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varika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nee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madiyaathe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B0BD05-6971-4DFC-A641-9BC93CB05DAB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8561223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-4011" y="1628018"/>
            <a:ext cx="12191999" cy="1490246"/>
          </a:xfrm>
        </p:spPr>
        <p:txBody>
          <a:bodyPr anchor="t"/>
          <a:lstStyle/>
          <a:p>
            <a:pPr defTabSz="341313">
              <a:spcBef>
                <a:spcPts val="600"/>
              </a:spcBef>
              <a:spcAft>
                <a:spcPts val="600"/>
              </a:spcAft>
              <a:defRPr/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തനയാ! നിന്നുടെ പേർക്കായി-ട്ടെന്നുടെ ചോര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ബലി ചെയ്തായതിനെ ഓർക്ക!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027A09-93A5-44F4-9145-96891BE52D49}"/>
              </a:ext>
            </a:extLst>
          </p:cNvPr>
          <p:cNvSpPr/>
          <p:nvPr/>
        </p:nvSpPr>
        <p:spPr>
          <a:xfrm>
            <a:off x="2" y="3142327"/>
            <a:ext cx="1219199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Thanayaa!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Ninnude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perkkayi-ttenude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chora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Bali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cheythaayathine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orkka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1663550215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1" y="1024354"/>
            <a:ext cx="12191999" cy="2404646"/>
          </a:xfrm>
        </p:spPr>
        <p:txBody>
          <a:bodyPr anchor="t"/>
          <a:lstStyle/>
          <a:p>
            <a:pPr algn="l" defTabSz="341313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ദുരിതം ഞാൻ പലതുമേറ്റു നിൻ ദുരിതങ്ങൾ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ശിരസ്സിൽ ഞാൻ ചുമന്നു തീർത്തു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കരുതുകിന്നിതിനെ നീ-അരുതു സംശയമേതും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വിരുതുവാങ്ങുവാനായി</a:t>
            </a: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നീ-കുരിശുംകൊണ്ടുശീഘ്രംവാ</a:t>
            </a:r>
            <a:endParaRPr lang="en-US" sz="34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027A09-93A5-44F4-9145-96891BE52D49}"/>
              </a:ext>
            </a:extLst>
          </p:cNvPr>
          <p:cNvSpPr/>
          <p:nvPr/>
        </p:nvSpPr>
        <p:spPr>
          <a:xfrm>
            <a:off x="421109" y="3886200"/>
            <a:ext cx="11770891" cy="2499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Duritham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palathumettu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durithangalh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Shirassil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chumannu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theerthu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Karuthukinnithine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nee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aruthu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samshayamethum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Viruthu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vaanguvaanai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nee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kurishum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kondu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sheekhram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B0BD05-6971-4DFC-A641-9BC93CB05DAB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970509717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-4011" y="1628018"/>
            <a:ext cx="12191999" cy="1490246"/>
          </a:xfrm>
        </p:spPr>
        <p:txBody>
          <a:bodyPr anchor="t"/>
          <a:lstStyle/>
          <a:p>
            <a:pPr defTabSz="341313">
              <a:spcBef>
                <a:spcPts val="600"/>
              </a:spcBef>
              <a:spcAft>
                <a:spcPts val="600"/>
              </a:spcAft>
              <a:defRPr/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തനയാ! നിന്നുടെ പേർക്കായി-ട്ടെന്നുടെ ചോര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ബലി ചെയ്തായതിനെ ഓർക്ക!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027A09-93A5-44F4-9145-96891BE52D49}"/>
              </a:ext>
            </a:extLst>
          </p:cNvPr>
          <p:cNvSpPr/>
          <p:nvPr/>
        </p:nvSpPr>
        <p:spPr>
          <a:xfrm>
            <a:off x="2" y="3142327"/>
            <a:ext cx="1219199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Thanayaa!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Ninnude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perkkayi-ttenude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chora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Bali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cheythaayathine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orkka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1759847986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1" y="1024354"/>
            <a:ext cx="12191999" cy="2404646"/>
          </a:xfrm>
        </p:spPr>
        <p:txBody>
          <a:bodyPr anchor="t"/>
          <a:lstStyle/>
          <a:p>
            <a:pPr algn="l" defTabSz="341313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വരുമോരോ ഞെരുക്കം ഭൂമൗ നീ അതിനാലെ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പരിതപിച്ചിരുന്നിടാതെ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മരണ നാഴികയോളം - ഇരിക്ക വിശ്വസ്തനായി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തരുവേൻ ജീവകിരീടം - അതിനു സംശയിക്കേണ്ട</a:t>
            </a:r>
            <a:endParaRPr lang="en-US" sz="36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027A09-93A5-44F4-9145-96891BE52D49}"/>
              </a:ext>
            </a:extLst>
          </p:cNvPr>
          <p:cNvSpPr/>
          <p:nvPr/>
        </p:nvSpPr>
        <p:spPr>
          <a:xfrm>
            <a:off x="421109" y="3886200"/>
            <a:ext cx="11770891" cy="2499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Varumoro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njerukkam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bhoomou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nee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athinaale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Parithapichirunnidaathe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Maranha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naazhikayolham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irikka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vishwasthanaayi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Tharuven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jeevakireedam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athinu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samshayikkenda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B0BD05-6971-4DFC-A641-9BC93CB05DAB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093133136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-4011" y="1628018"/>
            <a:ext cx="12191999" cy="1490246"/>
          </a:xfrm>
        </p:spPr>
        <p:txBody>
          <a:bodyPr anchor="t"/>
          <a:lstStyle/>
          <a:p>
            <a:pPr defTabSz="341313">
              <a:spcBef>
                <a:spcPts val="600"/>
              </a:spcBef>
              <a:spcAft>
                <a:spcPts val="600"/>
              </a:spcAft>
              <a:defRPr/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തനയാ! നിന്നുടെ പേർക്കായി-ട്ടെന്നുടെ ചോര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ബലി ചെയ്തായതിനെ ഓർക്ക!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027A09-93A5-44F4-9145-96891BE52D49}"/>
              </a:ext>
            </a:extLst>
          </p:cNvPr>
          <p:cNvSpPr/>
          <p:nvPr/>
        </p:nvSpPr>
        <p:spPr>
          <a:xfrm>
            <a:off x="2" y="3142327"/>
            <a:ext cx="1219199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Thanayaa!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Ninnude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perkkayi-ttenude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chora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Bali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cheythaayathine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orkka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3809998419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1" y="1024354"/>
            <a:ext cx="12191999" cy="2404646"/>
          </a:xfrm>
        </p:spPr>
        <p:txBody>
          <a:bodyPr anchor="t"/>
          <a:lstStyle/>
          <a:p>
            <a:pPr algn="l" defTabSz="341313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ദിനവും നീ മരിച്ചീടണം - എന്നിൽ ജീവിപ്പാൻ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വിനയം നീ ധരിച്ചിടേണം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അകമേ ഞാൻ വളരേണം - പുറമേ നീ നശിക്കേണം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കറയേ ഞാൻ കളയുമ്പോൾ ഭ്രമിച്ചിടേണ്ട നീയേതും </a:t>
            </a:r>
            <a:endParaRPr lang="en-US" sz="3600" b="1" spc="-15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027A09-93A5-44F4-9145-96891BE52D49}"/>
              </a:ext>
            </a:extLst>
          </p:cNvPr>
          <p:cNvSpPr/>
          <p:nvPr/>
        </p:nvSpPr>
        <p:spPr>
          <a:xfrm>
            <a:off x="421109" y="3886200"/>
            <a:ext cx="11770891" cy="2499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Dinavum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nee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maricheedanham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ennil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jeevippaan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Vinayam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nee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dharichidenham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Akame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valharenham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purhame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nee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nashikkenham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Karhaye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kalhayumbolh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bhramicheedenda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neeyethum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B0BD05-6971-4DFC-A641-9BC93CB05DAB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22172670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-4011" y="1628018"/>
            <a:ext cx="12191999" cy="1490246"/>
          </a:xfrm>
        </p:spPr>
        <p:txBody>
          <a:bodyPr anchor="t"/>
          <a:lstStyle/>
          <a:p>
            <a:pPr defTabSz="341313">
              <a:spcBef>
                <a:spcPts val="600"/>
              </a:spcBef>
              <a:spcAft>
                <a:spcPts val="600"/>
              </a:spcAft>
              <a:defRPr/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തനയാ! നിന്നുടെ പേർക്കായി-ട്ടെന്നുടെ ചോര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ബലി ചെയ്തായതിനെ ഓർക്ക!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027A09-93A5-44F4-9145-96891BE52D49}"/>
              </a:ext>
            </a:extLst>
          </p:cNvPr>
          <p:cNvSpPr/>
          <p:nvPr/>
        </p:nvSpPr>
        <p:spPr>
          <a:xfrm>
            <a:off x="2" y="3142327"/>
            <a:ext cx="1219199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Thanayaa!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Ninnude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perkkayi-ttenude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chora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Bali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cheythaayathine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orkka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1183089194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2174</TotalTime>
  <Words>246</Words>
  <Application>Microsoft Office PowerPoint</Application>
  <PresentationFormat>Widescreen</PresentationFormat>
  <Paragraphs>67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Kartika</vt:lpstr>
      <vt:lpstr>Office Theme</vt:lpstr>
      <vt:lpstr>184 തനയാ! നിന്നുടെ പേർക്കായി</vt:lpstr>
      <vt:lpstr>പല്ലവി തനയാ! നിന്നുടെ പേർക്കായി-ട്ടെന്നുടെ ചോര  ബലി ചെയ്തായതിനെ ഓർക്ക!  അനുപല്ലവി വിനയാൽ നീ നരകത്തീക്കനലിൽ വീഴുവാറായി  മനസ്സാലെന്നുടെ ജീവൻ-നിനക്കായ്ത്തന്നു വീണ്ടില്ലേ? </vt:lpstr>
      <vt:lpstr>ഇതിനെ നീ കരുതിടാതെ മായാ മോഹത്താൽ  മതികേടായ് നടന്നീടാതെ- ചതിയനാം പിശാചിനെ-അതി ദൂരെയകറ്റാഞ്ഞാൽ  പതിയും നീ നരകത്തിൽ അതിനല്ലേതുമേ മാറ്റം</vt:lpstr>
      <vt:lpstr>തനയാ! നിന്നുടെ പേർക്കായി-ട്ടെന്നുടെ ചോര  ബലി ചെയ്തായതിനെ ഓർക്ക!</vt:lpstr>
      <vt:lpstr>ഇതിനു തുല്യമായെന്തോ നീ തന്നീടും പാപീ! കുതുകമോടിതു ചിന്തിക്ക- അതിരുള്ളോരു മോദം അകമേ തന്നതിന്നായി  പതിയാമെന്നുടെ പാദേ വരിക നീ മടിയാതെ </vt:lpstr>
      <vt:lpstr>തനയാ! നിന്നുടെ പേർക്കായി-ട്ടെന്നുടെ ചോര  ബലി ചെയ്തായതിനെ ഓർക്ക!</vt:lpstr>
      <vt:lpstr>ദുരിതം ഞാൻ പലതുമേറ്റു നിൻ ദുരിതങ്ങൾ  ശിരസ്സിൽ ഞാൻ ചുമന്നു തീർത്തു  കരുതുകിന്നിതിനെ നീ-അരുതു സംശയമേതും  വിരുതുവാങ്ങുവാനായി നീ-കുരിശുംകൊണ്ടുശീഘ്രംവാ</vt:lpstr>
      <vt:lpstr>തനയാ! നിന്നുടെ പേർക്കായി-ട്ടെന്നുടെ ചോര  ബലി ചെയ്തായതിനെ ഓർക്ക!</vt:lpstr>
      <vt:lpstr>വരുമോരോ ഞെരുക്കം ഭൂമൗ നീ അതിനാലെ  പരിതപിച്ചിരുന്നിടാതെ  മരണ നാഴികയോളം - ഇരിക്ക വിശ്വസ്തനായി  തരുവേൻ ജീവകിരീടം - അതിനു സംശയിക്കേണ്ട</vt:lpstr>
      <vt:lpstr>തനയാ! നിന്നുടെ പേർക്കായി-ട്ടെന്നുടെ ചോര  ബലി ചെയ്തായതിനെ ഓർക്ക!</vt:lpstr>
      <vt:lpstr>ദിനവും നീ മരിച്ചീടണം - എന്നിൽ ജീവിപ്പാൻ  വിനയം നീ ധരിച്ചിടേണം  അകമേ ഞാൻ വളരേണം - പുറമേ നീ നശിക്കേണം  കറയേ ഞാൻ കളയുമ്പോൾ ഭ്രമിച്ചിടേണ്ട നീയേതും </vt:lpstr>
      <vt:lpstr>തനയാ! നിന്നുടെ പേർക്കായി-ട്ടെന്നുടെ ചോര  ബലി ചെയ്തായതിനെ ഓർക്ക!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Thanaya ninnude perkkaai</dc:title>
  <dc:creator>Digital Input:; GM JOHN; Acsah Mathews</dc:creator>
  <cp:lastModifiedBy>Acsah Mathews</cp:lastModifiedBy>
  <cp:revision>562</cp:revision>
  <dcterms:created xsi:type="dcterms:W3CDTF">2013-04-19T09:19:07Z</dcterms:created>
  <dcterms:modified xsi:type="dcterms:W3CDTF">2018-11-07T14:31:42Z</dcterms:modified>
</cp:coreProperties>
</file>