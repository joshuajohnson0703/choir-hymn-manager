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3" r:id="rId3"/>
    <p:sldId id="270" r:id="rId4"/>
    <p:sldId id="274" r:id="rId5"/>
    <p:sldId id="275" r:id="rId6"/>
    <p:sldId id="276" r:id="rId7"/>
    <p:sldId id="277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740605-34CF-4D49-83AA-CBF090324C0A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A4D8B4-BD64-459B-9461-196E58BE57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14C304-10C0-409C-AFD6-E0292FC0B4F3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AFCAFC-771D-47B1-A5DC-BF84C8A3D3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CD543D-82E7-4EDF-884E-E0EDBF8DB719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CC4EBA-25F8-49A0-A4F4-688A8E8E5A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3F70B5-F866-4D57-A287-55C2E63A8C8F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E15623-A078-44B6-A638-72C812F74E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C07E5D-3649-4501-87CC-CEF950A22323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80C716-B56B-45A9-8904-C81255D53A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75038-AB56-4DF0-B0F9-00763CB1E24E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60EF7A-99AF-4176-A4A9-7B9B4056F7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84349-AC0A-4B08-8100-9127F2619901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4E0265-F61D-438A-B3B5-F177357FD1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C139AB-8A8B-4C39-A400-6529F13F5AB7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5D2AB6-43F7-4DFE-BE03-C263D8EA48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F1A2CF-9529-4D78-AB58-5BE4AF407536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114A51-E1D2-40F4-A616-516BB6E048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0244DC-451F-4858-A5E2-6DB528C9C6B3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148A00-B67A-46FA-AC23-7AA2FA77FD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780EC2-B1BF-40A2-96E7-804E4076E517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85142F-C9B2-4DDC-9AD6-FAF361A37D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F7EC669-7377-473E-BD36-54FBD3D41888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1DFD4C7-E27E-4DCE-95FE-F548DCBCEC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777C3-6366-429C-A814-7DA95670FE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88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പാദം വന്ദിക്കുന്നേൻ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648E58-7274-4FA8-A6AB-B3B0F23BC5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Paadam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vannikkunnen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67489555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42646"/>
            <a:ext cx="12192000" cy="1824354"/>
          </a:xfrm>
        </p:spPr>
        <p:txBody>
          <a:bodyPr anchor="t"/>
          <a:lstStyle/>
          <a:p>
            <a:pPr defTabSz="457200"/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en-US" sz="1600" i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പാദം വന്ദിക്കുന്നേൻ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തിരുകൃപ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പാപിക്കു ധനമേ!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7D8A57-1A96-41D4-8059-51E7D70CE952}"/>
              </a:ext>
            </a:extLst>
          </p:cNvPr>
          <p:cNvSpPr/>
          <p:nvPr/>
        </p:nvSpPr>
        <p:spPr>
          <a:xfrm>
            <a:off x="0" y="3105835"/>
            <a:ext cx="12192000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Pallavi</a:t>
            </a:r>
            <a:endParaRPr lang="en-US" i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endParaRPr lang="en-US" i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Paadam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vannikkunnen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thirukripa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Paapikku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dhaname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46389871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33400"/>
            <a:ext cx="12192000" cy="2209800"/>
          </a:xfrm>
        </p:spPr>
        <p:txBody>
          <a:bodyPr anchor="t"/>
          <a:lstStyle/>
          <a:p>
            <a:pPr algn="l" defTabSz="45720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പാരിതില്‍ തിരുവേദം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അരുളി ഭരിക്കും അത്ഭുതനേ!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ദൈവസുതനേ! കൃപാകരനേ!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ക്രിസ്തോ! തിരു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F10566-D7E8-49DE-9DCD-B11BE8A6244B}"/>
              </a:ext>
            </a:extLst>
          </p:cNvPr>
          <p:cNvSpPr/>
          <p:nvPr/>
        </p:nvSpPr>
        <p:spPr>
          <a:xfrm>
            <a:off x="0" y="2743200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പാദം വന്ദിക്കുന്നേൻ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 തിരുകൃപ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പാപിക്കു ധനമേ!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C77F0E-F8B9-4D9E-A6C1-2D5C6D549591}"/>
              </a:ext>
            </a:extLst>
          </p:cNvPr>
          <p:cNvSpPr/>
          <p:nvPr/>
        </p:nvSpPr>
        <p:spPr>
          <a:xfrm>
            <a:off x="0" y="5763173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Paadam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vannikkunnen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–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thirukripa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Paapikku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dhaname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1BB475-D453-44B3-B850-0B6C1E1DB183}"/>
              </a:ext>
            </a:extLst>
          </p:cNvPr>
          <p:cNvSpPr/>
          <p:nvPr/>
        </p:nvSpPr>
        <p:spPr>
          <a:xfrm>
            <a:off x="0" y="3577959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1.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Paarithil</a:t>
            </a:r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thiruvedam</a:t>
            </a:r>
            <a:endParaRPr lang="en-US" sz="3400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  <a:p>
            <a:pPr lvl="0"/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  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Arulhi</a:t>
            </a:r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bharikkum</a:t>
            </a:r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athbuthane</a:t>
            </a:r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</a:t>
            </a:r>
          </a:p>
          <a:p>
            <a:pPr lvl="0"/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  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Daivasuthane</a:t>
            </a:r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Kripaakarane</a:t>
            </a:r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</a:t>
            </a:r>
          </a:p>
          <a:p>
            <a:pPr lvl="0"/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  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Kristho</a:t>
            </a:r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Thiru</a:t>
            </a:r>
            <a:endParaRPr lang="en-US" sz="3400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33400"/>
            <a:ext cx="12192000" cy="2209800"/>
          </a:xfrm>
        </p:spPr>
        <p:txBody>
          <a:bodyPr anchor="t"/>
          <a:lstStyle/>
          <a:p>
            <a:pPr algn="l" defTabSz="45720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വാക്കിനുള്ളടങ്ങാത്ത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മഹത്വമാളുന്ന മന്നവനേ!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ശക്തിമാനെ! ദയവാനേ!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ക്രിസ്തോ! തിരു -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F10566-D7E8-49DE-9DCD-B11BE8A6244B}"/>
              </a:ext>
            </a:extLst>
          </p:cNvPr>
          <p:cNvSpPr/>
          <p:nvPr/>
        </p:nvSpPr>
        <p:spPr>
          <a:xfrm>
            <a:off x="0" y="2743200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പാദം വന്ദിക്കുന്നേൻ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 തിരുകൃപ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പാപിക്കു ധനമേ!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C77F0E-F8B9-4D9E-A6C1-2D5C6D549591}"/>
              </a:ext>
            </a:extLst>
          </p:cNvPr>
          <p:cNvSpPr/>
          <p:nvPr/>
        </p:nvSpPr>
        <p:spPr>
          <a:xfrm>
            <a:off x="0" y="5763173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Paadam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vannikkunnen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–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thirukripa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Paapikku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dhaname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1BB475-D453-44B3-B850-0B6C1E1DB183}"/>
              </a:ext>
            </a:extLst>
          </p:cNvPr>
          <p:cNvSpPr/>
          <p:nvPr/>
        </p:nvSpPr>
        <p:spPr>
          <a:xfrm>
            <a:off x="0" y="3577959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2.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Vaakkinnullhadangaatha</a:t>
            </a:r>
            <a:endParaRPr lang="en-US" sz="3400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  <a:p>
            <a:pPr lvl="0"/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  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Mahathwam-aalhunna</a:t>
            </a:r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mannavane</a:t>
            </a:r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</a:t>
            </a:r>
          </a:p>
          <a:p>
            <a:pPr lvl="0"/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  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Shakthimaane</a:t>
            </a:r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Dayavaane</a:t>
            </a:r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</a:t>
            </a:r>
          </a:p>
          <a:p>
            <a:pPr lvl="0"/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  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Kristho</a:t>
            </a:r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Thiru</a:t>
            </a:r>
            <a:endParaRPr lang="en-US" sz="3400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508716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33400"/>
            <a:ext cx="12192000" cy="2209800"/>
          </a:xfrm>
        </p:spPr>
        <p:txBody>
          <a:bodyPr anchor="t"/>
          <a:lstStyle/>
          <a:p>
            <a:pPr algn="l" defTabSz="45720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മാനുഷ്യര്‍ക്കുയിര്‍ നല്‍കിയ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രക്ഷകാ! നയശീലാ!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മനുവേല! അനുകൂലാ!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ക്രിസ്തോ! തിരു -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F10566-D7E8-49DE-9DCD-B11BE8A6244B}"/>
              </a:ext>
            </a:extLst>
          </p:cNvPr>
          <p:cNvSpPr/>
          <p:nvPr/>
        </p:nvSpPr>
        <p:spPr>
          <a:xfrm>
            <a:off x="0" y="2743200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പാദം വന്ദിക്കുന്നേൻ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 തിരുകൃപ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പാപിക്കു ധനമേ!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C77F0E-F8B9-4D9E-A6C1-2D5C6D549591}"/>
              </a:ext>
            </a:extLst>
          </p:cNvPr>
          <p:cNvSpPr/>
          <p:nvPr/>
        </p:nvSpPr>
        <p:spPr>
          <a:xfrm>
            <a:off x="0" y="5763173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Paadam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vannikkunnen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–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thirukripa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Paapikku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dhaname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1BB475-D453-44B3-B850-0B6C1E1DB183}"/>
              </a:ext>
            </a:extLst>
          </p:cNvPr>
          <p:cNvSpPr/>
          <p:nvPr/>
        </p:nvSpPr>
        <p:spPr>
          <a:xfrm>
            <a:off x="0" y="3577959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3.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Maanusharkkuyir</a:t>
            </a:r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nalkiya</a:t>
            </a:r>
            <a:endParaRPr lang="en-US" sz="3400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  <a:p>
            <a:pPr lvl="0"/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  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Rakshakaa</a:t>
            </a:r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Nayasheela</a:t>
            </a:r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</a:t>
            </a:r>
          </a:p>
          <a:p>
            <a:pPr lvl="0"/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  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Manuvelaa</a:t>
            </a:r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Anukoola</a:t>
            </a:r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</a:t>
            </a:r>
          </a:p>
          <a:p>
            <a:pPr lvl="0"/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  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Kristho</a:t>
            </a:r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Thiru</a:t>
            </a:r>
            <a:endParaRPr lang="en-US" sz="3400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9065298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33400"/>
            <a:ext cx="12192000" cy="2209800"/>
          </a:xfrm>
        </p:spPr>
        <p:txBody>
          <a:bodyPr anchor="t"/>
          <a:lstStyle/>
          <a:p>
            <a:pPr algn="l" defTabSz="45720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പാപം നീക്കി ശുദ്ധാവിയാല്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ഉപദേശിക്കുന്നോനേ!  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പുണ്യവാനേ! ഗുണവാനേ!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ക്രിസ്തോ! തിരു -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F10566-D7E8-49DE-9DCD-B11BE8A6244B}"/>
              </a:ext>
            </a:extLst>
          </p:cNvPr>
          <p:cNvSpPr/>
          <p:nvPr/>
        </p:nvSpPr>
        <p:spPr>
          <a:xfrm>
            <a:off x="0" y="2743200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പാദം വന്ദിക്കുന്നേൻ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 തിരുകൃപ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പാപിക്കു ധനമേ!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C77F0E-F8B9-4D9E-A6C1-2D5C6D549591}"/>
              </a:ext>
            </a:extLst>
          </p:cNvPr>
          <p:cNvSpPr/>
          <p:nvPr/>
        </p:nvSpPr>
        <p:spPr>
          <a:xfrm>
            <a:off x="0" y="5763173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Paadam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vannikkunnen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–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thirukripa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Paapikku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dhaname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1BB475-D453-44B3-B850-0B6C1E1DB183}"/>
              </a:ext>
            </a:extLst>
          </p:cNvPr>
          <p:cNvSpPr/>
          <p:nvPr/>
        </p:nvSpPr>
        <p:spPr>
          <a:xfrm>
            <a:off x="0" y="3577959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4.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Paapam</a:t>
            </a:r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neekki</a:t>
            </a:r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shuddhaaviyaal</a:t>
            </a:r>
            <a:endParaRPr lang="en-US" sz="3400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  <a:p>
            <a:pPr lvl="0"/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  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Upadeshikkunnone</a:t>
            </a:r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</a:t>
            </a:r>
          </a:p>
          <a:p>
            <a:pPr lvl="0"/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  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Punhyavaane</a:t>
            </a:r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Gunhavaane</a:t>
            </a:r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</a:t>
            </a:r>
          </a:p>
          <a:p>
            <a:pPr lvl="0"/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  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Kristho</a:t>
            </a:r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Thiru</a:t>
            </a:r>
            <a:endParaRPr lang="en-US" sz="3400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790899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33400"/>
            <a:ext cx="12192000" cy="2209800"/>
          </a:xfrm>
        </p:spPr>
        <p:txBody>
          <a:bodyPr anchor="t"/>
          <a:lstStyle/>
          <a:p>
            <a:pPr algn="l" defTabSz="45720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പാദത്തില്‍ പണിവോരെ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നിത്യവും പാലിക്കുന്നോനേ! 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സത്യവാനേ! നിത്യവാനേ!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ക്രിസ്തോ! തിരു -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F10566-D7E8-49DE-9DCD-B11BE8A6244B}"/>
              </a:ext>
            </a:extLst>
          </p:cNvPr>
          <p:cNvSpPr/>
          <p:nvPr/>
        </p:nvSpPr>
        <p:spPr>
          <a:xfrm>
            <a:off x="0" y="2743200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പാദം വന്ദിക്കുന്നേൻ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 തിരുകൃപ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പാപിക്കു ധനമേ!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C77F0E-F8B9-4D9E-A6C1-2D5C6D549591}"/>
              </a:ext>
            </a:extLst>
          </p:cNvPr>
          <p:cNvSpPr/>
          <p:nvPr/>
        </p:nvSpPr>
        <p:spPr>
          <a:xfrm>
            <a:off x="0" y="5763173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Paadam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vannikkunnen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–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thirukripa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Paapikku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6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dhaname</a:t>
            </a:r>
            <a:r>
              <a:rPr lang="en-US" sz="36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1BB475-D453-44B3-B850-0B6C1E1DB183}"/>
              </a:ext>
            </a:extLst>
          </p:cNvPr>
          <p:cNvSpPr/>
          <p:nvPr/>
        </p:nvSpPr>
        <p:spPr>
          <a:xfrm>
            <a:off x="0" y="3577959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5.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Paadathil</a:t>
            </a:r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panhivore</a:t>
            </a:r>
            <a:endParaRPr lang="en-US" sz="3400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  <a:p>
            <a:pPr lvl="0"/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  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Nithyavum</a:t>
            </a:r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paalikkunnone</a:t>
            </a:r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</a:t>
            </a:r>
          </a:p>
          <a:p>
            <a:pPr lvl="0"/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  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Sathyavaane</a:t>
            </a:r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Nithyavaane</a:t>
            </a:r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</a:t>
            </a:r>
          </a:p>
          <a:p>
            <a:pPr lvl="0"/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  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Kristho</a:t>
            </a:r>
            <a:r>
              <a:rPr lang="en-US" sz="34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Thiru</a:t>
            </a:r>
            <a:endParaRPr lang="en-US" sz="3400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272385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</TotalTime>
  <Words>179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88 പാദം വന്ദിക്കുന്നേൻ</vt:lpstr>
      <vt:lpstr>പല്ലവി  പാദം വന്ദിക്കുന്നേൻ - തിരുകൃപ പാപിക്കു ധനമേ!</vt:lpstr>
      <vt:lpstr>1 പാരിതില്‍ തിരുവേദം   അരുളി ഭരിക്കും അത്ഭുതനേ!  ദൈവസുതനേ! കൃപാകരനേ!  ക്രിസ്തോ! തിരു -  </vt:lpstr>
      <vt:lpstr>2 വാക്കിനുള്ളടങ്ങാത്ത  മഹത്വമാളുന്ന മന്നവനേ!  ശക്തിമാനെ! ദയവാനേ!  ക്രിസ്തോ! തിരു - </vt:lpstr>
      <vt:lpstr>3 മാനുഷ്യര്‍ക്കുയിര്‍ നല്‍കിയ  രക്ഷകാ! നയശീലാ!  മനുവേല! അനുകൂലാ!  ക്രിസ്തോ! തിരു -</vt:lpstr>
      <vt:lpstr>4 പാപം നീക്കി ശുദ്ധാവിയാല്‍  ഉപദേശിക്കുന്നോനേ!    പുണ്യവാനേ! ഗുണവാനേ!  ക്രിസ്തോ! തിരു -</vt:lpstr>
      <vt:lpstr>5 പാദത്തില്‍ പണിവോരെ   നിത്യവും പാലിക്കുന്നോനേ!   സത്യവാനേ! നിത്യവാനേ!  ക്രിസ്തോ! തിരു -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Paadam vannikunnen</dc:title>
  <dc:creator>Digital Input:;GM JOHN</dc:creator>
  <cp:lastModifiedBy>Acsah Mathews</cp:lastModifiedBy>
  <cp:revision>320</cp:revision>
  <dcterms:created xsi:type="dcterms:W3CDTF">2013-04-19T09:19:07Z</dcterms:created>
  <dcterms:modified xsi:type="dcterms:W3CDTF">2018-11-01T16:15:47Z</dcterms:modified>
</cp:coreProperties>
</file>