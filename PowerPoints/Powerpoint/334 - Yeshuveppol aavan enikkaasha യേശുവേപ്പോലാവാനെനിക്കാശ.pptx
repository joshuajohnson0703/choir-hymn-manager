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4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7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55493-B4EE-4986-BA1B-186E6409B78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8277E-BA24-4D58-A3CC-7091BFB3E3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0B296-A0D1-42C5-B520-757EF4FA90E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B7D3A-7F85-43B5-8130-79C03DEC2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4A8A1-63B6-4E1B-AFEA-24119D92742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D9A21-AEAD-40DE-AA08-BCB8D5C11D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63F9A-AF82-46F5-A46D-6EB5020A999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39B4F-0445-48F5-8FEB-F156CA96AC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18D85-897A-4847-8965-9B043958961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48FBF-74B6-4356-A57E-4F0799B09E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9DBAF-2412-43A4-94A3-5ED6731FACC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DF51E-17D6-4307-B77E-C0FD0367F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5D874-ACA2-4264-A7B2-43247D592D5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24B44-5E37-4CE4-9CBE-C21BB89262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4793E-CB5C-4394-B0D5-D620F3C3CC4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6BD6B-824F-4E0C-BE9D-4282229B18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B7C0D4-F189-4761-9BAB-E44FB7347CD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5B22F5-FBA0-47B0-83E7-CC6E117F6E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27801-D415-4CBE-A524-5B3DBC09651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0B175-86FA-4B8D-81C1-040F0136D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A8D78-7EF8-4C9E-BA81-FC34189597A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97340-AF39-4280-8655-A09129EB0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30317F-3082-4F88-993A-2DB1CF67FCD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93D77F1-60A9-4341-900F-A9090535B6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B3DF-A458-4065-8B8E-1DE206E02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334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യേശുവേപ്പോലാവാനെനിക്കാശ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DFC10-B711-47E3-966E-71E45522A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3886200"/>
            <a:ext cx="12039600" cy="17526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sz="4000" b="1" dirty="0" err="1">
                <a:solidFill>
                  <a:srgbClr val="002060"/>
                </a:solidFill>
              </a:rPr>
              <a:t>Yeshuveppol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aavaanenikkaasha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890A2-86EE-4D4E-85E0-4CD8DDF2FA82}"/>
              </a:ext>
            </a:extLst>
          </p:cNvPr>
          <p:cNvSpPr/>
          <p:nvPr/>
        </p:nvSpPr>
        <p:spPr>
          <a:xfrm>
            <a:off x="1828800" y="4953000"/>
            <a:ext cx="41472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(മാണി ജോണ്‍ കൊചുകുഞ്ഞ്)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738069-3559-407B-888B-F41412A60460}"/>
              </a:ext>
            </a:extLst>
          </p:cNvPr>
          <p:cNvSpPr/>
          <p:nvPr/>
        </p:nvSpPr>
        <p:spPr>
          <a:xfrm>
            <a:off x="7391400" y="4953000"/>
            <a:ext cx="3020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(Mani John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75105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പ്പോലാവാനെനി-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ക്കാശ താനെത്രയൊ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സൗമ്യൻ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ശാന്തശീലൻ തന്‍റെ വാക്കു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ശാന്തി ചേർക്കും സന്താപിക്കും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B9E08-7E24-4C1A-A077-84EDE6244E53}"/>
              </a:ext>
            </a:extLst>
          </p:cNvPr>
          <p:cNvSpPr/>
          <p:nvPr/>
        </p:nvSpPr>
        <p:spPr>
          <a:xfrm>
            <a:off x="304800" y="3575669"/>
            <a:ext cx="9296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Yeshuve-ppolaavaaneni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kkaashathaanethreyo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soumyan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Shaanthasheelan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shaanthi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santhaapikkum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പ്പോലാവാനെനി-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ക്കാശ ജപതല്പരൻ താൻ!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ഏകനായ് പിതാവിനെ മല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മേൽ സദാ കണ്ടവൻ താൻ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B9E08-7E24-4C1A-A077-84EDE6244E53}"/>
              </a:ext>
            </a:extLst>
          </p:cNvPr>
          <p:cNvSpPr/>
          <p:nvPr/>
        </p:nvSpPr>
        <p:spPr>
          <a:xfrm>
            <a:off x="304800" y="3575669"/>
            <a:ext cx="9296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Yeshuve-ppolaavaaneni-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thalparan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mala-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58711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യേശുവേപ്പോലാവാനെനി-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ക്കാശ തൻ വിരോധികൾക്കും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 ദയ വിട്ടൊന്നുമേ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പേശിയില്ലാ ചെയ്തുമില്ലാ!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B9E08-7E24-4C1A-A077-84EDE6244E53}"/>
              </a:ext>
            </a:extLst>
          </p:cNvPr>
          <p:cNvSpPr/>
          <p:nvPr/>
        </p:nvSpPr>
        <p:spPr>
          <a:xfrm>
            <a:off x="304800" y="3575669"/>
            <a:ext cx="9296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Yeshuve-ppolaavaneni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virodhikalhkkum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vittonnume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peshiyilla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cheythumilla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436950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യേശുവേ പ്പോലാവാനെനി-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ക്കാശ നന്മയാവോളവും!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ചെയ്തവനിവ നെന്നെന്യേ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ചോല്ലുവാനില്ലാരും-തന്നെ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B9E08-7E24-4C1A-A077-84EDE6244E53}"/>
              </a:ext>
            </a:extLst>
          </p:cNvPr>
          <p:cNvSpPr/>
          <p:nvPr/>
        </p:nvSpPr>
        <p:spPr>
          <a:xfrm>
            <a:off x="304800" y="3575669"/>
            <a:ext cx="9296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Yeshuve-ppolaavaneni-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nanmayaavolhavum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Cheythavanivanennenye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cholluvaanillarum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75193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യേശുവേ പ്പോലാവാനെനി-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ക്കാശ മാത്രം പോരായല്ലോ!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യേശുവേ ദയ ചോരിഞ്ഞെൻ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 പൂർത്തിയാക്കേണമേ!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B9E08-7E24-4C1A-A077-84EDE6244E53}"/>
              </a:ext>
            </a:extLst>
          </p:cNvPr>
          <p:cNvSpPr/>
          <p:nvPr/>
        </p:nvSpPr>
        <p:spPr>
          <a:xfrm>
            <a:off x="304800" y="3575669"/>
            <a:ext cx="9296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Yeshuve-ppolaavaaneni-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poraayallo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chorinjen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>
                <a:solidFill>
                  <a:srgbClr val="002060"/>
                </a:solidFill>
                <a:latin typeface="+mn-lt"/>
              </a:rPr>
              <a:t>        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poorthiyaakkenhame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133086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75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334 യേശുവേപ്പോലാവാനെനിക്കാശ</vt:lpstr>
      <vt:lpstr>1 യേശുവേ പ്പോലാവാനെനി-  ക്കാശ താനെത്രയൊ സൗമ്യൻ   ശാന്തശീലൻ തന്‍റെ വാക്കു   ശാന്തി ചേർക്കും സന്താപിക്കും</vt:lpstr>
      <vt:lpstr>2 യേശുവേ പ്പോലാവാനെനി-  ക്കാശ ജപതല്പരൻ താൻ!  ഏകനായ് പിതാവിനെ മല  മേൽ സദാ കണ്ടവൻ താൻ</vt:lpstr>
      <vt:lpstr>3 യേശുവേപ്പോലാവാനെനി-  ക്കാശ തൻ വിരോധികൾക്കും   യേശു ദയ വിട്ടൊന്നുമേ   പേശിയില്ലാ ചെയ്തുമില്ലാ!</vt:lpstr>
      <vt:lpstr>4 യേശുവേ പ്പോലാവാനെനി-  ക്കാശ നന്മയാവോളവും!  ചെയ്തവനിവ നെന്നെന്യേ   ചോല്ലുവാനില്ലാരും-തന്നെ </vt:lpstr>
      <vt:lpstr>5 യേശുവേ പ്പോലാവാനെനി-  ക്കാശ മാത്രം പോരായല്ലോ!  യേശുവേ ദയ ചോരിഞ്ഞെൻ   ആശ പൂർത്തിയാക്കേണമേ!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Yeshuvepol aavan ennikkasha</dc:title>
  <dc:creator>Digital Input; GM JOHN; Acsah Mathews</dc:creator>
  <cp:lastModifiedBy>Acsah Mathews</cp:lastModifiedBy>
  <cp:revision>471</cp:revision>
  <dcterms:created xsi:type="dcterms:W3CDTF">2013-04-19T09:19:07Z</dcterms:created>
  <dcterms:modified xsi:type="dcterms:W3CDTF">2018-11-20T14:19:30Z</dcterms:modified>
</cp:coreProperties>
</file>