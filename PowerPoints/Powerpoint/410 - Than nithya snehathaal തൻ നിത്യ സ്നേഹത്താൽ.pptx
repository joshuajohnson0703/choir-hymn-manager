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2" r:id="rId2"/>
    <p:sldId id="281" r:id="rId3"/>
    <p:sldId id="285" r:id="rId4"/>
    <p:sldId id="286" r:id="rId5"/>
    <p:sldId id="289" r:id="rId6"/>
    <p:sldId id="287" r:id="rId7"/>
    <p:sldId id="290" r:id="rId8"/>
    <p:sldId id="288" r:id="rId9"/>
    <p:sldId id="29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407132C-40CF-452D-B847-7E808FD370E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116F720-3761-4040-896D-E10D36847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656C1-9658-419B-A399-E7D6A3F911A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EEB95-0F0F-4839-BAB3-6B85435B19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14C34-7A7A-4AB0-A158-FF6B18357E3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4BCA7-2BF2-4EA4-A94B-12C0E6FB65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09603-73B8-4B9F-BB1D-913BFA5799D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2F43A-9D44-4283-A6BB-7FCDAD38D8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ED6AE7-5916-4392-9430-75E3E9732BC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496D2-A613-4814-AE71-CFE3D53B0A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8621AC-E02A-4049-8E5C-1DC2CAA25BF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A8F50-06FF-429A-B7F0-A27D72AC73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163ED-2666-4F19-BE94-577D9910957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2495D-5150-4EAB-980E-25439D732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75505-BCEC-49C1-A3EA-EAC42645AD9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FF75B-4A71-42DD-A3EF-44B77B41AE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66AF6-042C-427A-9F0F-19DF781BE22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7C2D9-D1AC-4EE8-A0B6-E20BDDC47F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ACAA9-EB97-4D43-98B7-264A6ADDBBE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62A53-EE07-44A3-B311-D7F966DD44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28E93-63DB-4808-88B6-58B65ABFCC7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798A7-7FB5-473C-84D0-3DFCF41894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B9EFE-29BA-4F99-8691-B3FE8605E0C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A7C08-0947-4069-8471-E9910E2353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DE640E2-BACA-4ABE-95A1-6980C23FFD70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811CE28-544E-4866-99F8-6EC22CA298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C11B-5059-4DF3-A146-1F66B43DC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തൻ നിത്യ സ്നേഹത്താൽ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2B833-D8DC-4297-9ECA-DFFA058F3C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Than </a:t>
            </a:r>
            <a:r>
              <a:rPr lang="en-US" sz="4000" b="1" dirty="0" err="1">
                <a:solidFill>
                  <a:srgbClr val="002060"/>
                </a:solidFill>
              </a:rPr>
              <a:t>nithya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snehaththaal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1701079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988441"/>
            <a:ext cx="12191999" cy="2472154"/>
          </a:xfrm>
        </p:spPr>
        <p:txBody>
          <a:bodyPr anchor="t"/>
          <a:lstStyle/>
          <a:p>
            <a:pPr algn="l" defTabSz="341313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നിത്യ സ്നേഹത്താൽ നാഥൻ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അന്തമില്ലാത്തൊരു ഭാഗ്യത്തെ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എന്നേക്കുമായ് നമുക്കു നൽകി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F50A-BF70-410E-9F38-DCB97364C468}"/>
              </a:ext>
            </a:extLst>
          </p:cNvPr>
          <p:cNvSpPr/>
          <p:nvPr/>
        </p:nvSpPr>
        <p:spPr>
          <a:xfrm>
            <a:off x="838200" y="3503847"/>
            <a:ext cx="101346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anthamillaathoru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Ennekkumaai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3010" y="533400"/>
            <a:ext cx="12191999" cy="2667458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ഹാ! എത്രമോദം നിൻ ജീവിതം </a:t>
            </a:r>
            <a:br>
              <a:rPr lang="en-US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പൈതലേ!</a:t>
            </a:r>
            <a:b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കണ്ണുനീരെല്ലാം തുടച്ചീടും </a:t>
            </a:r>
            <a:b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 നാളിലെന്തു സന്തോഷം!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F50A-BF70-410E-9F38-DCB97364C468}"/>
              </a:ext>
            </a:extLst>
          </p:cNvPr>
          <p:cNvSpPr/>
          <p:nvPr/>
        </p:nvSpPr>
        <p:spPr>
          <a:xfrm>
            <a:off x="0" y="3395704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Ha!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paithale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Kannhuneerelaam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naalhilenthu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619653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649886"/>
            <a:ext cx="11963399" cy="2853961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</a:rPr>
              <a:t>2	ലോക ദു:ഖങ്ങളേറിടുമ്പോൾ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ആശ്വാസമേകുന്ന തൻ കരങ്ങൾ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കൊണ്ടു നിന്നെ തലോടീടും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ദു:ഖം പ്രയാസമാകെ നീങ്ങിപ്പോം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തൻ ക്രൂശിനെ ധ്യാനിക്കുമ്പോൾ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F50A-BF70-410E-9F38-DCB97364C468}"/>
              </a:ext>
            </a:extLst>
          </p:cNvPr>
          <p:cNvSpPr/>
          <p:nvPr/>
        </p:nvSpPr>
        <p:spPr>
          <a:xfrm>
            <a:off x="838200" y="3503847"/>
            <a:ext cx="101346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Loka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dukhangalherhidumbolh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aashwasamekunna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thankarangalh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thalodidum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prayaasamaake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neengipom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krooshine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dhyaanikkumbolh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833128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3010" y="533400"/>
            <a:ext cx="12191999" cy="2667458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ഹാ! എത്രമോദം നിൻ ജീവിതം </a:t>
            </a:r>
            <a:br>
              <a:rPr lang="en-US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പൈതലേ!</a:t>
            </a:r>
            <a:b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കണ്ണുനീരെല്ലാം തുടച്ചീടും </a:t>
            </a:r>
            <a:b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 നാളിലെന്തു സന്തോഷം!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F50A-BF70-410E-9F38-DCB97364C468}"/>
              </a:ext>
            </a:extLst>
          </p:cNvPr>
          <p:cNvSpPr/>
          <p:nvPr/>
        </p:nvSpPr>
        <p:spPr>
          <a:xfrm>
            <a:off x="0" y="3395704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Ha!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paithale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Kannhuneerelaam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naalhilenthu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442800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649886"/>
            <a:ext cx="11963399" cy="2853961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നിൻ ജീവിതക്കപ്പലിതാ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ലോകമാകുന്ന വൻ സമുദ്രത്തിൽ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കൂടി മുമ്പോട്ടു പായുന്നു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സ്വർഗ്ഗീയ തുറമുഖത്തെത്തിടുമ്പോൾ 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നായകൻ നിന്നെ സ്വീകരിക്കും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F50A-BF70-410E-9F38-DCB97364C468}"/>
              </a:ext>
            </a:extLst>
          </p:cNvPr>
          <p:cNvSpPr/>
          <p:nvPr/>
        </p:nvSpPr>
        <p:spPr>
          <a:xfrm>
            <a:off x="838200" y="3503847"/>
            <a:ext cx="101346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jeevitha-kkapalithaa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lokamaakunna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samudraththil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mumbottu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paayunnu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Swargeeya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thuramukhaththeththidumbolh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sweekarikkum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700877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3010" y="533400"/>
            <a:ext cx="12191999" cy="2667458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ഹാ! എത്രമോദം നിൻ ജീവിതം </a:t>
            </a:r>
            <a:br>
              <a:rPr lang="en-US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പൈതലേ!</a:t>
            </a:r>
            <a:b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കണ്ണുനീരെല്ലാം തുടച്ചീടും </a:t>
            </a:r>
            <a:b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 നാളിലെന്തു സന്തോഷം!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F50A-BF70-410E-9F38-DCB97364C468}"/>
              </a:ext>
            </a:extLst>
          </p:cNvPr>
          <p:cNvSpPr/>
          <p:nvPr/>
        </p:nvSpPr>
        <p:spPr>
          <a:xfrm>
            <a:off x="0" y="3395704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Ha!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paithale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Kannhuneerelaam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naalhilenthu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56494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8600" y="649886"/>
            <a:ext cx="11963399" cy="2853961"/>
          </a:xfrm>
        </p:spPr>
        <p:txBody>
          <a:bodyPr anchor="t"/>
          <a:lstStyle/>
          <a:p>
            <a:pPr algn="l" defTabSz="3413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  <a:t>4	ശത്രുക്കളാരുമില്ലാത്ത വീട്ടിൽ </a:t>
            </a:r>
            <a:b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  <a:t>	പളുങ്കുനദി പ്രവഹിക്കും തീരത്തിൽ </a:t>
            </a:r>
            <a:b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  <a:t>	നിശ്ചയമായ് നീ ആനന്ദിക്കും </a:t>
            </a:r>
            <a:b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  <a:t>	ഈ ലോകത്തിന്‍റെ എല്ലാമോഹങ്ങളും </a:t>
            </a:r>
            <a:b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>
                <a:latin typeface="Kartika" panose="02020503030404060203" pitchFamily="18" charset="0"/>
                <a:cs typeface="Kartika" panose="02020503030404060203" pitchFamily="18" charset="0"/>
              </a:rPr>
              <a:t>	എന്നേക്കുമായ് നീ പരിത്യജിക്കും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F50A-BF70-410E-9F38-DCB97364C468}"/>
              </a:ext>
            </a:extLst>
          </p:cNvPr>
          <p:cNvSpPr/>
          <p:nvPr/>
        </p:nvSpPr>
        <p:spPr>
          <a:xfrm>
            <a:off x="838200" y="3503847"/>
            <a:ext cx="101346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Shathrukkalh-aarumillaaththa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veettil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palhungunadi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pravahikkum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Nishchayamaai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mohangalhum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Ennekkumaai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parithyajikkum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4662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13010" y="533400"/>
            <a:ext cx="12191999" cy="2667458"/>
          </a:xfrm>
        </p:spPr>
        <p:txBody>
          <a:bodyPr anchor="t"/>
          <a:lstStyle/>
          <a:p>
            <a:pPr defTabSz="341313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ഹാ! എത്രമോദം നിൻ ജീവിതം </a:t>
            </a:r>
            <a:br>
              <a:rPr lang="en-US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പൈതലേ!</a:t>
            </a:r>
            <a:b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കണ്ണുനീരെല്ലാം തുടച്ചീടും </a:t>
            </a:r>
            <a:b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chemeClr val="tx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 നാളിലെന്തു സന്തോഷം!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F50A-BF70-410E-9F38-DCB97364C468}"/>
              </a:ext>
            </a:extLst>
          </p:cNvPr>
          <p:cNvSpPr/>
          <p:nvPr/>
        </p:nvSpPr>
        <p:spPr>
          <a:xfrm>
            <a:off x="0" y="3395704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Ha!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daivathinte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paithale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Kannhuneerelaam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naalhilenthu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654834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2234</TotalTime>
  <Words>141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410 തൻ നിത്യ സ്നേഹത്താൽ</vt:lpstr>
      <vt:lpstr>1 തൻ നിത്യ സ്നേഹത്താൽ നാഥൻ  അന്തമില്ലാത്തൊരു ഭാഗ്യത്തെ   എന്നേക്കുമായ് നമുക്കു നൽകി</vt:lpstr>
      <vt:lpstr>ഹാ! എത്രമോദം നിൻ ജീവിതം  ദൈവത്തിന്‍റെ പൈതലേ! കണ്ണുനീരെല്ലാം തുടച്ചീടും  ആ നാളിലെന്തു സന്തോഷം!</vt:lpstr>
      <vt:lpstr>2 ലോക ദു:ഖങ്ങളേറിടുമ്പോൾ   ആശ്വാസമേകുന്ന തൻ കരങ്ങൾ   കൊണ്ടു നിന്നെ തലോടീടും   ദു:ഖം പ്രയാസമാകെ നീങ്ങിപ്പോം   തൻ ക്രൂശിനെ ധ്യാനിക്കുമ്പോൾ </vt:lpstr>
      <vt:lpstr>ഹാ! എത്രമോദം നിൻ ജീവിതം  ദൈവത്തിന്‍റെ പൈതലേ! കണ്ണുനീരെല്ലാം തുടച്ചീടും  ആ നാളിലെന്തു സന്തോഷം!</vt:lpstr>
      <vt:lpstr>3 നിൻ ജീവിതക്കപ്പലിതാ   ലോകമാകുന്ന വൻ സമുദ്രത്തിൽ   കൂടി മുമ്പോട്ടു പായുന്നു   സ്വർഗ്ഗീയ തുറമുഖത്തെത്തിടുമ്പോൾ    നായകൻ നിന്നെ സ്വീകരിക്കും </vt:lpstr>
      <vt:lpstr>ഹാ! എത്രമോദം നിൻ ജീവിതം  ദൈവത്തിന്‍റെ പൈതലേ! കണ്ണുനീരെല്ലാം തുടച്ചീടും  ആ നാളിലെന്തു സന്തോഷം!</vt:lpstr>
      <vt:lpstr>4 ശത്രുക്കളാരുമില്ലാത്ത വീട്ടിൽ   പളുങ്കുനദി പ്രവഹിക്കും തീരത്തിൽ   നിശ്ചയമായ് നീ ആനന്ദിക്കും   ഈ ലോകത്തിന്‍റെ എല്ലാമോഹങ്ങളും   എന്നേക്കുമായ് നീ പരിത്യജിക്കും </vt:lpstr>
      <vt:lpstr>ഹാ! എത്രമോദം നിൻ ജീവിതം  ദൈവത്തിന്‍റെ പൈതലേ! കണ്ണുനീരെല്ലാം തുടച്ചീടും  ആ നാളിലെന്തു സന്തോഷം!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 nithya snehathaal</dc:title>
  <dc:creator>Digital Input:; GM JOHN; Acsah Mathews</dc:creator>
  <cp:lastModifiedBy>Acsah Mathews</cp:lastModifiedBy>
  <cp:revision>565</cp:revision>
  <dcterms:created xsi:type="dcterms:W3CDTF">2013-04-19T09:19:07Z</dcterms:created>
  <dcterms:modified xsi:type="dcterms:W3CDTF">2018-11-26T19:12:25Z</dcterms:modified>
</cp:coreProperties>
</file>