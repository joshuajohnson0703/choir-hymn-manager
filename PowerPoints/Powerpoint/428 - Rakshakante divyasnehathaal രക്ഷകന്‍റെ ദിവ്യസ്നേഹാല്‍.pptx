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0" r:id="rId4"/>
    <p:sldId id="261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8" autoAdjust="0"/>
    <p:restoredTop sz="94660"/>
  </p:normalViewPr>
  <p:slideViewPr>
    <p:cSldViewPr>
      <p:cViewPr varScale="1">
        <p:scale>
          <a:sx n="59" d="100"/>
          <a:sy n="59" d="100"/>
        </p:scale>
        <p:origin x="78" y="9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04792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F208B-4AF0-4F10-8585-37F141A4C25E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BDCD8-8902-4275-B3B4-3168AA7940B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2864" y="32148"/>
            <a:ext cx="579437" cy="43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639177" y="4687495"/>
            <a:ext cx="461963" cy="42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783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3441-C7A3-47C6-8DDB-EDDD36BE6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428</a:t>
            </a:r>
            <a:br>
              <a:rPr lang="en-US" dirty="0"/>
            </a:br>
            <a:r>
              <a:rPr lang="ml-IN" sz="3600" b="1">
                <a:latin typeface="Kartika" panose="02020503030404060203" pitchFamily="18" charset="0"/>
              </a:rPr>
              <a:t>രക്ഷകന്‍റെ ദിവ്യസ്നേഹാല്‍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EA0FE-23E4-4DB0-B7A6-1A2ED41F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914650"/>
            <a:ext cx="9144000" cy="131445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Rakshakante </a:t>
            </a:r>
            <a:r>
              <a:rPr lang="en-US" sz="2800" b="1" dirty="0" err="1">
                <a:solidFill>
                  <a:srgbClr val="002060"/>
                </a:solidFill>
              </a:rPr>
              <a:t>divya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snehaththaal</a:t>
            </a:r>
            <a:endParaRPr lang="en-US" sz="2800" b="1" dirty="0">
              <a:solidFill>
                <a:srgbClr val="002060"/>
              </a:solidFill>
            </a:endParaRPr>
          </a:p>
          <a:p>
            <a:r>
              <a:rPr lang="en-US" sz="2600" i="1" dirty="0">
                <a:solidFill>
                  <a:srgbClr val="002060"/>
                </a:solidFill>
              </a:rPr>
              <a:t>Through the Love of God Our Savior – Thomas B Southgate</a:t>
            </a:r>
            <a:endParaRPr lang="en-US" sz="2600" i="1" dirty="0"/>
          </a:p>
        </p:txBody>
      </p:sp>
    </p:spTree>
    <p:extLst>
      <p:ext uri="{BB962C8B-B14F-4D97-AF65-F5344CB8AC3E}">
        <p14:creationId xmlns:p14="http://schemas.microsoft.com/office/powerpoint/2010/main" val="319742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443" y="915724"/>
            <a:ext cx="9122229" cy="1837552"/>
          </a:xfrm>
        </p:spPr>
        <p:txBody>
          <a:bodyPr anchor="t">
            <a:noAutofit/>
          </a:bodyPr>
          <a:lstStyle/>
          <a:p>
            <a:pPr algn="l"/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രക്ഷകന്‍റെ ദിവ്യസ്നേഹാല്‍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ദാനം സ്ഥിരം തന്‍റെ അന്‍പ് 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സൗഖ്യം</a:t>
            </a:r>
            <a:r>
              <a:rPr lang="en-US" sz="2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തന്നെ രക്തം ശ്രേഷ്ഠം</a:t>
            </a:r>
            <a:r>
              <a:rPr lang="en-US" sz="2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മുദ്രയിട്ട കൃപ പൂര്‍ണ്ണം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രക്ഷിച്ച തൃക്കൈകള്‍ ബലം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endParaRPr lang="en-US" sz="2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59846" y="0"/>
            <a:ext cx="884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76F1C-3FDA-493D-A2BB-83C891966092}"/>
              </a:ext>
            </a:extLst>
          </p:cNvPr>
          <p:cNvSpPr/>
          <p:nvPr/>
        </p:nvSpPr>
        <p:spPr>
          <a:xfrm>
            <a:off x="-21772" y="2861545"/>
            <a:ext cx="9062357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2060"/>
                </a:solidFill>
              </a:rPr>
              <a:t>Rakshakante </a:t>
            </a:r>
            <a:r>
              <a:rPr lang="en-US" sz="2600" b="1" dirty="0" err="1">
                <a:solidFill>
                  <a:srgbClr val="002060"/>
                </a:solidFill>
              </a:rPr>
              <a:t>divya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snehaththaal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600" b="1" dirty="0" err="1">
                <a:solidFill>
                  <a:srgbClr val="002060"/>
                </a:solidFill>
              </a:rPr>
              <a:t>Daanam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sthiram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thante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anpu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500" b="1" dirty="0" err="1">
                <a:solidFill>
                  <a:srgbClr val="002060"/>
                </a:solidFill>
              </a:rPr>
              <a:t>Soukhyam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  <a:r>
              <a:rPr lang="en-US" sz="2500" b="1" dirty="0" err="1">
                <a:solidFill>
                  <a:srgbClr val="002060"/>
                </a:solidFill>
              </a:rPr>
              <a:t>thanne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  <a:r>
              <a:rPr lang="en-US" sz="2500" b="1" dirty="0" err="1">
                <a:solidFill>
                  <a:srgbClr val="002060"/>
                </a:solidFill>
              </a:rPr>
              <a:t>raktham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  <a:r>
              <a:rPr lang="en-US" sz="2500" b="1" dirty="0" err="1">
                <a:solidFill>
                  <a:srgbClr val="002060"/>
                </a:solidFill>
              </a:rPr>
              <a:t>shreshtam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  <a:r>
              <a:rPr lang="en-US" sz="2500" b="1" dirty="0" err="1">
                <a:solidFill>
                  <a:srgbClr val="002060"/>
                </a:solidFill>
              </a:rPr>
              <a:t>mudrayitta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  <a:r>
              <a:rPr lang="en-US" sz="2500" b="1" dirty="0" err="1">
                <a:solidFill>
                  <a:srgbClr val="002060"/>
                </a:solidFill>
              </a:rPr>
              <a:t>kripa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  <a:r>
              <a:rPr lang="en-US" sz="2500" b="1" dirty="0" err="1">
                <a:solidFill>
                  <a:srgbClr val="002060"/>
                </a:solidFill>
              </a:rPr>
              <a:t>poornham</a:t>
            </a:r>
            <a:r>
              <a:rPr lang="en-US" sz="25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600" b="1" dirty="0" err="1">
                <a:solidFill>
                  <a:srgbClr val="002060"/>
                </a:solidFill>
              </a:rPr>
              <a:t>Rakshicha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thrikaikalh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balam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104A5-2169-4DBE-A60E-1E0E0F4298CC}"/>
              </a:ext>
            </a:extLst>
          </p:cNvPr>
          <p:cNvSpPr/>
          <p:nvPr/>
        </p:nvSpPr>
        <p:spPr>
          <a:xfrm>
            <a:off x="-21772" y="315012"/>
            <a:ext cx="906235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443" y="915724"/>
            <a:ext cx="9122229" cy="1837552"/>
          </a:xfrm>
        </p:spPr>
        <p:txBody>
          <a:bodyPr anchor="t">
            <a:noAutofit/>
          </a:bodyPr>
          <a:lstStyle/>
          <a:p>
            <a:pPr algn="l"/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ഉണ്ടാകട്ടെ മാ സങ്കടം 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നമുക്കുള്ള രക്ഷ പൂര്‍ണ്ണം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ഭാഗ്യം ദൈവത്തില്‍ വിശ്വാസം ഫലപ്രദം കൃസ്തൌ വിശ്വാസം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ശുദ്ധം ആത്മാവിന്‍ ആവാസം 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endParaRPr lang="en-US" sz="2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59846" y="0"/>
            <a:ext cx="884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76F1C-3FDA-493D-A2BB-83C891966092}"/>
              </a:ext>
            </a:extLst>
          </p:cNvPr>
          <p:cNvSpPr/>
          <p:nvPr/>
        </p:nvSpPr>
        <p:spPr>
          <a:xfrm>
            <a:off x="-21772" y="2861545"/>
            <a:ext cx="906235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2060"/>
                </a:solidFill>
              </a:rPr>
              <a:t>Undaakatte </a:t>
            </a:r>
            <a:r>
              <a:rPr lang="en-US" sz="2600" b="1" dirty="0" err="1">
                <a:solidFill>
                  <a:srgbClr val="002060"/>
                </a:solidFill>
              </a:rPr>
              <a:t>maa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sankadam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endParaRPr lang="en-US" sz="2600" b="1" dirty="0">
              <a:solidFill>
                <a:srgbClr val="002060"/>
              </a:solidFill>
            </a:endParaRPr>
          </a:p>
          <a:p>
            <a:r>
              <a:rPr lang="en-US" sz="2600" b="1" dirty="0" err="1">
                <a:solidFill>
                  <a:srgbClr val="002060"/>
                </a:solidFill>
              </a:rPr>
              <a:t>Namukkullha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raksha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poornham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Shubham</a:t>
            </a:r>
            <a:br>
              <a:rPr lang="en-US" sz="2600" b="1" dirty="0">
                <a:solidFill>
                  <a:srgbClr val="002060"/>
                </a:solidFill>
              </a:rPr>
            </a:br>
            <a:r>
              <a:rPr lang="en-US" sz="2400" b="1" dirty="0" err="1">
                <a:solidFill>
                  <a:srgbClr val="002060"/>
                </a:solidFill>
              </a:rPr>
              <a:t>Bhaagyam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daivaththil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vishwaasam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Phalapradam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kristhou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vishwaasam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600" b="1" dirty="0" err="1">
                <a:solidFill>
                  <a:srgbClr val="002060"/>
                </a:solidFill>
              </a:rPr>
              <a:t>Shudham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aathmaavin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aavaasam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endParaRPr lang="en-US" sz="26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104A5-2169-4DBE-A60E-1E0E0F4298CC}"/>
              </a:ext>
            </a:extLst>
          </p:cNvPr>
          <p:cNvSpPr/>
          <p:nvPr/>
        </p:nvSpPr>
        <p:spPr>
          <a:xfrm>
            <a:off x="-21772" y="315012"/>
            <a:ext cx="906235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894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443" y="915724"/>
            <a:ext cx="9122229" cy="1837552"/>
          </a:xfrm>
        </p:spPr>
        <p:txBody>
          <a:bodyPr anchor="t">
            <a:noAutofit/>
          </a:bodyPr>
          <a:lstStyle/>
          <a:p>
            <a:pPr algn="l"/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നാളെ ശുഭാനാളെന്നാശ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വിശ്വാസം ദുര്‍ദ്ദിനെ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പിതൃസ്നേഹം നമ്പി നിന്നാല്‍ യേശു സര്‍വ്വാവശ്യം തീര്‍ത്താല്‍ </a:t>
            </a:r>
            <a:b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ജീവനോ മൃത്യുവോ ആയാല്‍ </a:t>
            </a: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2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സര്‍വ്വം ശുഭം </a:t>
            </a:r>
            <a:endParaRPr lang="en-US" sz="2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59846" y="0"/>
            <a:ext cx="884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76F1C-3FDA-493D-A2BB-83C891966092}"/>
              </a:ext>
            </a:extLst>
          </p:cNvPr>
          <p:cNvSpPr/>
          <p:nvPr/>
        </p:nvSpPr>
        <p:spPr>
          <a:xfrm>
            <a:off x="-21772" y="2861545"/>
            <a:ext cx="906235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err="1">
                <a:solidFill>
                  <a:srgbClr val="002060"/>
                </a:solidFill>
              </a:rPr>
              <a:t>Naalhe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naalhennaasha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endParaRPr lang="en-US" sz="2600" b="1" dirty="0">
              <a:solidFill>
                <a:srgbClr val="002060"/>
              </a:solidFill>
            </a:endParaRPr>
          </a:p>
          <a:p>
            <a:r>
              <a:rPr lang="en-US" sz="2600" b="1" dirty="0" err="1">
                <a:solidFill>
                  <a:srgbClr val="002060"/>
                </a:solidFill>
              </a:rPr>
              <a:t>Paadum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vishwaasam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durdhdhine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endParaRPr lang="en-US" sz="2600" b="1" dirty="0">
              <a:solidFill>
                <a:srgbClr val="002060"/>
              </a:solidFill>
            </a:endParaRPr>
          </a:p>
          <a:p>
            <a:r>
              <a:rPr lang="en-US" sz="2600" b="1" dirty="0" err="1">
                <a:solidFill>
                  <a:srgbClr val="002060"/>
                </a:solidFill>
              </a:rPr>
              <a:t>Pithrusneham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nambininnaal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Yeshu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sarvvaavashyam</a:t>
            </a:r>
            <a:endParaRPr lang="en-US" sz="2600" b="1" dirty="0">
              <a:solidFill>
                <a:srgbClr val="002060"/>
              </a:solidFill>
            </a:endParaRPr>
          </a:p>
          <a:p>
            <a:r>
              <a:rPr lang="en-US" sz="2600" b="1" dirty="0" err="1">
                <a:solidFill>
                  <a:srgbClr val="002060"/>
                </a:solidFill>
              </a:rPr>
              <a:t>Jeevano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mrithyuvo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aayaal</a:t>
            </a:r>
            <a:r>
              <a:rPr lang="en-US" sz="2600" b="1" dirty="0">
                <a:solidFill>
                  <a:srgbClr val="002060"/>
                </a:solidFill>
              </a:rPr>
              <a:t> - </a:t>
            </a:r>
            <a:r>
              <a:rPr lang="en-US" sz="2600" b="1" dirty="0" err="1">
                <a:solidFill>
                  <a:srgbClr val="002060"/>
                </a:solidFill>
              </a:rPr>
              <a:t>sarvam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b="1" dirty="0" err="1">
                <a:solidFill>
                  <a:srgbClr val="002060"/>
                </a:solidFill>
              </a:rPr>
              <a:t>shubham</a:t>
            </a:r>
            <a:endParaRPr lang="en-US" sz="26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104A5-2169-4DBE-A60E-1E0E0F4298CC}"/>
              </a:ext>
            </a:extLst>
          </p:cNvPr>
          <p:cNvSpPr/>
          <p:nvPr/>
        </p:nvSpPr>
        <p:spPr>
          <a:xfrm>
            <a:off x="-21772" y="315012"/>
            <a:ext cx="906235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887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96</Words>
  <Application>Microsoft Office PowerPoint</Application>
  <PresentationFormat>On-screen Show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428 രക്ഷകന്‍റെ ദിവ്യസ്നേഹാല്‍</vt:lpstr>
      <vt:lpstr>രക്ഷകന്‍റെ ദിവ്യസ്നേഹാല്‍ - സര്‍വ്വം ശുഭം  ദാനം സ്ഥിരം തന്‍റെ അന്‍പ് - സര്‍വ്വം ശുഭം  സൗഖ്യം തന്നെ രക്തം ശ്രേഷ്ഠം മുദ്രയിട്ട കൃപ പൂര്‍ണ്ണം  രക്ഷിച്ച തൃക്കൈകള്‍ ബലം - സര്‍വ്വം ശുഭം </vt:lpstr>
      <vt:lpstr>ഉണ്ടാകട്ടെ മാ സങ്കടം - സര്‍വ്വം ശുഭം  നമുക്കുള്ള രക്ഷ പൂര്‍ണ്ണം - സര്‍വ്വം ശുഭം  ഭാഗ്യം ദൈവത്തില്‍ വിശ്വാസം ഫലപ്രദം കൃസ്തൌ വിശ്വാസം  ശുദ്ധം ആത്മാവിന്‍ ആവാസം - സര്‍വ്വം ശുഭം </vt:lpstr>
      <vt:lpstr>നാളെ ശുഭാനാളെന്നാശ - സര്‍വ്വം ശുഭം  പാടും വിശ്വാസം ദുര്‍ദ്ദിനെ - സര്‍വ്വം ശുഭം  പിതൃസ്നേഹം നമ്പി നിന്നാല്‍ യേശു സര്‍വ്വാവശ്യം തീര്‍ത്താല്‍  ജീവനോ മൃത്യുവോ ആയാല്‍ - സര്‍വ്വം ശുഭം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Rakshakante divyasnehathaal</dc:title>
  <dc:creator>Acsah Mathews</dc:creator>
  <cp:lastModifiedBy>Acsah Mathews</cp:lastModifiedBy>
  <cp:revision>10</cp:revision>
  <dcterms:created xsi:type="dcterms:W3CDTF">2017-02-10T23:55:50Z</dcterms:created>
  <dcterms:modified xsi:type="dcterms:W3CDTF">2018-11-27T18:36:39Z</dcterms:modified>
</cp:coreProperties>
</file>