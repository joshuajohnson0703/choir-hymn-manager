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6" r:id="rId6"/>
    <p:sldId id="275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FEB4F-7D8F-4EE1-ABE0-D3CE850D4D6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69DFA-20A6-4D42-8953-1FCD3EEC22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B820-0DAF-48E4-9996-2BAF0DC2D4E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141D7-9E0D-44D1-948C-A9236CB8E9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7D1C1-8523-48B9-9785-9FB767BD82F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5DAA0-5096-4AF5-8F1F-D4D8831277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B87D5-205B-4C90-AADC-DC9F6F98745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86DA32-DE6E-43C9-AD8C-213AD8D4E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2CF6F-C5E6-4A0C-B903-03A404494E7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B7C18-1165-4678-B466-12B8395FD6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4566F-6A1B-48B8-B00A-F2764B8CAFA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C5D2F-0B91-426D-B848-50022195CD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07D93-0685-4CB3-8BF4-A25F3350CBC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C964-0BE4-404A-857D-1C3ADFF26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CDF78A-3336-4ECB-8EBF-151CEDAE478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9A233-8E98-4743-AFE4-66767C5E0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8B661-AB25-490E-BA59-68A0C2A6A70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38978-A2BB-4B3C-99BD-77D231E7BE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24E95-56D8-4AD0-9080-A975790C964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E765B-9308-462C-9EAA-EA604D834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85452-8ED8-4091-845D-2E782344821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2F6C4-9653-450C-B2D1-3FE4CA448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D487C0E-9175-4D17-947B-7B4F5F04C34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B84FE92-FC52-41EB-ACCB-AEEC37C43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20423-6B4A-41B3-89BF-803D7F338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156 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ഇന്നേശു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രാജൻ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A1EFB-E436-4DCB-B087-30501B882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b="1" dirty="0" err="1">
                <a:solidFill>
                  <a:schemeClr val="tx2"/>
                </a:solidFill>
              </a:rPr>
              <a:t>Inneshu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raajan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uyirthezhunnettu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320DA2-4663-4745-9C19-E7EEA6CB362D}"/>
              </a:ext>
            </a:extLst>
          </p:cNvPr>
          <p:cNvSpPr/>
          <p:nvPr/>
        </p:nvSpPr>
        <p:spPr>
          <a:xfrm>
            <a:off x="1828800" y="5029200"/>
            <a:ext cx="33265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048A9-355C-4B08-80C0-F1847708D90B}"/>
              </a:ext>
            </a:extLst>
          </p:cNvPr>
          <p:cNvSpPr/>
          <p:nvPr/>
        </p:nvSpPr>
        <p:spPr>
          <a:xfrm>
            <a:off x="8215826" y="5029200"/>
            <a:ext cx="2392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42333641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600200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ഇന്നേ-ശുരാ-ജനു-യിര്‍ത്തെഴു-ന്നേറ്റല്ലേലു-യ്യാ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വന്‍ നാശ ശാപ - ചാവുകള്‍ ജയിച്ചല്ലേലു –യ്യാ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A88E7-925F-4075-A219-C45369066C9A}"/>
              </a:ext>
            </a:extLst>
          </p:cNvPr>
          <p:cNvSpPr/>
          <p:nvPr/>
        </p:nvSpPr>
        <p:spPr>
          <a:xfrm>
            <a:off x="0" y="3105835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1. Inneshuraajanu-yirthezhunnett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allèlu-yya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chaavukalh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jayichchallèlu-yya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90889"/>
            <a:ext cx="11963400" cy="2862322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സന്തോഷമേ! മഹാ സന്തോഷമേ!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പരാപര സുതനേശുനാഥനെ വാഴ്ത്തിപ്പാടുവിൻ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ജയഗീതം പാടുവിൻ - ജയഗീതം 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പകലോനുദിച്ചിരുളോടി ഒളിച്ചിതാ വന്നിടുവിൻ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സന്തോഷമേ! മഹാ സന്തോഷമേ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A88E7-925F-4075-A219-C45369066C9A}"/>
              </a:ext>
            </a:extLst>
          </p:cNvPr>
          <p:cNvSpPr/>
          <p:nvPr/>
        </p:nvSpPr>
        <p:spPr>
          <a:xfrm>
            <a:off x="0" y="3551611"/>
            <a:ext cx="11658600" cy="2977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para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neshunaathaney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vaazhththippaaduvin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Pakalo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nudhi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chchiralhodi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olhichchithaa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565037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600200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ദൈവദൂതർ കല്ലുരുട്ടി നീക്കി വാതിലില്‍ നിന്നു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അക്കാവല്‍ക്കാര്‍ മരിച്ചവരെപ്പോലെ യായ്‌ വന്നു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A88E7-925F-4075-A219-C45369066C9A}"/>
              </a:ext>
            </a:extLst>
          </p:cNvPr>
          <p:cNvSpPr/>
          <p:nvPr/>
        </p:nvSpPr>
        <p:spPr>
          <a:xfrm>
            <a:off x="0" y="3105835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doothar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kallurutti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vaathilil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aakaavalkaar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marichcha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poleyaai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68302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90889"/>
            <a:ext cx="11963400" cy="2862322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സന്തോഷമേ! മഹാ സന്തോഷമേ!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പരാപര സുതനേശുനാഥനെ വാഴ്ത്തിപ്പാടുവിൻ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ജയഗീതം പാടുവിൻ - ജയഗീതം 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പകലോനുദിച്ചിരുളോടി ഒളിച്ചിതാ വന്നിടുവിൻ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സന്തോഷമേ! മഹാ സന്തോഷമേ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A88E7-925F-4075-A219-C45369066C9A}"/>
              </a:ext>
            </a:extLst>
          </p:cNvPr>
          <p:cNvSpPr/>
          <p:nvPr/>
        </p:nvSpPr>
        <p:spPr>
          <a:xfrm>
            <a:off x="0" y="3551611"/>
            <a:ext cx="11658600" cy="2977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para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neshunaathaney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vaazhththippaaduvin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Pakalo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nudhi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chchiralhodi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olhichchithaa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818976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14400"/>
            <a:ext cx="12192000" cy="1600200"/>
          </a:xfrm>
        </p:spPr>
        <p:txBody>
          <a:bodyPr anchor="t"/>
          <a:lstStyle/>
          <a:p>
            <a:pPr defTabSz="463550">
              <a:lnSpc>
                <a:spcPct val="150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അതിരാവില്‍ പേത്ര യോഹന്നാന്മാ-രോടി വന്നഹോ!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</a:rPr>
              <a:t>ശവക്കല്ലറയ്ക്കുള്ളില്‍ നോക്കി വിശ്വസിച്ചീടി നാരഹോ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A88E7-925F-4075-A219-C45369066C9A}"/>
              </a:ext>
            </a:extLst>
          </p:cNvPr>
          <p:cNvSpPr/>
          <p:nvPr/>
        </p:nvSpPr>
        <p:spPr>
          <a:xfrm>
            <a:off x="0" y="3105835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3. Athi-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Pèthra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Yohannanmaarôdi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Shava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kallaraikkullhil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nôkki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vishwasichchee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dee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naaraho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7995C-1267-4D75-A982-FCC09B644053}"/>
              </a:ext>
            </a:extLst>
          </p:cNvPr>
          <p:cNvSpPr/>
          <p:nvPr/>
        </p:nvSpPr>
        <p:spPr>
          <a:xfrm>
            <a:off x="9176431" y="2721114"/>
            <a:ext cx="3015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(യുസ്തുസ് യൌസേഫ്)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0692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90889"/>
            <a:ext cx="11963400" cy="2862322"/>
          </a:xfrm>
        </p:spPr>
        <p:txBody>
          <a:bodyPr anchor="t"/>
          <a:lstStyle/>
          <a:p>
            <a:pPr algn="l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സന്തോഷമേ! മഹാ സന്തോഷമേ!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പരാപര സുതനേശുനാഥനെ വാഴ്ത്തിപ്പാടുവിൻ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ജയഗീതം പാടുവിൻ - ജയഗീതം പാടുവിൻ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പകലോനുദിച്ചിരുളോടി ഒളിച്ചിതാ വന്നിടുവിൻ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സന്തോഷമേ! മഹാ സന്തോഷമേ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28350" y="0"/>
            <a:ext cx="1263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0A88E7-925F-4075-A219-C45369066C9A}"/>
              </a:ext>
            </a:extLst>
          </p:cNvPr>
          <p:cNvSpPr/>
          <p:nvPr/>
        </p:nvSpPr>
        <p:spPr>
          <a:xfrm>
            <a:off x="0" y="3551611"/>
            <a:ext cx="11658600" cy="2977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para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neshunaathaney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vaazhththippaaduvin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Jayageetham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Pakalo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nudhi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chchiralhodi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olhichchithaa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vanniduvin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0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santhoshamey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469343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174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156  ഇന്നേശു രാജൻ</vt:lpstr>
      <vt:lpstr>1. ഇന്നേ-ശുരാ-ജനു-യിര്‍ത്തെഴു-ന്നേറ്റല്ലേലു-യ്യാ! വന്‍ നാശ ശാപ - ചാവുകള്‍ ജയിച്ചല്ലേലു –യ്യാ!</vt:lpstr>
      <vt:lpstr>മഹാ സന്തോഷമേ! മഹാ സന്തോഷമേ!  പരാപര സുതനേശുനാഥനെ വാഴ്ത്തിപ്പാടുവിൻ  ജയഗീതം പാടുവിൻ - ജയഗീതം പാടുവിൻ  പകലോനുദിച്ചിരുളോടി ഒളിച്ചിതാ വന്നിടുവിൻ  മഹാ സന്തോഷമേ! മഹാ സന്തോഷമേ!  </vt:lpstr>
      <vt:lpstr>2. ദൈവദൂതർ കല്ലുരുട്ടി നീക്കി വാതിലില്‍ നിന്നു  അക്കാവല്‍ക്കാര്‍ മരിച്ചവരെപ്പോലെ യായ്‌ വന്നു</vt:lpstr>
      <vt:lpstr>മഹാ സന്തോഷമേ! മഹാ സന്തോഷമേ!  പരാപര സുതനേശുനാഥനെ വാഴ്ത്തിപ്പാടുവിൻ  ജയഗീതം പാടുവിൻ - ജയഗീതം പാടുവിൻ  പകലോനുദിച്ചിരുളോടി ഒളിച്ചിതാ വന്നിടുവിൻ  മഹാ സന്തോഷമേ! മഹാ സന്തോഷമേ!  </vt:lpstr>
      <vt:lpstr>അതിരാവില്‍ പേത്ര യോഹന്നാന്മാ-രോടി വന്നഹോ! ശവക്കല്ലറയ്ക്കുള്ളില്‍ നോക്കി വിശ്വസിച്ചീടി നാരഹോ </vt:lpstr>
      <vt:lpstr>മഹാ സന്തോഷമേ! മഹാ സന്തോഷമേ!  പരാപര സുതനേശുനാഥനെ വാഴ്ത്തിപ്പാടുവിൻ  ജയഗീതം പാടുവിൻ - ജയഗീതം പാടുവിൻ  പകലോനുദിച്ചിരുളോടി ഒളിച്ചിതാ വന്നിടുവിൻ  മഹാ സന്തോഷമേ! മഹാ സന്തോഷമേ!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Inneshu raajan</dc:title>
  <dc:creator>Digital Input:;GM JOHN</dc:creator>
  <cp:lastModifiedBy>Acsah Mathews</cp:lastModifiedBy>
  <cp:revision>105</cp:revision>
  <dcterms:created xsi:type="dcterms:W3CDTF">2013-04-19T09:19:07Z</dcterms:created>
  <dcterms:modified xsi:type="dcterms:W3CDTF">2018-11-06T15:56:18Z</dcterms:modified>
</cp:coreProperties>
</file>