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1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38B81-0FC4-443F-903D-DB9B0E3BF5F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9375F-4606-40BC-9274-011D5B4E59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03530-BF9E-4764-BD84-478C445A58C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6D097-D08F-4C35-9B15-1E69E9F2D9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9BADE-BCF0-46D5-BEF9-DD5BE757798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F2CEC-DFB8-4D21-974A-3ECE530767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8D1BE-E688-46A5-AA87-CA8F763C244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23C8C-1002-4657-A222-1C6D485CD0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0287A-1D0A-4978-A8D7-78D97782D1A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57CEC-8A7B-4646-8E36-49DD5AAA83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8A3B8-1F06-4D9B-8972-26CF6CB61DE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CBE65-A0CD-43C2-8A91-37E56ACC87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DE6BA-4E56-4D2A-AF6B-E57BFA786E1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29D60-ACA9-41E6-9DEB-B6AC1FFED4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5C8ABF-CCE0-486B-9810-5556023F456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65762-1463-42EF-9738-5F13B6AD18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D5AE3-C328-4ED0-A868-0C30E318674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25BE4-F9F0-4E4C-8765-9013625A6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0A918D-2E25-4E61-A466-5BB876EB882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5D048-4EF8-4883-AD14-8740E8B13A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126BD-34FD-4301-8D1E-86658AB3E98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4D5A7-555A-4C72-99BD-62AEA584C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3AB36B7-82BC-46DE-A868-7632FEED3DF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5395EC6-FA66-4A29-9ADF-8935600DBD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7FD2-E77B-4417-8E4B-B789859655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മനുവേല്‍ മന്നവനേ!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39D33-3C94-4025-B3C7-1DBA96DCC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Manuvel </a:t>
            </a:r>
            <a:r>
              <a:rPr lang="en-US" sz="4000" b="1" dirty="0" err="1">
                <a:solidFill>
                  <a:srgbClr val="002060"/>
                </a:solidFill>
              </a:rPr>
              <a:t>mannavane</a:t>
            </a:r>
            <a:r>
              <a:rPr lang="en-US" sz="4000" b="1" dirty="0">
                <a:solidFill>
                  <a:srgbClr val="002060"/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E16CC-1BFA-415D-8A9C-C8B4EFFE46ED}"/>
              </a:ext>
            </a:extLst>
          </p:cNvPr>
          <p:cNvSpPr/>
          <p:nvPr/>
        </p:nvSpPr>
        <p:spPr>
          <a:xfrm>
            <a:off x="1851660" y="4692134"/>
            <a:ext cx="21114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(എം. മാത്തൻ)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474D3-A5F2-4D19-B339-0929AF519D2F}"/>
              </a:ext>
            </a:extLst>
          </p:cNvPr>
          <p:cNvSpPr/>
          <p:nvPr/>
        </p:nvSpPr>
        <p:spPr>
          <a:xfrm>
            <a:off x="8463741" y="4692134"/>
            <a:ext cx="16337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(M.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Mathen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51745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94846"/>
            <a:ext cx="12192000" cy="3429000"/>
          </a:xfrm>
        </p:spPr>
        <p:txBody>
          <a:bodyPr anchor="t"/>
          <a:lstStyle/>
          <a:p>
            <a:pPr defTabSz="457200"/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മനുവേല്‍ മന്നവനേ!- പരനേ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മനുവായ്‌ വന്നവനേ!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മനുവേലേ! നിന്മന മലിഞ്ഞരികില്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വൈകാതെ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–പരനേ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മനു...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8939F-C116-4F72-B404-09D59C744F08}"/>
              </a:ext>
            </a:extLst>
          </p:cNvPr>
          <p:cNvSpPr/>
          <p:nvPr/>
        </p:nvSpPr>
        <p:spPr>
          <a:xfrm>
            <a:off x="0" y="3285708"/>
            <a:ext cx="1219200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rgbClr val="002060"/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Manuvel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/>
            <a:r>
              <a:rPr lang="en-US" sz="2400" i="1" dirty="0" err="1">
                <a:solidFill>
                  <a:srgbClr val="002060"/>
                </a:solidFill>
                <a:latin typeface="+mn-lt"/>
              </a:rPr>
              <a:t>Anupallavi</a:t>
            </a:r>
            <a:endParaRPr lang="en-US" sz="2400" i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ninmana-malinjarikil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vaikaathe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				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3310"/>
            <a:ext cx="12192000" cy="12192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കരുണയിനുടയോനെ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എന്നതിദുരിതം കാണണമേ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പരവശനായിടുന്നയ്യോ! എൻപാതകമതിനാലെ-പരനേ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8939F-C116-4F72-B404-09D59C744F08}"/>
              </a:ext>
            </a:extLst>
          </p:cNvPr>
          <p:cNvSpPr/>
          <p:nvPr/>
        </p:nvSpPr>
        <p:spPr>
          <a:xfrm>
            <a:off x="0" y="508593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Manuvel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BA5C7-4906-48C5-9D77-327F8566B4B1}"/>
              </a:ext>
            </a:extLst>
          </p:cNvPr>
          <p:cNvSpPr/>
          <p:nvPr/>
        </p:nvSpPr>
        <p:spPr>
          <a:xfrm>
            <a:off x="-15240" y="247099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മനുവേല്‍ മന്നവനേ!- പരനേ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മനുവായ്‌ വന്നവനേ!</a:t>
            </a:r>
            <a:endParaRPr lang="en-US" sz="3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B2511-7A2B-490F-98D2-5AE55D10CEDC}"/>
              </a:ext>
            </a:extLst>
          </p:cNvPr>
          <p:cNvSpPr/>
          <p:nvPr/>
        </p:nvSpPr>
        <p:spPr>
          <a:xfrm>
            <a:off x="441960" y="3962400"/>
            <a:ext cx="11734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Karunhayinudayode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kaanhenhame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Paravashanaayidunnayyo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paathakamathinaale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9870950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3309"/>
            <a:ext cx="12192000" cy="1728131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അപ്പനും അമ്മയുമായെനിക്കു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എപ്പൊഴുതും നീയേ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ഉള്‍പരിതാപം കണ്ടുകനിഞ്ഞീ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അല്‍പനു തുണ ചെയ്ക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-പരനേ-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8939F-C116-4F72-B404-09D59C744F08}"/>
              </a:ext>
            </a:extLst>
          </p:cNvPr>
          <p:cNvSpPr/>
          <p:nvPr/>
        </p:nvSpPr>
        <p:spPr>
          <a:xfrm>
            <a:off x="0" y="5185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Manuvel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BA5C7-4906-48C5-9D77-327F8566B4B1}"/>
              </a:ext>
            </a:extLst>
          </p:cNvPr>
          <p:cNvSpPr/>
          <p:nvPr/>
        </p:nvSpPr>
        <p:spPr>
          <a:xfrm>
            <a:off x="-15240" y="283753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മനുവേല്‍ മന്നവനേ!- പരനേ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മനുവായ്‌ വന്നവനേ!</a:t>
            </a:r>
            <a:endParaRPr lang="en-US" sz="3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B2511-7A2B-490F-98D2-5AE55D10CEDC}"/>
              </a:ext>
            </a:extLst>
          </p:cNvPr>
          <p:cNvSpPr/>
          <p:nvPr/>
        </p:nvSpPr>
        <p:spPr>
          <a:xfrm>
            <a:off x="441960" y="3962400"/>
            <a:ext cx="117348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Appanum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ammayumaayenikku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eppozhuthum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Ulhparithaapam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kandukaninjee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alpanu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332740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3309"/>
            <a:ext cx="12192000" cy="1728131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പെരുമഴപോലഗ്നിയസ്ത്രം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</a:rPr>
              <a:t>നരരിപുവാം സാത്താൻ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 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തെരുതെരെ എയ്യുന്നയ്യോ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എന്നില്‍ 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കരളലിഞ്ഞീടണമേ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-പരനേ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8939F-C116-4F72-B404-09D59C744F08}"/>
              </a:ext>
            </a:extLst>
          </p:cNvPr>
          <p:cNvSpPr/>
          <p:nvPr/>
        </p:nvSpPr>
        <p:spPr>
          <a:xfrm>
            <a:off x="0" y="5185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Manuvel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BA5C7-4906-48C5-9D77-327F8566B4B1}"/>
              </a:ext>
            </a:extLst>
          </p:cNvPr>
          <p:cNvSpPr/>
          <p:nvPr/>
        </p:nvSpPr>
        <p:spPr>
          <a:xfrm>
            <a:off x="-15240" y="283753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മനുവേല്‍ മന്നവനേ!- പരനേ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മനുവായ്‌ വന്നവനേ!</a:t>
            </a:r>
            <a:endParaRPr lang="en-US" sz="3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B2511-7A2B-490F-98D2-5AE55D10CEDC}"/>
              </a:ext>
            </a:extLst>
          </p:cNvPr>
          <p:cNvSpPr/>
          <p:nvPr/>
        </p:nvSpPr>
        <p:spPr>
          <a:xfrm>
            <a:off x="441960" y="3962400"/>
            <a:ext cx="117348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Perumazha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polagneyaasthram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nararipoovaam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saaththaan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Theruthere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aeyyunnayyo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karalhalinjeedenhame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568885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3309"/>
            <a:ext cx="12192000" cy="1728131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ശരണം നീയല്ലാതടിയനു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ഒരുവനുമില്ലയ്യോ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മരണംവരെയും അരികിലിരുന്നു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പരിപാലിക്കണമേ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-പരനേ-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8939F-C116-4F72-B404-09D59C744F08}"/>
              </a:ext>
            </a:extLst>
          </p:cNvPr>
          <p:cNvSpPr/>
          <p:nvPr/>
        </p:nvSpPr>
        <p:spPr>
          <a:xfrm>
            <a:off x="0" y="5185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Manuvel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BA5C7-4906-48C5-9D77-327F8566B4B1}"/>
              </a:ext>
            </a:extLst>
          </p:cNvPr>
          <p:cNvSpPr/>
          <p:nvPr/>
        </p:nvSpPr>
        <p:spPr>
          <a:xfrm>
            <a:off x="-15240" y="283753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മനുവേല്‍ മന്നവനേ!- പരനേ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മനുവായ്‌ വന്നവനേ!</a:t>
            </a:r>
            <a:endParaRPr lang="en-US" sz="3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B2511-7A2B-490F-98D2-5AE55D10CEDC}"/>
              </a:ext>
            </a:extLst>
          </p:cNvPr>
          <p:cNvSpPr/>
          <p:nvPr/>
        </p:nvSpPr>
        <p:spPr>
          <a:xfrm>
            <a:off x="441960" y="3962400"/>
            <a:ext cx="117348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Sharanham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neeyallathadiyanu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oruvanumillayyo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arikilirunnu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paripaalikkanhame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078599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3309"/>
            <a:ext cx="12192000" cy="1728131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നിന്നെ വിട്ടിട്ടിങ്ങടിയാനെങ്ങു പോയീടും?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കണ്മണിപോല്‍ നിന്നെ ഞാന്‍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നോക്കും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എന്നരുള്‍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ചെയ്തോനേ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-പരനേ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8939F-C116-4F72-B404-09D59C744F08}"/>
              </a:ext>
            </a:extLst>
          </p:cNvPr>
          <p:cNvSpPr/>
          <p:nvPr/>
        </p:nvSpPr>
        <p:spPr>
          <a:xfrm>
            <a:off x="0" y="5185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Manuvel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BA5C7-4906-48C5-9D77-327F8566B4B1}"/>
              </a:ext>
            </a:extLst>
          </p:cNvPr>
          <p:cNvSpPr/>
          <p:nvPr/>
        </p:nvSpPr>
        <p:spPr>
          <a:xfrm>
            <a:off x="-15240" y="283753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മനുവേല്‍ മന്നവനേ!- പരനേ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മനുവായ്‌ വന്നവനേ!</a:t>
            </a:r>
            <a:endParaRPr lang="en-US" sz="3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B2511-7A2B-490F-98D2-5AE55D10CEDC}"/>
              </a:ext>
            </a:extLst>
          </p:cNvPr>
          <p:cNvSpPr/>
          <p:nvPr/>
        </p:nvSpPr>
        <p:spPr>
          <a:xfrm>
            <a:off x="304800" y="3962400"/>
            <a:ext cx="1187196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Ninne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vittittingadiyaanengu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Kanhmanhipol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ennarulh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cheythone-parane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9388573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3309"/>
            <a:ext cx="12192000" cy="1728131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അരികില്‍ വരായ്കില്‍ നീ എന്‍റെ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മരണം വന്നീടും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കരുണാവാരിധിയേ! വന്നെന്‍റെകരളു തണുപ്പിക്ക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-പരനേ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8939F-C116-4F72-B404-09D59C744F08}"/>
              </a:ext>
            </a:extLst>
          </p:cNvPr>
          <p:cNvSpPr/>
          <p:nvPr/>
        </p:nvSpPr>
        <p:spPr>
          <a:xfrm>
            <a:off x="0" y="5185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Manuvel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BA5C7-4906-48C5-9D77-327F8566B4B1}"/>
              </a:ext>
            </a:extLst>
          </p:cNvPr>
          <p:cNvSpPr/>
          <p:nvPr/>
        </p:nvSpPr>
        <p:spPr>
          <a:xfrm>
            <a:off x="-15240" y="283753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മനുവേല്‍ മന്നവനേ!- പരനേ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മനുവായ്‌ വന്നവനേ!</a:t>
            </a:r>
            <a:endParaRPr lang="en-US" sz="3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B2511-7A2B-490F-98D2-5AE55D10CEDC}"/>
              </a:ext>
            </a:extLst>
          </p:cNvPr>
          <p:cNvSpPr/>
          <p:nvPr/>
        </p:nvSpPr>
        <p:spPr>
          <a:xfrm>
            <a:off x="304800" y="3962400"/>
            <a:ext cx="1187196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varaaykil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vaneedum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Karunhaavaaridhe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karalhu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thanhuppikka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6829852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204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322 മനുവേല്‍ മന്നവനേ!</vt:lpstr>
      <vt:lpstr>പല്ലവി മനുവേല്‍ മന്നവനേ!- പരനേ മനുവായ്‌ വന്നവനേ! അനുപല്ലവി മനുവേലേ! നിന്മന മലിഞ്ഞരികില്‍ വരിക വൈകാതെ –പരനേ                        - മനു...</vt:lpstr>
      <vt:lpstr>1 കരുണയിനുടയോനെ - എന്നതിദുരിതം കാണണമേ   പരവശനായിടുന്നയ്യോ! എൻപാതകമതിനാലെ-പരനേ</vt:lpstr>
      <vt:lpstr>2 അപ്പനും അമ്മയുമായെനിക്കു എപ്പൊഴുതും നീയേ ഉള്‍പരിതാപം കണ്ടുകനിഞ്ഞീ അല്‍പനു തുണ ചെയ്ക                        -പരനേ-</vt:lpstr>
      <vt:lpstr>3 പെരുമഴപോലഗ്നിയസ്ത്രം നരരിപുവാം സാത്താൻ    തെരുതെരെ എയ്യുന്നയ്യോ എന്നില്‍  കരളലിഞ്ഞീടണമേ                        -പരനേ</vt:lpstr>
      <vt:lpstr>4 ശരണം നീയല്ലാതടിയനു  ഒരുവനുമില്ലയ്യോ  മരണംവരെയും അരികിലിരുന്നു പരിപാലിക്കണമേ                       -പരനേ- </vt:lpstr>
      <vt:lpstr>5 നിന്നെ വിട്ടിട്ടിങ്ങടിയാനെങ്ങു പോയീടും?  കണ്മണിപോല്‍ നിന്നെ ഞാന്‍ നോക്കും എന്നരുള്‍ ചെയ്തോനേ                        -പരനേ</vt:lpstr>
      <vt:lpstr>6 അരികില്‍ വരായ്കില്‍ നീ എന്‍റെ മരണം വന്നീടും  കരുണാവാരിധിയേ! വന്നെന്‍റെകരളു തണുപ്പിക്ക                       -പരനേ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Manuvel Mannavane</dc:title>
  <dc:creator>Digital Input:; GM JOHN; Acsah Mathews</dc:creator>
  <cp:lastModifiedBy>Acsah Mathews</cp:lastModifiedBy>
  <cp:revision>172</cp:revision>
  <dcterms:created xsi:type="dcterms:W3CDTF">2013-04-19T09:19:07Z</dcterms:created>
  <dcterms:modified xsi:type="dcterms:W3CDTF">2018-11-19T17:13:04Z</dcterms:modified>
</cp:coreProperties>
</file>