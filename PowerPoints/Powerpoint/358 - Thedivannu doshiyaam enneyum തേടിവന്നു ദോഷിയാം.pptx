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2"/>
    <p:sldId id="271" r:id="rId3"/>
    <p:sldId id="272" r:id="rId4"/>
    <p:sldId id="273" r:id="rId5"/>
    <p:sldId id="274" r:id="rId6"/>
    <p:sldId id="275" r:id="rId7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2" d="100"/>
          <a:sy n="42" d="100"/>
        </p:scale>
        <p:origin x="66" y="84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635922-B045-48F2-BFDF-4A7644D6571F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00EF52-B710-443E-BFB0-8DE8930DE7B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4D2337-BF20-4649-88B8-CD611FB90AA5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1DB808-0A28-4B59-81C0-5C7964DB22D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50D2BA-2E17-466E-AC8F-DC776F86E331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AC7856-7B46-4C5B-9C8A-859906F7AEC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11B502-7293-4076-ACA3-C6039D014E15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213154-F334-4899-BB46-2BAE66DD3D6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009190-F62D-4EB8-BBD4-79E9FAFA4583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EA232A-8DBA-4C80-BE33-766B24B439A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DA03F9-81D5-478D-9A67-E65CFEE04B24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0342C1-D9C8-4990-897F-38DE909745B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4BE810-99BA-4DE4-ACA8-348F12C7A505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7DE7E6-B9A7-41BC-BADD-F23CC19A58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0B57AA-59A1-43B3-A43F-40DC7E1E1786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5589B6-6CEC-4284-BAC0-E9CB8944B59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897396-5CC1-40DC-9C86-ED35DD495823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F2865A-7B72-4BFC-BD00-A8DD5177EC8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C059C5-320E-4167-9197-75CD0DD83CA3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DDDEDC-F03B-47D2-A3D3-A65BA9EC60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E9EDFA-5149-4E3F-BA7E-6C8F9BDF260C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FEB0A6-4D26-4835-8BEE-F033AF549C4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C47DEFE4-E5E6-436D-B215-191D4E18801A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C0DAFFE4-8964-46F8-A2B4-B3D3F3B80C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2EDB6-31E1-4115-B7D3-AA1F6D7393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358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തേടിവന്നു ദോഷിയാം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01DDC1-CB24-4921-8F35-90284167E7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>
                <a:solidFill>
                  <a:srgbClr val="002060"/>
                </a:solidFill>
              </a:rPr>
              <a:t>Thèdivannu </a:t>
            </a:r>
            <a:r>
              <a:rPr lang="en-US" sz="4000" b="1" dirty="0" err="1">
                <a:solidFill>
                  <a:srgbClr val="002060"/>
                </a:solidFill>
              </a:rPr>
              <a:t>doshiyaam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61C7EC-0DBC-459A-857D-3155A91269C5}"/>
              </a:ext>
            </a:extLst>
          </p:cNvPr>
          <p:cNvSpPr/>
          <p:nvPr/>
        </p:nvSpPr>
        <p:spPr>
          <a:xfrm>
            <a:off x="2286000" y="5029200"/>
            <a:ext cx="330891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</a:rPr>
              <a:t>(എം. ഈ.  ചെറിയാൻ) </a:t>
            </a:r>
            <a:endParaRPr lang="en-US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58BB3B-20F8-4985-ABA9-56CF2BEA9482}"/>
              </a:ext>
            </a:extLst>
          </p:cNvPr>
          <p:cNvSpPr/>
          <p:nvPr/>
        </p:nvSpPr>
        <p:spPr>
          <a:xfrm>
            <a:off x="7924800" y="5029200"/>
            <a:ext cx="19912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(M. E. Cherian) </a:t>
            </a:r>
          </a:p>
        </p:txBody>
      </p:sp>
    </p:spTree>
    <p:extLst>
      <p:ext uri="{BB962C8B-B14F-4D97-AF65-F5344CB8AC3E}">
        <p14:creationId xmlns:p14="http://schemas.microsoft.com/office/powerpoint/2010/main" val="793647161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998220"/>
            <a:ext cx="12192000" cy="2438400"/>
          </a:xfrm>
        </p:spPr>
        <p:txBody>
          <a:bodyPr anchor="t"/>
          <a:lstStyle/>
          <a:p>
            <a:pPr algn="l" defTabSz="461963">
              <a:lnSpc>
                <a:spcPct val="150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തേടിവന്നു ദോഷിയാം എന്നെയും എന്നെയും നാഥാ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ഇത്രമാം സ്നേഹം ഉയിർ കൊടുത്തെനിക്കായ്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മന്നവാ വർണ്ണിപ്പാൻ എളുതല്ലേ എനിക്ക്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–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തേടി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….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358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41DFA6-EBF7-4B85-8E67-0845667A9E1B}"/>
              </a:ext>
            </a:extLst>
          </p:cNvPr>
          <p:cNvSpPr txBox="1"/>
          <p:nvPr/>
        </p:nvSpPr>
        <p:spPr>
          <a:xfrm>
            <a:off x="0" y="169277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B86846-1400-4723-AE7F-6EDFE691EAEA}"/>
              </a:ext>
            </a:extLst>
          </p:cNvPr>
          <p:cNvSpPr/>
          <p:nvPr/>
        </p:nvSpPr>
        <p:spPr>
          <a:xfrm>
            <a:off x="0" y="3672870"/>
            <a:ext cx="12192000" cy="23657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Thèdivannu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doshiyaam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enneyum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enneyum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Naathaa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Ithramaam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sneham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uyir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koduththenikkaai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Mannavaa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Varnnhippaan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elhuthalley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enikku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		-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thedi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…  </a:t>
            </a:r>
          </a:p>
        </p:txBody>
      </p:sp>
    </p:spTree>
    <p:extLst>
      <p:ext uri="{BB962C8B-B14F-4D97-AF65-F5344CB8AC3E}">
        <p14:creationId xmlns:p14="http://schemas.microsoft.com/office/powerpoint/2010/main" val="4053512315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84830"/>
            <a:ext cx="12192000" cy="2438400"/>
          </a:xfrm>
        </p:spPr>
        <p:txBody>
          <a:bodyPr anchor="t"/>
          <a:lstStyle/>
          <a:p>
            <a:pPr algn="l" defTabSz="461963">
              <a:lnSpc>
                <a:spcPct val="150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കുഞ്ഞാടിന്‍റെ കൂടെ ഗമിച്ചവർ പാടുമേ മോദാൽ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സീയോൻ മലയിൽ സീമ യറ്റാനന്ദം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എന്നിനി ശോഭിക്കുമോ മൽ പ്രാണനാഥാ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358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41DFA6-EBF7-4B85-8E67-0845667A9E1B}"/>
              </a:ext>
            </a:extLst>
          </p:cNvPr>
          <p:cNvSpPr txBox="1"/>
          <p:nvPr/>
        </p:nvSpPr>
        <p:spPr>
          <a:xfrm>
            <a:off x="0" y="169277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B86846-1400-4723-AE7F-6EDFE691EAEA}"/>
              </a:ext>
            </a:extLst>
          </p:cNvPr>
          <p:cNvSpPr/>
          <p:nvPr/>
        </p:nvSpPr>
        <p:spPr>
          <a:xfrm>
            <a:off x="0" y="3654088"/>
            <a:ext cx="12192000" cy="23657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Kunjaadintey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koodey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gamichchavar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paadumey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môdaal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Seeyon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malayil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seemayattaanandam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Ennini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shobhikkumo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mal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praanha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Naatha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590C59-D720-4D84-8E49-E28D1FAD61DA}"/>
              </a:ext>
            </a:extLst>
          </p:cNvPr>
          <p:cNvSpPr/>
          <p:nvPr/>
        </p:nvSpPr>
        <p:spPr>
          <a:xfrm>
            <a:off x="0" y="3225225"/>
            <a:ext cx="12192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2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ea typeface="+mj-ea"/>
                <a:cs typeface="Kartika" panose="02020503030404060203" pitchFamily="18" charset="0"/>
              </a:rPr>
              <a:t>തേടിവന്നു ദോഷിയാം എന്നെയും എന്നെയും നാഥാ 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71041D-A889-4CE9-8A5A-8EBF114A53CA}"/>
              </a:ext>
            </a:extLst>
          </p:cNvPr>
          <p:cNvSpPr/>
          <p:nvPr/>
        </p:nvSpPr>
        <p:spPr>
          <a:xfrm>
            <a:off x="30480" y="5909548"/>
            <a:ext cx="12161520" cy="7960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Thèdivannu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doshiyaam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enneyum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enneyum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Naathaa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68760869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84830"/>
            <a:ext cx="12192000" cy="2438400"/>
          </a:xfrm>
        </p:spPr>
        <p:txBody>
          <a:bodyPr anchor="t"/>
          <a:lstStyle/>
          <a:p>
            <a:pPr algn="l" defTabSz="461963">
              <a:lnSpc>
                <a:spcPct val="150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ക്ഷോണിതലേ ക്ഷീണം ഭവിച്ചീടാതെന്നെയും നാഥാ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ആണിപ്പഴുതുള്ള പാണികളാലെ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പ്രീണിച്ചനുഗ്രഹിച്ചിടുക നിത്യം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358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41DFA6-EBF7-4B85-8E67-0845667A9E1B}"/>
              </a:ext>
            </a:extLst>
          </p:cNvPr>
          <p:cNvSpPr txBox="1"/>
          <p:nvPr/>
        </p:nvSpPr>
        <p:spPr>
          <a:xfrm>
            <a:off x="0" y="169277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B86846-1400-4723-AE7F-6EDFE691EAEA}"/>
              </a:ext>
            </a:extLst>
          </p:cNvPr>
          <p:cNvSpPr/>
          <p:nvPr/>
        </p:nvSpPr>
        <p:spPr>
          <a:xfrm>
            <a:off x="0" y="3654088"/>
            <a:ext cx="12192000" cy="23657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Kshonhithaley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ksheenham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bhavichcheedaathenneyum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Naathaa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Aanhippazhuthullha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paanhikalhaaley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Preenhichchanugrahicheeduka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nithyam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590C59-D720-4D84-8E49-E28D1FAD61DA}"/>
              </a:ext>
            </a:extLst>
          </p:cNvPr>
          <p:cNvSpPr/>
          <p:nvPr/>
        </p:nvSpPr>
        <p:spPr>
          <a:xfrm>
            <a:off x="0" y="3225225"/>
            <a:ext cx="12192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2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ea typeface="+mj-ea"/>
                <a:cs typeface="Kartika" panose="02020503030404060203" pitchFamily="18" charset="0"/>
              </a:rPr>
              <a:t>തേടിവന്നു ദോഷിയാം എന്നെയും എന്നെയും നാഥാ 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71041D-A889-4CE9-8A5A-8EBF114A53CA}"/>
              </a:ext>
            </a:extLst>
          </p:cNvPr>
          <p:cNvSpPr/>
          <p:nvPr/>
        </p:nvSpPr>
        <p:spPr>
          <a:xfrm>
            <a:off x="30480" y="5909548"/>
            <a:ext cx="12161520" cy="7960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Thèdivannu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doshiyaam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enneyum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enneyum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Naathaa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29273813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84830"/>
            <a:ext cx="12192000" cy="2438400"/>
          </a:xfrm>
        </p:spPr>
        <p:txBody>
          <a:bodyPr anchor="t"/>
          <a:lstStyle/>
          <a:p>
            <a:pPr algn="l" defTabSz="461963">
              <a:lnSpc>
                <a:spcPct val="150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നിർത്തിടുക കളങ്കമേറ്റേശുവേ കറയില്ലാ തെന്നെ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പളുങ്കു കടൽ തീരത്തിരുന്നു ഞാനെന്‍റെ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മധുര ഗാന രഥ മതിലേറി ഗമിപ്പാൻ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358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41DFA6-EBF7-4B85-8E67-0845667A9E1B}"/>
              </a:ext>
            </a:extLst>
          </p:cNvPr>
          <p:cNvSpPr txBox="1"/>
          <p:nvPr/>
        </p:nvSpPr>
        <p:spPr>
          <a:xfrm>
            <a:off x="0" y="169277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B86846-1400-4723-AE7F-6EDFE691EAEA}"/>
              </a:ext>
            </a:extLst>
          </p:cNvPr>
          <p:cNvSpPr/>
          <p:nvPr/>
        </p:nvSpPr>
        <p:spPr>
          <a:xfrm>
            <a:off x="0" y="3654088"/>
            <a:ext cx="12192000" cy="23657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Nirththeeduka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kalhankamatteyshuvey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karayillaathenney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Palhunku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kadal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theeraththirunnu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njaanentey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Madhura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gaana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ratha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mathilèri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gamippaan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590C59-D720-4D84-8E49-E28D1FAD61DA}"/>
              </a:ext>
            </a:extLst>
          </p:cNvPr>
          <p:cNvSpPr/>
          <p:nvPr/>
        </p:nvSpPr>
        <p:spPr>
          <a:xfrm>
            <a:off x="0" y="3225225"/>
            <a:ext cx="12192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2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ea typeface="+mj-ea"/>
                <a:cs typeface="Kartika" panose="02020503030404060203" pitchFamily="18" charset="0"/>
              </a:rPr>
              <a:t>തേടിവന്നു ദോഷിയാം എന്നെയും എന്നെയും നാഥാ 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71041D-A889-4CE9-8A5A-8EBF114A53CA}"/>
              </a:ext>
            </a:extLst>
          </p:cNvPr>
          <p:cNvSpPr/>
          <p:nvPr/>
        </p:nvSpPr>
        <p:spPr>
          <a:xfrm>
            <a:off x="30480" y="5909548"/>
            <a:ext cx="12161520" cy="7960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Thèdivannu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doshiyaam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enneyum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enneyum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Naathaa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97960282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84830"/>
            <a:ext cx="12192000" cy="2438400"/>
          </a:xfrm>
        </p:spPr>
        <p:txBody>
          <a:bodyPr anchor="t"/>
          <a:lstStyle/>
          <a:p>
            <a:pPr algn="l" defTabSz="461963">
              <a:lnSpc>
                <a:spcPct val="150000"/>
              </a:lnSpc>
            </a:pPr>
            <a:r>
              <a:rPr lang="ml-IN" sz="3400" b="1" dirty="0">
                <a:latin typeface="Kartika" panose="02020503030404060203" pitchFamily="18" charset="0"/>
              </a:rPr>
              <a:t>പോഷിപ്പിക്ക പഥ്യവചനമാം ക്ഷീരത്താ ലെന്നെ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നിർമ്മല തോയം നിത്യം കുടിപ്പിച്ച്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പച്ചപ്പുൽ ശയ്യയിൽ കിടത്തിടുന്നെന്നെ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358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41DFA6-EBF7-4B85-8E67-0845667A9E1B}"/>
              </a:ext>
            </a:extLst>
          </p:cNvPr>
          <p:cNvSpPr txBox="1"/>
          <p:nvPr/>
        </p:nvSpPr>
        <p:spPr>
          <a:xfrm>
            <a:off x="0" y="169277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B86846-1400-4723-AE7F-6EDFE691EAEA}"/>
              </a:ext>
            </a:extLst>
          </p:cNvPr>
          <p:cNvSpPr/>
          <p:nvPr/>
        </p:nvSpPr>
        <p:spPr>
          <a:xfrm>
            <a:off x="0" y="3654088"/>
            <a:ext cx="12192000" cy="23657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Pôshippikka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pathya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vachanamaam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ksheeraththalenney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Nirmala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thôyam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nithyam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kudippichu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Pachchapul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shayyayil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kidaththeedunnenney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590C59-D720-4D84-8E49-E28D1FAD61DA}"/>
              </a:ext>
            </a:extLst>
          </p:cNvPr>
          <p:cNvSpPr/>
          <p:nvPr/>
        </p:nvSpPr>
        <p:spPr>
          <a:xfrm>
            <a:off x="0" y="3225225"/>
            <a:ext cx="12192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2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ea typeface="+mj-ea"/>
                <a:cs typeface="Kartika" panose="02020503030404060203" pitchFamily="18" charset="0"/>
              </a:rPr>
              <a:t>തേടിവന്നു ദോഷിയാം എന്നെയും എന്നെയും നാഥാ 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71041D-A889-4CE9-8A5A-8EBF114A53CA}"/>
              </a:ext>
            </a:extLst>
          </p:cNvPr>
          <p:cNvSpPr/>
          <p:nvPr/>
        </p:nvSpPr>
        <p:spPr>
          <a:xfrm>
            <a:off x="30480" y="5909548"/>
            <a:ext cx="12161520" cy="7960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Thèdivannu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doshiyaam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enneyum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enneyum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Naathaa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79441502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381</TotalTime>
  <Words>146</Words>
  <Application>Microsoft Office PowerPoint</Application>
  <PresentationFormat>Widescreen</PresentationFormat>
  <Paragraphs>42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Kartika</vt:lpstr>
      <vt:lpstr>Office Theme</vt:lpstr>
      <vt:lpstr>358 തേടിവന്നു ദോഷിയാം</vt:lpstr>
      <vt:lpstr>തേടിവന്നു ദോഷിയാം എന്നെയും എന്നെയും നാഥാ  ഇത്രമാം സ്നേഹം ഉയിർ കൊടുത്തെനിക്കായ് മന്നവാ വർണ്ണിപ്പാൻ എളുതല്ലേ എനിക്ക് – തേടി….</vt:lpstr>
      <vt:lpstr>കുഞ്ഞാടിന്‍റെ കൂടെ ഗമിച്ചവർ പാടുമേ മോദാൽ  സീയോൻ മലയിൽ സീമ യറ്റാനന്ദം എന്നിനി ശോഭിക്കുമോ മൽ പ്രാണനാഥാ </vt:lpstr>
      <vt:lpstr>ക്ഷോണിതലേ ക്ഷീണം ഭവിച്ചീടാതെന്നെയും നാഥാ ആണിപ്പഴുതുള്ള പാണികളാലെ പ്രീണിച്ചനുഗ്രഹിച്ചിടുക നിത്യം </vt:lpstr>
      <vt:lpstr>നിർത്തിടുക കളങ്കമേറ്റേശുവേ കറയില്ലാ തെന്നെ  പളുങ്കു കടൽ തീരത്തിരുന്നു ഞാനെന്‍റെ മധുര ഗാന രഥ മതിലേറി ഗമിപ്പാൻ </vt:lpstr>
      <vt:lpstr>പോഷിപ്പിക്ക പഥ്യവചനമാം ക്ഷീരത്താ ലെന്നെ  നിർമ്മല തോയം നിത്യം കുടിപ്പിച്ച്  പച്ചപ്പുൽ ശയ്യയിൽ കിടത്തിടുന്നെന്നെ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Thedivannu doshiyaam</dc:title>
  <dc:creator>Digital Input:; GM JOHN; Acsah Mathews</dc:creator>
  <cp:lastModifiedBy>Acsah Mathews</cp:lastModifiedBy>
  <cp:revision>139</cp:revision>
  <dcterms:created xsi:type="dcterms:W3CDTF">2013-04-19T09:19:07Z</dcterms:created>
  <dcterms:modified xsi:type="dcterms:W3CDTF">2018-11-21T17:13:42Z</dcterms:modified>
</cp:coreProperties>
</file>