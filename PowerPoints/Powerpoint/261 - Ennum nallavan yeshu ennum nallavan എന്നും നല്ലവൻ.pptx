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2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1" autoAdjust="0"/>
    <p:restoredTop sz="94660"/>
  </p:normalViewPr>
  <p:slideViewPr>
    <p:cSldViewPr>
      <p:cViewPr varScale="1">
        <p:scale>
          <a:sx n="45" d="100"/>
          <a:sy n="45" d="100"/>
        </p:scale>
        <p:origin x="66" y="7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5C8135-EA1E-4916-A530-798BA66D0CD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2B5392-3C6C-4315-846E-B9A9FBAB90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1DB44-39C1-4169-BE08-4B1A1CE66AF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4FB6F-6B7F-4B08-A6D3-4386915A17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341B4-B6F0-4577-86AF-15AC722DDC1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622FB-D746-47F8-8DD1-D8A580E25A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38A3E-D5D1-40BE-A4CB-D9AA1296E63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290C3-0E1F-455F-9A42-5C55FC0574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9A0FD-3055-4518-9B82-8CDA4BB1FF5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18FC6F-FE47-4AE6-ABCA-1078B07D08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2D2DF-6227-4C1C-90DB-6A900833835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2ED7A-4AD9-43B2-85AA-A1F61D02A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0504-78B0-4BC0-AD3A-4681B292B10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D770E-0814-4258-B7AC-0CF0276AF2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9357A-24A2-4094-826B-B95E9160703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288B65-B7DC-495E-BB75-FB11EA56B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6EC0E-E818-43AE-AC10-6ECFB779954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27D13-20B1-49F1-AEC7-914FA9D3AC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E6394-F60D-4D49-88DD-4127726DB3A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FE0CE-85C5-4FB5-AFB3-75E779EBD4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E1A39-2FC9-4A43-B072-510935FA584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16D587-095F-4C2B-B3CE-0C3D423AC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D9A920-AE3A-4AB4-99A9-54C279236BF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6802FF8-3DB0-4F23-AB10-B9C649215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DF38-D1A2-4ED4-92A6-879A940D64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261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എന്നും നല്ലവൻ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8FFE9-0C9E-47F2-A537-248DE8737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269970"/>
          </a:xfrm>
        </p:spPr>
        <p:txBody>
          <a:bodyPr/>
          <a:lstStyle/>
          <a:p>
            <a:r>
              <a:rPr lang="fi-FI" sz="4000" b="1" dirty="0">
                <a:solidFill>
                  <a:schemeClr val="accent1">
                    <a:lumMod val="50000"/>
                  </a:schemeClr>
                </a:solidFill>
              </a:rPr>
              <a:t>Ennum nallavan</a:t>
            </a:r>
            <a:endParaRPr lang="en-US" sz="4000" dirty="0"/>
          </a:p>
          <a:p>
            <a:r>
              <a:rPr lang="en-US" i="1" dirty="0"/>
              <a:t>Tune: Christ is all to 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944BD4-B238-49A3-8AEF-98703D845AA0}"/>
              </a:ext>
            </a:extLst>
          </p:cNvPr>
          <p:cNvSpPr/>
          <p:nvPr/>
        </p:nvSpPr>
        <p:spPr>
          <a:xfrm>
            <a:off x="1866014" y="5156170"/>
            <a:ext cx="2879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rgbClr val="000000"/>
                </a:solidFill>
                <a:latin typeface="Calibri" panose="020F0502020204030204" pitchFamily="34" charset="0"/>
              </a:rPr>
              <a:t>(റ്റി. കെ. ശാമുവേൽ)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BA87DD-F753-4A14-8A1B-FC4FE104DCCC}"/>
              </a:ext>
            </a:extLst>
          </p:cNvPr>
          <p:cNvSpPr/>
          <p:nvPr/>
        </p:nvSpPr>
        <p:spPr>
          <a:xfrm>
            <a:off x="8376289" y="5156170"/>
            <a:ext cx="18073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(T.K. Samuel)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43164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2057400"/>
            <a:ext cx="12192000" cy="1752600"/>
          </a:xfrm>
        </p:spPr>
        <p:txBody>
          <a:bodyPr anchor="t"/>
          <a:lstStyle/>
          <a:p>
            <a:pPr algn="l" defTabSz="625475">
              <a:tabLst>
                <a:tab pos="401638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ഭാരം ഉള്ളിൽ നേരിടും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നേരമെല്ലാം താങ്ങിടും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‘സാരമില്ലെ'ന്നോതിടും തന്മാർവ്വിലെന്നെ ചേർത്തിടും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-എന്നും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261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CF2C01-F07E-4F71-B867-73DB44463A47}"/>
              </a:ext>
            </a:extLst>
          </p:cNvPr>
          <p:cNvSpPr/>
          <p:nvPr/>
        </p:nvSpPr>
        <p:spPr>
          <a:xfrm>
            <a:off x="0" y="759833"/>
            <a:ext cx="12177823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നല്ലവൻ യേശു എന്നും നല്ലവൻ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ഇന്നലെയും ഇന്നും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അന്യനല്ലവൻ 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35A6D-7AE7-4592-9A09-05D344142295}"/>
              </a:ext>
            </a:extLst>
          </p:cNvPr>
          <p:cNvSpPr/>
          <p:nvPr/>
        </p:nvSpPr>
        <p:spPr>
          <a:xfrm>
            <a:off x="12405" y="3810000"/>
            <a:ext cx="12165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Ennum nallavan yeshu ennum nallavan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Innaleyum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anyanallavan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B8CCC-3AB9-4901-88C8-645EDD037C1D}"/>
              </a:ext>
            </a:extLst>
          </p:cNvPr>
          <p:cNvSpPr/>
          <p:nvPr/>
        </p:nvSpPr>
        <p:spPr>
          <a:xfrm>
            <a:off x="-7090" y="5144124"/>
            <a:ext cx="1216541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neridum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neramellaam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thaangidum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Saaramillennothidum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maarvilenne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cherththidum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835613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8860" y="856372"/>
            <a:ext cx="12192000" cy="1138773"/>
          </a:xfrm>
        </p:spPr>
        <p:txBody>
          <a:bodyPr anchor="t"/>
          <a:lstStyle/>
          <a:p>
            <a:pPr algn="l" defTabSz="625475"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2.	സംഭവങ്ങൾ കേൾക്കവെ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കമ്പം ഉള്ളിൽ ചെർക്കവേ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തമ്പുരാന്‍റെ തിരുവചനം ഓർപ്പിക്കുംപോൽ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ആകവേ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0" y="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261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CF2C01-F07E-4F71-B867-73DB44463A47}"/>
              </a:ext>
            </a:extLst>
          </p:cNvPr>
          <p:cNvSpPr/>
          <p:nvPr/>
        </p:nvSpPr>
        <p:spPr>
          <a:xfrm>
            <a:off x="0" y="2127599"/>
            <a:ext cx="12177823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നല്ലവൻ യേശു എന്നും നല്ലവൻ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ഇന്നലെയും ഇന്നും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അന്യനല്ലവൻ 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35A6D-7AE7-4592-9A09-05D344142295}"/>
              </a:ext>
            </a:extLst>
          </p:cNvPr>
          <p:cNvSpPr/>
          <p:nvPr/>
        </p:nvSpPr>
        <p:spPr>
          <a:xfrm>
            <a:off x="-7091" y="5059859"/>
            <a:ext cx="12165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Ennum nallavan yeshu ennum nallavan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Innaleyum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anyanallavan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B8CCC-3AB9-4901-88C8-645EDD037C1D}"/>
              </a:ext>
            </a:extLst>
          </p:cNvPr>
          <p:cNvSpPr/>
          <p:nvPr/>
        </p:nvSpPr>
        <p:spPr>
          <a:xfrm>
            <a:off x="-7091" y="3661828"/>
            <a:ext cx="1216541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Sambhavangalh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kelkkave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kambam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cherkkave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thiruvachanam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orpikkum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polaakave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16138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8860" y="856372"/>
            <a:ext cx="12192000" cy="1138773"/>
          </a:xfrm>
        </p:spPr>
        <p:txBody>
          <a:bodyPr anchor="t"/>
          <a:lstStyle/>
          <a:p>
            <a:pPr algn="l" defTabSz="625475"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3.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ഉലകവെയിൽ കൊണ്ടു ഞാൻ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വാടി വീഴാതോടുവാൻ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തണലെനിക്കു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നല്കിടുവാൻ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വലഭഗത്തായുണ്ടുതാൻ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0" y="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261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CF2C01-F07E-4F71-B867-73DB44463A47}"/>
              </a:ext>
            </a:extLst>
          </p:cNvPr>
          <p:cNvSpPr/>
          <p:nvPr/>
        </p:nvSpPr>
        <p:spPr>
          <a:xfrm>
            <a:off x="0" y="2127599"/>
            <a:ext cx="12177823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നല്ലവൻ യേശു എന്നും നല്ലവൻ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ഇന്നലെയും ഇന്നും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അന്യനല്ലവൻ 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35A6D-7AE7-4592-9A09-05D344142295}"/>
              </a:ext>
            </a:extLst>
          </p:cNvPr>
          <p:cNvSpPr/>
          <p:nvPr/>
        </p:nvSpPr>
        <p:spPr>
          <a:xfrm>
            <a:off x="-7091" y="5059859"/>
            <a:ext cx="12165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Ennum nallavan yeshu ennum nallavan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Innaleyum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anyanallavan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B8CCC-3AB9-4901-88C8-645EDD037C1D}"/>
              </a:ext>
            </a:extLst>
          </p:cNvPr>
          <p:cNvSpPr/>
          <p:nvPr/>
        </p:nvSpPr>
        <p:spPr>
          <a:xfrm>
            <a:off x="-7091" y="3661828"/>
            <a:ext cx="1216541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veezhaathoduvaan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Thanhalenikku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nalkeeduvaan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valabhaagathayundu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11079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8860" y="856372"/>
            <a:ext cx="12192000" cy="1138773"/>
          </a:xfrm>
        </p:spPr>
        <p:txBody>
          <a:bodyPr anchor="t"/>
          <a:lstStyle/>
          <a:p>
            <a:pPr algn="l" defTabSz="625475">
              <a:tabLst>
                <a:tab pos="401638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രാവിലും പകലിലും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ചേലൊടു  തൻ പാലനം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ഭൂവിലെനിക്കുള്ളതിനാൽ	മാലിനില്ല കാരണം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0" y="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261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CF2C01-F07E-4F71-B867-73DB44463A47}"/>
              </a:ext>
            </a:extLst>
          </p:cNvPr>
          <p:cNvSpPr/>
          <p:nvPr/>
        </p:nvSpPr>
        <p:spPr>
          <a:xfrm>
            <a:off x="0" y="2127599"/>
            <a:ext cx="12177823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നല്ലവൻ യേശു എന്നും നല്ലവൻ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ഇന്നലെയും ഇന്നും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അന്യനല്ലവൻ 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35A6D-7AE7-4592-9A09-05D344142295}"/>
              </a:ext>
            </a:extLst>
          </p:cNvPr>
          <p:cNvSpPr/>
          <p:nvPr/>
        </p:nvSpPr>
        <p:spPr>
          <a:xfrm>
            <a:off x="-7091" y="5059859"/>
            <a:ext cx="12165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Ennum nallavan yeshu ennum nallavan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Innaleyum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anyanallavan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B8CCC-3AB9-4901-88C8-645EDD037C1D}"/>
              </a:ext>
            </a:extLst>
          </p:cNvPr>
          <p:cNvSpPr/>
          <p:nvPr/>
        </p:nvSpPr>
        <p:spPr>
          <a:xfrm>
            <a:off x="-7091" y="3661828"/>
            <a:ext cx="1216541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Raavilum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pakalilum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chelodu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paalanam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Bhoovileni-kkulhathinaal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maalinilla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kaaranham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995234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148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261 എന്നും നല്ലവൻ</vt:lpstr>
      <vt:lpstr>1. ഭാരം ഉള്ളിൽ നേരിടും നേരമെല്ലാം താങ്ങിടും   ‘സാരമില്ലെ'ന്നോതിടും തന്മാർവ്വിലെന്നെ ചേർത്തിടും                 -എന്നും…</vt:lpstr>
      <vt:lpstr>2. സംഭവങ്ങൾ കേൾക്കവെ കമ്പം ഉള്ളിൽ ചെർക്കവേ  തമ്പുരാന്‍റെ തിരുവചനം ഓർപ്പിക്കുംപോൽ ആകവേ</vt:lpstr>
      <vt:lpstr>3. ഉലകവെയിൽ കൊണ്ടു ഞാൻ വാടി വീഴാതോടുവാൻ         തണലെനിക്കു നല്കിടുവാൻ വലഭഗത്തായുണ്ടുതാൻ </vt:lpstr>
      <vt:lpstr>4. രാവിലും പകലിലും ചേലൊടു  തൻ പാലനം  ഭൂവിലെനിക്കുള്ളതിനാൽ മാലിനില്ല കാരണം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Ennum nallavan yeshu ennum nallavan</dc:title>
  <dc:creator>Digital Input:; GM JOHN; Acsah Mathews</dc:creator>
  <cp:lastModifiedBy>Acsah Mathews</cp:lastModifiedBy>
  <cp:revision>137</cp:revision>
  <dcterms:created xsi:type="dcterms:W3CDTF">2013-04-25T00:28:25Z</dcterms:created>
  <dcterms:modified xsi:type="dcterms:W3CDTF">2018-11-14T18:15:54Z</dcterms:modified>
</cp:coreProperties>
</file>