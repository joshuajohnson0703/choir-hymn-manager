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3E1D2-7013-46C3-8278-BB2B97D9F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4BB57-A280-43ED-BFBF-CF31EBCE8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77717-8972-43EC-B366-E55F4C4D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F0A86-675E-4EBA-B270-822DAFF1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E3441-E6A6-41AF-B612-833A9B29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B9C53-E77C-4826-A77E-E81B22444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50E8B-3961-4E9E-A967-939870BC1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BC028-9899-4489-9C1F-91FA8F7C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F8EA5-C5DA-4159-AB5E-EB4BC795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C7F87-6B5E-4B5B-8400-827239B2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9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575A7-6DAA-4F65-8F63-050AA776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110B7-49CC-41CC-BF5C-A06FA56A3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3EF0D-1976-402C-BF46-77971236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FE474-B4EB-487F-AC39-91C532BD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F6E3E-4CBF-47C7-8C08-6F4557D3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9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499AA-25E7-4260-9B05-7CDDD6DE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7CF9-F148-461E-89D6-0D13B2A57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44D94-F63F-4390-9879-376DE5EBB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73823-E752-4171-9CAC-F670EC046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570A7-AE5C-47B5-8FF0-BED6E568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4F04D-2B40-4407-B4E6-F014300B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78B99-4612-4DCF-9B86-2EEE21212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B9161-BC70-4D40-ABFD-EFD866229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3BB7D-C3CD-4B55-AC26-2A39B03D7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277EB-72F5-45CA-BAEE-ED7230949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7ED524-F62D-43EC-AA45-7D22B3830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5DD2A-36B6-465C-B2F6-0830BEF8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BD1B88-704E-4A48-BDDA-7A624D85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69FC87-B425-4A62-B829-0451AD7C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5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A203-F06B-4CFB-A270-8ECDA394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07C4E6-2E34-43DE-B33C-88821A1F3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7CDE5-5782-4CF1-A726-B5E3F35C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57C58-1C01-43D5-B6B1-F5B2A06AE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4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04ABD-6BF5-420E-AC40-206B7B21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7FF5F-74C5-4219-B538-DE0EFF65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11AF3-4ACF-4FF5-936C-16729F52C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3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026D4-6E0F-432F-AF3B-70360509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126B-85FE-4D5E-8AD5-B854A53B3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97283-3E3C-4092-ADF0-E33A5FCB6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D0E6F-AFDC-40F1-8101-4C2D2CC16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FE9A3-ED63-4E1D-B03C-66B8DFE24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08966-E7B9-43E8-A2FD-DC0C5768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5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D572-9077-42C4-9A40-8794BC5C3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F08FFC-7D96-4F31-97A2-C8FBC03DF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B4E73-E146-44EB-AB6E-75186312F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6F1E7-7881-49F2-8212-4E24A0C9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67CAF-B6FE-4550-B04B-02A13BBE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F17EC-0A0B-4AFE-9F6A-CB292068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7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7A949-7338-43E4-8ABC-721FA6560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FE37B-727B-4D79-91F5-6852DBB66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89874-30FF-4444-BD3F-E200BBEB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C9F26-981A-4402-81BC-84A65E0E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52FF5-6403-4BE8-9087-4BD60924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8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0CDF92-6DB7-4333-AE9E-DBFBC5FBE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73146-162F-4FC3-9190-13A9B5370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43C8A-A773-4F02-B135-1AF209E97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A5015-78B1-4E2D-ACFF-A9D91EC3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CEFD5-2A81-46A5-B657-07CDC136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2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F0AAE-C04E-41F1-A781-087671A15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30A75-0E40-4CFF-852D-AE23E7AF4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617B4-54AC-4E08-8A42-67D247933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227CF-82F4-4A33-AAA3-87F3FDA352A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23D23-20D1-4389-809F-841BBBBE7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387C-7AE7-4FA2-A024-C14C83E38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58322-4182-45B8-8D83-B9EEF5DA4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8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1BE2-6061-4A09-855E-E5F200B6F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9262"/>
            <a:ext cx="12192000" cy="29707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474</a:t>
            </a:r>
            <a:br>
              <a:rPr lang="en-US" dirty="0"/>
            </a:br>
            <a:r>
              <a:rPr lang="ml-IN" sz="5400" b="1" dirty="0">
                <a:solidFill>
                  <a:srgbClr val="000000"/>
                </a:solidFill>
                <a:latin typeface="Kartika" panose="02020503030404060203" pitchFamily="18" charset="0"/>
              </a:rPr>
              <a:t>വിശ്വസ്തന്‍ എന്‍ ദൈവം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312CD-1F31-4B17-8C28-562C6CBD5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766161"/>
            <a:ext cx="12191999" cy="196947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2060"/>
                </a:solidFill>
              </a:rPr>
              <a:t>Vishwasthan </a:t>
            </a:r>
            <a:r>
              <a:rPr lang="en-US" sz="4400" b="1" dirty="0" err="1">
                <a:solidFill>
                  <a:srgbClr val="002060"/>
                </a:solidFill>
              </a:rPr>
              <a:t>en</a:t>
            </a:r>
            <a:r>
              <a:rPr lang="en-US" sz="4400" b="1" dirty="0">
                <a:solidFill>
                  <a:srgbClr val="002060"/>
                </a:solidFill>
              </a:rPr>
              <a:t> </a:t>
            </a:r>
            <a:r>
              <a:rPr lang="en-US" sz="4400" b="1" dirty="0" err="1">
                <a:solidFill>
                  <a:srgbClr val="002060"/>
                </a:solidFill>
              </a:rPr>
              <a:t>daivam</a:t>
            </a:r>
            <a:endParaRPr lang="en-US" sz="4400" b="1" dirty="0">
              <a:solidFill>
                <a:srgbClr val="002060"/>
              </a:solidFill>
            </a:endParaRPr>
          </a:p>
          <a:p>
            <a:r>
              <a:rPr lang="en-US" sz="4400" i="1" dirty="0">
                <a:solidFill>
                  <a:schemeClr val="accent1">
                    <a:lumMod val="75000"/>
                  </a:schemeClr>
                </a:solidFill>
              </a:rPr>
              <a:t>Great is Thy faithfulness – </a:t>
            </a:r>
            <a:r>
              <a:rPr lang="en-US" sz="4000" i="1" dirty="0">
                <a:solidFill>
                  <a:schemeClr val="accent1">
                    <a:lumMod val="75000"/>
                  </a:schemeClr>
                </a:solidFill>
              </a:rPr>
              <a:t>T.O. </a:t>
            </a:r>
            <a:r>
              <a:rPr lang="en-US" sz="4000" i="1" dirty="0" err="1">
                <a:solidFill>
                  <a:schemeClr val="accent1">
                    <a:lumMod val="75000"/>
                  </a:schemeClr>
                </a:solidFill>
              </a:rPr>
              <a:t>Chrisholm</a:t>
            </a:r>
            <a:endParaRPr lang="en-US" sz="4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6ADD3-86D5-4361-A7EC-5F847B3A715F}"/>
              </a:ext>
            </a:extLst>
          </p:cNvPr>
          <p:cNvSpPr/>
          <p:nvPr/>
        </p:nvSpPr>
        <p:spPr>
          <a:xfrm>
            <a:off x="4314090" y="5474607"/>
            <a:ext cx="3563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(Translation: </a:t>
            </a:r>
            <a:r>
              <a:rPr lang="en-US" sz="2400" b="1" dirty="0" err="1">
                <a:solidFill>
                  <a:srgbClr val="C00000"/>
                </a:solidFill>
                <a:latin typeface="Calibri" panose="020F0502020204030204" pitchFamily="34" charset="0"/>
              </a:rPr>
              <a:t>Dasan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 Philip)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1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263769" y="946086"/>
            <a:ext cx="11840308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വിശ്വസ്തന്‍ എന്‍ ദൈവം യാക്കോബിന്‍ ദൈവം </a:t>
            </a:r>
          </a:p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വര്‍ഷിക്കുന്നു ദയ ദിനം തോറും</a:t>
            </a:r>
          </a:p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ആര്‍ദ്രവാനവന്‍ തന്‍ വാക്കു മാറാത്തവന്‍</a:t>
            </a:r>
            <a:endParaRPr lang="en-US" sz="3400" b="1" spc="-150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എൻ ദൈവം വിശ്വസ്തൻ മാറാത്തവൻ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263769" y="3621818"/>
            <a:ext cx="11224846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Vishwasthan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daivam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yaakkobin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daivam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Varshikkunnu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daya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dinam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thorhum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Aardravaanavan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vaakku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maarhaaththon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En </a:t>
            </a:r>
            <a:r>
              <a:rPr lang="en-US" sz="3400" b="1" dirty="0" err="1">
                <a:solidFill>
                  <a:srgbClr val="002060"/>
                </a:solidFill>
              </a:rPr>
              <a:t>daivam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vishwasthan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maarhaaththavan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D9D39-D301-45BA-877D-B23ED2CC2C2C}"/>
              </a:ext>
            </a:extLst>
          </p:cNvPr>
          <p:cNvSpPr txBox="1"/>
          <p:nvPr/>
        </p:nvSpPr>
        <p:spPr>
          <a:xfrm>
            <a:off x="0" y="3613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5317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719169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വിശ്വസ്തന്‍ എന്‍ ദൈവം (2)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ചൊരിയുന്നു  കൃപ  ദിനം തോറും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ശക്തീകരിക്കുന്നു ആത്മവര്‍ഷത്താല്‍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എന്‍ ദൈവം വിശ്വസ്തന്‍ എന്നേക്കുമേ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6947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Vishwasthan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Choriyunnu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kripa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dinam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thorhum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Shaktheekarikkunnu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aathma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varshaththaal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vishwasthan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ennekkume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474</a:t>
            </a:r>
          </a:p>
        </p:txBody>
      </p:sp>
    </p:spTree>
    <p:extLst>
      <p:ext uri="{BB962C8B-B14F-4D97-AF65-F5344CB8AC3E}">
        <p14:creationId xmlns:p14="http://schemas.microsoft.com/office/powerpoint/2010/main" val="61632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263769" y="946086"/>
            <a:ext cx="11840308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ശാന്തിദായകനായ് പാപഹാരകന്‍ </a:t>
            </a:r>
          </a:p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കരം പിടിച്ചു വഴി കാട്ടുന്നോന്‍ </a:t>
            </a:r>
          </a:p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ബലമായതോ തന്‍ വാഗ്ദത്തങ്ങള്‍ </a:t>
            </a:r>
          </a:p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എന്തോരനുഗ്രഹം തന്‍ ദയയോ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263769" y="3621818"/>
            <a:ext cx="11224846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Shaanthi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daayakanaai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paapahaarakan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pidichu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vazhi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kaattunnon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En </a:t>
            </a:r>
            <a:r>
              <a:rPr lang="en-US" sz="3400" b="1" dirty="0" err="1">
                <a:solidFill>
                  <a:srgbClr val="002060"/>
                </a:solidFill>
              </a:rPr>
              <a:t>balamaayatho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vaagdaththangalh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Entho-ranugraham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dayayo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D9D39-D301-45BA-877D-B23ED2CC2C2C}"/>
              </a:ext>
            </a:extLst>
          </p:cNvPr>
          <p:cNvSpPr txBox="1"/>
          <p:nvPr/>
        </p:nvSpPr>
        <p:spPr>
          <a:xfrm>
            <a:off x="0" y="3613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4742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719169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വിശ്വസ്തന്‍ എന്‍ ദൈവം (2)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ചൊരിയുന്നു  കൃപ  ദിനം തോറും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ശക്തീകരിക്കുന്നു ആത്മവര്‍ഷത്താല്‍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എന്‍ ദൈവം വിശ്വസ്തന്‍ എന്നേക്കുമേ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6947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Vishwasthan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Choriyunnu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kripa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dinam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thorhum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Shaktheekarikkunnu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aathma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varshaththaal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vishwasthan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ennekkume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474</a:t>
            </a:r>
          </a:p>
        </p:txBody>
      </p:sp>
    </p:spTree>
    <p:extLst>
      <p:ext uri="{BB962C8B-B14F-4D97-AF65-F5344CB8AC3E}">
        <p14:creationId xmlns:p14="http://schemas.microsoft.com/office/powerpoint/2010/main" val="170780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263769" y="946086"/>
            <a:ext cx="11840308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സൂര്യചന്ദ്രാദികള്‍ താരഗണങ്ങള്‍</a:t>
            </a:r>
          </a:p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മഹാ വൈഭവം വര്‍ണ്ണിക്കുന്നു </a:t>
            </a:r>
          </a:p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സൃഷ്ടിയോ എത്ര അത്ഭുതകരം </a:t>
            </a:r>
          </a:p>
          <a:p>
            <a:pPr>
              <a:lnSpc>
                <a:spcPct val="125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കരുണാക്കടല്‍ ആഗോചാരം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263769" y="3621818"/>
            <a:ext cx="11224846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Surya-</a:t>
            </a:r>
            <a:r>
              <a:rPr lang="en-US" sz="3400" b="1" dirty="0" err="1">
                <a:solidFill>
                  <a:srgbClr val="002060"/>
                </a:solidFill>
              </a:rPr>
              <a:t>chandraadikalh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thaaraganhangalh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mahaa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vaibhavam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varnhikkunnu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srishtiyo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ethra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athbhuthakaram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karunhaakkadal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agocharam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D9D39-D301-45BA-877D-B23ED2CC2C2C}"/>
              </a:ext>
            </a:extLst>
          </p:cNvPr>
          <p:cNvSpPr txBox="1"/>
          <p:nvPr/>
        </p:nvSpPr>
        <p:spPr>
          <a:xfrm>
            <a:off x="0" y="36131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355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719169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വിശ്വസ്തന്‍ എന്‍ ദൈവം (2)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ചൊരിയുന്നു  കൃപ  ദിനം തോറും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ശക്തീകരിക്കുന്നു ആത്മവര്‍ഷത്താല്‍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എന്‍ ദൈവം വിശ്വസ്തന്‍ എന്നേക്കുമേ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6947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Vishwasthan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Choriyunnu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kripa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dinam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thorhum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Shaktheekarikkunnu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aathma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varshaththaal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vishwasthan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ennekkume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474</a:t>
            </a:r>
          </a:p>
        </p:txBody>
      </p:sp>
    </p:spTree>
    <p:extLst>
      <p:ext uri="{BB962C8B-B14F-4D97-AF65-F5344CB8AC3E}">
        <p14:creationId xmlns:p14="http://schemas.microsoft.com/office/powerpoint/2010/main" val="3578030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215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Kartika</vt:lpstr>
      <vt:lpstr>Office Theme</vt:lpstr>
      <vt:lpstr>474 വിശ്വസ്തന്‍ എന്‍ ദൈവം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Vishwasthan en daivam</dc:title>
  <dc:creator>Acsah Mathews</dc:creator>
  <cp:lastModifiedBy>Acsah Mathews</cp:lastModifiedBy>
  <cp:revision>2</cp:revision>
  <dcterms:created xsi:type="dcterms:W3CDTF">2018-11-30T18:49:26Z</dcterms:created>
  <dcterms:modified xsi:type="dcterms:W3CDTF">2018-11-30T18:58:32Z</dcterms:modified>
</cp:coreProperties>
</file>