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FE1B7-0D5D-4DC5-9FFD-13F8366E299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86DA4-9065-4BD2-B1F5-85B9566E8F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D31CF-9D27-4FF1-8E49-5CF03E2F86D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FE30A-4810-44C3-BFD5-0DAB7540ED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04B47-A5AA-426E-A8FF-54BED3F2ED10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7C3C-3F67-4B05-A259-AD49FF9E88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367C07-80A4-48BA-BCA3-9FD161D4B3E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50D33-AD84-4862-8D68-6C83E62F07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82A54-5B56-4884-B9E5-17E9B50D690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3A9C7-F905-4958-A884-1567E8B4F6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600DB-4ADC-4D8C-951D-4C1B66657664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BE5D-3CBE-4EC9-8BF9-24840FC31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81668-1D4D-481F-8F6F-2072BDEB5C2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E046C1-F692-4A19-8B68-63E6012F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B49F6-EDA2-4DF2-AFF8-D73839834F6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46138-C63C-4923-8553-2EE237C777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5BD5E-25B2-4D13-B0E2-ACC3F852E62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D7779-F8CF-461D-AE7C-A447BAEE1B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8BB37-4A0F-4C68-942C-94C7FC986E5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53323-F2EA-48C1-8417-BCD8FD912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7FC87-88F7-4966-B76D-A0FD2E82D556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4C663-5CD3-48EA-9F4E-FF9DBA6C71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47D2C1-B63B-4E01-BD1E-EE79D600581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E42D673-4EDC-4FC7-9825-68B96D38F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0E74-EB43-40C5-8527-A32F38526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187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വരിക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നല്‍വരങ്ങളെ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39F5-4E95-45F6-B29A-DA804652A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fi-FI" sz="4000" b="1" dirty="0">
                <a:solidFill>
                  <a:schemeClr val="tx2"/>
                </a:solidFill>
              </a:rPr>
              <a:t>Varika nalvarangalhey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96A65-5D6B-4A05-87C0-B157EC9800A3}"/>
              </a:ext>
            </a:extLst>
          </p:cNvPr>
          <p:cNvSpPr/>
          <p:nvPr/>
        </p:nvSpPr>
        <p:spPr>
          <a:xfrm>
            <a:off x="2253281" y="4876800"/>
            <a:ext cx="43636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 (മാണി ജോണ്‍ കൊച്ചുകുഞ്ഞ്)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2E400-2034-45AB-9576-5F9323D101AC}"/>
              </a:ext>
            </a:extLst>
          </p:cNvPr>
          <p:cNvSpPr/>
          <p:nvPr/>
        </p:nvSpPr>
        <p:spPr>
          <a:xfrm>
            <a:off x="6889350" y="4876800"/>
            <a:ext cx="32480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(Mani John </a:t>
            </a:r>
            <a:r>
              <a:rPr lang="en-US" sz="2000" b="1" dirty="0" err="1">
                <a:solidFill>
                  <a:schemeClr val="accent2"/>
                </a:solidFill>
              </a:rPr>
              <a:t>Kochukunju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9978145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1302841"/>
            <a:ext cx="12192001" cy="2507159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തവ ജനാഭിഷേകത്തിന്‍ സുഗന്ധ തൈലമേ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 സ്നാനതൈലമേ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വരിക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.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..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പ്രാവു പോലെയോ ദഹന ജ്വാല പോലെയോ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കതിരൊളിവു പോലെയോ 	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വരിക.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.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9A93BE-3441-495C-8422-597A09A9A792}"/>
              </a:ext>
            </a:extLst>
          </p:cNvPr>
          <p:cNvSpPr/>
          <p:nvPr/>
        </p:nvSpPr>
        <p:spPr>
          <a:xfrm>
            <a:off x="0" y="3048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വരിക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നല്‍വരങ്ങളെ നീ - തരിക ആവിയെ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ശുഭ കരുണ വാപിയെ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EE7FE-928C-4651-AF8A-4D2CAA790F5F}"/>
              </a:ext>
            </a:extLst>
          </p:cNvPr>
          <p:cNvSpPr/>
          <p:nvPr/>
        </p:nvSpPr>
        <p:spPr>
          <a:xfrm>
            <a:off x="-1" y="3570982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 nalvarangalhey  Nee - tharika Aaviye - </a:t>
            </a: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Shubha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vaapiye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(3)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4FE34-81B1-41EC-A5F3-E11C4BA69EC6}"/>
              </a:ext>
            </a:extLst>
          </p:cNvPr>
          <p:cNvSpPr/>
          <p:nvPr/>
        </p:nvSpPr>
        <p:spPr>
          <a:xfrm>
            <a:off x="762000" y="4559618"/>
            <a:ext cx="102108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1.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Thava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janaabhishèkaththin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sugandha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thailamey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snaana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thailamey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(3)</a:t>
            </a:r>
            <a:endParaRPr lang="en-US" sz="1000" b="1" dirty="0">
              <a:solidFill>
                <a:schemeClr val="tx2"/>
              </a:solidFill>
              <a:latin typeface="+mn-lt"/>
            </a:endParaRPr>
          </a:p>
          <a:p>
            <a:r>
              <a:rPr lang="en-US" sz="10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2.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Praavu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pôleyo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dehanajwaala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pôleyo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Kathirolhivu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pôleyo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(3)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438238"/>
            <a:ext cx="12192001" cy="1163122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വാഴ്ക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മനസ്സിന്‍ ദുര്‍വിചാരം ആകെ മാറ്റുവാന്‍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ഗുണം ഏറിത്തേറുവാന്‍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വരിക..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9A93BE-3441-495C-8422-597A09A9A792}"/>
              </a:ext>
            </a:extLst>
          </p:cNvPr>
          <p:cNvSpPr/>
          <p:nvPr/>
        </p:nvSpPr>
        <p:spPr>
          <a:xfrm>
            <a:off x="304800" y="157541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വരിക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നല്‍വരങ്ങളെ നീ - തരിക ആവിയെ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ശുഭ കരുണ വാപിയെ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EE7FE-928C-4651-AF8A-4D2CAA790F5F}"/>
              </a:ext>
            </a:extLst>
          </p:cNvPr>
          <p:cNvSpPr/>
          <p:nvPr/>
        </p:nvSpPr>
        <p:spPr>
          <a:xfrm>
            <a:off x="-2" y="4743981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 nalvarangalhey  Nee - tharika Aaviye - </a:t>
            </a: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Shubha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vaapiye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(3)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4FE34-81B1-41EC-A5F3-E11C4BA69EC6}"/>
              </a:ext>
            </a:extLst>
          </p:cNvPr>
          <p:cNvSpPr/>
          <p:nvPr/>
        </p:nvSpPr>
        <p:spPr>
          <a:xfrm>
            <a:off x="1" y="37898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Vaazhka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Manassin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durvichaaram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aakey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maattuvaan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Gunham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èriththèruvaan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(3)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AB226AD-2B2F-4EBE-92D9-C7721883F0D6}"/>
              </a:ext>
            </a:extLst>
          </p:cNvPr>
          <p:cNvSpPr txBox="1">
            <a:spLocks/>
          </p:cNvSpPr>
          <p:nvPr/>
        </p:nvSpPr>
        <p:spPr bwMode="auto">
          <a:xfrm>
            <a:off x="1" y="2553210"/>
            <a:ext cx="12192000" cy="1163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42900">
              <a:lnSpc>
                <a:spcPct val="114000"/>
              </a:lnSpc>
            </a:pPr>
            <a:r>
              <a:rPr lang="ml-IN" sz="3200" b="1" dirty="0">
                <a:latin typeface="Kartika" panose="02020503030404060203" pitchFamily="18" charset="0"/>
              </a:rPr>
              <a:t>4	പാപക്കടലിന്‍ ആഴം കണ്ട പാപി ഞാന്‍ അയ്യോ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എന്നില്‍ കോപിയാതയ്യോ 		</a:t>
            </a:r>
            <a:r>
              <a:rPr lang="en-US" sz="3200" b="1" dirty="0">
                <a:latin typeface="Kartika" panose="02020503030404060203" pitchFamily="18" charset="0"/>
              </a:rPr>
              <a:t>								</a:t>
            </a:r>
            <a:r>
              <a:rPr lang="ml-IN" sz="3200" b="1" dirty="0">
                <a:latin typeface="Kartika" panose="02020503030404060203" pitchFamily="18" charset="0"/>
              </a:rPr>
              <a:t>- വരിക..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F7FF98-F332-4DA0-BEA1-C3E644C125CE}"/>
              </a:ext>
            </a:extLst>
          </p:cNvPr>
          <p:cNvSpPr/>
          <p:nvPr/>
        </p:nvSpPr>
        <p:spPr>
          <a:xfrm>
            <a:off x="-2" y="5698162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Paapakkadalin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aazham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kanda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ayyo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kôpiyaathayyo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! (3)</a:t>
            </a:r>
          </a:p>
        </p:txBody>
      </p:sp>
    </p:spTree>
    <p:extLst>
      <p:ext uri="{BB962C8B-B14F-4D97-AF65-F5344CB8AC3E}">
        <p14:creationId xmlns:p14="http://schemas.microsoft.com/office/powerpoint/2010/main" val="262027894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438238"/>
            <a:ext cx="12192001" cy="1163122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ദോഷച്ചെളിയില്‍ മുഴുകിവാഴും ദോഷി ഞാനല്ലോ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ഗുണദോഷി നീയല്ലോ 		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വരിക..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9A93BE-3441-495C-8422-597A09A9A792}"/>
              </a:ext>
            </a:extLst>
          </p:cNvPr>
          <p:cNvSpPr/>
          <p:nvPr/>
        </p:nvSpPr>
        <p:spPr>
          <a:xfrm>
            <a:off x="304800" y="157541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വരിക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നല്‍വരങ്ങളെ നീ - തരിക ആവിയെ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ശുഭ കരുണ വാപിയെ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EE7FE-928C-4651-AF8A-4D2CAA790F5F}"/>
              </a:ext>
            </a:extLst>
          </p:cNvPr>
          <p:cNvSpPr/>
          <p:nvPr/>
        </p:nvSpPr>
        <p:spPr>
          <a:xfrm>
            <a:off x="-2" y="4743981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 nalvarangalhey  Nee - tharika Aaviye - </a:t>
            </a: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Shubha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vaapiye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(3)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4FE34-81B1-41EC-A5F3-E11C4BA69EC6}"/>
              </a:ext>
            </a:extLst>
          </p:cNvPr>
          <p:cNvSpPr/>
          <p:nvPr/>
        </p:nvSpPr>
        <p:spPr>
          <a:xfrm>
            <a:off x="1" y="37898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Dôshachchelhiyil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muzhukivaazhum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dôshi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njaanayyo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Gunha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dôshi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Neeyallo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(3)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AB226AD-2B2F-4EBE-92D9-C7721883F0D6}"/>
              </a:ext>
            </a:extLst>
          </p:cNvPr>
          <p:cNvSpPr txBox="1">
            <a:spLocks/>
          </p:cNvSpPr>
          <p:nvPr/>
        </p:nvSpPr>
        <p:spPr bwMode="auto">
          <a:xfrm>
            <a:off x="1" y="2553210"/>
            <a:ext cx="12192000" cy="1163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42900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പ്രകൃതി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കൊണ്ടു വികൃതമായ ഹൃദയം മാറുവാന്‍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നവഹൃദയം ആകുവാന്‍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വരിക..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F7FF98-F332-4DA0-BEA1-C3E644C125CE}"/>
              </a:ext>
            </a:extLst>
          </p:cNvPr>
          <p:cNvSpPr/>
          <p:nvPr/>
        </p:nvSpPr>
        <p:spPr>
          <a:xfrm>
            <a:off x="-2" y="5698162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Prakruthi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vikrathamaaya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hridayam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maaruvaan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 Nava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hridayam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aakuvaan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22896872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438238"/>
            <a:ext cx="12192001" cy="1163122"/>
          </a:xfrm>
        </p:spPr>
        <p:txBody>
          <a:bodyPr anchor="t"/>
          <a:lstStyle/>
          <a:p>
            <a:pPr algn="l" defTabSz="342900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ഇരുള്‍ അകന്നെന്ന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കമതിങ്കല്‍ വെളിവണയുവാന്‍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വേദത്തെളിവുണരുവാന്‍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വരിക..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9A93BE-3441-495C-8422-597A09A9A792}"/>
              </a:ext>
            </a:extLst>
          </p:cNvPr>
          <p:cNvSpPr/>
          <p:nvPr/>
        </p:nvSpPr>
        <p:spPr>
          <a:xfrm>
            <a:off x="304800" y="157541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വരിക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നല്‍വരങ്ങളെ നീ - തരിക ആവിയെ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ശുഭ കരുണ വാപിയെ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EE7FE-928C-4651-AF8A-4D2CAA790F5F}"/>
              </a:ext>
            </a:extLst>
          </p:cNvPr>
          <p:cNvSpPr/>
          <p:nvPr/>
        </p:nvSpPr>
        <p:spPr>
          <a:xfrm>
            <a:off x="-2" y="4743981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 nalvarangalhey  Nee - tharika Aaviye - </a:t>
            </a: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Shubha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vaapiye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(3)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B4FE34-81B1-41EC-A5F3-E11C4BA69EC6}"/>
              </a:ext>
            </a:extLst>
          </p:cNvPr>
          <p:cNvSpPr/>
          <p:nvPr/>
        </p:nvSpPr>
        <p:spPr>
          <a:xfrm>
            <a:off x="1" y="3789800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Irulh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akannennakamathinkal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velhivanhayuvaan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Vèdaththelhivunharuvaan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(3)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AB226AD-2B2F-4EBE-92D9-C7721883F0D6}"/>
              </a:ext>
            </a:extLst>
          </p:cNvPr>
          <p:cNvSpPr txBox="1">
            <a:spLocks/>
          </p:cNvSpPr>
          <p:nvPr/>
        </p:nvSpPr>
        <p:spPr bwMode="auto">
          <a:xfrm>
            <a:off x="1" y="2553210"/>
            <a:ext cx="12192000" cy="1163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342900">
              <a:lnSpc>
                <a:spcPct val="114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സത്യധര്‍മ്മ നീതി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മാര്‍ഗ്ഗ - മുറകള്‍ ആകുവാന്‍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കൃപ വളരെ നല്‍കുവാന്‍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വരിക..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F7FF98-F332-4DA0-BEA1-C3E644C125CE}"/>
              </a:ext>
            </a:extLst>
          </p:cNvPr>
          <p:cNvSpPr/>
          <p:nvPr/>
        </p:nvSpPr>
        <p:spPr>
          <a:xfrm>
            <a:off x="-2" y="5698162"/>
            <a:ext cx="121919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8. Sathya dharma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neethi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maarga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murakalh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aakuvaan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     Kripa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valharey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nalkuvaan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81416953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216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187 വരിക, നല്‍വരങ്ങളെ</vt:lpstr>
      <vt:lpstr>1   തവ ജനാഭിഷേകത്തിന്‍ സുഗന്ധ തൈലമേ!    ദിവ്യ സ്നാനതൈലമേ             - വരിക... 2   പ്രാവു പോലെയോ ദഹന ജ്വാല പോലെയോ    കതിരൊളിവു പോലെയോ         - വരിക...</vt:lpstr>
      <vt:lpstr>3 വാഴ്ക! മനസ്സിന്‍ ദുര്‍വിചാരം ആകെ മാറ്റുവാന്‍   ഗുണം ഏറിത്തേറുവാന്‍           - വരിക..</vt:lpstr>
      <vt:lpstr>5 ദോഷച്ചെളിയില്‍ മുഴുകിവാഴും ദോഷി ഞാനല്ലോ  ഗുണദോഷി നീയല്ലോ         - വരിക..</vt:lpstr>
      <vt:lpstr>7 ഇരുള്‍ അകന്നെന്ന കമതിങ്കല്‍ വെളിവണയുവാന്‍  വേദത്തെളിവുണരുവാന്‍     - വരിക..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Varika nalvarangaley</dc:title>
  <dc:creator>Digital Input:;GM JOHN</dc:creator>
  <cp:lastModifiedBy>Acsah Mathews</cp:lastModifiedBy>
  <cp:revision>220</cp:revision>
  <dcterms:created xsi:type="dcterms:W3CDTF">2013-04-19T09:19:07Z</dcterms:created>
  <dcterms:modified xsi:type="dcterms:W3CDTF">2018-11-07T16:31:55Z</dcterms:modified>
</cp:coreProperties>
</file>