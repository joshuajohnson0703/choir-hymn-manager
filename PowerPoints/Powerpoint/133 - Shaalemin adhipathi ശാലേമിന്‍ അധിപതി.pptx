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7" r:id="rId2"/>
    <p:sldId id="272" r:id="rId3"/>
    <p:sldId id="270" r:id="rId4"/>
    <p:sldId id="278" r:id="rId5"/>
    <p:sldId id="274" r:id="rId6"/>
    <p:sldId id="279" r:id="rId7"/>
    <p:sldId id="275" r:id="rId8"/>
    <p:sldId id="280" r:id="rId9"/>
    <p:sldId id="276" r:id="rId10"/>
    <p:sldId id="281" r:id="rId11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152" autoAdjust="0"/>
    <p:restoredTop sz="94660"/>
  </p:normalViewPr>
  <p:slideViewPr>
    <p:cSldViewPr>
      <p:cViewPr varScale="1">
        <p:scale>
          <a:sx n="38" d="100"/>
          <a:sy n="38" d="100"/>
        </p:scale>
        <p:origin x="84" y="91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F1293A6-CF7B-4483-A8BB-E122E6109BF7}" type="datetimeFigureOut">
              <a:rPr lang="en-US"/>
              <a:pPr>
                <a:defRPr/>
              </a:pPr>
              <a:t>11/5/2018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5FD266-86C0-4CAE-A872-19A9A9ED939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CA833C7-249E-40CE-900B-C7433A18F23C}" type="datetimeFigureOut">
              <a:rPr lang="en-US"/>
              <a:pPr>
                <a:defRPr/>
              </a:pPr>
              <a:t>11/5/2018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CBBEACB-02F2-4D7F-B19C-40E1318EAE0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E007890-3CDE-4D22-85FA-52DA99B541FE}" type="datetimeFigureOut">
              <a:rPr lang="en-US"/>
              <a:pPr>
                <a:defRPr/>
              </a:pPr>
              <a:t>11/5/2018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B471C4B-8D44-48DA-90C7-27A56E596A1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86029FB-6788-44D9-94DE-A41E27FB33CB}" type="datetimeFigureOut">
              <a:rPr lang="en-US"/>
              <a:pPr>
                <a:defRPr/>
              </a:pPr>
              <a:t>11/5/2018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D5D7B77-6F85-43AF-BD63-C1E8D6D4116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117C65-A318-4C66-9C06-8FF052AEAEF9}" type="datetimeFigureOut">
              <a:rPr lang="en-US"/>
              <a:pPr>
                <a:defRPr/>
              </a:pPr>
              <a:t>11/5/2018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7091186-9077-4331-9580-06E88C86188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ABE7445-0BD1-439A-B1CD-D0F8E2A3CAAB}" type="datetimeFigureOut">
              <a:rPr lang="en-US"/>
              <a:pPr>
                <a:defRPr/>
              </a:pPr>
              <a:t>11/5/2018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4DDCEF9-14CA-44EE-AFE6-95D7D63B416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8EC90A-BD3E-49DB-98E0-C1C5E8D2BA6B}" type="datetimeFigureOut">
              <a:rPr lang="en-US"/>
              <a:pPr>
                <a:defRPr/>
              </a:pPr>
              <a:t>11/5/2018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E11E2B2-97BC-4AE5-A32B-A4B2EC7E184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C9F403-FC39-4E54-A897-9298BAB2E49D}" type="datetimeFigureOut">
              <a:rPr lang="en-US"/>
              <a:pPr>
                <a:defRPr/>
              </a:pPr>
              <a:t>11/5/2018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8497DB-1BB8-4CD2-8366-095F20D4C62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26DE54-6883-456E-94D5-41C84BDDF99E}" type="datetimeFigureOut">
              <a:rPr lang="en-US"/>
              <a:pPr>
                <a:defRPr/>
              </a:pPr>
              <a:t>11/5/2018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B2E8CD7-6AD0-4B0F-80AB-700BFBC638D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8001DED-CF97-473F-AF9A-FB86D599AF88}" type="datetimeFigureOut">
              <a:rPr lang="en-US"/>
              <a:pPr>
                <a:defRPr/>
              </a:pPr>
              <a:t>11/5/2018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4FD8617-FF59-4EF7-81A4-37AED9C23FB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4F26381-4B54-49EB-9562-0F595CDB76F5}" type="datetimeFigureOut">
              <a:rPr lang="en-US"/>
              <a:pPr>
                <a:defRPr/>
              </a:pPr>
              <a:t>11/5/2018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A630372-68D7-4DFD-8300-EC860D290ED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30E7B304-CC9C-4CAC-9580-4A080EB58D10}" type="datetimeFigureOut">
              <a:rPr lang="en-US"/>
              <a:pPr>
                <a:defRPr/>
              </a:pPr>
              <a:t>11/5/2018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7CE07945-E049-4FEA-AEDC-63CBEA7C570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7A8BB9-FCF9-4CFA-8446-D382D002C24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133</a:t>
            </a:r>
            <a:br>
              <a:rPr lang="en-US" dirty="0"/>
            </a:br>
            <a:r>
              <a:rPr lang="ml-IN" b="1" dirty="0">
                <a:latin typeface="Kartika" panose="02020503030404060203" pitchFamily="18" charset="0"/>
              </a:rPr>
              <a:t>ശാലേമിന്‍ അധിപതി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D8472C-4A23-49F7-8E93-1E20F8870D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066800"/>
          </a:xfrm>
        </p:spPr>
        <p:txBody>
          <a:bodyPr/>
          <a:lstStyle/>
          <a:p>
            <a:r>
              <a:rPr lang="en-US" sz="4000" b="1" dirty="0" err="1">
                <a:solidFill>
                  <a:schemeClr val="accent1">
                    <a:lumMod val="75000"/>
                  </a:schemeClr>
                </a:solidFill>
              </a:rPr>
              <a:t>Shaalemin</a:t>
            </a:r>
            <a:r>
              <a:rPr lang="en-US" sz="40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4000" b="1" dirty="0" err="1">
                <a:solidFill>
                  <a:schemeClr val="accent1">
                    <a:lumMod val="75000"/>
                  </a:schemeClr>
                </a:solidFill>
              </a:rPr>
              <a:t>adhipathi</a:t>
            </a:r>
            <a:endParaRPr lang="en-US" sz="40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79ECAE7-2B14-4A92-88A7-9E52994E48FC}"/>
              </a:ext>
            </a:extLst>
          </p:cNvPr>
          <p:cNvSpPr/>
          <p:nvPr/>
        </p:nvSpPr>
        <p:spPr>
          <a:xfrm>
            <a:off x="1803400" y="5238749"/>
            <a:ext cx="226215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ml-IN" sz="2000" b="1" dirty="0">
                <a:solidFill>
                  <a:schemeClr val="accent2"/>
                </a:solidFill>
              </a:rPr>
              <a:t>(മോശവത്സലം)</a:t>
            </a:r>
            <a:endParaRPr lang="en-US" sz="2000" dirty="0">
              <a:solidFill>
                <a:schemeClr val="accent2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AD8A97F-BC1C-4E02-86C3-32F4400B4DFE}"/>
              </a:ext>
            </a:extLst>
          </p:cNvPr>
          <p:cNvSpPr/>
          <p:nvPr/>
        </p:nvSpPr>
        <p:spPr>
          <a:xfrm>
            <a:off x="8497099" y="5238749"/>
            <a:ext cx="222048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chemeClr val="accent2"/>
                </a:solidFill>
              </a:rPr>
              <a:t>(</a:t>
            </a:r>
            <a:r>
              <a:rPr lang="en-US" sz="2000" dirty="0" err="1">
                <a:solidFill>
                  <a:schemeClr val="accent2"/>
                </a:solidFill>
              </a:rPr>
              <a:t>Moshavatsalam</a:t>
            </a:r>
            <a:r>
              <a:rPr lang="en-US" sz="2000" dirty="0">
                <a:solidFill>
                  <a:schemeClr val="accent2"/>
                </a:solidFill>
              </a:rPr>
              <a:t>) </a:t>
            </a:r>
          </a:p>
        </p:txBody>
      </p:sp>
    </p:spTree>
    <p:extLst>
      <p:ext uri="{BB962C8B-B14F-4D97-AF65-F5344CB8AC3E}">
        <p14:creationId xmlns:p14="http://schemas.microsoft.com/office/powerpoint/2010/main" val="1776160643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795754"/>
            <a:ext cx="12192000" cy="2819400"/>
          </a:xfrm>
        </p:spPr>
        <p:txBody>
          <a:bodyPr anchor="t"/>
          <a:lstStyle/>
          <a:p>
            <a:pPr algn="l"/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ശാലേമിന്‍ അധിപതി – വരുന്നതിനെ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-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കണ്ടു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സീയോന്‍ മലയില്‍ ബാലര്‍ സ്തുതിച്ചീടുന്നു 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കർത്താവിൻ നാമത്തിൽ വരുന്നവനു സ്തുതി -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നിത്യം ഭവിക്കട്ടെ ഹോശന്നാ ആമേൻ!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77600" y="0"/>
            <a:ext cx="914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133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9D9595F-3ECF-47EC-A5F2-1D2CA80AD7D4}"/>
              </a:ext>
            </a:extLst>
          </p:cNvPr>
          <p:cNvSpPr/>
          <p:nvPr/>
        </p:nvSpPr>
        <p:spPr>
          <a:xfrm>
            <a:off x="228600" y="3852782"/>
            <a:ext cx="11963400" cy="27084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Shaalemin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adhipathi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Varunnathiney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–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kandu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Seeyon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malayil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baalar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sthuthichcheedunnu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	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Karthaavin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naamaththil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Varunnavanu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sthuthi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	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Nithyam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bhavikkattey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Hoshaannaa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amen! </a:t>
            </a:r>
          </a:p>
        </p:txBody>
      </p:sp>
    </p:spTree>
    <p:extLst>
      <p:ext uri="{BB962C8B-B14F-4D97-AF65-F5344CB8AC3E}">
        <p14:creationId xmlns:p14="http://schemas.microsoft.com/office/powerpoint/2010/main" val="1743566866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1066800"/>
            <a:ext cx="12192000" cy="2743200"/>
          </a:xfrm>
        </p:spPr>
        <p:txBody>
          <a:bodyPr anchor="t"/>
          <a:lstStyle/>
          <a:p>
            <a:pPr algn="l" defTabSz="395288">
              <a:lnSpc>
                <a:spcPct val="125000"/>
              </a:lnSpc>
            </a:pP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1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കുട്ടിയാം ഗര്‍ദ്ദഭത്തിന്മേല്‍ യേശു തമ്പുരാന്‍</a:t>
            </a: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-</a:t>
            </a: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ഉപ</a:t>
            </a:r>
            <a:b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ദിഷ്ടരാം ശിഷ്യരോ ടെഴുന്നരുളി വന്നു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വെട്ടിയങ്ങു പച്ചിലകള്‍ യൂദ ഗണങ്ങൾ</a:t>
            </a: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-</a:t>
            </a: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പലർ</a:t>
            </a:r>
            <a:b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റോഡുകള്‍ നെടുകെ വാരി വിതറി നിന്നു</a:t>
            </a: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 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- ശാലേ...</a:t>
            </a:r>
            <a:endParaRPr lang="en-US" sz="32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77600" y="0"/>
            <a:ext cx="914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133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3152354-F2C4-4508-A6F6-453BFABC713F}"/>
              </a:ext>
            </a:extLst>
          </p:cNvPr>
          <p:cNvSpPr/>
          <p:nvPr/>
        </p:nvSpPr>
        <p:spPr>
          <a:xfrm>
            <a:off x="381000" y="3962400"/>
            <a:ext cx="11811000" cy="2660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Kuttiyaam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gardabhaththinmel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Yeshu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thamburaan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-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Upa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Dishtaraam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shishyarod-ezhunnarulhi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vannu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 </a:t>
            </a:r>
          </a:p>
          <a:p>
            <a:pPr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vetti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yangu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pachchilakalh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Yooda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ganhangalh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-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palar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rodukalh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nedukey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vaari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vithari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ninnu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 			-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shaale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... </a:t>
            </a:r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1585317"/>
            <a:ext cx="12192000" cy="1414046"/>
          </a:xfrm>
        </p:spPr>
        <p:txBody>
          <a:bodyPr anchor="t"/>
          <a:lstStyle/>
          <a:p>
            <a:pPr>
              <a:lnSpc>
                <a:spcPct val="150000"/>
              </a:lnSpc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ശാലേമിന്‍ അധിപതി – വരുന്നതിനെ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-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കണ്ടു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സീയോന്‍ മലയില്‍ ബാലര്‍ സ്തുതിച്ചീടുന്നു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77600" y="0"/>
            <a:ext cx="914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133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9D9595F-3ECF-47EC-A5F2-1D2CA80AD7D4}"/>
              </a:ext>
            </a:extLst>
          </p:cNvPr>
          <p:cNvSpPr/>
          <p:nvPr/>
        </p:nvSpPr>
        <p:spPr>
          <a:xfrm>
            <a:off x="0" y="4072354"/>
            <a:ext cx="12192000" cy="16684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Shaalemin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adhipathi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Varunnathiney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–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kandu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>
              <a:lnSpc>
                <a:spcPct val="150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Seeyon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malayil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baalar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sthuthichcheedunnu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772477299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1066800"/>
            <a:ext cx="12192000" cy="2743200"/>
          </a:xfrm>
        </p:spPr>
        <p:txBody>
          <a:bodyPr anchor="t"/>
          <a:lstStyle/>
          <a:p>
            <a:pPr algn="l" defTabSz="395288">
              <a:lnSpc>
                <a:spcPct val="125000"/>
              </a:lnSpc>
            </a:pPr>
            <a:r>
              <a:rPr lang="en-US" sz="3200" b="1" dirty="0">
                <a:latin typeface="Kartika" panose="02020503030404060203" pitchFamily="18" charset="0"/>
              </a:rPr>
              <a:t>2	</a:t>
            </a:r>
            <a:r>
              <a:rPr lang="ml-IN" sz="3200" b="1" dirty="0">
                <a:latin typeface="Kartika" panose="02020503030404060203" pitchFamily="18" charset="0"/>
              </a:rPr>
              <a:t>ലക്ഷോപലക്ഷം ദൂതർ നിരന്നു നിന്നു - തൻ്റെ </a:t>
            </a:r>
            <a:br>
              <a:rPr lang="ml-IN" sz="3200" b="1" dirty="0">
                <a:latin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</a:rPr>
              <a:t>	</a:t>
            </a:r>
            <a:r>
              <a:rPr lang="ml-IN" sz="3200" b="1" dirty="0">
                <a:latin typeface="Kartika" panose="02020503030404060203" pitchFamily="18" charset="0"/>
              </a:rPr>
              <a:t>മോക്ഷാസനത്തിൻ ചുറ്റും പാടി വന്നു </a:t>
            </a:r>
            <a:br>
              <a:rPr lang="ml-IN" sz="3200" b="1" dirty="0">
                <a:latin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</a:rPr>
              <a:t>	</a:t>
            </a:r>
            <a:r>
              <a:rPr lang="ml-IN" sz="3200" b="1" dirty="0">
                <a:latin typeface="Kartika" panose="02020503030404060203" pitchFamily="18" charset="0"/>
              </a:rPr>
              <a:t>രക്ഷിതരാം ബാലഗണം കൂടിനിന്നു - തന്നെ </a:t>
            </a:r>
            <a:br>
              <a:rPr lang="ml-IN" sz="3200" b="1" dirty="0">
                <a:latin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</a:rPr>
              <a:t>	</a:t>
            </a:r>
            <a:r>
              <a:rPr lang="ml-IN" sz="3200" b="1" dirty="0">
                <a:latin typeface="Kartika" panose="02020503030404060203" pitchFamily="18" charset="0"/>
              </a:rPr>
              <a:t>രക്ഷിതാവെന്നാർത്തിടുന്നു മോടിതന്നെ!</a:t>
            </a: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 		</a:t>
            </a:r>
            <a:r>
              <a:rPr lang="ml-IN" sz="3200" b="1" dirty="0">
                <a:latin typeface="Kartika" panose="02020503030404060203" pitchFamily="18" charset="0"/>
              </a:rPr>
              <a:t>- ശാലേ...</a:t>
            </a: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77600" y="0"/>
            <a:ext cx="914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133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3152354-F2C4-4508-A6F6-453BFABC713F}"/>
              </a:ext>
            </a:extLst>
          </p:cNvPr>
          <p:cNvSpPr/>
          <p:nvPr/>
        </p:nvSpPr>
        <p:spPr>
          <a:xfrm>
            <a:off x="381000" y="3962400"/>
            <a:ext cx="11811000" cy="2660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Lakshopalaksham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doothar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nirannu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ninnu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–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thantey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Mokshaa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sanaththin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chuttum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paadi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vannu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Rakshitharaam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baalaganham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koodidunnu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–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thanney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Rakshithaa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vennaarththidunnu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modithanney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		-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shaale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... </a:t>
            </a:r>
          </a:p>
        </p:txBody>
      </p:sp>
    </p:spTree>
    <p:extLst>
      <p:ext uri="{BB962C8B-B14F-4D97-AF65-F5344CB8AC3E}">
        <p14:creationId xmlns:p14="http://schemas.microsoft.com/office/powerpoint/2010/main" val="3837873429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1585317"/>
            <a:ext cx="12192000" cy="1414046"/>
          </a:xfrm>
        </p:spPr>
        <p:txBody>
          <a:bodyPr anchor="t"/>
          <a:lstStyle/>
          <a:p>
            <a:pPr>
              <a:lnSpc>
                <a:spcPct val="150000"/>
              </a:lnSpc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ശാലേമിന്‍ അധിപതി – വരുന്നതിനെ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-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കണ്ടു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സീയോന്‍ മലയില്‍ ബാലര്‍ സ്തുതിച്ചീടുന്നു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77600" y="0"/>
            <a:ext cx="914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133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9D9595F-3ECF-47EC-A5F2-1D2CA80AD7D4}"/>
              </a:ext>
            </a:extLst>
          </p:cNvPr>
          <p:cNvSpPr/>
          <p:nvPr/>
        </p:nvSpPr>
        <p:spPr>
          <a:xfrm>
            <a:off x="0" y="4072354"/>
            <a:ext cx="12192000" cy="16684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Shaalemin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adhipathi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Varunnathiney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–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kandu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>
              <a:lnSpc>
                <a:spcPct val="150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Seeyon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malayil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baalar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sthuthichcheedunnu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2567698487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1066800"/>
            <a:ext cx="12192000" cy="2743200"/>
          </a:xfrm>
        </p:spPr>
        <p:txBody>
          <a:bodyPr anchor="t"/>
          <a:lstStyle/>
          <a:p>
            <a:pPr algn="l" defTabSz="395288">
              <a:lnSpc>
                <a:spcPct val="125000"/>
              </a:lnSpc>
            </a:pPr>
            <a:r>
              <a:rPr lang="ml-IN" sz="3200" b="1" dirty="0">
                <a:latin typeface="Kartika" panose="02020503030404060203" pitchFamily="18" charset="0"/>
              </a:rPr>
              <a:t>3	കൊലാഹലമായ് യേശു മഹിപതി താന്‍-ബഹു</a:t>
            </a:r>
            <a:br>
              <a:rPr lang="ml-IN" sz="3200" b="1" dirty="0">
                <a:latin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</a:rPr>
              <a:t>	മാലോകരോടു ദൈവാലയത്തില്‍ ചെന്നു</a:t>
            </a:r>
            <a:br>
              <a:rPr lang="ml-IN" sz="3200" b="1" dirty="0">
                <a:latin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</a:rPr>
              <a:t>	ചേലൊടെഴുന്നരുളീ അവന്‍ വരവെ - പലർ</a:t>
            </a:r>
            <a:br>
              <a:rPr lang="ml-IN" sz="3200" b="1" dirty="0">
                <a:latin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</a:rPr>
              <a:t>	മേലങ്കികളെ വഴിയതില്‍ വിരിച്ചു </a:t>
            </a: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			</a:t>
            </a:r>
            <a:r>
              <a:rPr lang="ml-IN" sz="3200" b="1" dirty="0">
                <a:latin typeface="Kartika" panose="02020503030404060203" pitchFamily="18" charset="0"/>
              </a:rPr>
              <a:t>- ശാലേ...</a:t>
            </a: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77600" y="0"/>
            <a:ext cx="914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133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3152354-F2C4-4508-A6F6-453BFABC713F}"/>
              </a:ext>
            </a:extLst>
          </p:cNvPr>
          <p:cNvSpPr/>
          <p:nvPr/>
        </p:nvSpPr>
        <p:spPr>
          <a:xfrm>
            <a:off x="381000" y="3962400"/>
            <a:ext cx="11811000" cy="2660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Kolaahalamaai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Yeshu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mahipathi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thaan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– bahu</a:t>
            </a:r>
          </a:p>
          <a:p>
            <a:pPr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Maalokarodu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Daivaalayaththil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chennu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Chèlodezhunnarulhi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avan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varavey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–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palar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Mélankikalhey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vazhiyathil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virichchu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			-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shaale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... </a:t>
            </a:r>
          </a:p>
        </p:txBody>
      </p:sp>
    </p:spTree>
    <p:extLst>
      <p:ext uri="{BB962C8B-B14F-4D97-AF65-F5344CB8AC3E}">
        <p14:creationId xmlns:p14="http://schemas.microsoft.com/office/powerpoint/2010/main" val="3736558052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1585317"/>
            <a:ext cx="12192000" cy="1414046"/>
          </a:xfrm>
        </p:spPr>
        <p:txBody>
          <a:bodyPr anchor="t"/>
          <a:lstStyle/>
          <a:p>
            <a:pPr>
              <a:lnSpc>
                <a:spcPct val="150000"/>
              </a:lnSpc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ശാലേമിന്‍ അധിപതി – വരുന്നതിനെ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-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കണ്ടു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സീയോന്‍ മലയില്‍ ബാലര്‍ സ്തുതിച്ചീടുന്നു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77600" y="0"/>
            <a:ext cx="914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133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9D9595F-3ECF-47EC-A5F2-1D2CA80AD7D4}"/>
              </a:ext>
            </a:extLst>
          </p:cNvPr>
          <p:cNvSpPr/>
          <p:nvPr/>
        </p:nvSpPr>
        <p:spPr>
          <a:xfrm>
            <a:off x="0" y="4072354"/>
            <a:ext cx="12192000" cy="16684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Shaalemin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adhipathi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Varunnathiney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–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kandu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>
              <a:lnSpc>
                <a:spcPct val="150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Seeyon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malayil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baalar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sthuthichcheedunnu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128448391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1066800"/>
            <a:ext cx="12192000" cy="2743200"/>
          </a:xfrm>
        </p:spPr>
        <p:txBody>
          <a:bodyPr anchor="t"/>
          <a:lstStyle/>
          <a:p>
            <a:pPr algn="l" defTabSz="395288">
              <a:lnSpc>
                <a:spcPct val="125000"/>
              </a:lnSpc>
            </a:pPr>
            <a:r>
              <a:rPr lang="en-US" sz="3200" b="1" dirty="0">
                <a:latin typeface="Kartika" panose="02020503030404060203" pitchFamily="18" charset="0"/>
              </a:rPr>
              <a:t>4</a:t>
            </a:r>
            <a:r>
              <a:rPr lang="ml-IN" sz="3200" b="1" dirty="0">
                <a:latin typeface="Kartika" panose="02020503030404060203" pitchFamily="18" charset="0"/>
              </a:rPr>
              <a:t>	കൂട്ടമായ് തിരുസുതനു നാമെല്ലാരും - ഇന്നു </a:t>
            </a:r>
            <a:br>
              <a:rPr lang="ml-IN" sz="3200" b="1" dirty="0">
                <a:latin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</a:rPr>
              <a:t>പാട്ടുകൾ പാടണം തൻറെ കരുണ കൊണ്ട് </a:t>
            </a:r>
            <a:br>
              <a:rPr lang="ml-IN" sz="3200" b="1" dirty="0">
                <a:latin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</a:rPr>
              <a:t>കൊട്ടണം തംബുരുവോടും താളങ്ങളോടും - വഴി </a:t>
            </a:r>
            <a:br>
              <a:rPr lang="ml-IN" sz="3200" b="1" dirty="0">
                <a:latin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</a:rPr>
              <a:t>കാട്ടണം പലരും തന്നെ സ്തുതിച്ചീടുവാൻ</a:t>
            </a:r>
            <a:r>
              <a:rPr lang="en-US" sz="3200" b="1" dirty="0">
                <a:latin typeface="Kartika" panose="02020503030404060203" pitchFamily="18" charset="0"/>
              </a:rPr>
              <a:t> </a:t>
            </a: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		</a:t>
            </a:r>
            <a:r>
              <a:rPr lang="ml-IN" sz="3200" b="1" dirty="0">
                <a:latin typeface="Kartika" panose="02020503030404060203" pitchFamily="18" charset="0"/>
              </a:rPr>
              <a:t>- ശാലേ...</a:t>
            </a: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77600" y="0"/>
            <a:ext cx="914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133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3152354-F2C4-4508-A6F6-453BFABC713F}"/>
              </a:ext>
            </a:extLst>
          </p:cNvPr>
          <p:cNvSpPr/>
          <p:nvPr/>
        </p:nvSpPr>
        <p:spPr>
          <a:xfrm>
            <a:off x="355600" y="3810000"/>
            <a:ext cx="11811000" cy="2660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Koottamaai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thiru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Suthanu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namellaarum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–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innu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Paattukalh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paadenham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Thantey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karunha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kondu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Kottenham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thamburuvodum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thaalhangalhodum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-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vazhi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Kaattenham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palarum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thanney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sthuthichcheeduvaan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     -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shaale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...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2A25A71-677A-4B9B-8A83-F7B42D59B89D}"/>
              </a:ext>
            </a:extLst>
          </p:cNvPr>
          <p:cNvSpPr/>
          <p:nvPr/>
        </p:nvSpPr>
        <p:spPr>
          <a:xfrm>
            <a:off x="10112833" y="3784600"/>
            <a:ext cx="205376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ml-IN" b="1" dirty="0"/>
              <a:t>(മോശവത്സലം)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5E7A97B-FB0F-44D6-9927-6AEC0B8AA07E}"/>
              </a:ext>
            </a:extLst>
          </p:cNvPr>
          <p:cNvSpPr/>
          <p:nvPr/>
        </p:nvSpPr>
        <p:spPr>
          <a:xfrm>
            <a:off x="10173499" y="6368534"/>
            <a:ext cx="201850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000000"/>
                </a:solidFill>
              </a:rPr>
              <a:t>(</a:t>
            </a:r>
            <a:r>
              <a:rPr lang="en-US" dirty="0" err="1">
                <a:solidFill>
                  <a:srgbClr val="000000"/>
                </a:solidFill>
              </a:rPr>
              <a:t>Moshavatsalam</a:t>
            </a:r>
            <a:r>
              <a:rPr lang="en-US" dirty="0">
                <a:solidFill>
                  <a:srgbClr val="000000"/>
                </a:solidFill>
              </a:rPr>
              <a:t>)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5625807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1585317"/>
            <a:ext cx="12192000" cy="1414046"/>
          </a:xfrm>
        </p:spPr>
        <p:txBody>
          <a:bodyPr anchor="t"/>
          <a:lstStyle/>
          <a:p>
            <a:pPr>
              <a:lnSpc>
                <a:spcPct val="150000"/>
              </a:lnSpc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ശാലേമിന്‍ അധിപതി – വരുന്നതിനെ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-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കണ്ടു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സീയോന്‍ മലയില്‍ ബാലര്‍ സ്തുതിച്ചീടുന്നു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77600" y="0"/>
            <a:ext cx="914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133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9D9595F-3ECF-47EC-A5F2-1D2CA80AD7D4}"/>
              </a:ext>
            </a:extLst>
          </p:cNvPr>
          <p:cNvSpPr/>
          <p:nvPr/>
        </p:nvSpPr>
        <p:spPr>
          <a:xfrm>
            <a:off x="0" y="4072354"/>
            <a:ext cx="12192000" cy="16684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Shaalemin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adhipathi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Varunnathiney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–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kandu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>
              <a:lnSpc>
                <a:spcPct val="150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Seeyon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malayil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baalar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sthuthichcheedunnu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3700181642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582</TotalTime>
  <Words>183</Words>
  <Application>Microsoft Office PowerPoint</Application>
  <PresentationFormat>Widescreen</PresentationFormat>
  <Paragraphs>53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Kartika</vt:lpstr>
      <vt:lpstr>Office Theme</vt:lpstr>
      <vt:lpstr>133 ശാലേമിന്‍ അധിപതി</vt:lpstr>
      <vt:lpstr>ശാലേമിന്‍ അധിപതി – വരുന്നതിനെ - കണ്ടു സീയോന്‍ മലയില്‍ ബാലര്‍ സ്തുതിച്ചീടുന്നു    കർത്താവിൻ നാമത്തിൽ വരുന്നവനു സ്തുതി -   നിത്യം ഭവിക്കട്ടെ ഹോശന്നാ ആമേൻ!  </vt:lpstr>
      <vt:lpstr>1 കുട്ടിയാം ഗര്‍ദ്ദഭത്തിന്മേല്‍ യേശു തമ്പുരാന്‍ - ഉപ  ദിഷ്ടരാം ശിഷ്യരോ ടെഴുന്നരുളി വന്നു  വെട്ടിയങ്ങു പച്ചിലകള്‍ യൂദ ഗണങ്ങൾ - പലർ  റോഡുകള്‍ നെടുകെ വാരി വിതറി നിന്നു  - ശാലേ...</vt:lpstr>
      <vt:lpstr>ശാലേമിന്‍ അധിപതി – വരുന്നതിനെ - കണ്ടു സീയോന്‍ മലയില്‍ ബാലര്‍ സ്തുതിച്ചീടുന്നു</vt:lpstr>
      <vt:lpstr>2 ലക്ഷോപലക്ഷം ദൂതർ നിരന്നു നിന്നു - തൻ്റെ   മോക്ഷാസനത്തിൻ ചുറ്റും പാടി വന്നു   രക്ഷിതരാം ബാലഗണം കൂടിനിന്നു - തന്നെ   രക്ഷിതാവെന്നാർത്തിടുന്നു മോടിതന്നെ!   - ശാലേ...</vt:lpstr>
      <vt:lpstr>ശാലേമിന്‍ അധിപതി – വരുന്നതിനെ - കണ്ടു സീയോന്‍ മലയില്‍ ബാലര്‍ സ്തുതിച്ചീടുന്നു</vt:lpstr>
      <vt:lpstr>3 കൊലാഹലമായ് യേശു മഹിപതി താന്‍-ബഹു  മാലോകരോടു ദൈവാലയത്തില്‍ ചെന്നു  ചേലൊടെഴുന്നരുളീ അവന്‍ വരവെ - പലർ  മേലങ്കികളെ വഴിയതില്‍ വിരിച്ചു     - ശാലേ...</vt:lpstr>
      <vt:lpstr>ശാലേമിന്‍ അധിപതി – വരുന്നതിനെ - കണ്ടു സീയോന്‍ മലയില്‍ ബാലര്‍ സ്തുതിച്ചീടുന്നു</vt:lpstr>
      <vt:lpstr>4 കൂട്ടമായ് തിരുസുതനു നാമെല്ലാരും - ഇന്നു  പാട്ടുകൾ പാടണം തൻറെ കരുണ കൊണ്ട്  കൊട്ടണം തംബുരുവോടും താളങ്ങളോടും - വഴി  കാട്ടണം പലരും തന്നെ സ്തുതിച്ചീടുവാൻ    - ശാലേ...</vt:lpstr>
      <vt:lpstr>ശാലേമിന്‍ അധിപതി – വരുന്നതിനെ - കണ്ടു സീയോന്‍ മലയില്‍ ബാലര്‍ സ്തുതിച്ചീടുന്നു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Shaalemin adhipathi</dc:title>
  <dc:creator>Digital Input:; GM JOHN; Acsah Mathews</dc:creator>
  <cp:lastModifiedBy>Acsah Mathews</cp:lastModifiedBy>
  <cp:revision>226</cp:revision>
  <dcterms:created xsi:type="dcterms:W3CDTF">2013-04-19T09:19:07Z</dcterms:created>
  <dcterms:modified xsi:type="dcterms:W3CDTF">2018-11-05T17:05:59Z</dcterms:modified>
</cp:coreProperties>
</file>