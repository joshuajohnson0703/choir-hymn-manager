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5" autoAdjust="0"/>
    <p:restoredTop sz="94660"/>
  </p:normalViewPr>
  <p:slideViewPr>
    <p:cSldViewPr snapToGrid="0">
      <p:cViewPr varScale="1">
        <p:scale>
          <a:sx n="42" d="100"/>
          <a:sy n="42" d="100"/>
        </p:scale>
        <p:origin x="42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20D7-8BA6-46ED-996C-615184F8C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DADF-C577-4EBD-A7AF-BC1153DFE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F12F4-C959-4FCE-8353-DA3D87D5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B80A4-AC0A-4A9B-BC4C-C7502E34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635F-4B76-4C5E-A32B-7E0363CD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2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A4B6-7045-400F-9125-87A7C8E3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84B4-4585-4556-9D80-706F6ECAE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A6BE1-90A2-490F-9FE1-D09924BF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932F7-3CC9-46BF-9130-B6A26007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2D2E2-6942-479E-B496-9489F47B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7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D9AB-F8F2-4C04-8681-7522338F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095B5-F9C7-4B7B-B446-7A7E94DF7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57011-5B1D-479B-A4D5-A2325C14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4CB6-319C-46DB-83C6-77437D09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405E9-C9F5-4075-8C79-BF4A7AF5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5159-1B3E-45CD-ACD0-A64A5673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8095-736A-4F87-9D9A-725DC4C0A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FAB9A-CF33-4881-896A-9807BE9E4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58D75-49B8-4613-839C-A51E190A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61F8D-89C1-4837-B846-353998EA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A489D-2168-4BFF-80EA-8ECA26A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1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51D6-9EA2-43C5-95CA-052FDC27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1E1DE-7D28-4B35-930F-56BBAAFE2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8AE2D-55F4-40BC-8B9B-CDE242A30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46C93-AC7C-481B-BD05-A9A95AEE7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AA9FF-F80C-4534-852B-47096CEA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42981-BE56-47A3-BFD9-4788ED9C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B0378-CD0A-4E05-9802-7E95049A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D3D25-AB7A-402C-B217-A6108EBC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1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AF6D-5BE1-4BB3-9E95-0DB3CC66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08C82-9778-45AD-A331-5F5E64A0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DC334-D083-4E60-BA41-025ABEFC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06946-02D5-4B07-8E1C-2783D766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9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D84F5-2172-4E99-B830-88E248D9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E213F-A106-4E2A-8968-52992C6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0C218-FE99-430C-8F45-124B7CE1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9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888C-4755-4E92-A7A5-B0B1912BD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82175-4A8C-4E49-87C4-0EC774A10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FAED7-CF1E-4864-8553-04FC73A66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E49FC-075D-4DEA-B63B-A3A7F849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B2136-3642-4A49-962F-9AFCB227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C3957-8025-462C-AB4C-39D9E083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0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6D12-38B7-4773-BE3F-BD579B6A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A29F6-4714-4274-A651-157579277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B21FA-4DA5-4F5B-9DBC-521C2B49D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20625-F1BC-4DFD-A753-2ADC6B9C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4689D-1F3C-4B2E-83B3-E9994F29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560BB-4A4F-4915-BDF0-00C97635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9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1FE5-C032-4F48-BFD8-B88BC0C48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33B0B-FCFF-4A14-99C8-5B90D66F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A1B10-1A96-416C-AE56-FBD65CC8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6AFE5-F3BE-4E4D-B9AB-FEB9E440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78593-3386-4377-8988-CF236640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DFD3C-13C2-4C7B-A2B1-A5336134E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BD267-DFB9-4396-AF52-42663BEB8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7F78-BD01-4E50-AA2E-FE653F63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97D0-429F-4661-BCCE-FAD236EF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60A6-058E-40D2-A655-2411F377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8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859E71-3269-47E6-A88C-1A450257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751B1-BDD2-436C-9DC8-C8C47DD0C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133BE-6CB8-4DF1-A41E-4FF36FE40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B2CEB-41FC-4138-B67C-DE2D93A51359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CD6EB-201A-4F1E-AE8D-6CC4381F2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A249-CF97-4FA9-B042-9CDCEDE3D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A00D9-7E4B-4CDE-8811-5DD03ADE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3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8F5-E834-40E5-8654-CCC4F029F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431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 മനമേ ദിനം വാഴ്ത്തുക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ABCFD-54A7-4B7D-AE27-F99E77980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sz="4000" b="1" dirty="0">
                <a:solidFill>
                  <a:srgbClr val="002060"/>
                </a:solidFill>
              </a:rPr>
              <a:t>En maname dinam vaazhthuka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6551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6D921-1694-4B9F-A58C-B8D48367A371}"/>
              </a:ext>
            </a:extLst>
          </p:cNvPr>
          <p:cNvSpPr/>
          <p:nvPr/>
        </p:nvSpPr>
        <p:spPr>
          <a:xfrm>
            <a:off x="0" y="660814"/>
            <a:ext cx="12192000" cy="2381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മനമേ ദിനം വാഴ്ത്തുക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സര്‍വ്വാന്തരംഗവുമേ - യഹോവയെ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മനമേ ദിനം വാഴ്ത്തുക നീ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B38E1-5D2F-41E5-81E9-F02607946CDD}"/>
              </a:ext>
            </a:extLst>
          </p:cNvPr>
          <p:cNvSpPr/>
          <p:nvPr/>
        </p:nvSpPr>
        <p:spPr>
          <a:xfrm>
            <a:off x="-1" y="3592742"/>
            <a:ext cx="12191999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nl-NL" sz="3400" b="1" i="0" u="none" strike="noStrike" baseline="0" dirty="0">
                <a:solidFill>
                  <a:srgbClr val="002060"/>
                </a:solidFill>
              </a:rPr>
              <a:t>En maname dinam vaazhthuka nee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sarvaantharangavume</a:t>
            </a:r>
            <a:r>
              <a:rPr lang="en-US" sz="3400" b="1" dirty="0">
                <a:solidFill>
                  <a:srgbClr val="002060"/>
                </a:solidFill>
              </a:rPr>
              <a:t> - </a:t>
            </a:r>
            <a:r>
              <a:rPr lang="en-US" sz="3400" b="1" dirty="0" err="1">
                <a:solidFill>
                  <a:srgbClr val="002060"/>
                </a:solidFill>
              </a:rPr>
              <a:t>yeahovaye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nl-NL" sz="3400" b="1" dirty="0">
                <a:solidFill>
                  <a:srgbClr val="002060"/>
                </a:solidFill>
              </a:rPr>
              <a:t>En maname dinam vaazhthuka nee 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95445-2A72-40BD-8C4F-A4214C3C6289}"/>
              </a:ext>
            </a:extLst>
          </p:cNvPr>
          <p:cNvSpPr txBox="1"/>
          <p:nvPr/>
        </p:nvSpPr>
        <p:spPr>
          <a:xfrm>
            <a:off x="11353798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431</a:t>
            </a:r>
          </a:p>
        </p:txBody>
      </p:sp>
    </p:spTree>
    <p:extLst>
      <p:ext uri="{BB962C8B-B14F-4D97-AF65-F5344CB8AC3E}">
        <p14:creationId xmlns:p14="http://schemas.microsoft.com/office/powerpoint/2010/main" val="32855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6D921-1694-4B9F-A58C-B8D48367A371}"/>
              </a:ext>
            </a:extLst>
          </p:cNvPr>
          <p:cNvSpPr/>
          <p:nvPr/>
        </p:nvSpPr>
        <p:spPr>
          <a:xfrm>
            <a:off x="122662" y="812336"/>
            <a:ext cx="11946673" cy="307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തന്നുപകാരങ്ങള്‍ ഓര്‍ത്തു നിരന്തരം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നന്ദിയാല്‍ പ്രിയനെ വാഴ്ത്തിപ്പുകഴ്ത്തിടാം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നിന്നകൃത്യങ്ങള്‍ മോചിച്ചിടുന്നു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നിന്നുടെ രോഗങ്ങൾ സൗഖ്യമാക്കുന്നു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ജീവൻ അവന്‍ വീണ്ടെടുത്തീടുന്നു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B38E1-5D2F-41E5-81E9-F02607946CDD}"/>
              </a:ext>
            </a:extLst>
          </p:cNvPr>
          <p:cNvSpPr/>
          <p:nvPr/>
        </p:nvSpPr>
        <p:spPr>
          <a:xfrm>
            <a:off x="446050" y="3753055"/>
            <a:ext cx="10593658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nl-NL" sz="3400" b="1" i="0" u="none" strike="noStrike" baseline="0" dirty="0">
                <a:solidFill>
                  <a:srgbClr val="002060"/>
                </a:solidFill>
              </a:rPr>
              <a:t>Thannupakaarangalh orththu nirantharam</a:t>
            </a:r>
          </a:p>
          <a:p>
            <a:pPr algn="r">
              <a:lnSpc>
                <a:spcPct val="114000"/>
              </a:lnSpc>
            </a:pPr>
            <a:r>
              <a:rPr lang="nl-NL" sz="3400" b="1" i="0" u="none" strike="noStrike" baseline="0" dirty="0">
                <a:solidFill>
                  <a:srgbClr val="002060"/>
                </a:solidFill>
              </a:rPr>
              <a:t>Nanniyaal priyane vaazhthi pukazhthidaam</a:t>
            </a:r>
          </a:p>
          <a:p>
            <a:pPr algn="r">
              <a:lnSpc>
                <a:spcPct val="114000"/>
              </a:lnSpc>
            </a:pPr>
            <a:r>
              <a:rPr lang="nl-NL" sz="3400" b="1" i="0" u="none" strike="noStrike" baseline="0" dirty="0">
                <a:solidFill>
                  <a:srgbClr val="002060"/>
                </a:solidFill>
              </a:rPr>
              <a:t>Ninnakrithyangalh mochichidunnu</a:t>
            </a:r>
          </a:p>
          <a:p>
            <a:pPr algn="r">
              <a:lnSpc>
                <a:spcPct val="114000"/>
              </a:lnSpc>
            </a:pPr>
            <a:r>
              <a:rPr lang="nl-NL" sz="3400" b="1" i="0" u="none" strike="noStrike" baseline="0" dirty="0">
                <a:solidFill>
                  <a:srgbClr val="002060"/>
                </a:solidFill>
              </a:rPr>
              <a:t>Ninnude rogangalh soukhyamaakkunnu</a:t>
            </a:r>
          </a:p>
          <a:p>
            <a:pPr algn="r">
              <a:lnSpc>
                <a:spcPct val="114000"/>
              </a:lnSpc>
            </a:pPr>
            <a:r>
              <a:rPr lang="nl-NL" sz="3400" b="1" i="0" u="none" strike="noStrike" baseline="0" dirty="0">
                <a:solidFill>
                  <a:srgbClr val="002060"/>
                </a:solidFill>
              </a:rPr>
              <a:t>Nin jeevan avan veendeduththidunnu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D8F0C-D030-406A-A2D2-ADA772FFCA29}"/>
              </a:ext>
            </a:extLst>
          </p:cNvPr>
          <p:cNvSpPr txBox="1"/>
          <p:nvPr/>
        </p:nvSpPr>
        <p:spPr>
          <a:xfrm>
            <a:off x="0" y="258338"/>
            <a:ext cx="12191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30C89-5FD9-4193-80C8-EDECDD66D5A8}"/>
              </a:ext>
            </a:extLst>
          </p:cNvPr>
          <p:cNvSpPr txBox="1"/>
          <p:nvPr/>
        </p:nvSpPr>
        <p:spPr>
          <a:xfrm>
            <a:off x="11353798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431</a:t>
            </a:r>
          </a:p>
        </p:txBody>
      </p:sp>
    </p:spTree>
    <p:extLst>
      <p:ext uri="{BB962C8B-B14F-4D97-AF65-F5344CB8AC3E}">
        <p14:creationId xmlns:p14="http://schemas.microsoft.com/office/powerpoint/2010/main" val="260626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6D921-1694-4B9F-A58C-B8D48367A371}"/>
              </a:ext>
            </a:extLst>
          </p:cNvPr>
          <p:cNvSpPr/>
          <p:nvPr/>
        </p:nvSpPr>
        <p:spPr>
          <a:xfrm>
            <a:off x="323386" y="812336"/>
            <a:ext cx="11745949" cy="307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/>
              <a:t>നിന്നുടെ യൗവ്വനം കഴുകൻ പോൽ പുതുക്കി </a:t>
            </a:r>
          </a:p>
          <a:p>
            <a:pPr>
              <a:lnSpc>
                <a:spcPct val="114000"/>
              </a:lnSpc>
            </a:pPr>
            <a:r>
              <a:rPr lang="ml-IN" sz="3400" b="1" dirty="0"/>
              <a:t>നന്മയാൽ വായ്ക്കവൻ തൃപ്തിയെ തരുന്നു </a:t>
            </a:r>
          </a:p>
          <a:p>
            <a:pPr>
              <a:lnSpc>
                <a:spcPct val="114000"/>
              </a:lnSpc>
            </a:pPr>
            <a:r>
              <a:rPr lang="ml-IN" sz="3400" b="1" dirty="0"/>
              <a:t>പീഡിതർക്കായ് നീതി, ന്യായം നടത്തി </a:t>
            </a:r>
          </a:p>
          <a:p>
            <a:pPr>
              <a:lnSpc>
                <a:spcPct val="114000"/>
              </a:lnSpc>
            </a:pPr>
            <a:r>
              <a:rPr lang="ml-IN" sz="3400" b="1" dirty="0"/>
              <a:t>തൻ ദയ നമ്മെ അണിയിക്കുന്നോൻ </a:t>
            </a:r>
          </a:p>
          <a:p>
            <a:pPr>
              <a:lnSpc>
                <a:spcPct val="114000"/>
              </a:lnSpc>
            </a:pPr>
            <a:r>
              <a:rPr lang="ml-IN" sz="3400" b="1" dirty="0"/>
              <a:t>കൃപയും കരുണയും നിറഞ്ഞവൻ താൻ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B38E1-5D2F-41E5-81E9-F02607946CDD}"/>
              </a:ext>
            </a:extLst>
          </p:cNvPr>
          <p:cNvSpPr/>
          <p:nvPr/>
        </p:nvSpPr>
        <p:spPr>
          <a:xfrm>
            <a:off x="323387" y="3951943"/>
            <a:ext cx="1062711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Ninnude youvvanam kazhukenpol puththukki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Nanmayaal vaaykkavan thripthiye tharunnu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Peeditharkkaai neethi, nyaayam nadththi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Than daya namme anhiyikkunnon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Kripayum karunhayum nirhanjavan than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D8F0C-D030-406A-A2D2-ADA772FFCA29}"/>
              </a:ext>
            </a:extLst>
          </p:cNvPr>
          <p:cNvSpPr txBox="1"/>
          <p:nvPr/>
        </p:nvSpPr>
        <p:spPr>
          <a:xfrm>
            <a:off x="0" y="258338"/>
            <a:ext cx="12191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366AF-E47A-4C6F-9A34-44DF69905076}"/>
              </a:ext>
            </a:extLst>
          </p:cNvPr>
          <p:cNvSpPr txBox="1"/>
          <p:nvPr/>
        </p:nvSpPr>
        <p:spPr>
          <a:xfrm>
            <a:off x="11353798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431</a:t>
            </a:r>
          </a:p>
        </p:txBody>
      </p:sp>
    </p:spTree>
    <p:extLst>
      <p:ext uri="{BB962C8B-B14F-4D97-AF65-F5344CB8AC3E}">
        <p14:creationId xmlns:p14="http://schemas.microsoft.com/office/powerpoint/2010/main" val="83566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6D921-1694-4B9F-A58C-B8D48367A371}"/>
              </a:ext>
            </a:extLst>
          </p:cNvPr>
          <p:cNvSpPr/>
          <p:nvPr/>
        </p:nvSpPr>
        <p:spPr>
          <a:xfrm>
            <a:off x="323386" y="812336"/>
            <a:ext cx="11745949" cy="307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/>
              <a:t>നമ്മുടെ പാപങ്ങള്‍ക്കൊത്ത വിധം പരൻ</a:t>
            </a:r>
            <a:endParaRPr lang="en-US" sz="3400" b="1" dirty="0"/>
          </a:p>
          <a:p>
            <a:pPr>
              <a:lnSpc>
                <a:spcPct val="114000"/>
              </a:lnSpc>
            </a:pPr>
            <a:r>
              <a:rPr lang="ml-IN" sz="3400" b="1" dirty="0"/>
              <a:t>പകരം നമ്മോടു പ്രവര്‍ത്തിക്കുന്നില്ല</a:t>
            </a:r>
            <a:br>
              <a:rPr lang="ml-IN" sz="3400" b="1" dirty="0"/>
            </a:br>
            <a:r>
              <a:rPr lang="ml-IN" sz="3400" b="1" dirty="0"/>
              <a:t>വാനം ഭൂമിക്കുമേല്‍ ഉന്നതം പോലെ</a:t>
            </a:r>
            <a:br>
              <a:rPr lang="ml-IN" sz="3400" b="1" dirty="0"/>
            </a:br>
            <a:r>
              <a:rPr lang="ml-IN" sz="3400" b="1" dirty="0"/>
              <a:t>തന്‍ ദയ ഭക്തര്‍മേല്‍ ഉന്നതം തന്നെ</a:t>
            </a:r>
            <a:br>
              <a:rPr lang="ml-IN" sz="3400" b="1" dirty="0"/>
            </a:br>
            <a:r>
              <a:rPr lang="ml-IN" sz="3400" b="1" dirty="0"/>
              <a:t>നാം വെറും പൊടി എന്നവനോര്‍ത്തിടുന്നു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B38E1-5D2F-41E5-81E9-F02607946CDD}"/>
              </a:ext>
            </a:extLst>
          </p:cNvPr>
          <p:cNvSpPr/>
          <p:nvPr/>
        </p:nvSpPr>
        <p:spPr>
          <a:xfrm>
            <a:off x="323387" y="3951943"/>
            <a:ext cx="1062711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Nammude paapangalhkoththa vidham paran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Pakaram nammodu pravarththikkunnilla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Vaanam bhoomikkumel unnatham pole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Than daya bhakthar mel unnatham thanne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Naam verhum podi avanorththindunnu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D8F0C-D030-406A-A2D2-ADA772FFCA29}"/>
              </a:ext>
            </a:extLst>
          </p:cNvPr>
          <p:cNvSpPr txBox="1"/>
          <p:nvPr/>
        </p:nvSpPr>
        <p:spPr>
          <a:xfrm>
            <a:off x="0" y="258338"/>
            <a:ext cx="12191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E5085-BC11-4C21-97A0-6D9599B1FC94}"/>
              </a:ext>
            </a:extLst>
          </p:cNvPr>
          <p:cNvSpPr txBox="1"/>
          <p:nvPr/>
        </p:nvSpPr>
        <p:spPr>
          <a:xfrm>
            <a:off x="11353798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431</a:t>
            </a:r>
          </a:p>
        </p:txBody>
      </p:sp>
    </p:spTree>
    <p:extLst>
      <p:ext uri="{BB962C8B-B14F-4D97-AF65-F5344CB8AC3E}">
        <p14:creationId xmlns:p14="http://schemas.microsoft.com/office/powerpoint/2010/main" val="39442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6D921-1694-4B9F-A58C-B8D48367A371}"/>
              </a:ext>
            </a:extLst>
          </p:cNvPr>
          <p:cNvSpPr/>
          <p:nvPr/>
        </p:nvSpPr>
        <p:spPr>
          <a:xfrm>
            <a:off x="323386" y="812336"/>
            <a:ext cx="11745949" cy="307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/>
              <a:t>സ്വർഗ്ഗസിംഹാസനെ നിത്യമായ് വാഴുന്ന </a:t>
            </a:r>
            <a:br>
              <a:rPr lang="ml-IN" sz="3400" b="1" dirty="0"/>
            </a:br>
            <a:r>
              <a:rPr lang="ml-IN" sz="3400" b="1" dirty="0"/>
              <a:t>സ്തുത്യനാം യാഹിനെ വാഴ്ത്തി വണങ്ങിടാം </a:t>
            </a:r>
            <a:br>
              <a:rPr lang="ml-IN" sz="3400" b="1" dirty="0"/>
            </a:br>
            <a:r>
              <a:rPr lang="ml-IN" sz="3400" b="1" dirty="0"/>
              <a:t>തൻ വചനത്തിന്‍റെ ശബ്ദം ഗ്രഹിച്ച് </a:t>
            </a:r>
            <a:br>
              <a:rPr lang="ml-IN" sz="3400" b="1" dirty="0"/>
            </a:br>
            <a:r>
              <a:rPr lang="ml-IN" sz="3400" b="1" dirty="0"/>
              <a:t>തൻ ഹിതം ചെയ്യുന്ന ശുശ്രൂഷക്കാരായ് </a:t>
            </a:r>
            <a:br>
              <a:rPr lang="ml-IN" sz="3400" b="1" dirty="0"/>
            </a:br>
            <a:r>
              <a:rPr lang="ml-IN" sz="3400" b="1" dirty="0"/>
              <a:t>വാഴ്ത്തുവിൻ യഹോവയിൻ വൻ നാമത്തെ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B38E1-5D2F-41E5-81E9-F02607946CDD}"/>
              </a:ext>
            </a:extLst>
          </p:cNvPr>
          <p:cNvSpPr/>
          <p:nvPr/>
        </p:nvSpPr>
        <p:spPr>
          <a:xfrm>
            <a:off x="323387" y="3951943"/>
            <a:ext cx="1062711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Swargasimhaasane nithyamaai vaazhunna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Sthuthyanaam yaahine vaazhthi vanhangidaam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Than vachanaththinte shabdam shravichu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Than hitham cheynna shushrooshakkaaraai</a:t>
            </a:r>
          </a:p>
          <a:p>
            <a:pPr algn="r"/>
            <a:r>
              <a:rPr lang="nl-NL" sz="3400" b="1" i="0" u="none" strike="noStrike" baseline="0" dirty="0">
                <a:solidFill>
                  <a:srgbClr val="002060"/>
                </a:solidFill>
              </a:rPr>
              <a:t>Vaazhthuveen yeahovayin van naamaththe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D8F0C-D030-406A-A2D2-ADA772FFCA29}"/>
              </a:ext>
            </a:extLst>
          </p:cNvPr>
          <p:cNvSpPr txBox="1"/>
          <p:nvPr/>
        </p:nvSpPr>
        <p:spPr>
          <a:xfrm>
            <a:off x="0" y="258338"/>
            <a:ext cx="12191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43D15-F89A-4EAF-A23D-79B245AAD6CD}"/>
              </a:ext>
            </a:extLst>
          </p:cNvPr>
          <p:cNvSpPr txBox="1"/>
          <p:nvPr/>
        </p:nvSpPr>
        <p:spPr>
          <a:xfrm>
            <a:off x="11353798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431</a:t>
            </a:r>
          </a:p>
        </p:txBody>
      </p:sp>
    </p:spTree>
    <p:extLst>
      <p:ext uri="{BB962C8B-B14F-4D97-AF65-F5344CB8AC3E}">
        <p14:creationId xmlns:p14="http://schemas.microsoft.com/office/powerpoint/2010/main" val="315151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145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431 എന്‍ മനമേ ദിനം വാഴ്ത്തുക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maname dinam vazhthuka nee</dc:title>
  <dc:creator>Acsah Mathews</dc:creator>
  <cp:lastModifiedBy>Acsah Mathews</cp:lastModifiedBy>
  <cp:revision>3</cp:revision>
  <dcterms:created xsi:type="dcterms:W3CDTF">2018-11-27T19:00:31Z</dcterms:created>
  <dcterms:modified xsi:type="dcterms:W3CDTF">2018-11-27T19:56:53Z</dcterms:modified>
</cp:coreProperties>
</file>