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80" r:id="rId3"/>
    <p:sldId id="285" r:id="rId4"/>
    <p:sldId id="286" r:id="rId5"/>
    <p:sldId id="289" r:id="rId6"/>
    <p:sldId id="287" r:id="rId7"/>
    <p:sldId id="290" r:id="rId8"/>
    <p:sldId id="288" r:id="rId9"/>
    <p:sldId id="29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105" d="100"/>
          <a:sy n="105" d="100"/>
        </p:scale>
        <p:origin x="51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A57B1-22AF-4CEF-826F-DDE5E0F24446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7FC38-23BD-4945-9D24-C4DE3846FB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670D8-C88E-4AE1-A946-DF122AC12AFA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37950-31D2-418F-8C33-CC1CCE28E7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982C19-212C-41AD-BC05-EC8217EE5F75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23E0E-E87A-4F5D-AAD2-B45F1A1B55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EA02D-CDDC-4C79-B873-AAB037BAAA95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2F359-AE6F-4011-97C5-7568FB0520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B9E1B-E224-46E4-B35E-0951F02707FF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31F9-3C7A-4451-ADD0-5F84A88BA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65CB6-DDE6-49F1-B6E5-52AA5990B791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02313-9085-464C-A7A3-33F7A2DABA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992DE-FC68-4FAE-BA0F-FEF63D58C0DA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E0088B-F2C6-40BB-BD05-5CE09CDAF0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DDAD1-AC6F-41A5-B5C4-D0DF6426533A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03B6D-84A9-45A4-96E9-2762AC46B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59CC5-D75A-4B2B-B68E-38986AD8ABA8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2EEF1-5994-4D1A-B266-AD952748D8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00E41-6944-49B0-B6A5-65562A9426D2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CDB7-F6F4-4C2A-B25C-660E51ADE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43B34-F04E-4024-8D4C-29D86D559975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C38068-3026-4E0B-8B09-5B0CC1A503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706ED1-63D1-4E99-859E-775598F0A21C}" type="datetimeFigureOut">
              <a:rPr lang="en-US"/>
              <a:pPr>
                <a:defRPr/>
              </a:pPr>
              <a:t>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1A6EFE6-DFD8-4F1F-A962-9C2F0515C9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A78C0-E3D7-4A6A-8BCF-D45F5B6CE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കർത്തൻ എന്നെ നടത്തുന്നു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56290-C81D-4046-A02D-47529AC43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Karthan </a:t>
            </a:r>
            <a:r>
              <a:rPr lang="en-US" sz="4000" b="1" dirty="0" err="1">
                <a:solidFill>
                  <a:schemeClr val="tx2"/>
                </a:solidFill>
              </a:rPr>
              <a:t>enney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nadathunnu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tx2"/>
                </a:solidFill>
              </a:rPr>
              <a:t>He </a:t>
            </a:r>
            <a:r>
              <a:rPr lang="en-US" sz="4000" i="1" dirty="0" err="1">
                <a:solidFill>
                  <a:schemeClr val="tx2"/>
                </a:solidFill>
              </a:rPr>
              <a:t>Leadeth</a:t>
            </a:r>
            <a:r>
              <a:rPr lang="en-US" sz="4000" i="1" dirty="0">
                <a:solidFill>
                  <a:schemeClr val="tx2"/>
                </a:solidFill>
              </a:rPr>
              <a:t> Me – J.H. Gilmore</a:t>
            </a:r>
          </a:p>
        </p:txBody>
      </p:sp>
    </p:spTree>
    <p:extLst>
      <p:ext uri="{BB962C8B-B14F-4D97-AF65-F5344CB8AC3E}">
        <p14:creationId xmlns:p14="http://schemas.microsoft.com/office/powerpoint/2010/main" val="38001252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11353800" cy="2819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എന്നെ നടത്തുന്നു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ഭാഗ്യം സ്വർഗ്ഗാശ്വാസം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എല്ലാറ്റിലും എവിടെയും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കൈ തന്നെ നടത്തുന്നു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3A3A4-CB1F-430F-A433-EC2C4FF8DEE9}"/>
              </a:ext>
            </a:extLst>
          </p:cNvPr>
          <p:cNvSpPr/>
          <p:nvPr/>
        </p:nvSpPr>
        <p:spPr>
          <a:xfrm>
            <a:off x="609600" y="3832860"/>
            <a:ext cx="10439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swargaaaashwaasam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Ellaattilum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evideyum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kai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58D98-F542-4618-BD15-5F8ACEAAFE77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24840"/>
            <a:ext cx="12192000" cy="28194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നടത്തുന്നാൻ - നടത്തുന്നാൻ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കയ്യാൽമാം നടത്തുന്നാൻ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തൻപിൻഗാമിയായിടും ഞാൻ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കയ്യാൽമാം നടത്തുന്നാൻ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3A3A4-CB1F-430F-A433-EC2C4FF8DEE9}"/>
              </a:ext>
            </a:extLst>
          </p:cNvPr>
          <p:cNvSpPr/>
          <p:nvPr/>
        </p:nvSpPr>
        <p:spPr>
          <a:xfrm>
            <a:off x="-7620" y="342138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kaiyyaalmaam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pingaamiyaayidum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kaiyyaal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199023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11353800" cy="2819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അതിദു:ഖ മദ്ധ്യത്തിലും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ഏദൻ ഭാഗ്യ നിറവിലും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ശാന്തത്തിൽ താൻ-വൻ കാറ്റിൽ താൻ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കൈ തന്നെ നടത്തുന്നു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3A3A4-CB1F-430F-A433-EC2C4FF8DEE9}"/>
              </a:ext>
            </a:extLst>
          </p:cNvPr>
          <p:cNvSpPr/>
          <p:nvPr/>
        </p:nvSpPr>
        <p:spPr>
          <a:xfrm>
            <a:off x="609600" y="3832860"/>
            <a:ext cx="10439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swargaaaashwaasam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Ellaattilum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evideyum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kai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58D98-F542-4618-BD15-5F8ACEAAFE77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898086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24840"/>
            <a:ext cx="12192000" cy="28194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നടത്തുന്നാൻ - നടത്തുന്നാൻ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കയ്യാൽമാം നടത്തുന്നാൻ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തൻപിൻഗാമിയായിടും ഞാൻ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കയ്യാൽമാം നടത്തുന്നാൻ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3A3A4-CB1F-430F-A433-EC2C4FF8DEE9}"/>
              </a:ext>
            </a:extLst>
          </p:cNvPr>
          <p:cNvSpPr/>
          <p:nvPr/>
        </p:nvSpPr>
        <p:spPr>
          <a:xfrm>
            <a:off x="-7620" y="342138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kaiyyaalmaam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pingaamiyaayidum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kaiyyaal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27248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11353800" cy="2819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കർത്തനിൻ കൈപിടിക്കും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പശ്ചാത്താപപ്പെടാ പിന്നെ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എന്നംശത്തിൽ തൃപ്തിപ്പെടും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ദൈവംതാൻ നടത്തുന്നു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3A3A4-CB1F-430F-A433-EC2C4FF8DEE9}"/>
              </a:ext>
            </a:extLst>
          </p:cNvPr>
          <p:cNvSpPr/>
          <p:nvPr/>
        </p:nvSpPr>
        <p:spPr>
          <a:xfrm>
            <a:off x="609600" y="3832860"/>
            <a:ext cx="10439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swargaaaashwaasam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Ellaattilum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evideyum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kai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58D98-F542-4618-BD15-5F8ACEAAFE77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852891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24840"/>
            <a:ext cx="12192000" cy="28194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നടത്തുന്നാൻ - നടത്തുന്നാൻ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കയ്യാൽമാം നടത്തുന്നാൻ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തൻപിൻഗാമിയായിടും ഞാൻ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കയ്യാൽമാം നടത്തുന്നാൻ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3A3A4-CB1F-430F-A433-EC2C4FF8DEE9}"/>
              </a:ext>
            </a:extLst>
          </p:cNvPr>
          <p:cNvSpPr/>
          <p:nvPr/>
        </p:nvSpPr>
        <p:spPr>
          <a:xfrm>
            <a:off x="-7620" y="342138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kaiyyaalmaam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pingaamiyaayidum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kaiyyaal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123461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11353800" cy="2819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</a:rPr>
              <a:t>ലോകെ എന്‍റെ വേല തീർത്തു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നിൻ കൃപയാൽ ജയം നേടി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മൃത്യുകാലം പേടിക്കാ ഞാൻ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യോർദ്ദാനിൽ നീ നടത്തുന്നു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3A3A4-CB1F-430F-A433-EC2C4FF8DEE9}"/>
              </a:ext>
            </a:extLst>
          </p:cNvPr>
          <p:cNvSpPr/>
          <p:nvPr/>
        </p:nvSpPr>
        <p:spPr>
          <a:xfrm>
            <a:off x="609600" y="3832860"/>
            <a:ext cx="10439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swargaaaashwaasam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Ellaattilum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evideyum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kai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58D98-F542-4618-BD15-5F8ACEAAFE77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955588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24840"/>
            <a:ext cx="12192000" cy="28194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നടത്തുന്നാൻ - നടത്തുന്നാൻ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കയ്യാൽമാം നടത്തുന്നാൻ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തൻപിൻഗാമിയായിടും ഞാൻ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കയ്യാൽമാം നടത്തുന്നാൻ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3A3A4-CB1F-430F-A433-EC2C4FF8DEE9}"/>
              </a:ext>
            </a:extLst>
          </p:cNvPr>
          <p:cNvSpPr/>
          <p:nvPr/>
        </p:nvSpPr>
        <p:spPr>
          <a:xfrm>
            <a:off x="-7620" y="342138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kaiyyaalmaam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pingaamiyaayidum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kaiyyaal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nadaththunnaan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309469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244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281 കർത്തൻ എന്നെ നടത്തുന്നു</vt:lpstr>
      <vt:lpstr>കർത്തൻ എന്നെ നടത്തുന്നു  എത്ര ഭാഗ്യം സ്വർഗ്ഗാശ്വാസം  എല്ലാറ്റിലും എവിടെയും  തൻ കൈ തന്നെ നടത്തുന്നു</vt:lpstr>
      <vt:lpstr>നടത്തുന്നാൻ - നടത്തുന്നാൻ തൻ കയ്യാൽമാം നടത്തുന്നാൻ തൻപിൻഗാമിയായിടും ഞാൻ  തൻ കയ്യാൽമാം നടത്തുന്നാൻ</vt:lpstr>
      <vt:lpstr>അതിദു:ഖ മദ്ധ്യത്തിലും  ഏദൻ ഭാഗ്യ നിറവിലും  ശാന്തത്തിൽ താൻ-വൻ കാറ്റിൽ താൻ  തൻ കൈ തന്നെ നടത്തുന്നു</vt:lpstr>
      <vt:lpstr>നടത്തുന്നാൻ - നടത്തുന്നാൻ തൻ കയ്യാൽമാം നടത്തുന്നാൻ തൻപിൻഗാമിയായിടും ഞാൻ  തൻ കയ്യാൽമാം നടത്തുന്നാൻ</vt:lpstr>
      <vt:lpstr>കർത്തനിൻ കൈപിടിക്കും ഞാൻ  പശ്ചാത്താപപ്പെടാ പിന്നെ  എന്നംശത്തിൽ തൃപ്തിപ്പെടും  എൻ ദൈവംതാൻ നടത്തുന്നു</vt:lpstr>
      <vt:lpstr>നടത്തുന്നാൻ - നടത്തുന്നാൻ തൻ കയ്യാൽമാം നടത്തുന്നാൻ തൻപിൻഗാമിയായിടും ഞാൻ  തൻ കയ്യാൽമാം നടത്തുന്നാൻ</vt:lpstr>
      <vt:lpstr>ലോകെ എന്‍റെ വേല തീർത്തു  നിൻ കൃപയാൽ ജയം നേടി  മൃത്യുകാലം പേടിക്കാ ഞാൻ  യോർദ്ദാനിൽ നീ നടത്തുന്നു</vt:lpstr>
      <vt:lpstr>നടത്തുന്നാൻ - നടത്തുന്നാൻ തൻ കയ്യാൽമാം നടത്തുന്നാൻ തൻപിൻഗാമിയായിടും ഞാൻ  തൻ കയ്യാൽമാം നടത്തുന്നാൻ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Karthan enne nadathunnu</dc:title>
  <dc:creator>Digital Input; GM JOHN; Acsah Mathews</dc:creator>
  <cp:lastModifiedBy>Manu Abraham</cp:lastModifiedBy>
  <cp:revision>397</cp:revision>
  <dcterms:created xsi:type="dcterms:W3CDTF">2013-04-19T09:19:07Z</dcterms:created>
  <dcterms:modified xsi:type="dcterms:W3CDTF">2022-02-05T05:45:15Z</dcterms:modified>
</cp:coreProperties>
</file>