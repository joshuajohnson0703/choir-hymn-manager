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2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7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AB014B-79FD-400B-9E05-F9531AB69BDC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38E48-9230-4B6C-A7D9-6D2478B0D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9A9AD-0A2A-456A-9685-DED200B545FF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83FA3-B3FC-4EE5-BC76-F4C6FE3906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B674B-9EEE-4C41-8181-ACB1FB68CCD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DF7E08-3CED-4138-AF2B-5BE674EC08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314284-EFDB-438D-85F3-66DC02E93969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EAB56-C0AC-4B88-B7FF-3CE300426E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25381-D986-48B9-8C66-1E8CF92BBB7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3648B-ACD1-4FC0-A118-41A88AD2F9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DC3CF0-C4AF-4697-A0AD-55E25C78B8B3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4E70A2-73B7-4811-B49A-0CF58970E0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F20DE8-4679-4FC9-8317-24E30B5E56D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3E7A3-C0EA-42F0-A42C-3D3E13ACD7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2CE6BE-1C95-4AAB-9B2A-05733DA7E352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F6EF7-7577-4521-8743-BD7BF8446C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6DA447-A516-45C3-A288-B35157432838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000E41-EF67-4CAF-9ADB-3BDD70D21A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C5F962-B898-43F6-AA50-E3B6C358A9DB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09F7F-4930-49A7-B255-FF6110C7AF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0E2E0-6173-4ADC-BEF4-96D0B8484EC1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7EF9D-EEB1-4A6B-B53D-75FB23D255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94E3825-B739-4A55-B10B-AB4696F1FC86}" type="datetimeFigureOut">
              <a:rPr lang="en-US"/>
              <a:pPr>
                <a:defRPr/>
              </a:pPr>
              <a:t>11/13/2018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689E09B-F42E-4F7B-BC9C-34A89E60A2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41E61-063D-47EC-9D7A-F983B5D688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നിന്നോടെൻ ദൈവമേ!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9F67A-0EB6-4A6A-A1C1-F17C16308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0451"/>
            <a:ext cx="8534400" cy="1470025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Ninnoden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Daivamey</a:t>
            </a:r>
            <a:endParaRPr lang="en-US" sz="4000" dirty="0"/>
          </a:p>
          <a:p>
            <a:r>
              <a:rPr lang="en-US" sz="3600" i="1" dirty="0"/>
              <a:t>Tune: Safe in the arms of Jesus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F830C9-5497-42D7-B2DB-2B985190AE89}"/>
              </a:ext>
            </a:extLst>
          </p:cNvPr>
          <p:cNvSpPr/>
          <p:nvPr/>
        </p:nvSpPr>
        <p:spPr>
          <a:xfrm>
            <a:off x="2209800" y="5010090"/>
            <a:ext cx="39356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(</a:t>
            </a:r>
            <a:r>
              <a:rPr lang="ml-IN" sz="2000" b="1" dirty="0">
                <a:solidFill>
                  <a:schemeClr val="accent2"/>
                </a:solidFill>
              </a:rPr>
              <a:t>ഈ. ഐ. ജേക്കബ്, കൊച്ചി</a:t>
            </a:r>
            <a:r>
              <a:rPr lang="en-US" sz="2000" b="1" dirty="0">
                <a:solidFill>
                  <a:schemeClr val="accent2"/>
                </a:solidFill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7E697B-267F-405F-BC34-8BE0D7A3A3AA}"/>
              </a:ext>
            </a:extLst>
          </p:cNvPr>
          <p:cNvSpPr/>
          <p:nvPr/>
        </p:nvSpPr>
        <p:spPr>
          <a:xfrm>
            <a:off x="7838989" y="5010090"/>
            <a:ext cx="23471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(E.I. Jacob, Kochi) </a:t>
            </a:r>
          </a:p>
        </p:txBody>
      </p:sp>
    </p:spTree>
    <p:extLst>
      <p:ext uri="{BB962C8B-B14F-4D97-AF65-F5344CB8AC3E}">
        <p14:creationId xmlns:p14="http://schemas.microsoft.com/office/powerpoint/2010/main" val="284372162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44495" y="1185446"/>
            <a:ext cx="11136353" cy="27432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നിന്നോടെൻ ദൈവമേ! ഞാൻ ചേരട്ടെ!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ക്രൂശു ഞാൻ വഹിക്കെന്നാലുമേ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ഗീതം എന്നുമേ നിന്നോടെൻ ദൈവമേ!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നിന്നോടെൻ ദൈവമേ! ഞാൻ ചേരട്ടെ!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379E94-16BC-45FB-9705-6D000EDDCC10}"/>
              </a:ext>
            </a:extLst>
          </p:cNvPr>
          <p:cNvSpPr/>
          <p:nvPr/>
        </p:nvSpPr>
        <p:spPr>
          <a:xfrm>
            <a:off x="-11151" y="3740776"/>
            <a:ext cx="1113635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cherattey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krooshu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vahikkennaalumey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cherattey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7A480-1533-4927-AFA1-4151D4DEA080}"/>
              </a:ext>
            </a:extLst>
          </p:cNvPr>
          <p:cNvSpPr txBox="1"/>
          <p:nvPr/>
        </p:nvSpPr>
        <p:spPr>
          <a:xfrm>
            <a:off x="0" y="419611"/>
            <a:ext cx="121808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44495" y="1185446"/>
            <a:ext cx="11136353" cy="27432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ദാസൻ യാക്കോബെപ്പോൽ രാകാലത്തിൽ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വൻ കാട്ടിൽ കല്ലിന്മേൽ ഉറങ്ങുകിൽ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എൻ സ്വപ്നത്തിലുമേ!  നിന്നോടെൻ ദൈവമേ!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നിന്നോടെൻ ദൈവമേ! ഞാൻ ചേരട്ടെ!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379E94-16BC-45FB-9705-6D000EDDCC10}"/>
              </a:ext>
            </a:extLst>
          </p:cNvPr>
          <p:cNvSpPr/>
          <p:nvPr/>
        </p:nvSpPr>
        <p:spPr>
          <a:xfrm>
            <a:off x="-11151" y="3740776"/>
            <a:ext cx="1113635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Daasan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Yaakobeppol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raakaalaththil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kaattil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kallinmel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urangukil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swapnaththilumey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cherattey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7A480-1533-4927-AFA1-4151D4DEA080}"/>
              </a:ext>
            </a:extLst>
          </p:cNvPr>
          <p:cNvSpPr txBox="1"/>
          <p:nvPr/>
        </p:nvSpPr>
        <p:spPr>
          <a:xfrm>
            <a:off x="0" y="419611"/>
            <a:ext cx="121808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151167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44495" y="1185446"/>
            <a:ext cx="11136353" cy="27432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നീ എന്നെ നടത്തും പാത എല്ലാം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വിൺ എത്തും ഏണിപോൽ പ്രകാശമാം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ദൂതർ വിളിക്കുന്നേ! നിന്നോടെൻ ദൈവമേ!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നിന്നോടെൻ ദൈവമേ! ഞാൻ ചേരട്ടെ!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379E94-16BC-45FB-9705-6D000EDDCC10}"/>
              </a:ext>
            </a:extLst>
          </p:cNvPr>
          <p:cNvSpPr/>
          <p:nvPr/>
        </p:nvSpPr>
        <p:spPr>
          <a:xfrm>
            <a:off x="-11151" y="3740776"/>
            <a:ext cx="1113635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paatha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Vinh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eththum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ènhipôl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prakaashamaam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vilhikkunney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cherattey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7A480-1533-4927-AFA1-4151D4DEA080}"/>
              </a:ext>
            </a:extLst>
          </p:cNvPr>
          <p:cNvSpPr txBox="1"/>
          <p:nvPr/>
        </p:nvSpPr>
        <p:spPr>
          <a:xfrm>
            <a:off x="0" y="419611"/>
            <a:ext cx="121808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91022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44495" y="1185446"/>
            <a:ext cx="11136353" cy="27432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ഉണർന്നു ഞാൻ നിന്നെ സ്തുതിച്ചിടും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കൽ തലയിണയെ ബെഥേലാക്കും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തുമ്പത്തിലുമേ നിന്നോടെൻ ദൈവമേ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നിന്നോടെൻ ദൈവമേ! ഞാൻ ചേർന്നീടും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379E94-16BC-45FB-9705-6D000EDDCC10}"/>
              </a:ext>
            </a:extLst>
          </p:cNvPr>
          <p:cNvSpPr/>
          <p:nvPr/>
        </p:nvSpPr>
        <p:spPr>
          <a:xfrm>
            <a:off x="-11151" y="3740776"/>
            <a:ext cx="1113635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Unharnnu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sthuthichcheedum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thalayinhaye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Bethelaakkum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thumbaththaalumey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chernnidum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7A480-1533-4927-AFA1-4151D4DEA080}"/>
              </a:ext>
            </a:extLst>
          </p:cNvPr>
          <p:cNvSpPr txBox="1"/>
          <p:nvPr/>
        </p:nvSpPr>
        <p:spPr>
          <a:xfrm>
            <a:off x="0" y="419611"/>
            <a:ext cx="121808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4868547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44495" y="1185446"/>
            <a:ext cx="11136353" cy="2743200"/>
          </a:xfrm>
        </p:spPr>
        <p:txBody>
          <a:bodyPr anchor="t"/>
          <a:lstStyle/>
          <a:p>
            <a:pPr algn="l" defTabSz="284163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 മാർഗ്ഗമായ് മഹോന്നതേ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പറന്നു പോകിലും സന്തോഷമേ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എൻ ഗീതമെന്നുമേ നിന്നോടെൻ ദൈവമേ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നിന്നോടെൻ ദൈവമേ! ഞാൻ ചേർന്നീടും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379E94-16BC-45FB-9705-6D000EDDCC10}"/>
              </a:ext>
            </a:extLst>
          </p:cNvPr>
          <p:cNvSpPr/>
          <p:nvPr/>
        </p:nvSpPr>
        <p:spPr>
          <a:xfrm>
            <a:off x="-11151" y="3740776"/>
            <a:ext cx="11136352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Aakaasha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maarggamaai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mahonnathey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Parannu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pôkilum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santhoshamey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geethamennumey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Ninnoden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chernnidum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7A480-1533-4927-AFA1-4151D4DEA080}"/>
              </a:ext>
            </a:extLst>
          </p:cNvPr>
          <p:cNvSpPr txBox="1"/>
          <p:nvPr/>
        </p:nvSpPr>
        <p:spPr>
          <a:xfrm>
            <a:off x="0" y="419611"/>
            <a:ext cx="121808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835185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143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241 നിന്നോടെൻ ദൈവമേ!</vt:lpstr>
      <vt:lpstr>നിന്നോടെൻ ദൈവമേ! ഞാൻ ചേരട്ടെ!  നിൻ ക്രൂശു ഞാൻ വഹിക്കെന്നാലുമേ  എൻ ഗീതം എന്നുമേ നിന്നോടെൻ ദൈവമേ! നിന്നോടെൻ ദൈവമേ! ഞാൻ ചേരട്ടെ!</vt:lpstr>
      <vt:lpstr>ദാസൻ യാക്കോബെപ്പോൽ രാകാലത്തിൽ  വൻ കാട്ടിൽ കല്ലിന്മേൽ ഉറങ്ങുകിൽ  എൻ സ്വപ്നത്തിലുമേ!  നിന്നോടെൻ ദൈവമേ! നിന്നോടെൻ ദൈവമേ! ഞാൻ ചേരട്ടെ!</vt:lpstr>
      <vt:lpstr>നീ എന്നെ നടത്തും പാത എല്ലാം  വിൺ എത്തും ഏണിപോൽ പ്രകാശമാം  ദൂതർ വിളിക്കുന്നേ! നിന്നോടെൻ ദൈവമേ! നിന്നോടെൻ ദൈവമേ! ഞാൻ ചേരട്ടെ! </vt:lpstr>
      <vt:lpstr>ഉണർന്നു ഞാൻ നിന്നെ സ്തുതിച്ചിടും  കൽ തലയിണയെ ബെഥേലാക്കും  എൻ തുമ്പത്തിലുമേ നിന്നോടെൻ ദൈവമേ  നിന്നോടെൻ ദൈവമേ! ഞാൻ ചേർന്നീടും </vt:lpstr>
      <vt:lpstr>ആകാശ മാർഗ്ഗമായ് മഹോന്നതേ  പറന്നു പോകിലും സന്തോഷമേ  എൻ ഗീതമെന്നുമേ നിന്നോടെൻ ദൈവമേ  നിന്നോടെൻ ദൈവമേ! ഞാൻ ചേർന്നീടും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Ninnoden Daivame</dc:title>
  <dc:creator>Digital Input:; GM JOHN; Acsah Mathews</dc:creator>
  <cp:lastModifiedBy>Acsah Mathews</cp:lastModifiedBy>
  <cp:revision>269</cp:revision>
  <dcterms:created xsi:type="dcterms:W3CDTF">2013-04-19T09:19:07Z</dcterms:created>
  <dcterms:modified xsi:type="dcterms:W3CDTF">2018-11-13T18:39:53Z</dcterms:modified>
</cp:coreProperties>
</file>