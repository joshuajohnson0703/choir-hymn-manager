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0" r:id="rId3"/>
    <p:sldId id="276" r:id="rId4"/>
    <p:sldId id="277" r:id="rId5"/>
    <p:sldId id="278" r:id="rId6"/>
    <p:sldId id="279" r:id="rId7"/>
    <p:sldId id="280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63A45A-35FE-4384-8ED0-72BC9C9F4158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36544F-E5FB-4ADE-9572-6455D22F22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1FCEBF-60FD-4934-9B9B-DA471A9BF10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5BF021-0DAD-4B08-90CA-4C55D82D1C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1C24B1-07A6-4CD2-9048-D3E774A0CD6B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A5B5DD-B830-450C-8AB4-88AAB49E94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34C3C9-B1DF-4B7D-929B-9DD4F80949F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189C7-AB1A-4138-B6F0-55083853C7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F4A5BE-756D-4306-8117-18DA264874CC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8CF493-4365-4CF3-BD1B-B7705CEFA0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79A765-6460-41CE-99FD-9689D9B5AE40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E9C3E6-EC41-4E4E-971C-464DE72597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507E11-FB2C-4E35-A4C6-0B0B8C2596F4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1161BA-B25B-4B28-A945-F203A58680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80B162-8885-4F69-BAB6-765748070EFA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D36E86-1349-433F-9740-A333A7D26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EB7FEB-FE77-4586-A673-1E67C2756D9A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4681C0-E1F5-449C-AC0B-166BC38970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DEEC85-9D67-43EF-9416-CCC55FA123D6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153371-7DF4-402B-8DC2-D226485E33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7D758-6759-4BDE-B12D-30D937134F70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DC1E48-638B-49B2-9EF5-109857DB2E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235EE1E-0A64-4369-8E57-13155259CDA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27701A7-563D-4DAF-B97C-5B5B4EA5CB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3598B-02F7-43B2-AAC5-EBB986FCBD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115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ക്രൈസ്തവരേ വന്ദനയ്ക്കുണരിൻ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7DD35-D3E7-4D49-99DE-450EC3425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Kraisthavarey </a:t>
            </a:r>
            <a:r>
              <a:rPr lang="en-US" sz="4000" b="1" dirty="0" err="1">
                <a:solidFill>
                  <a:schemeClr val="tx2"/>
                </a:solidFill>
              </a:rPr>
              <a:t>vandanaykkunharin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endParaRPr lang="en-US" b="1" dirty="0">
              <a:solidFill>
                <a:schemeClr val="tx2"/>
              </a:solidFill>
            </a:endParaRPr>
          </a:p>
          <a:p>
            <a:r>
              <a:rPr lang="en-US" sz="3400" i="1" dirty="0">
                <a:solidFill>
                  <a:schemeClr val="tx2">
                    <a:lumMod val="75000"/>
                  </a:schemeClr>
                </a:solidFill>
              </a:rPr>
              <a:t>Christians Awake Salute the Happy Morn – John Byron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85672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762000"/>
            <a:ext cx="11811000" cy="2819400"/>
          </a:xfrm>
        </p:spPr>
        <p:txBody>
          <a:bodyPr anchor="t"/>
          <a:lstStyle/>
          <a:p>
            <a:pPr algn="l" defTabSz="457200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ക്രൈസ്തവരേ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</a:rPr>
              <a:t>വന്ദനയ്ക്കുണരിൻ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ക്രി-സ്തുകന്യാ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ജാതം ചെയ്ത നാളിൽ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ഭാഗ്യോദയേ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അത്ഭുതമീസ്നേഹം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അ- ഗോചരമല്ലോ ഇതിന്‍ മര്‍മ്മം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വാനേ ദൂതന്മാര്‍ പാടി ഇതാദ്യം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മാനു-ഷ്യാവതാരം ഘോഷിച്ചിവര്‍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53D5F1-92C5-463F-808C-B4126F457417}"/>
              </a:ext>
            </a:extLst>
          </p:cNvPr>
          <p:cNvSpPr/>
          <p:nvPr/>
        </p:nvSpPr>
        <p:spPr>
          <a:xfrm>
            <a:off x="0" y="3658612"/>
            <a:ext cx="11125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/>
                </a:solidFill>
                <a:latin typeface="+mn-lt"/>
              </a:rPr>
              <a:t>Kraisthavarey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vandanaykkunharin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Kri-sthu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kanyaa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jaatham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cheithanaalhil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Bhaagyodayey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athbhudam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sneham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>
                <a:solidFill>
                  <a:schemeClr val="tx2"/>
                </a:solidFill>
                <a:latin typeface="+mn-lt"/>
              </a:rPr>
              <a:t>Aa-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gocharamallo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ithin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marmam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Vaaney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doothanmaar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paadi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ithaadyam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Maanu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shyaavathaaram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ghoshichchivar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6D238F-E766-4AE6-B0C9-D36E19C99F48}"/>
              </a:ext>
            </a:extLst>
          </p:cNvPr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762000"/>
            <a:ext cx="11887200" cy="2819400"/>
          </a:xfrm>
        </p:spPr>
        <p:txBody>
          <a:bodyPr anchor="t"/>
          <a:lstStyle/>
          <a:p>
            <a:pPr algn="l" defTabSz="457200"/>
            <a:r>
              <a:rPr lang="ml-IN" sz="3000" b="1" dirty="0">
                <a:latin typeface="Kartika" panose="02020503030404060203" pitchFamily="18" charset="0"/>
              </a:rPr>
              <a:t>കാവല്‍ കാക്കും ഇടയരും കേട്ടു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ദൈവ ദൂതസ്വരം, ഭയം വേണ്ടാ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നല്ല വാര്‍ത്ത- കൊണ്ടുവരുന്നു ഞാൻ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എല്ലാവര്‍ക്കുമുള്ളോരു രക്ഷകൻ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ഇന്നു ജനിച്ചു ദൈവ വാഗ്ദത്തം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ഒന്നു പോലും പിഴയ്ക്കാ നിശ്ചയം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53D5F1-92C5-463F-808C-B4126F457417}"/>
              </a:ext>
            </a:extLst>
          </p:cNvPr>
          <p:cNvSpPr/>
          <p:nvPr/>
        </p:nvSpPr>
        <p:spPr>
          <a:xfrm>
            <a:off x="0" y="3658612"/>
            <a:ext cx="11125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/>
                </a:solidFill>
                <a:latin typeface="+mn-lt"/>
              </a:rPr>
              <a:t>Kaaval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kaakkum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idayarum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kèttu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Daiva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doothaswaram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‘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bhayam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venda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Nalla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vaarththa-konduvarunnu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njaan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Ellavarkkum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ullhoru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rakshakan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innu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janichchu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’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Daiva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vaagdaththam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Onnu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polum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pizhaykka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nishchayam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6D238F-E766-4AE6-B0C9-D36E19C99F48}"/>
              </a:ext>
            </a:extLst>
          </p:cNvPr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0965421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762000"/>
            <a:ext cx="11963400" cy="2819400"/>
          </a:xfrm>
        </p:spPr>
        <p:txBody>
          <a:bodyPr anchor="t"/>
          <a:lstStyle/>
          <a:p>
            <a:pPr algn="l" defTabSz="457200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ദൂതഗണം ആകാശം മുഴക്കും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ഗീതം പാടി ആര്‍ത്തു ഉന്നതത്തിൽ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ദൈവത്തിനു മഹത്വം ഭൂമിയിൽ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ദൈവ-പ്രസാദമുള്ളോര്‍ക്കു സാമം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വീണ്ടെടുപ്പിന്‍ സ്നേ-ഹം ദൂതന്മാര്‍ക്കും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പണ്ടേ ആശ്ചര്യം: ഗീതവുമത്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53D5F1-92C5-463F-808C-B4126F457417}"/>
              </a:ext>
            </a:extLst>
          </p:cNvPr>
          <p:cNvSpPr/>
          <p:nvPr/>
        </p:nvSpPr>
        <p:spPr>
          <a:xfrm>
            <a:off x="0" y="3658612"/>
            <a:ext cx="11125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/>
                </a:solidFill>
                <a:latin typeface="+mn-lt"/>
              </a:rPr>
              <a:t>Dootha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ganham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aakasham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muzhakkum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Geetham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paadi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aarthu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‘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Unnathaththil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Daivaththinu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mahathwam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bhoomiyil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Daiva-prasaadamullhorkku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saamam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’</a:t>
            </a: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Veendeduppin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sne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-ham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doothanmaarkkum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>
                <a:solidFill>
                  <a:schemeClr val="tx2"/>
                </a:solidFill>
                <a:latin typeface="+mn-lt"/>
              </a:rPr>
              <a:t>Pandey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aashcharyam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geethavumathu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6D238F-E766-4AE6-B0C9-D36E19C99F48}"/>
              </a:ext>
            </a:extLst>
          </p:cNvPr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5745384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762000"/>
            <a:ext cx="11963400" cy="2819400"/>
          </a:xfrm>
        </p:spPr>
        <p:txBody>
          <a:bodyPr anchor="t"/>
          <a:lstStyle/>
          <a:p>
            <a:pPr algn="l" defTabSz="457200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ആട്ടിടയര്‍ ഓടി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ബേത് ലേമിന്നു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കുട്ടിയായ് പുല്‍ത്തൊട്ടിയില്‍ കണ്ടവർ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രക്ഷകനെ അമ്മയോടുകൂടെ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സൂക്ഷ്മം ദൂതവാക്യം എന്നറിഞ്ഞു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സാക്ഷിച്ചെങ്ങും അത്ഭുതകാഴ്ച്ചയെ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ഘോഷിച്ചോരാദ്യം യേശുവേ ഇവർ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53D5F1-92C5-463F-808C-B4126F457417}"/>
              </a:ext>
            </a:extLst>
          </p:cNvPr>
          <p:cNvSpPr/>
          <p:nvPr/>
        </p:nvSpPr>
        <p:spPr>
          <a:xfrm>
            <a:off x="0" y="3658612"/>
            <a:ext cx="11125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/>
                </a:solidFill>
                <a:latin typeface="+mn-lt"/>
              </a:rPr>
              <a:t>Aattidayar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odi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bethleminnu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Kuttiyaay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pulthottiyil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kandavar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Rakshkaney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ammayodu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koodey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Sookshmam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doothavaakyam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ennarinju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Saakshichengum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athbhuda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kaazhchaye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Ghoshichchor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aadyam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ivar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6D238F-E766-4AE6-B0C9-D36E19C99F48}"/>
              </a:ext>
            </a:extLst>
          </p:cNvPr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2920364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762000"/>
            <a:ext cx="11963400" cy="2819400"/>
          </a:xfrm>
        </p:spPr>
        <p:txBody>
          <a:bodyPr anchor="t"/>
          <a:lstStyle/>
          <a:p>
            <a:pPr algn="l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ക്രിസ്തുമസ്‌മോദം ആട്ടിടയരെപ്പോൽ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പ്രസ്താവിക്കും സ്തോത്രസ്വരത്തോടെ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നഷ്ടം തീർക്കും ഈ ശിശുവിനെ നാം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തോട്ടി തൊട്ടു ക്രൂശോളം നോക്കിക്കാൺ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നിഷ്‌ഠയോടെ പിൻ-ചെല്ക കൃപയാൽ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നഷ്ട സ്വർഗ്ഗം വീണ്ടും പ്രാപിപ്പോളം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53D5F1-92C5-463F-808C-B4126F457417}"/>
              </a:ext>
            </a:extLst>
          </p:cNvPr>
          <p:cNvSpPr/>
          <p:nvPr/>
        </p:nvSpPr>
        <p:spPr>
          <a:xfrm>
            <a:off x="0" y="3658612"/>
            <a:ext cx="11125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/>
                </a:solidFill>
                <a:latin typeface="+mn-lt"/>
              </a:rPr>
              <a:t>Kristhumasmodam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aattidayareypol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Prasthaavikkaam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sthothraswaraththodey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Nashtam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theerkkum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shishuviney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naam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Thotteethottu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krusholham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nokkikaanh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Nishtayodey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pin-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chelka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kripayaal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Nashta-swargam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veendum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praapippolham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6D238F-E766-4AE6-B0C9-D36E19C99F48}"/>
              </a:ext>
            </a:extLst>
          </p:cNvPr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6659063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762000"/>
            <a:ext cx="11963400" cy="2819400"/>
          </a:xfrm>
        </p:spPr>
        <p:txBody>
          <a:bodyPr anchor="t"/>
          <a:lstStyle/>
          <a:p>
            <a:pPr algn="l"/>
            <a:r>
              <a:rPr lang="ml-IN" sz="3000" b="1" dirty="0">
                <a:latin typeface="Kartika" panose="02020503030404060203" pitchFamily="18" charset="0"/>
              </a:rPr>
              <a:t>ഗീതം പാടാം രക്ഷയിന്‍ -മോദത്താൽ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ദൂതര്‍ മദ്ധ്യേ നില്‍ക്കാം ജയംകൊണ്ടു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ഇന്നു പിറന്നവന്‍റെ മഹത്വം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മി-ന്നുന്നുണ്ടല്ലോ നമ്മുടെ ചുറ്റും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നിത്യം പാടും രക്ഷപ്പെട്ടോര്‍ സ്തുതി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നിത്യം-നാം സ്വര്‍ഗ്ഗീയ രാജാവിന്നു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53D5F1-92C5-463F-808C-B4126F457417}"/>
              </a:ext>
            </a:extLst>
          </p:cNvPr>
          <p:cNvSpPr/>
          <p:nvPr/>
        </p:nvSpPr>
        <p:spPr>
          <a:xfrm>
            <a:off x="0" y="3658612"/>
            <a:ext cx="11125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Geetham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paadaam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rakshyin-modaththaal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Doothar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madhye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nilkaam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jayam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kondu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>
                <a:solidFill>
                  <a:schemeClr val="tx2"/>
                </a:solidFill>
                <a:latin typeface="+mn-lt"/>
              </a:rPr>
              <a:t>Innu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pirannavantey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mahathwam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>
                <a:solidFill>
                  <a:schemeClr val="tx2"/>
                </a:solidFill>
                <a:latin typeface="+mn-lt"/>
              </a:rPr>
              <a:t>Mi-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nnunnundallo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nammuey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chuttum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Nithyam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paadum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rakshapettor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sthuthi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Nithyam-naam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swarggeeya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raajavinnu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6D238F-E766-4AE6-B0C9-D36E19C99F48}"/>
              </a:ext>
            </a:extLst>
          </p:cNvPr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5354743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1091</TotalTime>
  <Words>168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115 ക്രൈസ്തവരേ വന്ദനയ്ക്കുണരിൻ</vt:lpstr>
      <vt:lpstr>ക്രൈസ്തവരേ വന്ദനയ്ക്കുണരിൻ ക്രി-സ്തുകന്യാ ജാതം ചെയ്ത നാളിൽ ഭാഗ്യോദയേ - അത്ഭുതമീസ്നേഹം അ- ഗോചരമല്ലോ ഇതിന്‍ മര്‍മ്മം വാനേ ദൂതന്മാര്‍ പാടി ഇതാദ്യം മാനു-ഷ്യാവതാരം ഘോഷിച്ചിവര്‍</vt:lpstr>
      <vt:lpstr>കാവല്‍ കാക്കും ഇടയരും കേട്ടു ദൈവ ദൂതസ്വരം, ഭയം വേണ്ടാ നല്ല വാര്‍ത്ത- കൊണ്ടുവരുന്നു ഞാൻ എല്ലാവര്‍ക്കുമുള്ളോരു രക്ഷകൻ ഇന്നു ജനിച്ചു ദൈവ വാഗ്ദത്തം ഒന്നു പോലും പിഴയ്ക്കാ നിശ്ചയം</vt:lpstr>
      <vt:lpstr>ദൂതഗണം ആകാശം മുഴക്കും ഗീതം പാടി ആര്‍ത്തു ഉന്നതത്തിൽ ദൈവത്തിനു മഹത്വം ഭൂമിയിൽ ദൈവ-പ്രസാദമുള്ളോര്‍ക്കു സാമം വീണ്ടെടുപ്പിന്‍ സ്നേ-ഹം ദൂതന്മാര്‍ക്കും പണ്ടേ ആശ്ചര്യം: ഗീതവുമത്</vt:lpstr>
      <vt:lpstr>ആട്ടിടയര്‍ ഓടി ബേത് ലേമിന്നു കുട്ടിയായ് പുല്‍ത്തൊട്ടിയില്‍ കണ്ടവർ രക്ഷകനെ അമ്മയോടുകൂടെ സൂക്ഷ്മം ദൂതവാക്യം എന്നറിഞ്ഞു സാക്ഷിച്ചെങ്ങും അത്ഭുതകാഴ്ച്ചയെ ഘോഷിച്ചോരാദ്യം യേശുവേ ഇവർ</vt:lpstr>
      <vt:lpstr>ക്രിസ്തുമസ്‌മോദം ആട്ടിടയരെപ്പോൽ  പ്രസ്താവിക്കും സ്തോത്രസ്വരത്തോടെ  നഷ്ടം തീർക്കും ഈ ശിശുവിനെ നാം  തോട്ടി തൊട്ടു ക്രൂശോളം നോക്കിക്കാൺ  നിഷ്‌ഠയോടെ പിൻ-ചെല്ക കൃപയാൽ  നഷ്ട സ്വർഗ്ഗം വീണ്ടും പ്രാപിപ്പോളം</vt:lpstr>
      <vt:lpstr>ഗീതം പാടാം രക്ഷയിന്‍ -മോദത്താൽ ദൂതര്‍ മദ്ധ്യേ നില്‍ക്കാം ജയംകൊണ്ടു ഇന്നു പിറന്നവന്‍റെ മഹത്വം മി-ന്നുന്നുണ്ടല്ലോ നമ്മുടെ ചുറ്റും നിത്യം പാടും രക്ഷപ്പെട്ടോര്‍ സ്തുതി നിത്യം-നാം സ്വര്‍ഗ്ഗീയ രാജാവിന്നു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Kraisthavare vandanakkunarin</dc:title>
  <dc:creator>Digital Input:; GM JOHN; Acsah Mathews</dc:creator>
  <cp:lastModifiedBy>Acsah Mathews</cp:lastModifiedBy>
  <cp:revision>355</cp:revision>
  <dcterms:created xsi:type="dcterms:W3CDTF">2013-04-19T09:19:07Z</dcterms:created>
  <dcterms:modified xsi:type="dcterms:W3CDTF">2018-11-02T16:16:10Z</dcterms:modified>
</cp:coreProperties>
</file>