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1" r:id="rId4"/>
    <p:sldId id="265" r:id="rId5"/>
    <p:sldId id="262" r:id="rId6"/>
    <p:sldId id="266" r:id="rId7"/>
    <p:sldId id="263" r:id="rId8"/>
    <p:sldId id="267" r:id="rId9"/>
    <p:sldId id="264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40" d="100"/>
          <a:sy n="40" d="100"/>
        </p:scale>
        <p:origin x="72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59553-1415-4436-89E5-9138ED4E8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B58E21-5832-4ECE-978E-1ECD5D67E0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5BB93-49B9-4524-88CF-1B22698DB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6D9FA-B5E1-461D-8734-8E9600827DD4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1AFD5-16C7-41CB-852E-EABF6EA88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97BD2-F360-4B04-833F-2CB3DCEE6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38A5-1DA7-4A98-9EA5-21BA32070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878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77972-4A31-44B3-B8BA-93A85E587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0F1C8-2AED-4AF6-ADC8-C37E323B7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A28BF-5ED5-4A51-A831-4241C9B12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6D9FA-B5E1-461D-8734-8E9600827DD4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4147C-5C41-4460-B9FC-1C7D6534D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E3BDA-03AC-4E5A-894F-7662E0336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38A5-1DA7-4A98-9EA5-21BA32070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415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9AB78-69E4-493C-971F-F111837C9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3C8EF-BB8D-450D-AC8F-66A9463CB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34107-8D23-4EBD-9753-1683F71F7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6D9FA-B5E1-461D-8734-8E9600827DD4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8BDB6-C302-4D0F-9559-5604FD037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84513-7884-4A9C-95CB-6AEF4B091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38A5-1DA7-4A98-9EA5-21BA32070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203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97A02-BC55-4737-B3B5-CA90185C3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82EE1-33F1-4A3F-9045-5240684AA6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5F4EC1-5B7E-4069-9556-B2D11ED245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FB314-39BA-4336-8DDC-4B8ABD366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6D9FA-B5E1-461D-8734-8E9600827DD4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EC771-BB5F-4EB5-AF41-7C65F6D72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604B57-A4FF-4BCF-9636-03123D056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38A5-1DA7-4A98-9EA5-21BA32070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994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5132A-D9B4-433B-ABF4-77CE3CAF1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9B7ADC-B408-4CB1-82FC-FF07B93C4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89FFC7-95F4-4AA4-AC39-041130DA1C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2A3A9C-812F-4FE7-BA12-15AEEB6EF0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17F9F0-158D-4FDF-B538-98F49928AD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C01BC9-0B2C-4495-8BE6-3D09BCC94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6D9FA-B5E1-461D-8734-8E9600827DD4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DCEAFD-BEF4-4714-83F7-69F5B8227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0A4343-B977-4CA6-B1EF-F8A866ADA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38A5-1DA7-4A98-9EA5-21BA32070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515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4B0FD-E421-462A-BA6C-99E63F933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2FB977-BE44-413F-B98A-A9C7FB884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6D9FA-B5E1-461D-8734-8E9600827DD4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3C5C57-8EE2-4204-A907-09BBCD7FE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9EE4F1-E394-4AAC-BA51-466D3AC80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38A5-1DA7-4A98-9EA5-21BA32070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853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588821-6AD7-439D-BD70-77C6B591D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6D9FA-B5E1-461D-8734-8E9600827DD4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17D15A-3642-4A02-AF13-0F5A1493B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801D57-DD91-46ED-AAF3-742221C01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38A5-1DA7-4A98-9EA5-21BA32070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050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82490-0C44-4996-A860-0F0DE4CB8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A1C85-C0F6-444F-9121-8C909A8B3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96B9F2-6DE1-4A86-AF33-91D04042E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7F94D1-8EDB-4CE3-B373-E3B614FA7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6D9FA-B5E1-461D-8734-8E9600827DD4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EB4014-11B3-4C6D-AE45-8F575ACD9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F7A9CC-82CA-4B09-BEDC-E57CD7E7F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38A5-1DA7-4A98-9EA5-21BA32070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464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84F06-43AA-4648-98CA-06D00AD09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987993-FF00-4EFE-AD9B-DF248BF864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13314A-9CB2-4408-A990-17FBFBC105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85F9FA-7CF6-4C10-9DA3-CB16646FC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6D9FA-B5E1-461D-8734-8E9600827DD4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27FED5-46DE-42B4-A242-069564338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5B8F4A-287B-4970-9168-B3697811C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38A5-1DA7-4A98-9EA5-21BA32070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622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C88E4-E2FA-41E0-A52A-DCE87E5B2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902C33-737E-433E-8FA2-3CB628D5A2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44CE8-BA3F-4C9B-8C39-E8D92125D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6D9FA-B5E1-461D-8734-8E9600827DD4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E599E-2C9C-496E-88D3-C38C479C8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74F1C-D09C-4550-8805-3A82C057A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38A5-1DA7-4A98-9EA5-21BA32070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923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22102F-895E-4CFB-9E61-6EF0A0A667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92B6BC-9EB6-4292-AD77-51ADD1ABF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42D88-42DA-445F-9C7B-22A657B62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6D9FA-B5E1-461D-8734-8E9600827DD4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17DB3-B260-4D32-A9E8-66EBCEE6E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811D4-C312-4E25-88F6-BA4DDEDCD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38A5-1DA7-4A98-9EA5-21BA32070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054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ED534B-7829-453A-95C6-3C3B655AC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DB303-ABE2-4941-A316-4184A38E0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85DC4-5BB2-4133-85B7-02426412B1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56D9FA-B5E1-461D-8734-8E9600827DD4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88AB3-C619-4EEF-B93C-CD28F471F5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14838-909D-4D21-8D19-DA3FB2558D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538A5-1DA7-4A98-9EA5-21BA32070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149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7CD90-1AA3-44F2-B65D-762AD2BC2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92369"/>
            <a:ext cx="12192000" cy="30175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498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എത്ര സൗഭാഗ്യമേ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2B639-87B4-4B41-BCA7-37290E6FD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965454"/>
            <a:ext cx="12191999" cy="919367"/>
          </a:xfrm>
        </p:spPr>
        <p:txBody>
          <a:bodyPr>
            <a:normAutofit/>
          </a:bodyPr>
          <a:lstStyle/>
          <a:p>
            <a:r>
              <a:rPr lang="en-US" sz="4000" b="1" dirty="0" err="1">
                <a:solidFill>
                  <a:srgbClr val="002060"/>
                </a:solidFill>
              </a:rPr>
              <a:t>Ethra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soubhaagyame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672AF2-04A6-4D59-8C8E-60864CBBE6A3}"/>
              </a:ext>
            </a:extLst>
          </p:cNvPr>
          <p:cNvSpPr/>
          <p:nvPr/>
        </p:nvSpPr>
        <p:spPr>
          <a:xfrm>
            <a:off x="1553160" y="5124868"/>
            <a:ext cx="400622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200" b="1" dirty="0">
                <a:solidFill>
                  <a:srgbClr val="C00000"/>
                </a:solidFill>
                <a:latin typeface="Calibri" panose="020F0502020204030204" pitchFamily="34" charset="0"/>
              </a:rPr>
              <a:t>(വിൽ‌സൺ ചേന്നനാട്ടിൽ)</a:t>
            </a:r>
            <a:endParaRPr lang="en-US" sz="2200" b="1" dirty="0">
              <a:solidFill>
                <a:srgbClr val="C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7F42DF-3A91-4192-923E-6791A6AC1FD2}"/>
              </a:ext>
            </a:extLst>
          </p:cNvPr>
          <p:cNvSpPr/>
          <p:nvPr/>
        </p:nvSpPr>
        <p:spPr>
          <a:xfrm>
            <a:off x="7143734" y="5124868"/>
            <a:ext cx="332565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</a:rPr>
              <a:t>(Wilson </a:t>
            </a:r>
            <a:r>
              <a:rPr lang="en-US" sz="2200" b="1" dirty="0" err="1">
                <a:solidFill>
                  <a:srgbClr val="C00000"/>
                </a:solidFill>
                <a:latin typeface="Arial" panose="020B0604020202020204" pitchFamily="34" charset="0"/>
              </a:rPr>
              <a:t>Chennanaattil</a:t>
            </a: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</a:rPr>
              <a:t>) </a:t>
            </a:r>
            <a:endParaRPr lang="en-US" sz="2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27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609813"/>
            <a:ext cx="12192000" cy="2675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എത്ര സൗഭാഗ്യമേ എത്ര സന്തോഷമേ </a:t>
            </a:r>
          </a:p>
          <a:p>
            <a:pPr algn="ctr"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ക്രിസ്തീയ ജീവിതം ഭൂമിയിൽ </a:t>
            </a:r>
          </a:p>
          <a:p>
            <a:pPr algn="ctr"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ഇത്ര നല്ലവനാം ഇത്ര വല്ലഭനാം </a:t>
            </a:r>
          </a:p>
          <a:p>
            <a:pPr algn="ctr"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യേശു ദൈവമായ് ഉള്ളതിനാൽ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437096"/>
            <a:ext cx="12192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Ethra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soubhaagyame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ethra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santhoshame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Kristheeya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jeevitham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bhoomiyil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Ithra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nallavanaam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ithra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vallabhanaam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daivamaai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ullhathinaal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498</a:t>
            </a:r>
          </a:p>
        </p:txBody>
      </p:sp>
    </p:spTree>
    <p:extLst>
      <p:ext uri="{BB962C8B-B14F-4D97-AF65-F5344CB8AC3E}">
        <p14:creationId xmlns:p14="http://schemas.microsoft.com/office/powerpoint/2010/main" val="2081074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256674" y="1226651"/>
            <a:ext cx="11935326" cy="247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നല്ല സ്നേഹിതനായ് നല്ല പാലകനായ് 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ഇല്ല യേശുവേപ്പോലൊരുവൻ 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എല്ലാ നേരത്തിലും ഏതു കാര്യത്തിലും 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വല്ലഭൻ വേറേ ആരുമില്ല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704765"/>
            <a:ext cx="11935326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</a:rPr>
              <a:t>Nalla </a:t>
            </a:r>
            <a:r>
              <a:rPr lang="en-US" sz="3600" b="1" dirty="0" err="1">
                <a:solidFill>
                  <a:srgbClr val="002060"/>
                </a:solidFill>
              </a:rPr>
              <a:t>snehithanaai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nalla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paalakanaai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</a:rPr>
              <a:t>Illa </a:t>
            </a:r>
            <a:r>
              <a:rPr lang="en-US" sz="3600" b="1" dirty="0" err="1">
                <a:solidFill>
                  <a:srgbClr val="002060"/>
                </a:solidFill>
              </a:rPr>
              <a:t>yeshuveppol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oruvan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Ellaa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neraththilum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aethu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kaaryaththilum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Vallabhan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vere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aarumilla</a:t>
            </a:r>
            <a:r>
              <a:rPr lang="en-US" sz="3600" b="1" dirty="0">
                <a:solidFill>
                  <a:srgbClr val="002060"/>
                </a:solidFill>
              </a:rPr>
              <a:t>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E1103-6C16-4A32-8C13-A8DB98BA007E}"/>
              </a:ext>
            </a:extLst>
          </p:cNvPr>
          <p:cNvSpPr txBox="1"/>
          <p:nvPr/>
        </p:nvSpPr>
        <p:spPr>
          <a:xfrm>
            <a:off x="0" y="57054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63802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609813"/>
            <a:ext cx="12192000" cy="2675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എത്ര സൗഭാഗ്യമേ എത്ര സന്തോഷമേ </a:t>
            </a:r>
          </a:p>
          <a:p>
            <a:pPr algn="ctr"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ക്രിസ്തീയ ജീവിതം ഭൂമിയിൽ </a:t>
            </a:r>
          </a:p>
          <a:p>
            <a:pPr algn="ctr"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ഇത്ര നല്ലവനാം ഇത്ര വല്ലഭനാം </a:t>
            </a:r>
          </a:p>
          <a:p>
            <a:pPr algn="ctr"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യേശു ദൈവമായ് ഉള്ളതിനാൽ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437096"/>
            <a:ext cx="12192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Ethra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soubhaagyame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ethra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santhoshame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Kristheeya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jeevitham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bhoomiyil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Ithra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nallavanaam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ithra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vallabhanaam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daivamaai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ullhathinaal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498</a:t>
            </a:r>
          </a:p>
        </p:txBody>
      </p:sp>
    </p:spTree>
    <p:extLst>
      <p:ext uri="{BB962C8B-B14F-4D97-AF65-F5344CB8AC3E}">
        <p14:creationId xmlns:p14="http://schemas.microsoft.com/office/powerpoint/2010/main" val="40387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256674" y="1226651"/>
            <a:ext cx="11935326" cy="247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ക്രൂശിന്‍റെ പാതയിൽ പോയിടും ധൈര്യമായ് 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ക്ലേശങ്ങൾ ഏറെ വന്നീടിലും 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ശാശ്വത  പാറയാം യേശുവിൽ കണ്ടിടും 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ആശ്വാസത്തിന്‍റെ പൂർണ്ണതയും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704765"/>
            <a:ext cx="11935326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Krooshinte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paathayil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poyidum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dhairyamaai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Kleshangalh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aere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vanneediulum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Shaashwatha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paarhayaam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yeshuvil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kandidum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Aashwasaththinte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poornhathayum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E1103-6C16-4A32-8C13-A8DB98BA007E}"/>
              </a:ext>
            </a:extLst>
          </p:cNvPr>
          <p:cNvSpPr txBox="1"/>
          <p:nvPr/>
        </p:nvSpPr>
        <p:spPr>
          <a:xfrm>
            <a:off x="0" y="57054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24207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609813"/>
            <a:ext cx="12192000" cy="2675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എത്ര സൗഭാഗ്യമേ എത്ര സന്തോഷമേ </a:t>
            </a:r>
          </a:p>
          <a:p>
            <a:pPr algn="ctr"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ക്രിസ്തീയ ജീവിതം ഭൂമിയിൽ </a:t>
            </a:r>
          </a:p>
          <a:p>
            <a:pPr algn="ctr"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ഇത്ര നല്ലവനാം ഇത്ര വല്ലഭനാം </a:t>
            </a:r>
          </a:p>
          <a:p>
            <a:pPr algn="ctr"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യേശു ദൈവമായ് ഉള്ളതിനാൽ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437096"/>
            <a:ext cx="12192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Ethra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soubhaagyame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ethra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santhoshame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Kristheeya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jeevitham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bhoomiyil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Ithra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nallavanaam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ithra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vallabhanaam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daivamaai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ullhathinaal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498</a:t>
            </a:r>
          </a:p>
        </p:txBody>
      </p:sp>
    </p:spTree>
    <p:extLst>
      <p:ext uri="{BB962C8B-B14F-4D97-AF65-F5344CB8AC3E}">
        <p14:creationId xmlns:p14="http://schemas.microsoft.com/office/powerpoint/2010/main" val="1900690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256674" y="1226651"/>
            <a:ext cx="11935326" cy="247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 ഭാരങ്ങൾ വന്നാലും രോഗങ്ങൾ വന്നാലും 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തീരാദു:ഖങ്ങൾ കൂടിയാലും 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പരനേശുവിന്‍റെ കരമുള്ളതിനാൽ 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ധരണിയതിൽ ഖേദമില്ല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704765"/>
            <a:ext cx="11935326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Bhaarangalh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vannaalum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rogangalh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vannalum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Theeraa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dukhangalh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koodiyaalum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paraneshuvinte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karamullhathinaal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Dharanhiyathil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khedamilla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E1103-6C16-4A32-8C13-A8DB98BA007E}"/>
              </a:ext>
            </a:extLst>
          </p:cNvPr>
          <p:cNvSpPr txBox="1"/>
          <p:nvPr/>
        </p:nvSpPr>
        <p:spPr>
          <a:xfrm>
            <a:off x="0" y="57054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37717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609813"/>
            <a:ext cx="12192000" cy="2675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എത്ര സൗഭാഗ്യമേ എത്ര സന്തോഷമേ </a:t>
            </a:r>
          </a:p>
          <a:p>
            <a:pPr algn="ctr"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ക്രിസ്തീയ ജീവിതം ഭൂമിയിൽ </a:t>
            </a:r>
          </a:p>
          <a:p>
            <a:pPr algn="ctr"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ഇത്ര നല്ലവനാം ഇത്ര വല്ലഭനാം </a:t>
            </a:r>
          </a:p>
          <a:p>
            <a:pPr algn="ctr"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യേശു ദൈവമായ് ഉള്ളതിനാൽ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437096"/>
            <a:ext cx="12192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Ethra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soubhaagyame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ethra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santhoshame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Kristheeya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jeevitham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bhoomiyil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Ithra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nallavanaam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ithra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vallabhanaam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daivamaai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ullhathinaal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498</a:t>
            </a:r>
          </a:p>
        </p:txBody>
      </p:sp>
    </p:spTree>
    <p:extLst>
      <p:ext uri="{BB962C8B-B14F-4D97-AF65-F5344CB8AC3E}">
        <p14:creationId xmlns:p14="http://schemas.microsoft.com/office/powerpoint/2010/main" val="3654327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256674" y="1226651"/>
            <a:ext cx="11935326" cy="247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കഷ്ടങ്ങൾ വന്നാലും കണ്ണുനീർ വന്നാലും 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നഷ്ടങ്ങൾ ഏറെ വന്നീടിലും 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ശ്രേഷ്ഠനാമേശുവിൻ കൃപയുള്ളതിനാൽ 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സൃഷ്ടിതാവിങ്കൽ ആശ്വസിക്കും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704765"/>
            <a:ext cx="11935326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Kashtangalh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vannalum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kannhuneer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vannalum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Nashtangalh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aere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vanneedilum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Shreshtanaam-eshuvin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kripayullhathinaal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Srishtithaavinkal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aashwasikkum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E1103-6C16-4A32-8C13-A8DB98BA007E}"/>
              </a:ext>
            </a:extLst>
          </p:cNvPr>
          <p:cNvSpPr txBox="1"/>
          <p:nvPr/>
        </p:nvSpPr>
        <p:spPr>
          <a:xfrm>
            <a:off x="0" y="57054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18220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609813"/>
            <a:ext cx="12192000" cy="2675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എത്ര സൗഭാഗ്യമേ എത്ര സന്തോഷമേ </a:t>
            </a:r>
          </a:p>
          <a:p>
            <a:pPr algn="ctr"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ക്രിസ്തീയ ജീവിതം ഭൂമിയിൽ </a:t>
            </a:r>
          </a:p>
          <a:p>
            <a:pPr algn="ctr"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ഇത്ര നല്ലവനാം ഇത്ര വല്ലഭനാം </a:t>
            </a:r>
          </a:p>
          <a:p>
            <a:pPr algn="ctr"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യേശു ദൈവമായ് ഉള്ളതിനാൽ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437096"/>
            <a:ext cx="12192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Ethra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soubhaagyame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ethra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santhoshame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Kristheeya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jeevitham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bhoomiyil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Ithra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nallavanaam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ithra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vallabhanaam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daivamaai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ullhathinaal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498</a:t>
            </a:r>
          </a:p>
        </p:txBody>
      </p:sp>
    </p:spTree>
    <p:extLst>
      <p:ext uri="{BB962C8B-B14F-4D97-AF65-F5344CB8AC3E}">
        <p14:creationId xmlns:p14="http://schemas.microsoft.com/office/powerpoint/2010/main" val="1832472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264</Words>
  <Application>Microsoft Office PowerPoint</Application>
  <PresentationFormat>Widescreen</PresentationFormat>
  <Paragraphs>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Kartika</vt:lpstr>
      <vt:lpstr>Office Theme</vt:lpstr>
      <vt:lpstr>498 എത്ര സൗഭാഗ്യമേ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Ethra soubhagyame ethra santhoshame</dc:title>
  <dc:creator>Acsah Mathews</dc:creator>
  <cp:lastModifiedBy>Acsah Mathews</cp:lastModifiedBy>
  <cp:revision>2</cp:revision>
  <dcterms:created xsi:type="dcterms:W3CDTF">2018-12-03T16:38:00Z</dcterms:created>
  <dcterms:modified xsi:type="dcterms:W3CDTF">2018-12-03T16:43:52Z</dcterms:modified>
</cp:coreProperties>
</file>