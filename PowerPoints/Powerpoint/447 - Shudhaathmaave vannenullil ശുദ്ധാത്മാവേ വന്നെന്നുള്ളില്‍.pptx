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4" r:id="rId7"/>
    <p:sldId id="262" r:id="rId8"/>
    <p:sldId id="265" r:id="rId9"/>
    <p:sldId id="263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43" autoAdjust="0"/>
    <p:restoredTop sz="94660"/>
  </p:normalViewPr>
  <p:slideViewPr>
    <p:cSldViewPr snapToGrid="0">
      <p:cViewPr varScale="1">
        <p:scale>
          <a:sx n="41" d="100"/>
          <a:sy n="41" d="100"/>
        </p:scale>
        <p:origin x="66" y="9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EA937-E640-4B06-B763-9EE43586B7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68BF0D-749B-4337-AA2A-FCA59C44B4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4EF822-D3CE-4B8A-83D1-8866F482D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2CB3D-97C7-4A9E-86E5-4CBD96A13AE7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63A406-9316-4B0A-963D-40AF19E28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8993EE-6711-489A-B18B-5CD99ACA6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1B8DC-2263-4658-A32F-84BCBA2DA5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595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F9314-9C76-47A5-AF1B-F6DA02E5E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BF732-9E2B-431F-9AE3-113171D5F9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40165C-38B0-4503-934A-0A88BF2E0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2CB3D-97C7-4A9E-86E5-4CBD96A13AE7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1740D6-3E27-4DDC-B33B-C024FA160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D4ED0B-A3CA-4C28-B10C-502B6BB33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1B8DC-2263-4658-A32F-84BCBA2DA5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548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ADB6B-FCF1-4085-907C-C2E369BD2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EEDE64-15BE-4E34-A679-0A0DC288A9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DF3EFE-B4FA-42CD-99F0-93EF44917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2CB3D-97C7-4A9E-86E5-4CBD96A13AE7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59307B-2B9E-43DB-AD48-E0E8B47EE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E7B43D-11A9-4164-AF9D-AA0D861D0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1B8DC-2263-4658-A32F-84BCBA2DA5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8925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B5CF9-4A24-4C89-BB83-B8EB4DA93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74D229-D611-4C48-B8C4-3B66350DAB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0BF678-7F03-4D5F-8BDE-1072960E19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D563D8-9085-4C13-9DB4-AD87E3F1D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2CB3D-97C7-4A9E-86E5-4CBD96A13AE7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F97E0C-DDD3-4324-B3EE-874660F10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E954B0-4E55-46B8-A702-B3C034D81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1B8DC-2263-4658-A32F-84BCBA2DA5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7685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3CEF3-5BB9-4A69-A0A3-EDD88E8FE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C6873C-CBA1-4CB8-A710-AB05F070F7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4265C2-7B61-4D89-B69D-AE2546164A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D76734-4529-4FFA-8C7D-6B1D9087DB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BBD9BF-5111-479B-ACB4-0A9A921339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2A95DC-17FD-4839-9331-5FD5566BE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2CB3D-97C7-4A9E-86E5-4CBD96A13AE7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30498F-EEF4-4F60-A768-30F7ECDE0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F2AF78-FA60-4C3B-884A-CA923EBE3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1B8DC-2263-4658-A32F-84BCBA2DA5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574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F257F-97DE-45A2-B518-1500FE751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A63121-E9C3-437C-BE9B-085527395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2CB3D-97C7-4A9E-86E5-4CBD96A13AE7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A4A912-538B-4F84-8C1A-5A1EDB81C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820890-6AD7-458F-9D43-38CD956AE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1B8DC-2263-4658-A32F-84BCBA2DA5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951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C5D62E-8B55-4465-B4E1-37D861300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2CB3D-97C7-4A9E-86E5-4CBD96A13AE7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8CD1F7-C32E-49EA-A229-0D29577E8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962441-8C99-4B13-A6FC-2D6776682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1B8DC-2263-4658-A32F-84BCBA2DA5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061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DDF4B-2E98-4280-A2A7-7E9A3CCDC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060612-84F3-4D3F-ADF6-92B46EF6FD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AC4E93-348A-4102-A2FD-B8A2CC98BB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94520C-B892-4831-B685-30666E993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2CB3D-97C7-4A9E-86E5-4CBD96A13AE7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23CA62-BF64-4B05-A56A-DC7DD743A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C8A682-3FE0-4882-A3CB-C8FCB5F51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1B8DC-2263-4658-A32F-84BCBA2DA5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0993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1D6D6-C23C-426A-B39C-95EE963EB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91EBB9-3609-4130-ABA1-CC8877E841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AFE51E-AB9B-4D79-AFB2-0710850F93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E32876-CEC6-4161-99BD-616234164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2CB3D-97C7-4A9E-86E5-4CBD96A13AE7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26E118-E16C-4E33-83C3-26B43E37C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7067BD-A75A-403D-9329-2396582FD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1B8DC-2263-4658-A32F-84BCBA2DA5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2673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E0591-31F1-49FB-8DAC-7E320E748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71B7F2-2635-4B79-B42A-C4CDFDB7ED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3F26A2-8F74-4E7A-AB73-4C5C4DAE5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2CB3D-97C7-4A9E-86E5-4CBD96A13AE7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DA2287-A8F0-4EB7-A182-8EBF3E7AE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CF52B9-FE57-49D3-A1CF-51B11813D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1B8DC-2263-4658-A32F-84BCBA2DA5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722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A3191D-D3D9-46B9-9910-42BA2DD4BC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57BCAA-037F-4052-83A6-2976BFD862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2B2B97-3C73-47D7-AD5F-6254B254F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2CB3D-97C7-4A9E-86E5-4CBD96A13AE7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87E039-C69F-4446-8DB6-26998B53C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21E5D7-B81E-4D7A-805E-F80DB0E82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1B8DC-2263-4658-A32F-84BCBA2DA5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280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C64F28-6ED2-4129-B3C0-11566B844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A11754-6698-45EE-95B5-B8ECEF9673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791E9A-0590-44BE-9D80-408A5EF523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A2CB3D-97C7-4A9E-86E5-4CBD96A13AE7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E2257B-B2BD-4D03-A098-954096C9C4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A28071-B593-47B7-AE97-422AE145CF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01B8DC-2263-4658-A32F-84BCBA2DA5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231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8AE58-6CA0-4697-8C8B-2B4E0177BA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569" y="1122363"/>
            <a:ext cx="11160369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447</a:t>
            </a:r>
            <a:br>
              <a:rPr lang="en-US" dirty="0"/>
            </a:br>
            <a:r>
              <a:rPr lang="ml-IN" b="1" dirty="0">
                <a:solidFill>
                  <a:srgbClr val="000000"/>
                </a:solidFill>
                <a:latin typeface="Kartika" panose="02020503030404060203" pitchFamily="18" charset="0"/>
              </a:rPr>
              <a:t>ശുദ്ധാത്മാവേ വന്നെന്നുള്ളില്‍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67FB9E-9CEC-4A25-96DE-48185BD7C1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59945"/>
            <a:ext cx="9144000" cy="969962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2060"/>
                </a:solidFill>
              </a:rPr>
              <a:t>Shudhdhaathmaave </a:t>
            </a:r>
            <a:r>
              <a:rPr lang="en-US" sz="4000" b="1" dirty="0" err="1">
                <a:solidFill>
                  <a:srgbClr val="002060"/>
                </a:solidFill>
              </a:rPr>
              <a:t>vannennullhil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66D65D1-8989-48F7-A7B0-A8CC229933EF}"/>
              </a:ext>
            </a:extLst>
          </p:cNvPr>
          <p:cNvSpPr/>
          <p:nvPr/>
        </p:nvSpPr>
        <p:spPr>
          <a:xfrm>
            <a:off x="6683768" y="4821236"/>
            <a:ext cx="3984232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i="1" dirty="0">
                <a:solidFill>
                  <a:srgbClr val="C00000"/>
                </a:solidFill>
                <a:latin typeface="Arial" panose="020B0604020202020204" pitchFamily="34" charset="0"/>
              </a:rPr>
              <a:t>(Dr. George </a:t>
            </a:r>
            <a:r>
              <a:rPr lang="en-US" sz="2200" b="1" i="1" dirty="0" err="1">
                <a:solidFill>
                  <a:srgbClr val="C00000"/>
                </a:solidFill>
                <a:latin typeface="Arial" panose="020B0604020202020204" pitchFamily="34" charset="0"/>
              </a:rPr>
              <a:t>Thiruvankulam</a:t>
            </a:r>
            <a:r>
              <a:rPr lang="en-US" sz="2200" b="1" i="1" dirty="0">
                <a:solidFill>
                  <a:srgbClr val="C00000"/>
                </a:solidFill>
                <a:latin typeface="Arial" panose="020B0604020202020204" pitchFamily="34" charset="0"/>
              </a:rPr>
              <a:t>) </a:t>
            </a:r>
            <a:endParaRPr lang="en-US" sz="22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53334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E00C53-3E6C-43B0-B503-C0CF2088B171}"/>
              </a:ext>
            </a:extLst>
          </p:cNvPr>
          <p:cNvSpPr txBox="1"/>
          <p:nvPr/>
        </p:nvSpPr>
        <p:spPr>
          <a:xfrm>
            <a:off x="10972799" y="30621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446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E5F7C2-2EDC-4705-A832-687DA99B2A22}"/>
              </a:ext>
            </a:extLst>
          </p:cNvPr>
          <p:cNvSpPr/>
          <p:nvPr/>
        </p:nvSpPr>
        <p:spPr>
          <a:xfrm>
            <a:off x="0" y="687364"/>
            <a:ext cx="12192000" cy="26653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ശുദ്ധാത്മാവേ വന്നെന്നുള്ളില്‍ വാസം ചെയ്യണേ</a:t>
            </a:r>
            <a:b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സത്യാത്മാവേ നിത്യതയിലെത്തുവോളവും</a:t>
            </a:r>
            <a:br>
              <a:rPr lang="ml-IN" sz="16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16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                   </a:t>
            </a:r>
            <a:b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ജീവനൂതുക ജീവദായകാ</a:t>
            </a:r>
            <a:b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ജീവനാളമായ്‌ എരിഞ്ഞുതീരുവാൻ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7078CDF-3399-4F32-AE0C-B96D1F77C7B2}"/>
              </a:ext>
            </a:extLst>
          </p:cNvPr>
          <p:cNvSpPr/>
          <p:nvPr/>
        </p:nvSpPr>
        <p:spPr>
          <a:xfrm>
            <a:off x="-23448" y="3505291"/>
            <a:ext cx="12215448" cy="26365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sz="3400" b="1" dirty="0">
                <a:solidFill>
                  <a:srgbClr val="002060"/>
                </a:solidFill>
              </a:rPr>
              <a:t>Shudhdhaathmaave </a:t>
            </a:r>
            <a:r>
              <a:rPr lang="en-US" sz="3400" b="1" dirty="0" err="1">
                <a:solidFill>
                  <a:srgbClr val="002060"/>
                </a:solidFill>
              </a:rPr>
              <a:t>vannennullhil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vaasam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cheyyanhe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</a:p>
          <a:p>
            <a:pPr algn="ctr">
              <a:lnSpc>
                <a:spcPct val="110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Sathyaathmaave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nithyathayileththuvolhavum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</a:p>
          <a:p>
            <a:pPr algn="ctr">
              <a:lnSpc>
                <a:spcPct val="110000"/>
              </a:lnSpc>
            </a:pPr>
            <a:endParaRPr lang="en-US" sz="1600" b="1" dirty="0">
              <a:solidFill>
                <a:srgbClr val="002060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Jeevanoothuka</a:t>
            </a:r>
            <a:r>
              <a:rPr lang="en-US" sz="3400" b="1" dirty="0">
                <a:solidFill>
                  <a:srgbClr val="002060"/>
                </a:solidFill>
              </a:rPr>
              <a:t>… </a:t>
            </a:r>
            <a:r>
              <a:rPr lang="en-US" sz="3400" b="1" dirty="0" err="1">
                <a:solidFill>
                  <a:srgbClr val="002060"/>
                </a:solidFill>
              </a:rPr>
              <a:t>jeevadaayaka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</a:p>
          <a:p>
            <a:pPr algn="ctr">
              <a:lnSpc>
                <a:spcPct val="110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Jeevanaalhamaai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erinju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theeruvaan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592915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E00C53-3E6C-43B0-B503-C0CF2088B171}"/>
              </a:ext>
            </a:extLst>
          </p:cNvPr>
          <p:cNvSpPr txBox="1"/>
          <p:nvPr/>
        </p:nvSpPr>
        <p:spPr>
          <a:xfrm>
            <a:off x="10972799" y="30621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446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E5F7C2-2EDC-4705-A832-687DA99B2A22}"/>
              </a:ext>
            </a:extLst>
          </p:cNvPr>
          <p:cNvSpPr/>
          <p:nvPr/>
        </p:nvSpPr>
        <p:spPr>
          <a:xfrm>
            <a:off x="187568" y="1327637"/>
            <a:ext cx="11980984" cy="19205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പാപം നീതി ന്യായവിധി ബോധമേകിടാന്‍ - ഈ</a:t>
            </a:r>
          </a:p>
          <a:p>
            <a:pPr>
              <a:lnSpc>
                <a:spcPct val="110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ശാപഭൂവില്‍ പെന്തക്കോസ്തില്‍</a:t>
            </a:r>
            <a:r>
              <a:rPr lang="en-US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 </a:t>
            </a: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വന്നൊരാവിയെ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7078CDF-3399-4F32-AE0C-B96D1F77C7B2}"/>
              </a:ext>
            </a:extLst>
          </p:cNvPr>
          <p:cNvSpPr/>
          <p:nvPr/>
        </p:nvSpPr>
        <p:spPr>
          <a:xfrm>
            <a:off x="187568" y="3505291"/>
            <a:ext cx="12004431" cy="12806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3600" b="1" dirty="0">
                <a:solidFill>
                  <a:srgbClr val="002060"/>
                </a:solidFill>
              </a:rPr>
              <a:t>Paapam </a:t>
            </a:r>
            <a:r>
              <a:rPr lang="en-US" sz="3600" b="1" dirty="0" err="1">
                <a:solidFill>
                  <a:srgbClr val="002060"/>
                </a:solidFill>
              </a:rPr>
              <a:t>neethi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nyaayavidhi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bodham-ekidaan</a:t>
            </a:r>
            <a:r>
              <a:rPr lang="en-US" sz="3600" b="1" dirty="0">
                <a:solidFill>
                  <a:srgbClr val="002060"/>
                </a:solidFill>
              </a:rPr>
              <a:t> - </a:t>
            </a:r>
            <a:r>
              <a:rPr lang="en-US" sz="3600" b="1" dirty="0" err="1">
                <a:solidFill>
                  <a:srgbClr val="002060"/>
                </a:solidFill>
              </a:rPr>
              <a:t>ee</a:t>
            </a:r>
            <a:endParaRPr lang="en-US" sz="3600" b="1" dirty="0">
              <a:solidFill>
                <a:srgbClr val="002060"/>
              </a:solidFill>
            </a:endParaRPr>
          </a:p>
          <a:p>
            <a:pPr>
              <a:lnSpc>
                <a:spcPct val="110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Shaapabhoovil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penthekosthil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vannoraaviye</a:t>
            </a:r>
            <a:endParaRPr lang="en-US" sz="36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E97F2C-D39C-4268-A133-75C02348BA85}"/>
              </a:ext>
            </a:extLst>
          </p:cNvPr>
          <p:cNvSpPr txBox="1"/>
          <p:nvPr/>
        </p:nvSpPr>
        <p:spPr>
          <a:xfrm>
            <a:off x="0" y="230676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4287541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E00C53-3E6C-43B0-B503-C0CF2088B171}"/>
              </a:ext>
            </a:extLst>
          </p:cNvPr>
          <p:cNvSpPr txBox="1"/>
          <p:nvPr/>
        </p:nvSpPr>
        <p:spPr>
          <a:xfrm>
            <a:off x="10972799" y="30621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446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E5F7C2-2EDC-4705-A832-687DA99B2A22}"/>
              </a:ext>
            </a:extLst>
          </p:cNvPr>
          <p:cNvSpPr/>
          <p:nvPr/>
        </p:nvSpPr>
        <p:spPr>
          <a:xfrm>
            <a:off x="0" y="687364"/>
            <a:ext cx="12192000" cy="324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ജീവനൂതുക ജീവദായകാ</a:t>
            </a:r>
            <a:b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</a:br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ജീവനാളമായ്‌ എരിഞ്ഞുതീരുവാൻ</a:t>
            </a:r>
            <a:endParaRPr lang="en-US" sz="34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</a:endParaRPr>
          </a:p>
          <a:p>
            <a:pPr algn="ctr">
              <a:lnSpc>
                <a:spcPct val="110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ശുദ്ധാത്മാവേ വന്നെന്നുള്ളില്‍ വാസം ചെയ്യണേ</a:t>
            </a:r>
            <a:b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സത്യാത്മാവേ നിത്യതയിലെത്തുവോളവും</a:t>
            </a:r>
            <a:br>
              <a:rPr lang="ml-IN" sz="16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16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                   </a:t>
            </a:r>
            <a:b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7078CDF-3399-4F32-AE0C-B96D1F77C7B2}"/>
              </a:ext>
            </a:extLst>
          </p:cNvPr>
          <p:cNvSpPr/>
          <p:nvPr/>
        </p:nvSpPr>
        <p:spPr>
          <a:xfrm>
            <a:off x="-23448" y="3505291"/>
            <a:ext cx="12215448" cy="26517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Jeevanoothuka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…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jeevadaayaka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pPr algn="ctr">
              <a:lnSpc>
                <a:spcPct val="110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Jeevanaalhamaai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erinju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theeruvaan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pPr algn="ctr">
              <a:lnSpc>
                <a:spcPct val="110000"/>
              </a:lnSpc>
            </a:pP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</a:rPr>
              <a:t>Shudhdhaathmaave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</a:rPr>
              <a:t>vannennullhil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</a:rPr>
              <a:t>vaasam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</a:rPr>
              <a:t>cheyyanhe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</a:p>
          <a:p>
            <a:pPr algn="ctr">
              <a:lnSpc>
                <a:spcPct val="110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</a:rPr>
              <a:t>Sathyaathmaave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</a:rPr>
              <a:t>nithyathayileththuvolhavum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</a:p>
          <a:p>
            <a:pPr algn="ctr">
              <a:lnSpc>
                <a:spcPct val="110000"/>
              </a:lnSpc>
            </a:pPr>
            <a:endParaRPr lang="en-US" sz="16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9642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E00C53-3E6C-43B0-B503-C0CF2088B171}"/>
              </a:ext>
            </a:extLst>
          </p:cNvPr>
          <p:cNvSpPr txBox="1"/>
          <p:nvPr/>
        </p:nvSpPr>
        <p:spPr>
          <a:xfrm>
            <a:off x="10972799" y="30621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446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E5F7C2-2EDC-4705-A832-687DA99B2A22}"/>
              </a:ext>
            </a:extLst>
          </p:cNvPr>
          <p:cNvSpPr/>
          <p:nvPr/>
        </p:nvSpPr>
        <p:spPr>
          <a:xfrm>
            <a:off x="187568" y="1327637"/>
            <a:ext cx="11980984" cy="13111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അംബരത്തില്‍ നിന്നിറങ്ങി അഗ്നിനാവുകള്‍</a:t>
            </a:r>
          </a:p>
          <a:p>
            <a:pPr>
              <a:lnSpc>
                <a:spcPct val="110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അന്‍പോടമര്‍ന്നെല്ലാരിലും ശക്തിനാമ്പുകള്‍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7078CDF-3399-4F32-AE0C-B96D1F77C7B2}"/>
              </a:ext>
            </a:extLst>
          </p:cNvPr>
          <p:cNvSpPr/>
          <p:nvPr/>
        </p:nvSpPr>
        <p:spPr>
          <a:xfrm>
            <a:off x="187568" y="3505291"/>
            <a:ext cx="12004431" cy="12806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Ambaraththil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ninnirhangi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agninaavukalh</a:t>
            </a:r>
            <a:endParaRPr lang="en-US" sz="3600" b="1" dirty="0">
              <a:solidFill>
                <a:srgbClr val="002060"/>
              </a:solidFill>
            </a:endParaRPr>
          </a:p>
          <a:p>
            <a:pPr>
              <a:lnSpc>
                <a:spcPct val="110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Anpodamarnnellaarilum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shakthinaambukalh</a:t>
            </a:r>
            <a:endParaRPr lang="en-US" sz="36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E97F2C-D39C-4268-A133-75C02348BA85}"/>
              </a:ext>
            </a:extLst>
          </p:cNvPr>
          <p:cNvSpPr txBox="1"/>
          <p:nvPr/>
        </p:nvSpPr>
        <p:spPr>
          <a:xfrm>
            <a:off x="-23448" y="122954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2476000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E00C53-3E6C-43B0-B503-C0CF2088B171}"/>
              </a:ext>
            </a:extLst>
          </p:cNvPr>
          <p:cNvSpPr txBox="1"/>
          <p:nvPr/>
        </p:nvSpPr>
        <p:spPr>
          <a:xfrm>
            <a:off x="10972799" y="30621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446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E5F7C2-2EDC-4705-A832-687DA99B2A22}"/>
              </a:ext>
            </a:extLst>
          </p:cNvPr>
          <p:cNvSpPr/>
          <p:nvPr/>
        </p:nvSpPr>
        <p:spPr>
          <a:xfrm>
            <a:off x="0" y="687364"/>
            <a:ext cx="12192000" cy="324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ജീവനൂതുക ജീവദായകാ</a:t>
            </a:r>
            <a:b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</a:br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ജീവനാളമായ്‌ എരിഞ്ഞുതീരുവാൻ</a:t>
            </a:r>
            <a:endParaRPr lang="en-US" sz="34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</a:endParaRPr>
          </a:p>
          <a:p>
            <a:pPr algn="ctr">
              <a:lnSpc>
                <a:spcPct val="110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ശുദ്ധാത്മാവേ വന്നെന്നുള്ളില്‍ വാസം ചെയ്യണേ</a:t>
            </a:r>
            <a:b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സത്യാത്മാവേ നിത്യതയിലെത്തുവോളവും</a:t>
            </a:r>
            <a:br>
              <a:rPr lang="ml-IN" sz="16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16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                   </a:t>
            </a:r>
            <a:b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7078CDF-3399-4F32-AE0C-B96D1F77C7B2}"/>
              </a:ext>
            </a:extLst>
          </p:cNvPr>
          <p:cNvSpPr/>
          <p:nvPr/>
        </p:nvSpPr>
        <p:spPr>
          <a:xfrm>
            <a:off x="-23448" y="3505291"/>
            <a:ext cx="12215448" cy="26517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Jeevanoothuka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…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jeevadaayaka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pPr algn="ctr">
              <a:lnSpc>
                <a:spcPct val="110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Jeevanaalhamaai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erinju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theeruvaan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pPr algn="ctr">
              <a:lnSpc>
                <a:spcPct val="110000"/>
              </a:lnSpc>
            </a:pP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</a:rPr>
              <a:t>Shudhdhaathmaave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</a:rPr>
              <a:t>vannennullhil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</a:rPr>
              <a:t>vaasam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</a:rPr>
              <a:t>cheyyanhe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</a:p>
          <a:p>
            <a:pPr algn="ctr">
              <a:lnSpc>
                <a:spcPct val="110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</a:rPr>
              <a:t>Sathyaathmaave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</a:rPr>
              <a:t>nithyathayileththuvolhavum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</a:p>
          <a:p>
            <a:pPr algn="ctr">
              <a:lnSpc>
                <a:spcPct val="110000"/>
              </a:lnSpc>
            </a:pPr>
            <a:endParaRPr lang="en-US" sz="16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75635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E00C53-3E6C-43B0-B503-C0CF2088B171}"/>
              </a:ext>
            </a:extLst>
          </p:cNvPr>
          <p:cNvSpPr txBox="1"/>
          <p:nvPr/>
        </p:nvSpPr>
        <p:spPr>
          <a:xfrm>
            <a:off x="10972799" y="30621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446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E5F7C2-2EDC-4705-A832-687DA99B2A22}"/>
              </a:ext>
            </a:extLst>
          </p:cNvPr>
          <p:cNvSpPr/>
          <p:nvPr/>
        </p:nvSpPr>
        <p:spPr>
          <a:xfrm>
            <a:off x="187568" y="1327637"/>
            <a:ext cx="11980984" cy="13111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രണ്ടോ മൂന്നോ പെരെവിടെ എന്‍റെ നാമത്തില്‍ </a:t>
            </a:r>
          </a:p>
          <a:p>
            <a:pPr>
              <a:lnSpc>
                <a:spcPct val="110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ഉണ്ടവിടെയുണ്ട് ഞാനെന്നേകി വാഗ്ദത്തം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7078CDF-3399-4F32-AE0C-B96D1F77C7B2}"/>
              </a:ext>
            </a:extLst>
          </p:cNvPr>
          <p:cNvSpPr/>
          <p:nvPr/>
        </p:nvSpPr>
        <p:spPr>
          <a:xfrm>
            <a:off x="187568" y="3505291"/>
            <a:ext cx="12004431" cy="12806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3600" b="1" dirty="0">
                <a:solidFill>
                  <a:srgbClr val="002060"/>
                </a:solidFill>
              </a:rPr>
              <a:t>Rando </a:t>
            </a:r>
            <a:r>
              <a:rPr lang="en-US" sz="3600" b="1" dirty="0" err="1">
                <a:solidFill>
                  <a:srgbClr val="002060"/>
                </a:solidFill>
              </a:rPr>
              <a:t>moonno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perevide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ente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naamaththil</a:t>
            </a:r>
            <a:endParaRPr lang="en-US" sz="3600" b="1" dirty="0">
              <a:solidFill>
                <a:srgbClr val="002060"/>
              </a:solidFill>
            </a:endParaRPr>
          </a:p>
          <a:p>
            <a:pPr>
              <a:lnSpc>
                <a:spcPct val="110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Undavideyundu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njaanenneki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vaagdaththam</a:t>
            </a:r>
            <a:endParaRPr lang="en-US" sz="36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E97F2C-D39C-4268-A133-75C02348BA85}"/>
              </a:ext>
            </a:extLst>
          </p:cNvPr>
          <p:cNvSpPr txBox="1"/>
          <p:nvPr/>
        </p:nvSpPr>
        <p:spPr>
          <a:xfrm>
            <a:off x="0" y="230676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0737033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E00C53-3E6C-43B0-B503-C0CF2088B171}"/>
              </a:ext>
            </a:extLst>
          </p:cNvPr>
          <p:cNvSpPr txBox="1"/>
          <p:nvPr/>
        </p:nvSpPr>
        <p:spPr>
          <a:xfrm>
            <a:off x="10972799" y="30621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446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E5F7C2-2EDC-4705-A832-687DA99B2A22}"/>
              </a:ext>
            </a:extLst>
          </p:cNvPr>
          <p:cNvSpPr/>
          <p:nvPr/>
        </p:nvSpPr>
        <p:spPr>
          <a:xfrm>
            <a:off x="0" y="687364"/>
            <a:ext cx="12192000" cy="324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ജീവനൂതുക ജീവദായകാ</a:t>
            </a:r>
            <a:b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</a:br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ജീവനാളമായ്‌ എരിഞ്ഞുതീരുവാൻ</a:t>
            </a:r>
            <a:endParaRPr lang="en-US" sz="34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</a:endParaRPr>
          </a:p>
          <a:p>
            <a:pPr algn="ctr">
              <a:lnSpc>
                <a:spcPct val="110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ശുദ്ധാത്മാവേ വന്നെന്നുള്ളില്‍ വാസം ചെയ്യണേ</a:t>
            </a:r>
            <a:b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സത്യാത്മാവേ നിത്യതയിലെത്തുവോളവും</a:t>
            </a:r>
            <a:br>
              <a:rPr lang="ml-IN" sz="16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16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                   </a:t>
            </a:r>
            <a:b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7078CDF-3399-4F32-AE0C-B96D1F77C7B2}"/>
              </a:ext>
            </a:extLst>
          </p:cNvPr>
          <p:cNvSpPr/>
          <p:nvPr/>
        </p:nvSpPr>
        <p:spPr>
          <a:xfrm>
            <a:off x="-23448" y="3505291"/>
            <a:ext cx="12215448" cy="26517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Jeevanoothuka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…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jeevadaayaka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pPr algn="ctr">
              <a:lnSpc>
                <a:spcPct val="110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Jeevanaalhamaai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erinju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theeruvaan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pPr algn="ctr">
              <a:lnSpc>
                <a:spcPct val="110000"/>
              </a:lnSpc>
            </a:pP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</a:rPr>
              <a:t>Shudhdhaathmaave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</a:rPr>
              <a:t>vannennullhil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</a:rPr>
              <a:t>vaasam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</a:rPr>
              <a:t>cheyyanhe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</a:p>
          <a:p>
            <a:pPr algn="ctr">
              <a:lnSpc>
                <a:spcPct val="110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</a:rPr>
              <a:t>Sathyaathmaave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</a:rPr>
              <a:t>nithyathayileththuvolhavum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</a:p>
          <a:p>
            <a:pPr algn="ctr">
              <a:lnSpc>
                <a:spcPct val="110000"/>
              </a:lnSpc>
            </a:pPr>
            <a:endParaRPr lang="en-US" sz="16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54554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E00C53-3E6C-43B0-B503-C0CF2088B171}"/>
              </a:ext>
            </a:extLst>
          </p:cNvPr>
          <p:cNvSpPr txBox="1"/>
          <p:nvPr/>
        </p:nvSpPr>
        <p:spPr>
          <a:xfrm>
            <a:off x="10972799" y="30621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446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E5F7C2-2EDC-4705-A832-687DA99B2A22}"/>
              </a:ext>
            </a:extLst>
          </p:cNvPr>
          <p:cNvSpPr/>
          <p:nvPr/>
        </p:nvSpPr>
        <p:spPr>
          <a:xfrm>
            <a:off x="187568" y="1327637"/>
            <a:ext cx="11980984" cy="13111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കല്ലായുള്ള ഹൃദയങ്ങളുരുക്കീടണേ</a:t>
            </a:r>
          </a:p>
          <a:p>
            <a:pPr>
              <a:lnSpc>
                <a:spcPct val="110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ഹല്ലേലുയ്യാ ഗീതം പാടാനൊരുക്കീടണേ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7078CDF-3399-4F32-AE0C-B96D1F77C7B2}"/>
              </a:ext>
            </a:extLst>
          </p:cNvPr>
          <p:cNvSpPr/>
          <p:nvPr/>
        </p:nvSpPr>
        <p:spPr>
          <a:xfrm>
            <a:off x="187568" y="3505291"/>
            <a:ext cx="12004431" cy="12806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Kallayullha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hridayangalhurukkidanhe</a:t>
            </a:r>
            <a:endParaRPr lang="en-US" sz="3600" b="1" dirty="0">
              <a:solidFill>
                <a:srgbClr val="002060"/>
              </a:solidFill>
            </a:endParaRPr>
          </a:p>
          <a:p>
            <a:pPr>
              <a:lnSpc>
                <a:spcPct val="110000"/>
              </a:lnSpc>
            </a:pPr>
            <a:r>
              <a:rPr lang="en-US" sz="3600" b="1" dirty="0">
                <a:solidFill>
                  <a:srgbClr val="002060"/>
                </a:solidFill>
              </a:rPr>
              <a:t>Hallelujah </a:t>
            </a:r>
            <a:r>
              <a:rPr lang="en-US" sz="3600" b="1" dirty="0" err="1">
                <a:solidFill>
                  <a:srgbClr val="002060"/>
                </a:solidFill>
              </a:rPr>
              <a:t>geetham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paadanorukkedanhe</a:t>
            </a:r>
            <a:endParaRPr lang="en-US" sz="36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E97F2C-D39C-4268-A133-75C02348BA85}"/>
              </a:ext>
            </a:extLst>
          </p:cNvPr>
          <p:cNvSpPr txBox="1"/>
          <p:nvPr/>
        </p:nvSpPr>
        <p:spPr>
          <a:xfrm>
            <a:off x="0" y="230676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397783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E00C53-3E6C-43B0-B503-C0CF2088B171}"/>
              </a:ext>
            </a:extLst>
          </p:cNvPr>
          <p:cNvSpPr txBox="1"/>
          <p:nvPr/>
        </p:nvSpPr>
        <p:spPr>
          <a:xfrm>
            <a:off x="10972799" y="30621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446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E5F7C2-2EDC-4705-A832-687DA99B2A22}"/>
              </a:ext>
            </a:extLst>
          </p:cNvPr>
          <p:cNvSpPr/>
          <p:nvPr/>
        </p:nvSpPr>
        <p:spPr>
          <a:xfrm>
            <a:off x="0" y="687364"/>
            <a:ext cx="12192000" cy="324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ജീവനൂതുക ജീവദായകാ</a:t>
            </a:r>
            <a:b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</a:br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ജീവനാളമായ്‌ എരിഞ്ഞുതീരുവാൻ</a:t>
            </a:r>
            <a:endParaRPr lang="en-US" sz="34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</a:endParaRPr>
          </a:p>
          <a:p>
            <a:pPr algn="ctr">
              <a:lnSpc>
                <a:spcPct val="110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ശുദ്ധാത്മാവേ വന്നെന്നുള്ളില്‍ വാസം ചെയ്യണേ</a:t>
            </a:r>
            <a:b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സത്യാത്മാവേ നിത്യതയിലെത്തുവോളവും</a:t>
            </a:r>
            <a:br>
              <a:rPr lang="ml-IN" sz="16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16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                   </a:t>
            </a:r>
            <a:b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7078CDF-3399-4F32-AE0C-B96D1F77C7B2}"/>
              </a:ext>
            </a:extLst>
          </p:cNvPr>
          <p:cNvSpPr/>
          <p:nvPr/>
        </p:nvSpPr>
        <p:spPr>
          <a:xfrm>
            <a:off x="-23448" y="3505291"/>
            <a:ext cx="12215448" cy="26517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Jeevanoothuka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…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jeevadaayaka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pPr algn="ctr">
              <a:lnSpc>
                <a:spcPct val="110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Jeevanaalhamaai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erinju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theeruvaan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pPr algn="ctr">
              <a:lnSpc>
                <a:spcPct val="110000"/>
              </a:lnSpc>
            </a:pP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</a:rPr>
              <a:t>Shudhdhaathmaave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</a:rPr>
              <a:t>vannennullhil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</a:rPr>
              <a:t>vaasam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</a:rPr>
              <a:t>cheyyanhe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</a:p>
          <a:p>
            <a:pPr algn="ctr">
              <a:lnSpc>
                <a:spcPct val="110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</a:rPr>
              <a:t>Sathyaathmaave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</a:rPr>
              <a:t>nithyathayileththuvolhavum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</a:p>
          <a:p>
            <a:pPr algn="ctr">
              <a:lnSpc>
                <a:spcPct val="110000"/>
              </a:lnSpc>
            </a:pPr>
            <a:endParaRPr lang="en-US" sz="16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89679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148</Words>
  <Application>Microsoft Office PowerPoint</Application>
  <PresentationFormat>Widescreen</PresentationFormat>
  <Paragraphs>62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Kartika</vt:lpstr>
      <vt:lpstr>Office Theme</vt:lpstr>
      <vt:lpstr>447 ശുദ്ധാത്മാവേ വന്നെന്നുള്ളില്‍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Shudhaathmave vannenullil</dc:title>
  <dc:creator>Acsah Mathews</dc:creator>
  <cp:lastModifiedBy>Acsah Mathews</cp:lastModifiedBy>
  <cp:revision>1</cp:revision>
  <dcterms:created xsi:type="dcterms:W3CDTF">2018-11-29T17:21:50Z</dcterms:created>
  <dcterms:modified xsi:type="dcterms:W3CDTF">2018-11-29T17:27:27Z</dcterms:modified>
</cp:coreProperties>
</file>