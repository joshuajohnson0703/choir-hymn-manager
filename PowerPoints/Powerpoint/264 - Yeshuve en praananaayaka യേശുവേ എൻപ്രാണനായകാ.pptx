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270" r:id="rId3"/>
    <p:sldId id="273" r:id="rId4"/>
    <p:sldId id="277" r:id="rId5"/>
    <p:sldId id="274" r:id="rId6"/>
    <p:sldId id="278" r:id="rId7"/>
    <p:sldId id="275" r:id="rId8"/>
    <p:sldId id="279" r:id="rId9"/>
    <p:sldId id="276" r:id="rId10"/>
    <p:sldId id="280" r:id="rId11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54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D0D917-7957-4857-88B0-53B57A618DBD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AF68E0-54FF-4143-8AFF-A7CF794805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F90991-9358-4914-A663-7C75C27D7352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341E98-0382-4C5E-AC4D-FEB8D1CDD2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28D526-99DC-4B69-88CA-83C678018C49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C5C044-1299-4310-9638-E0130759B0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2C9F54-E8CD-4033-BAE5-ACE2B86ED8C2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60F458-754E-4BB0-B888-C1DEA92CB6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1688EB-0D1E-4DDB-8E61-777F9CA73C24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20C429-CDA8-4DB5-BCB6-038F9DF6C3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FF046C-480B-43D7-BBA8-27AF66FB1E4F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7CF798-162B-44BA-8441-05DAC17CF4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81F37C-A05B-4318-A24C-7008FE365955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D79B33-B80D-41AD-8FD9-FBF407E19A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7A369D-0F8C-4BA7-9793-CF96BF057AF5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20E54-259F-438E-9B48-9DD13C3E1C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560323-28D1-4343-AFCD-3D2A8E20AA2C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AD5587-C8B5-4E95-A713-BE03A457EF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D4FA65-AC48-4B51-80B7-F276D48AEE89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2E6229-AD69-4594-9B7C-2B7B6299F0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A61429-783B-4C84-923C-95E5D6E4F9B2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343557-9FAB-44B5-B36A-676C048D30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0856769-A42A-47DC-8158-48BB9DAAB95E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E007D03-2C01-4EC9-827E-DD225597EB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BB090-FF9B-4CB6-85B2-6796CCE161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264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യേശുവേ എൻപ്രാണനായകാ!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39881A-45ED-4AD4-B677-F9CA50B181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Yeshuvey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en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praanha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naayakaa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01671566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0" y="990600"/>
            <a:ext cx="11963400" cy="2438400"/>
          </a:xfrm>
        </p:spPr>
        <p:txBody>
          <a:bodyPr anchor="t"/>
          <a:lstStyle/>
          <a:p>
            <a:pPr algn="l" defTabSz="396875">
              <a:lnSpc>
                <a:spcPct val="114000"/>
              </a:lnSpc>
              <a:tabLst>
                <a:tab pos="396875" algn="l"/>
              </a:tabLst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യേശുവേ എൻപ്രാണനായകാ!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ജീവനെനിക്കേകിയോനെ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എൻ സങ്കടങ്ങളറിഞ്ഞെന്‍റെ</a:t>
            </a:r>
            <a:r>
              <a:rPr lang="en-US" sz="34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വൻകടങ്ങൾ തീർത്തെന്‍റെ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കണ്ണുനീർ തുടച്ചല്ലോ നീ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264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935585-7E6F-44A3-8805-ABD2F7379925}"/>
              </a:ext>
            </a:extLst>
          </p:cNvPr>
          <p:cNvSpPr/>
          <p:nvPr/>
        </p:nvSpPr>
        <p:spPr>
          <a:xfrm>
            <a:off x="205740" y="3709481"/>
            <a:ext cx="119634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Yeshuvey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praanha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naayakaa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Jeevanenikkekiyoney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sankadangalharinjentey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van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kadangalh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theerthentey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Kannhu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neer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thudachallo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Nee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D2F87E-4F11-4A94-8512-133F05E3686A}"/>
              </a:ext>
            </a:extLst>
          </p:cNvPr>
          <p:cNvSpPr txBox="1"/>
          <p:nvPr/>
        </p:nvSpPr>
        <p:spPr>
          <a:xfrm>
            <a:off x="0" y="338554"/>
            <a:ext cx="1216914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1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0" y="990600"/>
            <a:ext cx="11963400" cy="2438400"/>
          </a:xfrm>
        </p:spPr>
        <p:txBody>
          <a:bodyPr anchor="t"/>
          <a:lstStyle/>
          <a:p>
            <a:pPr algn="l" defTabSz="396875">
              <a:lnSpc>
                <a:spcPct val="114000"/>
              </a:lnSpc>
              <a:tabLst>
                <a:tab pos="396875" algn="l"/>
              </a:tabLst>
              <a:defRPr/>
            </a:pPr>
            <a:r>
              <a:rPr lang="ml-IN" sz="3400" b="1" dirty="0">
                <a:latin typeface="Kartika" panose="02020503030404060203" pitchFamily="18" charset="0"/>
              </a:rPr>
              <a:t>പാപിയായ് ഞാൻ ജീവിച്ചപ്പോൾ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പാതതെറ്റി ഓടിയപ്പോൾ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പാലകൻ നീ തേടി ഈ പാതകനടിയാനെ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പാവനമാർഗ്ഗേ ചേർത്തല്ലോ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264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935585-7E6F-44A3-8805-ABD2F7379925}"/>
              </a:ext>
            </a:extLst>
          </p:cNvPr>
          <p:cNvSpPr/>
          <p:nvPr/>
        </p:nvSpPr>
        <p:spPr>
          <a:xfrm>
            <a:off x="205740" y="3709481"/>
            <a:ext cx="119634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Paapiyaai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jeevichchappolh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Paatha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thetti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ôdiyappolh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Paalakan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thèdi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paathakan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adiyaaney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Paavana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maarggey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chèrthallo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D2F87E-4F11-4A94-8512-133F05E3686A}"/>
              </a:ext>
            </a:extLst>
          </p:cNvPr>
          <p:cNvSpPr txBox="1"/>
          <p:nvPr/>
        </p:nvSpPr>
        <p:spPr>
          <a:xfrm>
            <a:off x="0" y="338554"/>
            <a:ext cx="1216914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12329053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7620" y="317153"/>
            <a:ext cx="12192000" cy="3150542"/>
          </a:xfrm>
        </p:spPr>
        <p:txBody>
          <a:bodyPr anchor="t"/>
          <a:lstStyle/>
          <a:p>
            <a:pPr defTabSz="396875">
              <a:lnSpc>
                <a:spcPct val="150000"/>
              </a:lnSpc>
              <a:tabLst>
                <a:tab pos="396875" algn="l"/>
              </a:tabLst>
              <a:defRPr/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യേശുവേ എൻപ്രാണനായകാ! 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ജീവനെനിക്കേകിയോനെ 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എൻ സങ്കടങ്ങളറിഞ്ഞെന്‍റെ</a:t>
            </a:r>
            <a:r>
              <a:rPr lang="en-US" sz="3400" b="1" spc="-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വൻകടങ്ങൾ തീർത്തെന്‍റെ 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കണ്ണുനീർ തുടച്ചല്ലോ നീ 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264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935585-7E6F-44A3-8805-ABD2F7379925}"/>
              </a:ext>
            </a:extLst>
          </p:cNvPr>
          <p:cNvSpPr/>
          <p:nvPr/>
        </p:nvSpPr>
        <p:spPr>
          <a:xfrm>
            <a:off x="-7620" y="3347472"/>
            <a:ext cx="12192000" cy="3150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Yeshuvey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praanha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naayakaa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Jeevanenikkekiyoney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sankadangalharinjentey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van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kadangalh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theerthentey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Kannhu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neer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thudachallo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Nee </a:t>
            </a:r>
          </a:p>
        </p:txBody>
      </p:sp>
    </p:spTree>
    <p:extLst>
      <p:ext uri="{BB962C8B-B14F-4D97-AF65-F5344CB8AC3E}">
        <p14:creationId xmlns:p14="http://schemas.microsoft.com/office/powerpoint/2010/main" val="212689014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0" y="990600"/>
            <a:ext cx="11963400" cy="2438400"/>
          </a:xfrm>
        </p:spPr>
        <p:txBody>
          <a:bodyPr anchor="t"/>
          <a:lstStyle/>
          <a:p>
            <a:pPr algn="l" defTabSz="396875">
              <a:lnSpc>
                <a:spcPct val="114000"/>
              </a:lnSpc>
              <a:tabLst>
                <a:tab pos="396875" algn="l"/>
              </a:tabLst>
              <a:defRPr/>
            </a:pPr>
            <a:r>
              <a:rPr lang="ml-IN" sz="3400" b="1" dirty="0">
                <a:latin typeface="Kartika" panose="02020503030404060203" pitchFamily="18" charset="0"/>
              </a:rPr>
              <a:t>എന്നെ നിന്നിൽ ധന്യനാക്കുവാൻ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വന്നിതോ എന്നുള്ളിൽ രാജനായ്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തന്നിതോ നിൻനീതിയും ദിവ്യമാം സന്തോഷവും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നിത്യമാം സമാധാനവും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264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935585-7E6F-44A3-8805-ABD2F7379925}"/>
              </a:ext>
            </a:extLst>
          </p:cNvPr>
          <p:cNvSpPr/>
          <p:nvPr/>
        </p:nvSpPr>
        <p:spPr>
          <a:xfrm>
            <a:off x="205740" y="3709481"/>
            <a:ext cx="119634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Enney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dhanyanaakkuvaan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Vannitho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ennullhil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Raajanaai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Thannitho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Nin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neethiyum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divyamaam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santhoshavum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Nithyamaam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samaadhaanavum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D2F87E-4F11-4A94-8512-133F05E3686A}"/>
              </a:ext>
            </a:extLst>
          </p:cNvPr>
          <p:cNvSpPr txBox="1"/>
          <p:nvPr/>
        </p:nvSpPr>
        <p:spPr>
          <a:xfrm>
            <a:off x="0" y="338554"/>
            <a:ext cx="1216914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10586527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7620" y="317153"/>
            <a:ext cx="12192000" cy="3150542"/>
          </a:xfrm>
        </p:spPr>
        <p:txBody>
          <a:bodyPr anchor="t"/>
          <a:lstStyle/>
          <a:p>
            <a:pPr defTabSz="396875">
              <a:lnSpc>
                <a:spcPct val="150000"/>
              </a:lnSpc>
              <a:tabLst>
                <a:tab pos="396875" algn="l"/>
              </a:tabLst>
              <a:defRPr/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യേശുവേ എൻപ്രാണനായകാ! 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ജീവനെനിക്കേകിയോനെ 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എൻ സങ്കടങ്ങളറിഞ്ഞെന്‍റെ</a:t>
            </a:r>
            <a:r>
              <a:rPr lang="en-US" sz="3400" b="1" spc="-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വൻകടങ്ങൾ തീർത്തെന്‍റെ 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കണ്ണുനീർ തുടച്ചല്ലോ നീ 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264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935585-7E6F-44A3-8805-ABD2F7379925}"/>
              </a:ext>
            </a:extLst>
          </p:cNvPr>
          <p:cNvSpPr/>
          <p:nvPr/>
        </p:nvSpPr>
        <p:spPr>
          <a:xfrm>
            <a:off x="-7620" y="3347472"/>
            <a:ext cx="12192000" cy="3150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Yeshuvey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praanha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naayakaa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Jeevanenikkekiyoney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sankadangalharinjentey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van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kadangalh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theerthentey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Kannhu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neer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thudachallo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Nee </a:t>
            </a:r>
          </a:p>
        </p:txBody>
      </p:sp>
    </p:spTree>
    <p:extLst>
      <p:ext uri="{BB962C8B-B14F-4D97-AF65-F5344CB8AC3E}">
        <p14:creationId xmlns:p14="http://schemas.microsoft.com/office/powerpoint/2010/main" val="81083319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0" y="990600"/>
            <a:ext cx="11963400" cy="2438400"/>
          </a:xfrm>
        </p:spPr>
        <p:txBody>
          <a:bodyPr anchor="t"/>
          <a:lstStyle/>
          <a:p>
            <a:pPr algn="l" defTabSz="396875">
              <a:lnSpc>
                <a:spcPct val="114000"/>
              </a:lnSpc>
              <a:tabLst>
                <a:tab pos="396875" algn="l"/>
              </a:tabLst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ഭാരമെന്യേ ജീവിക്കുവാൻ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എൻ ഭാരമെല്ലാം ചുമന്നവനേ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ആശ്രയം നീ മാത്രമെൻ ആശയിൻ പ്രകാശമേ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ആശിഷം നിൻ കാരുണ്യമേ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264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935585-7E6F-44A3-8805-ABD2F7379925}"/>
              </a:ext>
            </a:extLst>
          </p:cNvPr>
          <p:cNvSpPr/>
          <p:nvPr/>
        </p:nvSpPr>
        <p:spPr>
          <a:xfrm>
            <a:off x="205740" y="3709481"/>
            <a:ext cx="119634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Bhaaramenye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jeevikkuvaan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bhaaramellaam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chumannavaney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Aashrayam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maathramen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aashayil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prakaashamey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Aashisham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Nin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kaarunhyamey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D2F87E-4F11-4A94-8512-133F05E3686A}"/>
              </a:ext>
            </a:extLst>
          </p:cNvPr>
          <p:cNvSpPr txBox="1"/>
          <p:nvPr/>
        </p:nvSpPr>
        <p:spPr>
          <a:xfrm>
            <a:off x="0" y="338554"/>
            <a:ext cx="1216914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10414446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7620" y="317153"/>
            <a:ext cx="12192000" cy="3150542"/>
          </a:xfrm>
        </p:spPr>
        <p:txBody>
          <a:bodyPr anchor="t"/>
          <a:lstStyle/>
          <a:p>
            <a:pPr defTabSz="396875">
              <a:lnSpc>
                <a:spcPct val="150000"/>
              </a:lnSpc>
              <a:tabLst>
                <a:tab pos="396875" algn="l"/>
              </a:tabLst>
              <a:defRPr/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യേശുവേ എൻപ്രാണനായകാ! 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ജീവനെനിക്കേകിയോനെ 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എൻ സങ്കടങ്ങളറിഞ്ഞെന്‍റെ</a:t>
            </a:r>
            <a:r>
              <a:rPr lang="en-US" sz="3400" b="1" spc="-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വൻകടങ്ങൾ തീർത്തെന്‍റെ 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കണ്ണുനീർ തുടച്ചല്ലോ നീ 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264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935585-7E6F-44A3-8805-ABD2F7379925}"/>
              </a:ext>
            </a:extLst>
          </p:cNvPr>
          <p:cNvSpPr/>
          <p:nvPr/>
        </p:nvSpPr>
        <p:spPr>
          <a:xfrm>
            <a:off x="-7620" y="3347472"/>
            <a:ext cx="12192000" cy="3150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Yeshuvey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praanha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naayakaa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Jeevanenikkekiyoney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sankadangalharinjentey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van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kadangalh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theerthentey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Kannhu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neer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thudachallo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Nee </a:t>
            </a:r>
          </a:p>
        </p:txBody>
      </p:sp>
    </p:spTree>
    <p:extLst>
      <p:ext uri="{BB962C8B-B14F-4D97-AF65-F5344CB8AC3E}">
        <p14:creationId xmlns:p14="http://schemas.microsoft.com/office/powerpoint/2010/main" val="2125717384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0" y="990600"/>
            <a:ext cx="11963400" cy="2438400"/>
          </a:xfrm>
        </p:spPr>
        <p:txBody>
          <a:bodyPr anchor="t"/>
          <a:lstStyle/>
          <a:p>
            <a:pPr algn="l" defTabSz="396875">
              <a:lnSpc>
                <a:spcPct val="114000"/>
              </a:lnSpc>
              <a:tabLst>
                <a:tab pos="396875" algn="l"/>
              </a:tabLst>
              <a:defRPr/>
            </a:pPr>
            <a:r>
              <a:rPr lang="ml-IN" sz="3400" b="1" dirty="0">
                <a:latin typeface="Kartika" panose="02020503030404060203" pitchFamily="18" charset="0"/>
              </a:rPr>
              <a:t>വന്നിടും ഞാൻ അതിവേഗത്തിൽ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എന്നുരച്ചു പോയവനേ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വന്നു നിൻ മഹിമയിൻ രാജ്യമതിൽ ചേർക്കുവാൻ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ആശയാൽ ഞാൻ കാത്തിടുന്നേ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264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935585-7E6F-44A3-8805-ABD2F7379925}"/>
              </a:ext>
            </a:extLst>
          </p:cNvPr>
          <p:cNvSpPr/>
          <p:nvPr/>
        </p:nvSpPr>
        <p:spPr>
          <a:xfrm>
            <a:off x="205740" y="3709481"/>
            <a:ext cx="119634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Vannidum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athi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vègaththil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Ennurachchu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pôyavaney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Nin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mahimayin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raajyamathil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chèrkkuvaan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Aashyaal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kaaththidunney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D2F87E-4F11-4A94-8512-133F05E3686A}"/>
              </a:ext>
            </a:extLst>
          </p:cNvPr>
          <p:cNvSpPr txBox="1"/>
          <p:nvPr/>
        </p:nvSpPr>
        <p:spPr>
          <a:xfrm>
            <a:off x="0" y="338554"/>
            <a:ext cx="1216914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21142735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7620" y="317153"/>
            <a:ext cx="12192000" cy="3150542"/>
          </a:xfrm>
        </p:spPr>
        <p:txBody>
          <a:bodyPr anchor="t"/>
          <a:lstStyle/>
          <a:p>
            <a:pPr defTabSz="396875">
              <a:lnSpc>
                <a:spcPct val="150000"/>
              </a:lnSpc>
              <a:tabLst>
                <a:tab pos="396875" algn="l"/>
              </a:tabLst>
              <a:defRPr/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യേശുവേ എൻപ്രാണനായകാ! 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ജീവനെനിക്കേകിയോനെ 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എൻ സങ്കടങ്ങളറിഞ്ഞെന്‍റെ</a:t>
            </a:r>
            <a:r>
              <a:rPr lang="en-US" sz="3400" b="1" spc="-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വൻകടങ്ങൾ തീർത്തെന്‍റെ 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കണ്ണുനീർ തുടച്ചല്ലോ നീ 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264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935585-7E6F-44A3-8805-ABD2F7379925}"/>
              </a:ext>
            </a:extLst>
          </p:cNvPr>
          <p:cNvSpPr/>
          <p:nvPr/>
        </p:nvSpPr>
        <p:spPr>
          <a:xfrm>
            <a:off x="-7620" y="3347472"/>
            <a:ext cx="12192000" cy="3150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Yeshuvey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praanha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naayakaa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Jeevanenikkekiyoney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sankadangalharinjentey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van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kadangalh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theerthentey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Kannhu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neer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thudachallo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Nee </a:t>
            </a:r>
          </a:p>
        </p:txBody>
      </p:sp>
    </p:spTree>
    <p:extLst>
      <p:ext uri="{BB962C8B-B14F-4D97-AF65-F5344CB8AC3E}">
        <p14:creationId xmlns:p14="http://schemas.microsoft.com/office/powerpoint/2010/main" val="336808197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927</TotalTime>
  <Words>170</Words>
  <Application>Microsoft Office PowerPoint</Application>
  <PresentationFormat>Widescreen</PresentationFormat>
  <Paragraphs>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Kartika</vt:lpstr>
      <vt:lpstr>Office Theme</vt:lpstr>
      <vt:lpstr>264 യേശുവേ എൻപ്രാണനായകാ!</vt:lpstr>
      <vt:lpstr>യേശുവേ എൻപ്രാണനായകാ!  ജീവനെനിക്കേകിയോനെ  എൻ സങ്കടങ്ങളറിഞ്ഞെന്‍റെ വൻകടങ്ങൾ തീർത്തെന്‍റെ  കണ്ണുനീർ തുടച്ചല്ലോ നീ </vt:lpstr>
      <vt:lpstr>പാപിയായ് ഞാൻ ജീവിച്ചപ്പോൾ  പാതതെറ്റി ഓടിയപ്പോൾ  പാലകൻ നീ തേടി ഈ പാതകനടിയാനെ  പാവനമാർഗ്ഗേ ചേർത്തല്ലോ</vt:lpstr>
      <vt:lpstr>യേശുവേ എൻപ്രാണനായകാ!  ജീവനെനിക്കേകിയോനെ  എൻ സങ്കടങ്ങളറിഞ്ഞെന്‍റെ വൻകടങ്ങൾ തീർത്തെന്‍റെ  കണ്ണുനീർ തുടച്ചല്ലോ നീ </vt:lpstr>
      <vt:lpstr>എന്നെ നിന്നിൽ ധന്യനാക്കുവാൻ  വന്നിതോ എന്നുള്ളിൽ രാജനായ്  തന്നിതോ നിൻനീതിയും ദിവ്യമാം സന്തോഷവും  നിത്യമാം സമാധാനവും</vt:lpstr>
      <vt:lpstr>യേശുവേ എൻപ്രാണനായകാ!  ജീവനെനിക്കേകിയോനെ  എൻ സങ്കടങ്ങളറിഞ്ഞെന്‍റെ വൻകടങ്ങൾ തീർത്തെന്‍റെ  കണ്ണുനീർ തുടച്ചല്ലോ നീ </vt:lpstr>
      <vt:lpstr>ഭാരമെന്യേ ജീവിക്കുവാൻ  എൻ ഭാരമെല്ലാം ചുമന്നവനേ  ആശ്രയം നീ മാത്രമെൻ ആശയിൻ പ്രകാശമേ  ആശിഷം നിൻ കാരുണ്യമേ </vt:lpstr>
      <vt:lpstr>യേശുവേ എൻപ്രാണനായകാ!  ജീവനെനിക്കേകിയോനെ  എൻ സങ്കടങ്ങളറിഞ്ഞെന്‍റെ വൻകടങ്ങൾ തീർത്തെന്‍റെ  കണ്ണുനീർ തുടച്ചല്ലോ നീ </vt:lpstr>
      <vt:lpstr>വന്നിടും ഞാൻ അതിവേഗത്തിൽ  എന്നുരച്ചു പോയവനേ  വന്നു നിൻ മഹിമയിൻ രാജ്യമതിൽ ചേർക്കുവാൻ  ആശയാൽ ഞാൻ കാത്തിടുന്നേ </vt:lpstr>
      <vt:lpstr>യേശുവേ എൻപ്രാണനായകാ!  ജീവനെനിക്കേകിയോനെ  എൻ സങ്കടങ്ങളറിഞ്ഞെന്‍റെ വൻകടങ്ങൾ തീർത്തെന്‍റെ  കണ്ണുനീർ തുടച്ചല്ലോ നീ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Yeshuve en praananayaka</dc:title>
  <dc:creator>Digital Input:; GM JOHN; Acsah Mathews</dc:creator>
  <cp:lastModifiedBy>Acsah Mathews</cp:lastModifiedBy>
  <cp:revision>307</cp:revision>
  <dcterms:created xsi:type="dcterms:W3CDTF">2013-04-19T09:19:07Z</dcterms:created>
  <dcterms:modified xsi:type="dcterms:W3CDTF">2018-11-14T19:36:23Z</dcterms:modified>
</cp:coreProperties>
</file>