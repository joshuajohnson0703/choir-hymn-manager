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3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56F2A-FA4F-4633-A3FF-4BC3E224BCC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457B0-FBC0-4C5B-9F58-9B3D39E2C8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AF7A8-849B-4B8E-BE7B-3ACED1A3CC6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6705A-3B75-4A85-A312-06F0A05769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29094-C1E1-4072-A798-2C09B0AD13E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12C77-FFB1-4ADD-8DBC-8A0D8AD19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E7EBD-60D9-4C00-B55F-18A81F747CF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B4EAA-57D8-4326-9CB7-F4543CC997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208FB-84BA-40BE-9964-354852DAC5C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4613B-B51D-4DCC-AA7F-1E8576E1D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36BF1-28A2-42CC-BEEE-5AFA89E4464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23851-7C71-4BAB-A003-3EAFE1724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24A33-605B-4C5D-AC60-6B42133EF16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95185-E9B0-4F22-BFB1-CFDFE5A352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3948-3A37-41B0-8078-7F42BF93EF3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18170-AAEF-4DBF-A51A-3CAE26641A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DCDBD-0FB8-4F44-BEBF-7200FA79158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63155-A246-4536-B2A1-A0469290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06D54-91BB-4F6A-9D7D-34A4F182325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67C88-11D0-4039-BBE2-C43C0797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1EF38-E333-4382-A04D-702EF5B2513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5F617-DE31-41D5-A6B2-CC5141186F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079C585-CFF2-4AAF-AB4C-C23438C9ADB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6B6D233-AC2D-4B11-930F-B8DB37C22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F020-01BC-4507-9A45-E7E86C71B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307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കൊയ്ത്തുണ്ടധികം വേലയുണ്ടേറെ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F7FE5-1DA4-454A-8874-3D11CC5A7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Koiththundadhikam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velayunderre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1F6A0-FBA3-4A70-BF57-96AE7A451F86}"/>
              </a:ext>
            </a:extLst>
          </p:cNvPr>
          <p:cNvSpPr/>
          <p:nvPr/>
        </p:nvSpPr>
        <p:spPr>
          <a:xfrm>
            <a:off x="2362200" y="4692134"/>
            <a:ext cx="2363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(പി. ഡി. ജോൺ)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78864-B9D6-4DC8-8DD2-2BD0BC1111C8}"/>
              </a:ext>
            </a:extLst>
          </p:cNvPr>
          <p:cNvSpPr/>
          <p:nvPr/>
        </p:nvSpPr>
        <p:spPr>
          <a:xfrm>
            <a:off x="8309503" y="4692134"/>
            <a:ext cx="15750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(P.D. John) </a:t>
            </a:r>
          </a:p>
        </p:txBody>
      </p:sp>
    </p:spTree>
    <p:extLst>
      <p:ext uri="{BB962C8B-B14F-4D97-AF65-F5344CB8AC3E}">
        <p14:creationId xmlns:p14="http://schemas.microsoft.com/office/powerpoint/2010/main" val="10217749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24384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കൊയ്ത്തുണ്ടധികം വേലയുണ്ടേറെ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പോവതിന്നായിനി ആരുള്ളൂ?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ചുടു ചോര ചിന്തും ധീര യോദ്ധാക്കൾ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ക്രിസ്തുവിന്നായിറങ്ങീടടട്ടേ!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64EC6-9A0F-404B-ACDF-CC3B99BD3C2B}"/>
              </a:ext>
            </a:extLst>
          </p:cNvPr>
          <p:cNvSpPr/>
          <p:nvPr/>
        </p:nvSpPr>
        <p:spPr>
          <a:xfrm>
            <a:off x="0" y="3245048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Koiththund-adhikam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velayunderre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Povathinaayini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Aarullhoo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?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Chuduchora-chinthum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yodhaakkalh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Kristhuvinaay-irrangeedatte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5740" y="1096636"/>
            <a:ext cx="11978640" cy="24384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ആയിരങ്ങൾ ഇതാ ആഴത്തിൽ വീണു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ആണ്ടു കിടന്നീടുന്നു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ശാന്തിയരുളും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നേടാം ഭാരതത്തെ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നേടാം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ഭാരതത്തെ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64EC6-9A0F-404B-ACDF-CC3B99BD3C2B}"/>
              </a:ext>
            </a:extLst>
          </p:cNvPr>
          <p:cNvSpPr/>
          <p:nvPr/>
        </p:nvSpPr>
        <p:spPr>
          <a:xfrm>
            <a:off x="7620" y="3535036"/>
            <a:ext cx="10820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Aayirangalh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aazhaththil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kidannee-dunnu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Shanthi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Nedaam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bharathaththe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bhaarathaththe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CD098-6F1F-4D4F-9059-9C1A0F4AC0B4}"/>
              </a:ext>
            </a:extLst>
          </p:cNvPr>
          <p:cNvSpPr txBox="1"/>
          <p:nvPr/>
        </p:nvSpPr>
        <p:spPr>
          <a:xfrm>
            <a:off x="7620" y="451247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61358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5740" y="1096636"/>
            <a:ext cx="11978640" cy="24384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നിരനിര നിറയേ അണികൾ നിരന്നു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പോവട്ടെ ക്രൂശിൻ വീരർ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സെയീരിൽ നിന്നു കേൾക്കുന്നു ശബ്ദം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 എന്തായഹോ?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എന്തായഹോ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64EC6-9A0F-404B-ACDF-CC3B99BD3C2B}"/>
              </a:ext>
            </a:extLst>
          </p:cNvPr>
          <p:cNvSpPr/>
          <p:nvPr/>
        </p:nvSpPr>
        <p:spPr>
          <a:xfrm>
            <a:off x="7620" y="3535036"/>
            <a:ext cx="10820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Nira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nirayaayi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anhi-nirannu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povatte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veerar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Seyeeril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kelhkkunna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shabdam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enthaayaho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? – oh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enthaayaho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CD098-6F1F-4D4F-9059-9C1A0F4AC0B4}"/>
              </a:ext>
            </a:extLst>
          </p:cNvPr>
          <p:cNvSpPr txBox="1"/>
          <p:nvPr/>
        </p:nvSpPr>
        <p:spPr>
          <a:xfrm>
            <a:off x="7620" y="451247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2516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5740" y="1096636"/>
            <a:ext cx="11978640" cy="24384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വിശ്രമം ഇല്ല കണ്ണുനീർ മാത്രം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ആധാരം നമ്മൾക്കിവിടെ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കണ്ണീർ തുടയ്ക്കും കാലം വരുന്നു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നാഥനെ കാണുമ്പോൾ-നാം-നാഥനെ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64EC6-9A0F-404B-ACDF-CC3B99BD3C2B}"/>
              </a:ext>
            </a:extLst>
          </p:cNvPr>
          <p:cNvSpPr/>
          <p:nvPr/>
        </p:nvSpPr>
        <p:spPr>
          <a:xfrm>
            <a:off x="7620" y="3535036"/>
            <a:ext cx="10820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Vishramam ilia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kannhuneer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Aadhaaram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nammalhkkivide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Kannheer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thudakkum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Naadhane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kaanhumpolh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naadhane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kaanhumpolh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CD098-6F1F-4D4F-9059-9C1A0F4AC0B4}"/>
              </a:ext>
            </a:extLst>
          </p:cNvPr>
          <p:cNvSpPr txBox="1"/>
          <p:nvPr/>
        </p:nvSpPr>
        <p:spPr>
          <a:xfrm>
            <a:off x="7620" y="451247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4531317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05740" y="1096636"/>
            <a:ext cx="11978640" cy="24384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തന്നല്ലോ എനിക്കായ് തൻ രക്തമാകെ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ഞാനേകീടും തനിക്കായ്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ലോകാന്ത്യം വരെ തൻ സാക്ഷിയതാവാൻ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നൽകീടുന്നെന്നേ ഞാൻ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നൽകീടുന്നെന്നേ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64EC6-9A0F-404B-ACDF-CC3B99BD3C2B}"/>
              </a:ext>
            </a:extLst>
          </p:cNvPr>
          <p:cNvSpPr/>
          <p:nvPr/>
        </p:nvSpPr>
        <p:spPr>
          <a:xfrm>
            <a:off x="7620" y="3535036"/>
            <a:ext cx="108204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rakthamaake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njaanekidum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thanikkaai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Lokaanthyam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saakshi-athaavaan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Nalkeedunn-enne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nalkeedunn-enne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CD098-6F1F-4D4F-9059-9C1A0F4AC0B4}"/>
              </a:ext>
            </a:extLst>
          </p:cNvPr>
          <p:cNvSpPr txBox="1"/>
          <p:nvPr/>
        </p:nvSpPr>
        <p:spPr>
          <a:xfrm>
            <a:off x="7620" y="451247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15250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122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307 കൊയ്ത്തുണ്ടധികം വേലയുണ്ടേറെ</vt:lpstr>
      <vt:lpstr>കൊയ്ത്തുണ്ടധികം വേലയുണ്ടേറെ  പോവതിന്നായിനി ആരുള്ളൂ? ചുടു ചോര ചിന്തും ധീര യോദ്ധാക്കൾ  ക്രിസ്തുവിന്നായിറങ്ങീടടട്ടേ! </vt:lpstr>
      <vt:lpstr>ആയിരങ്ങൾ ഇതാ ആഴത്തിൽ വീണു  ആണ്ടു കിടന്നീടുന്നു  ശാന്തിയരുളും സ്നേഹത്തിൻ കൊടിയാൽ  നേടാം ഭാരതത്തെ - നാം നേടാം ഭാരതത്തെ</vt:lpstr>
      <vt:lpstr>നിരനിര നിറയേ അണികൾ നിരന്നു  പോവട്ടെ ക്രൂശിൻ വീരർ  സെയീരിൽ നിന്നു കേൾക്കുന്നു ശബ്ദം രാത്രി എന്തായഹോ? – ഓ രാത്രി എന്തായഹോ</vt:lpstr>
      <vt:lpstr>വിശ്രമം ഇല്ല കണ്ണുനീർ മാത്രം  ആധാരം നമ്മൾക്കിവിടെ  കണ്ണീർ തുടയ്ക്കും കാലം വരുന്നു  നാഥനെ കാണുമ്പോൾ-നാം-നാഥനെ </vt:lpstr>
      <vt:lpstr>തന്നല്ലോ എനിക്കായ് തൻ രക്തമാകെ  എന്തു ഞാനേകീടും തനിക്കായ്  ലോകാന്ത്യം വരെ തൻ സാക്ഷിയതാവാൻ  നൽകീടുന്നെന്നേ ഞാൻ - ഹാ നൽകീടുന്നെന്നേ ഞാൻ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Koithundadhikam velayundere</dc:title>
  <dc:creator>Digital Input; GM JOHN; Acsah Mathews</dc:creator>
  <cp:lastModifiedBy>Acsah Mathews</cp:lastModifiedBy>
  <cp:revision>426</cp:revision>
  <dcterms:created xsi:type="dcterms:W3CDTF">2013-04-19T09:19:07Z</dcterms:created>
  <dcterms:modified xsi:type="dcterms:W3CDTF">2018-11-16T18:19:01Z</dcterms:modified>
</cp:coreProperties>
</file>