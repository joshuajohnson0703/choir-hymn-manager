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73" r:id="rId3"/>
    <p:sldId id="279" r:id="rId4"/>
    <p:sldId id="280" r:id="rId5"/>
    <p:sldId id="283" r:id="rId6"/>
    <p:sldId id="281" r:id="rId7"/>
    <p:sldId id="284" r:id="rId8"/>
    <p:sldId id="282" r:id="rId9"/>
    <p:sldId id="285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23" autoAdjust="0"/>
    <p:restoredTop sz="94660"/>
  </p:normalViewPr>
  <p:slideViewPr>
    <p:cSldViewPr>
      <p:cViewPr varScale="1">
        <p:scale>
          <a:sx n="40" d="100"/>
          <a:sy n="40" d="100"/>
        </p:scale>
        <p:origin x="60" y="7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ECB4D-C152-4F4F-99DC-7A279337FEF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5ADC9-1BEA-4AD9-AF45-33E80C705C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E2D863-10D7-4398-978D-D65AFC5FE275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A26426-030C-415D-A23F-A8D445568F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7D4DB1-DA3A-42F9-80CE-6B19ED86D07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EDA410-5C97-4868-A6EE-B16425E996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23E141-7D2E-4F00-B06F-FEB6ABA3D73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1BF31-65FF-4443-A8FF-B86D3BFACF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035D23-64F5-42EF-8DF1-60D8BC947424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348817-71E4-40BD-AA41-7B35238630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72C136-F78F-4BF1-AEAB-70420ABBD670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701BE-6B07-4A95-ADA4-AB5129C83E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4AB10B-3DAF-4A7B-B0C0-F8108790CEA5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357B11-C4E9-456D-95AC-BBAB98EE6D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2467E9-54FA-4EE9-882F-05F12102A446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F2BB55-BBD8-43A5-BD58-2CD40B2C86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AC4B2-F9C0-484D-86B3-7060F7BB0184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3E647-DFA5-4F96-AA37-39072DC4C8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0FDD6E-5054-4309-8B13-AEB7DAE840C1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2CF9AC-8C86-40B6-AEE1-E38774B929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373A6-3D47-40D0-A3BE-E2C236DDC334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791430-A58D-47B2-B591-35E5706455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FADB5CD-FE60-466E-BCFD-8CE03FDC6160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A6225A8-A25C-4A8B-8909-1A2F38EEE3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BC0CC-37AA-4A7C-830B-726E92288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7"/>
            <a:ext cx="12192000" cy="1470025"/>
          </a:xfrm>
        </p:spPr>
        <p:txBody>
          <a:bodyPr/>
          <a:lstStyle/>
          <a:p>
            <a:r>
              <a:rPr lang="en-US" dirty="0"/>
              <a:t>229 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സ്വർഗ്ഗീയപിതാവേ നിൻ തിരുഹിതം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DCAC6-AA24-4521-80FC-502AB17B4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Swargeeya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Pithaavey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Nin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Thiruhitham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6300028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229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621632" y="990600"/>
            <a:ext cx="11570368" cy="2667000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സ്വർഗ്ഗീയപിതാവേ നിൻ തിരുഹിതം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സ്വർഗ്ഗത്തിലെപ്പോലെ ഭൂവിലാക്കണേ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നിൻഹിതം ചെയ്തോനാം നിൻസുതനെപ്പോലെ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ഇന്നു ഞാൻ വരുന്നെ നിൻഹിതം ചെയ്‌വാൻ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62BD80-0A36-458E-9F35-E8846A373889}"/>
              </a:ext>
            </a:extLst>
          </p:cNvPr>
          <p:cNvSpPr/>
          <p:nvPr/>
        </p:nvSpPr>
        <p:spPr>
          <a:xfrm>
            <a:off x="621632" y="3657600"/>
            <a:ext cx="1157036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Swargeeya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Pithaavey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Thiruhitham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Swargaththiley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poley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Bhoovilaakkanhey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hitham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cheithônaam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Suthaney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poley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Innu njaan varunney Nin hitham cheivaan 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AB1A65-E250-4809-B008-244315853D92}"/>
              </a:ext>
            </a:extLst>
          </p:cNvPr>
          <p:cNvSpPr txBox="1"/>
          <p:nvPr/>
        </p:nvSpPr>
        <p:spPr>
          <a:xfrm>
            <a:off x="0" y="33316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229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637820"/>
            <a:ext cx="12192000" cy="2791179"/>
          </a:xfrm>
        </p:spPr>
        <p:txBody>
          <a:bodyPr anchor="t"/>
          <a:lstStyle/>
          <a:p>
            <a:pPr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എൻദൈവമേ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നിന്നിഷ്ടം ചെയ്യുവാൻ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വന്നിടുന്നേ ഞാനിന്നു മോദമായ്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ഇഷ്ടമൊന്നും വേണ്ട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പ്രിയനെ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ഇഷ്ടം എന്നിൽ പൂർണ്ണമാക്കണേ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62BD80-0A36-458E-9F35-E8846A373889}"/>
              </a:ext>
            </a:extLst>
          </p:cNvPr>
          <p:cNvSpPr/>
          <p:nvPr/>
        </p:nvSpPr>
        <p:spPr>
          <a:xfrm>
            <a:off x="0" y="3657600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Ninnishtam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cheyyuvaan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modamaai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ishtam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onnum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Venda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ishtam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poornhamaakkanhey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2616456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229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621632" y="990600"/>
            <a:ext cx="11570368" cy="2667000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നന്മയും പൂർണ്ണപ്രസാദവുമുള്ള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നിൻഹിതമെന്തെന്നു ഞാനറിയുവാൻ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എൻമനം പുതുക്കി മാറിടുന്നേ നിത്യം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നിന്ദ്യമാണെനിക്കീ ലോകലാവണ്യം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62BD80-0A36-458E-9F35-E8846A373889}"/>
              </a:ext>
            </a:extLst>
          </p:cNvPr>
          <p:cNvSpPr/>
          <p:nvPr/>
        </p:nvSpPr>
        <p:spPr>
          <a:xfrm>
            <a:off x="621632" y="3657600"/>
            <a:ext cx="1157036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Nanmayum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poornha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prasaadavum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ullha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hithamenthennu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njaanariyuvaan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puthukki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maaridunney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Nindya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maanheneekki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laavanhyam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AB1A65-E250-4809-B008-244315853D92}"/>
              </a:ext>
            </a:extLst>
          </p:cNvPr>
          <p:cNvSpPr txBox="1"/>
          <p:nvPr/>
        </p:nvSpPr>
        <p:spPr>
          <a:xfrm>
            <a:off x="0" y="33316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5885355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229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637820"/>
            <a:ext cx="12192000" cy="2791179"/>
          </a:xfrm>
        </p:spPr>
        <p:txBody>
          <a:bodyPr anchor="t"/>
          <a:lstStyle/>
          <a:p>
            <a:pPr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എൻദൈവമേ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നിന്നിഷ്ടം ചെയ്യുവാൻ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വന്നിടുന്നേ ഞാനിന്നു മോദമായ്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ഇഷ്ടമൊന്നും വേണ്ട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പ്രിയനെ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ഇഷ്ടം എന്നിൽ പൂർണ്ണമാക്കണേ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62BD80-0A36-458E-9F35-E8846A373889}"/>
              </a:ext>
            </a:extLst>
          </p:cNvPr>
          <p:cNvSpPr/>
          <p:nvPr/>
        </p:nvSpPr>
        <p:spPr>
          <a:xfrm>
            <a:off x="0" y="3657600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Ninnishtam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cheyyuvaan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modamaai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ishtam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onnum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Venda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ishtam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poornhamaakkanhey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517586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229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621632" y="990600"/>
            <a:ext cx="11570368" cy="2667000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ഞാനവനുള്ളം കയ്യിലിരിക്കയാൽ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ആരുമില്ലെനിക്കു ദോഷം ചെയ്യുവാൻ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ഇന്നെനിക്കു വന്നു നേരിടുന്നതെല്ലാം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തൻഹിതമാണെന്നു ഞാനറിയുന്നു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62BD80-0A36-458E-9F35-E8846A373889}"/>
              </a:ext>
            </a:extLst>
          </p:cNvPr>
          <p:cNvSpPr/>
          <p:nvPr/>
        </p:nvSpPr>
        <p:spPr>
          <a:xfrm>
            <a:off x="621632" y="3657600"/>
            <a:ext cx="1157036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Njaanavunullham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kayyilirikkayaal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Aarum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illenikku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dôsham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cheiyyuvaan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Innenikku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nèridunnathellaam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hitham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aanhennu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njaanariyunnu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AB1A65-E250-4809-B008-244315853D92}"/>
              </a:ext>
            </a:extLst>
          </p:cNvPr>
          <p:cNvSpPr txBox="1"/>
          <p:nvPr/>
        </p:nvSpPr>
        <p:spPr>
          <a:xfrm>
            <a:off x="0" y="33316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703632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229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637820"/>
            <a:ext cx="12192000" cy="2791179"/>
          </a:xfrm>
        </p:spPr>
        <p:txBody>
          <a:bodyPr anchor="t"/>
          <a:lstStyle/>
          <a:p>
            <a:pPr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എൻദൈവമേ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നിന്നിഷ്ടം ചെയ്യുവാൻ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വന്നിടുന്നേ ഞാനിന്നു മോദമായ്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ഇഷ്ടമൊന്നും വേണ്ട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പ്രിയനെ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ഇഷ്ടം എന്നിൽ പൂർണ്ണമാക്കണേ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62BD80-0A36-458E-9F35-E8846A373889}"/>
              </a:ext>
            </a:extLst>
          </p:cNvPr>
          <p:cNvSpPr/>
          <p:nvPr/>
        </p:nvSpPr>
        <p:spPr>
          <a:xfrm>
            <a:off x="0" y="3657600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Ninnishtam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cheyyuvaan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modamaai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ishtam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onnum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Venda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ishtam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poornhamaakkanhey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304880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229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621632" y="990600"/>
            <a:ext cx="11570368" cy="2667000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യേശുക്രിസ്തുവിൻ ശരീരയാഗത്താൽ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ഉള്ളയിഷ്ടത്തിൽ ഞാൻ ശുദ്ധനായ്ത്തീർന്നു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ദൈവഇഷ്ടം ചെയ്തു വാഗ്ദത്തം പ്രാപിപ്പാൻ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പൂർണ്ണ സഹിഷ്ണത ഏകണെ പ്രിയാ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62BD80-0A36-458E-9F35-E8846A373889}"/>
              </a:ext>
            </a:extLst>
          </p:cNvPr>
          <p:cNvSpPr/>
          <p:nvPr/>
        </p:nvSpPr>
        <p:spPr>
          <a:xfrm>
            <a:off x="621632" y="3657600"/>
            <a:ext cx="1157036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shareera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yaagaththaal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Ullha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ishtaththil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shudhanaai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ishtam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cheithu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vaagdaththam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praapippaan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Poornha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sahishnhutha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Èkanhey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AB1A65-E250-4809-B008-244315853D92}"/>
              </a:ext>
            </a:extLst>
          </p:cNvPr>
          <p:cNvSpPr txBox="1"/>
          <p:nvPr/>
        </p:nvSpPr>
        <p:spPr>
          <a:xfrm>
            <a:off x="0" y="33316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922067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0" y="0"/>
            <a:ext cx="9144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229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637820"/>
            <a:ext cx="12192000" cy="2791179"/>
          </a:xfrm>
        </p:spPr>
        <p:txBody>
          <a:bodyPr anchor="t"/>
          <a:lstStyle/>
          <a:p>
            <a:pPr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എൻദൈവമേ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നിന്നിഷ്ടം ചെയ്യുവാൻ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വന്നിടുന്നേ ഞാനിന്നു മോദമായ്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ഇഷ്ടമൊന്നും വേണ്ട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പ്രിയനെ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ഇഷ്ടം എന്നിൽ പൂർണ്ണമാക്കണേ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62BD80-0A36-458E-9F35-E8846A373889}"/>
              </a:ext>
            </a:extLst>
          </p:cNvPr>
          <p:cNvSpPr/>
          <p:nvPr/>
        </p:nvSpPr>
        <p:spPr>
          <a:xfrm>
            <a:off x="0" y="3657600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Ninnishtam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cheyyuvaan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modamaai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ishtam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onnum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Venda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ishtam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poornhamaakkanhey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530876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176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229  സ്വർഗ്ഗീയപിതാവേ നിൻ തിരുഹിതം</vt:lpstr>
      <vt:lpstr>സ്വർഗ്ഗീയപിതാവേ നിൻ തിരുഹിതം  സ്വർഗ്ഗത്തിലെപ്പോലെ ഭൂവിലാക്കണേ  നിൻഹിതം ചെയ്തോനാം നിൻസുതനെപ്പോലെ  ഇന്നു ഞാൻ വരുന്നെ നിൻഹിതം ചെയ്‌വാൻ  </vt:lpstr>
      <vt:lpstr>എൻദൈവമേ! നിന്നിഷ്ടം ചെയ്യുവാൻ  വന്നിടുന്നേ ഞാനിന്നു മോദമായ്  എന്‍റെ ഇഷ്ടമൊന്നും വേണ്ട പ്രിയനെ  നിന്‍റെ ഇഷ്ടം എന്നിൽ പൂർണ്ണമാക്കണേ</vt:lpstr>
      <vt:lpstr>നന്മയും പൂർണ്ണപ്രസാദവുമുള്ള നിൻഹിതമെന്തെന്നു ഞാനറിയുവാൻ എൻമനം പുതുക്കി മാറിടുന്നേ നിത്യം നിന്ദ്യമാണെനിക്കീ ലോകലാവണ്യം</vt:lpstr>
      <vt:lpstr>എൻദൈവമേ! നിന്നിഷ്ടം ചെയ്യുവാൻ  വന്നിടുന്നേ ഞാനിന്നു മോദമായ്  എന്‍റെ ഇഷ്ടമൊന്നും വേണ്ട പ്രിയനെ  നിന്‍റെ ഇഷ്ടം എന്നിൽ പൂർണ്ണമാക്കണേ</vt:lpstr>
      <vt:lpstr>ഞാനവനുള്ളം കയ്യിലിരിക്കയാൽ  ആരുമില്ലെനിക്കു ദോഷം ചെയ്യുവാൻ  ഇന്നെനിക്കു വന്നു നേരിടുന്നതെല്ലാം തൻഹിതമാണെന്നു ഞാനറിയുന്നു</vt:lpstr>
      <vt:lpstr>എൻദൈവമേ! നിന്നിഷ്ടം ചെയ്യുവാൻ  വന്നിടുന്നേ ഞാനിന്നു മോദമായ്  എന്‍റെ ഇഷ്ടമൊന്നും വേണ്ട പ്രിയനെ  നിന്‍റെ ഇഷ്ടം എന്നിൽ പൂർണ്ണമാക്കണേ</vt:lpstr>
      <vt:lpstr>യേശുക്രിസ്തുവിൻ ശരീരയാഗത്താൽ  ഉള്ളയിഷ്ടത്തിൽ ഞാൻ ശുദ്ധനായ്ത്തീർന്നു ദൈവഇഷ്ടം ചെയ്തു വാഗ്ദത്തം പ്രാപിപ്പാൻ പൂർണ്ണ സഹിഷ്ണത ഏകണെ പ്രിയാ</vt:lpstr>
      <vt:lpstr>എൻദൈവമേ! നിന്നിഷ്ടം ചെയ്യുവാൻ  വന്നിടുന്നേ ഞാനിന്നു മോദമായ്  എന്‍റെ ഇഷ്ടമൊന്നും വേണ്ട പ്രിയനെ  നിന്‍റെ ഇഷ്ടം എന്നിൽ പൂർണ്ണമാക്കണേ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Swargeeya pithave nin thiruhitham</dc:title>
  <dc:creator>Digital Input:; GM JOHN; Acsah Mathews</dc:creator>
  <cp:lastModifiedBy>Acsah Mathews</cp:lastModifiedBy>
  <cp:revision>187</cp:revision>
  <dcterms:created xsi:type="dcterms:W3CDTF">2013-04-25T00:28:25Z</dcterms:created>
  <dcterms:modified xsi:type="dcterms:W3CDTF">2018-11-09T17:10:58Z</dcterms:modified>
</cp:coreProperties>
</file>