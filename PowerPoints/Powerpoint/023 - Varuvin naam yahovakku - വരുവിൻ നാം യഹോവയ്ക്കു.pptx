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3" r:id="rId2"/>
    <p:sldId id="270" r:id="rId3"/>
    <p:sldId id="274" r:id="rId4"/>
    <p:sldId id="278" r:id="rId5"/>
    <p:sldId id="275" r:id="rId6"/>
    <p:sldId id="279" r:id="rId7"/>
    <p:sldId id="276" r:id="rId8"/>
    <p:sldId id="280" r:id="rId9"/>
    <p:sldId id="277" r:id="rId10"/>
    <p:sldId id="281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39" d="100"/>
          <a:sy n="39" d="100"/>
        </p:scale>
        <p:origin x="54" y="92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86492F-404B-45AD-9883-CF233E177CB8}" type="datetimeFigureOut">
              <a:rPr lang="en-US" smtClean="0"/>
              <a:t>10/25/2018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87322A-5FD7-4905-9AC3-CC6E43B07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398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ml-IN" b="1" dirty="0"/>
              <a:t>(യുസ്തുസ് യൌസേഫ്)</a:t>
            </a:r>
            <a:endParaRPr lang="en-US" dirty="0"/>
          </a:p>
          <a:p>
            <a:endParaRPr lang="en-US" dirty="0"/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Yusthus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Youseph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87322A-5FD7-4905-9AC3-CC6E43B073B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6208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AE5B87-172C-43C9-8701-6242A56D2063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D5E18B-F593-4AC3-A24F-9E05C0E637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6FAAE4-8D7B-41D6-9CC3-A2CFEEA139C9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DB4552-92E4-4699-9915-EF837B4DAA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A862FE-F3A8-41CF-9160-135CCADEC3D0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360C65-304F-45E7-8A37-CED8520392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6DC996-A832-4B5D-AC42-56590E0FD5A0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4B2477-D0F9-42AA-BD5E-CCFCCD5F50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9B0FEB-5E8C-457B-80F5-FFAA7394616F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D39CDF-E1FC-4E4C-8411-91513153D8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2C334A-70C5-45D6-8BE9-C5B3708BFE77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39EA88-2008-47B4-B56A-389855B2AF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AE9AA4-F1DF-4D4D-84F6-F1122C93E8FB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89F9A3-90B3-43A5-81BD-B9AE45539A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3D4375-DFE1-4297-988E-D1A6BEBE109A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5A3B73-71B8-42E0-8062-BDEC89799C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FB573F-DB2D-4CF9-8EB8-B3AA2AA250D4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928FE-E66D-4C2C-95FB-289477C2D0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9AEC6B-A924-4F29-B05D-B9D89425B2B5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6B6AF4-6EE9-41CD-8759-679A066126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901019-C5DD-44AB-A96D-00D30B4E05AC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E949F7-562C-4A88-B998-DD9095E91D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45852B4-6757-48A9-9058-1DCB542003BB}" type="datetimeFigureOut">
              <a:rPr lang="en-US"/>
              <a:pPr>
                <a:defRPr/>
              </a:pPr>
              <a:t>10/25/2018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21FE747-A15D-4B7E-A145-9712BEAE68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E95E4-3423-4C22-8A54-01BA7E42E7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30426"/>
            <a:ext cx="9144000" cy="1470025"/>
          </a:xfrm>
        </p:spPr>
        <p:txBody>
          <a:bodyPr/>
          <a:lstStyle/>
          <a:p>
            <a:r>
              <a:rPr lang="en-US" dirty="0"/>
              <a:t>23</a:t>
            </a:r>
            <a:br>
              <a:rPr lang="en-US" dirty="0"/>
            </a:br>
            <a:r>
              <a:rPr lang="ml-IN" sz="4000" b="1" dirty="0"/>
              <a:t>വരുവിൻ നാം യഹോവയ്ക്കു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F21222-0C2A-47CE-9C74-804AF918AD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Varuvin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naam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Yehovakku</a:t>
            </a:r>
            <a:r>
              <a:rPr lang="en-US" sz="40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tx2">
                    <a:lumMod val="75000"/>
                  </a:schemeClr>
                </a:solidFill>
              </a:rPr>
              <a:t>paaduka</a:t>
            </a:r>
            <a:endParaRPr lang="en-US" sz="4000" b="1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sz="4000" i="1" dirty="0">
                <a:solidFill>
                  <a:schemeClr val="tx2">
                    <a:lumMod val="75000"/>
                  </a:schemeClr>
                </a:solidFill>
              </a:rPr>
              <a:t>Psalms 95</a:t>
            </a:r>
            <a:endParaRPr lang="en-US" sz="3600" i="1" dirty="0"/>
          </a:p>
        </p:txBody>
      </p:sp>
    </p:spTree>
    <p:extLst>
      <p:ext uri="{BB962C8B-B14F-4D97-AF65-F5344CB8AC3E}">
        <p14:creationId xmlns:p14="http://schemas.microsoft.com/office/powerpoint/2010/main" val="398529179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4713" y="798638"/>
            <a:ext cx="12192000" cy="3124200"/>
          </a:xfrm>
        </p:spPr>
        <p:txBody>
          <a:bodyPr anchor="t"/>
          <a:lstStyle/>
          <a:p>
            <a:pPr defTabSz="406400"/>
            <a:r>
              <a:rPr lang="ml-IN" sz="2600" b="1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വരുവിൻ നാം യഹോവയ്ക്കു പാടുക-രക്ഷ-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തരുന്ന ജീവപാറയ്ക്കാർത്തിടുക!</a:t>
            </a:r>
            <a:b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2600" b="1" i="1" dirty="0">
                <a:latin typeface="Kartika" panose="02020503030404060203" pitchFamily="18" charset="0"/>
                <a:cs typeface="Kartika" panose="02020503030404060203" pitchFamily="18" charset="0"/>
              </a:rPr>
              <a:t>അനുപല്ലവി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തിരുമുമ്പിൽ സ്തുതിയോടാദരവായ് ചെന്നു നാമെല്ലാ-</a:t>
            </a:r>
            <a:b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2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200" b="1" dirty="0">
                <a:latin typeface="Kartika" panose="02020503030404060203" pitchFamily="18" charset="0"/>
                <a:cs typeface="Kartika" panose="02020503030404060203" pitchFamily="18" charset="0"/>
              </a:rPr>
              <a:t>വരും സങ്കീർത്തനങ്ങളോടൊരുമിച്ചാർത്തു ഘോഷിക്ക</a:t>
            </a:r>
            <a:endParaRPr lang="en-US" sz="2400" b="1" dirty="0">
              <a:cs typeface="Kartika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655425" y="0"/>
            <a:ext cx="53657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023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E4602B-B5B5-4667-B1CA-F2267ACCB01A}"/>
              </a:ext>
            </a:extLst>
          </p:cNvPr>
          <p:cNvSpPr/>
          <p:nvPr/>
        </p:nvSpPr>
        <p:spPr>
          <a:xfrm>
            <a:off x="4118" y="3733800"/>
            <a:ext cx="12187881" cy="32008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Pallavi</a:t>
            </a:r>
          </a:p>
          <a:p>
            <a:pPr algn="ctr"/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Varuvin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Yehovakku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Tharunna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jeevapaarhaykaarthiduka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2600" i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Anupallavi</a:t>
            </a:r>
            <a:endParaRPr lang="en-US" sz="2600" i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/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Thirumunbil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sthuthiyodaadaravaay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naamellaa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 </a:t>
            </a:r>
          </a:p>
          <a:p>
            <a:pPr algn="ctr"/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Varum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sankeerthanangalhodorumichchaarthu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ghoshikka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</a:t>
            </a:r>
          </a:p>
          <a:p>
            <a:pPr algn="ctr"/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						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varuvin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895600"/>
          </a:xfrm>
        </p:spPr>
        <p:txBody>
          <a:bodyPr anchor="t"/>
          <a:lstStyle/>
          <a:p>
            <a:pPr algn="l" defTabSz="406400"/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യഹോവയായവൻ മഹാ ദൈവം - അവൻ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സകല ദേവകൾക്കും മേൽ രാജൻ!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മഹിമയിൻ താണിടങ്ങളവന്‍റെ കയ്യിൽ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മഹിധരോന്നതങ്ങളും തന്‍റെ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മഹോദധി യുമവന്‍റെ വകയാകുന്നു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, 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താനതു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പടച്ചിതു കരയെയും - മഹാൻ കൈകൾ മനഞ്ഞിതു</a:t>
            </a: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000" b="1" dirty="0">
                <a:latin typeface="Kartika" panose="02020503030404060203" pitchFamily="18" charset="0"/>
              </a:rPr>
              <a:t>-വരു...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917243-34C1-49C7-A013-F92C5A3005AE}"/>
              </a:ext>
            </a:extLst>
          </p:cNvPr>
          <p:cNvSpPr/>
          <p:nvPr/>
        </p:nvSpPr>
        <p:spPr>
          <a:xfrm>
            <a:off x="4118" y="3733800"/>
            <a:ext cx="1218788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Yahovayaayavan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Daivam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avan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Sakala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devakalhkum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mèl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raajan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Mahiyin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thaanhidangalhavantey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kaiyyil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Mahidaronnathangalhum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thantey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Mahodadhi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yumavantey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vakayaakunnu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thaanathu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Padachchithu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karayeyum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mahaan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kaikalh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mananjithu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 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varuvin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58476EB-CF14-4C2A-A1B2-EE63E110C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5425" y="0"/>
            <a:ext cx="53657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023</a:t>
            </a:r>
          </a:p>
        </p:txBody>
      </p:sp>
    </p:spTree>
    <p:extLst>
      <p:ext uri="{BB962C8B-B14F-4D97-AF65-F5344CB8AC3E}">
        <p14:creationId xmlns:p14="http://schemas.microsoft.com/office/powerpoint/2010/main" val="278706875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4713" y="798638"/>
            <a:ext cx="12192000" cy="3124200"/>
          </a:xfrm>
        </p:spPr>
        <p:txBody>
          <a:bodyPr anchor="t"/>
          <a:lstStyle/>
          <a:p>
            <a:pPr defTabSz="406400"/>
            <a:r>
              <a:rPr lang="ml-IN" sz="2600" b="1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വരുവിൻ നാം യഹോവയ്ക്കു പാടുക-രക്ഷ-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തരുന്ന ജീവപാറയ്ക്കാർത്തിടുക!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cs typeface="Kartika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E4602B-B5B5-4667-B1CA-F2267ACCB01A}"/>
              </a:ext>
            </a:extLst>
          </p:cNvPr>
          <p:cNvSpPr/>
          <p:nvPr/>
        </p:nvSpPr>
        <p:spPr>
          <a:xfrm>
            <a:off x="4118" y="3733800"/>
            <a:ext cx="12187881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Pallavi</a:t>
            </a:r>
          </a:p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Varuvin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Yehovakku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paaduka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Tharunna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jeevapaarhaykaarthiduka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E63D025-191B-4BE1-932C-7B6706DFB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5425" y="0"/>
            <a:ext cx="53657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023</a:t>
            </a:r>
          </a:p>
        </p:txBody>
      </p:sp>
    </p:spTree>
    <p:extLst>
      <p:ext uri="{BB962C8B-B14F-4D97-AF65-F5344CB8AC3E}">
        <p14:creationId xmlns:p14="http://schemas.microsoft.com/office/powerpoint/2010/main" val="90746406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87272"/>
            <a:ext cx="12192000" cy="3146527"/>
          </a:xfrm>
        </p:spPr>
        <p:txBody>
          <a:bodyPr anchor="t"/>
          <a:lstStyle/>
          <a:p>
            <a:pPr algn="l" defTabSz="406400"/>
            <a:r>
              <a:rPr lang="ml-IN" sz="3000" b="1" dirty="0">
                <a:latin typeface="Kartika" panose="02020503030404060203" pitchFamily="18" charset="0"/>
              </a:rPr>
              <a:t>2	വരുവിൻ നാം തൊഴുതു വന്ദിക്കുക - ദേവ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തിരുമുൻ ചെന്നു നാം മുട്ടുകുത്തുക!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പരൻ നമ്മെ പടച്ചവനാകയാൽ - തന്നെ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പരൻ നമ്മുടെ ദേവൻ ആകുന്നു!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കരുത്തൻ മേച്ചിലിൻ ജനം കരത്തിന്നാടുകൾ നാം തൻ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സ്വരങ്ങളെ നിങ്ങളിങ്ങനു - സ്വരത്തോടിന്നു കേൾക്കുവിൻ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														</a:t>
            </a:r>
            <a:r>
              <a:rPr lang="en-US" sz="3000" b="1" dirty="0">
                <a:latin typeface="Kartika" panose="02020503030404060203" pitchFamily="18" charset="0"/>
              </a:rPr>
              <a:t>									</a:t>
            </a:r>
            <a:r>
              <a:rPr lang="ml-IN" sz="3000" b="1" dirty="0">
                <a:latin typeface="Kartika" panose="02020503030404060203" pitchFamily="18" charset="0"/>
              </a:rPr>
              <a:t>	- വരു...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															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917243-34C1-49C7-A013-F92C5A3005AE}"/>
              </a:ext>
            </a:extLst>
          </p:cNvPr>
          <p:cNvSpPr/>
          <p:nvPr/>
        </p:nvSpPr>
        <p:spPr>
          <a:xfrm>
            <a:off x="4118" y="3733800"/>
            <a:ext cx="1218788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2. Varuvin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thozhuthu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vannikkuka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Dèva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Thirumun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chennu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muttukutthuka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nammey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padachchavanaakayaal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thanney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nammudey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Dèvan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aakunnu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Karuththan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mèchilin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janam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karaththinnaadukalh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than</a:t>
            </a: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Swaraththey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ningalhinganu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swarathodinnu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kelhkuvin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		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varuvin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6C83E09-CB4B-4AE2-AF8A-1AB63E4B3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5425" y="0"/>
            <a:ext cx="53657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023</a:t>
            </a:r>
          </a:p>
        </p:txBody>
      </p:sp>
    </p:spTree>
    <p:extLst>
      <p:ext uri="{BB962C8B-B14F-4D97-AF65-F5344CB8AC3E}">
        <p14:creationId xmlns:p14="http://schemas.microsoft.com/office/powerpoint/2010/main" val="258221809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4713" y="798638"/>
            <a:ext cx="12192000" cy="3124200"/>
          </a:xfrm>
        </p:spPr>
        <p:txBody>
          <a:bodyPr anchor="t"/>
          <a:lstStyle/>
          <a:p>
            <a:pPr defTabSz="406400"/>
            <a:r>
              <a:rPr lang="ml-IN" sz="2600" b="1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വരുവിൻ നാം യഹോവയ്ക്കു പാടുക-രക്ഷ-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തരുന്ന ജീവപാറയ്ക്കാർത്തിടുക!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cs typeface="Kartika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E4602B-B5B5-4667-B1CA-F2267ACCB01A}"/>
              </a:ext>
            </a:extLst>
          </p:cNvPr>
          <p:cNvSpPr/>
          <p:nvPr/>
        </p:nvSpPr>
        <p:spPr>
          <a:xfrm>
            <a:off x="4118" y="3733800"/>
            <a:ext cx="12187881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Pallavi</a:t>
            </a:r>
          </a:p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Varuvin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Yehovakku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paaduka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Tharunna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jeevapaarhaykaarthiduka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E63D025-191B-4BE1-932C-7B6706DFB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5425" y="0"/>
            <a:ext cx="53657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023</a:t>
            </a:r>
          </a:p>
        </p:txBody>
      </p:sp>
    </p:spTree>
    <p:extLst>
      <p:ext uri="{BB962C8B-B14F-4D97-AF65-F5344CB8AC3E}">
        <p14:creationId xmlns:p14="http://schemas.microsoft.com/office/powerpoint/2010/main" val="275115131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39673"/>
            <a:ext cx="12192000" cy="3146527"/>
          </a:xfrm>
        </p:spPr>
        <p:txBody>
          <a:bodyPr anchor="t"/>
          <a:lstStyle/>
          <a:p>
            <a:pPr algn="l" defTabSz="406400"/>
            <a:r>
              <a:rPr lang="ml-IN" sz="3000" b="1" dirty="0">
                <a:latin typeface="Kartika" panose="02020503030404060203" pitchFamily="18" charset="0"/>
              </a:rPr>
              <a:t>3	പൊരുൾ വിവാദമാം മെറീബായിലും - അർത്ഥം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പരീക്ഷയാകുന്ന മസ്സാനാളിലേ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മരുഭൂവിങ്കലുമെന്ന പോലവെ - നിങ്ങൾ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കഠിനമാക്കരുതുള്ളമന്നെന്‍റെ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കരത്തിൻ വൻ പ്രവർത്തികൾ മരിച്ച നിങ്ങളിന്നഛർ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ദർശിച്ചാറായുമെന്നെ - പരീക്ഷിച്ചങ്ങു ശോധിച്ചു</a:t>
            </a:r>
            <a:r>
              <a:rPr lang="en-US" sz="3000" b="1" dirty="0">
                <a:latin typeface="Kartika" panose="02020503030404060203" pitchFamily="18" charset="0"/>
              </a:rPr>
              <a:t>		</a:t>
            </a:r>
            <a:r>
              <a:rPr lang="ml-IN" sz="3000" b="1" dirty="0">
                <a:latin typeface="Kartika" panose="02020503030404060203" pitchFamily="18" charset="0"/>
              </a:rPr>
              <a:t>-വരു...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917243-34C1-49C7-A013-F92C5A3005AE}"/>
              </a:ext>
            </a:extLst>
          </p:cNvPr>
          <p:cNvSpPr/>
          <p:nvPr/>
        </p:nvSpPr>
        <p:spPr>
          <a:xfrm>
            <a:off x="4118" y="3733800"/>
            <a:ext cx="1218788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3.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Porulh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vivaadamaam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meribaayilum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artham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Pareekshayaakunna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massaanaalhiley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Marubhoovinkalumenna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polavey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ningalh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Kadinamaakkaruth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ullhamennentey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Karaththin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vanpravarthikalh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marichcha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ningalhinnachar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Darshichaareyumenne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parikshichangu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shodhichu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			 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varuvin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59B0AEB-6FBC-405C-818D-613DF9BB7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5425" y="0"/>
            <a:ext cx="53657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023</a:t>
            </a:r>
          </a:p>
        </p:txBody>
      </p:sp>
    </p:spTree>
    <p:extLst>
      <p:ext uri="{BB962C8B-B14F-4D97-AF65-F5344CB8AC3E}">
        <p14:creationId xmlns:p14="http://schemas.microsoft.com/office/powerpoint/2010/main" val="45998252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4713" y="798638"/>
            <a:ext cx="12192000" cy="3124200"/>
          </a:xfrm>
        </p:spPr>
        <p:txBody>
          <a:bodyPr anchor="t"/>
          <a:lstStyle/>
          <a:p>
            <a:pPr defTabSz="406400"/>
            <a:r>
              <a:rPr lang="ml-IN" sz="2600" b="1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വരുവിൻ നാം യഹോവയ്ക്കു പാടുക-രക്ഷ-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തരുന്ന ജീവപാറയ്ക്കാർത്തിടുക!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cs typeface="Kartika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E4602B-B5B5-4667-B1CA-F2267ACCB01A}"/>
              </a:ext>
            </a:extLst>
          </p:cNvPr>
          <p:cNvSpPr/>
          <p:nvPr/>
        </p:nvSpPr>
        <p:spPr>
          <a:xfrm>
            <a:off x="4118" y="3733800"/>
            <a:ext cx="12187881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Pallavi</a:t>
            </a:r>
          </a:p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Varuvin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Yehovakku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paaduka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Tharunna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jeevapaarhaykaarthiduka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E63D025-191B-4BE1-932C-7B6706DFB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5425" y="0"/>
            <a:ext cx="53657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023</a:t>
            </a:r>
          </a:p>
        </p:txBody>
      </p:sp>
    </p:spTree>
    <p:extLst>
      <p:ext uri="{BB962C8B-B14F-4D97-AF65-F5344CB8AC3E}">
        <p14:creationId xmlns:p14="http://schemas.microsoft.com/office/powerpoint/2010/main" val="4087058987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39673"/>
            <a:ext cx="12192000" cy="3146527"/>
          </a:xfrm>
        </p:spPr>
        <p:txBody>
          <a:bodyPr anchor="t"/>
          <a:lstStyle/>
          <a:p>
            <a:pPr algn="l" defTabSz="406400"/>
            <a:r>
              <a:rPr lang="ml-IN" sz="3000" b="1" dirty="0">
                <a:latin typeface="Kartika" panose="02020503030404060203" pitchFamily="18" charset="0"/>
              </a:rPr>
              <a:t>4	എനിക്കു നാല്പതാണ്ടാം‌വംശത്തോടു - രസം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ജനിച്ചില്ലായവരുള്ളിൽ തെറ്റുന്ന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ജനവുമെൻ വഴിയറിയാത്തോരു - മെന്നു-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മൊഴിഞ്ഞെൻ സ്വസ്ഥതയിങ്കലായവർ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അണഞ്ഞുൾ പൂകയില്ലെന്നു- ചിനത്തോടാണയിട്ടു ഞാൻ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ദിനമെന്നും ത്രിയേകനെ - വണങ്ങിവാഴ്ത്തിടാമാമ്മേൻ</a:t>
            </a:r>
            <a:br>
              <a:rPr lang="en-US" sz="3000" b="1" dirty="0">
                <a:latin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</a:rPr>
              <a:t>																									</a:t>
            </a:r>
            <a:r>
              <a:rPr lang="ml-IN" sz="3000" b="1" dirty="0">
                <a:latin typeface="Kartika" panose="02020503030404060203" pitchFamily="18" charset="0"/>
              </a:rPr>
              <a:t>-വരു ...</a:t>
            </a:r>
            <a:br>
              <a:rPr lang="ml-IN" sz="3000" b="1" dirty="0">
                <a:latin typeface="Kartika" panose="02020503030404060203" pitchFamily="18" charset="0"/>
              </a:rPr>
            </a:b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917243-34C1-49C7-A013-F92C5A3005AE}"/>
              </a:ext>
            </a:extLst>
          </p:cNvPr>
          <p:cNvSpPr/>
          <p:nvPr/>
        </p:nvSpPr>
        <p:spPr>
          <a:xfrm>
            <a:off x="4118" y="3733800"/>
            <a:ext cx="1218788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4.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Enikku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naalpathaandaa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vamshaththodu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rasam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Janichchillaayvarullhil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thettunna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Janavumen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vazhiyariyaaththoru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mennu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Mozhinjnen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swasthathayinkalaayavar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Anhanjhulh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pookayillennu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chinaththodaanhayittu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njaan</a:t>
            </a:r>
            <a:endParaRPr lang="en-US" sz="3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Dinamennum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Thriyekaney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vanhangivaazhtthidaama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ammen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    -</a:t>
            </a:r>
            <a:r>
              <a:rPr lang="en-US" sz="30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varuvin</a:t>
            </a:r>
            <a:r>
              <a:rPr lang="en-US" sz="3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...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81FA3971-265C-4BDB-9E9A-3397A1C233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5425" y="0"/>
            <a:ext cx="53657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023</a:t>
            </a:r>
          </a:p>
        </p:txBody>
      </p:sp>
    </p:spTree>
    <p:extLst>
      <p:ext uri="{BB962C8B-B14F-4D97-AF65-F5344CB8AC3E}">
        <p14:creationId xmlns:p14="http://schemas.microsoft.com/office/powerpoint/2010/main" val="993866067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4713" y="798638"/>
            <a:ext cx="12192000" cy="3124200"/>
          </a:xfrm>
        </p:spPr>
        <p:txBody>
          <a:bodyPr anchor="t"/>
          <a:lstStyle/>
          <a:p>
            <a:pPr defTabSz="406400"/>
            <a:r>
              <a:rPr lang="ml-IN" sz="2600" b="1" i="1" dirty="0">
                <a:latin typeface="Kartika" panose="02020503030404060203" pitchFamily="18" charset="0"/>
                <a:cs typeface="Kartika" panose="02020503030404060203" pitchFamily="18" charset="0"/>
              </a:rPr>
              <a:t>പല്ലവി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വരുവിൻ നാം യഹോവയ്ക്കു പാടുക-രക്ഷ-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തരുന്ന ജീവപാറയ്ക്കാർത്തിടുക!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endParaRPr lang="en-US" sz="3600" b="1" dirty="0">
              <a:cs typeface="Kartika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E4602B-B5B5-4667-B1CA-F2267ACCB01A}"/>
              </a:ext>
            </a:extLst>
          </p:cNvPr>
          <p:cNvSpPr/>
          <p:nvPr/>
        </p:nvSpPr>
        <p:spPr>
          <a:xfrm>
            <a:off x="4118" y="3733800"/>
            <a:ext cx="12187881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600" i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Pallavi</a:t>
            </a:r>
          </a:p>
          <a:p>
            <a:pPr algn="ctr"/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Varuvin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Yehovakku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paaduka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raksha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Tharunna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tx2">
                    <a:lumMod val="75000"/>
                  </a:schemeClr>
                </a:solidFill>
                <a:latin typeface="+mn-lt"/>
              </a:rPr>
              <a:t>jeevapaarhaykaarthiduka</a:t>
            </a:r>
            <a:r>
              <a:rPr lang="en-US" sz="36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E63D025-191B-4BE1-932C-7B6706DFB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55425" y="0"/>
            <a:ext cx="536574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023</a:t>
            </a:r>
          </a:p>
        </p:txBody>
      </p:sp>
    </p:spTree>
    <p:extLst>
      <p:ext uri="{BB962C8B-B14F-4D97-AF65-F5344CB8AC3E}">
        <p14:creationId xmlns:p14="http://schemas.microsoft.com/office/powerpoint/2010/main" val="288239823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210</Words>
  <Application>Microsoft Office PowerPoint</Application>
  <PresentationFormat>Widescreen</PresentationFormat>
  <Paragraphs>68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Kartika</vt:lpstr>
      <vt:lpstr>Office Theme</vt:lpstr>
      <vt:lpstr>23 വരുവിൻ നാം യഹോവയ്ക്കു</vt:lpstr>
      <vt:lpstr>പല്ലവി  വരുവിൻ നാം യഹോവയ്ക്കു പാടുക-രക്ഷ-  തരുന്ന ജീവപാറയ്ക്കാർത്തിടുക! അനുപല്ലവി  തിരുമുമ്പിൽ സ്തുതിയോടാദരവായ് ചെന്നു നാമെല്ലാ-  വരും സങ്കീർത്തനങ്ങളോടൊരുമിച്ചാർത്തു ഘോഷിക്ക</vt:lpstr>
      <vt:lpstr>1 യഹോവയായവൻ മഹാ ദൈവം - അവൻ  സകല ദേവകൾക്കും മേൽ രാജൻ!  മഹിമയിൻ താണിടങ്ങളവന്‍റെ കയ്യിൽ  മഹിധരോന്നതങ്ങളും തന്‍റെ  മഹോദധി യുമവന്‍റെ വകയാകുന്നു, താനതു  പടച്ചിതു കരയെയും - മഹാൻ കൈകൾ മനഞ്ഞിതു -വരു...                  </vt:lpstr>
      <vt:lpstr>പല്ലവി  വരുവിൻ നാം യഹോവയ്ക്കു പാടുക-രക്ഷ-  തരുന്ന ജീവപാറയ്ക്കാർത്തിടുക! </vt:lpstr>
      <vt:lpstr>2 വരുവിൻ നാം തൊഴുതു വന്ദിക്കുക - ദേവ  തിരുമുൻ ചെന്നു നാം മുട്ടുകുത്തുക!  പരൻ നമ്മെ പടച്ചവനാകയാൽ - തന്നെ  പരൻ നമ്മുടെ ദേവൻ ആകുന്നു!  കരുത്തൻ മേച്ചിലിൻ ജനം കരത്തിന്നാടുകൾ നാം തൻ  സ്വരങ്ങളെ നിങ്ങളിങ്ങനു - സ്വരത്തോടിന്നു കേൾക്കുവിൻ                          - വരു...                  </vt:lpstr>
      <vt:lpstr>പല്ലവി  വരുവിൻ നാം യഹോവയ്ക്കു പാടുക-രക്ഷ-  തരുന്ന ജീവപാറയ്ക്കാർത്തിടുക! </vt:lpstr>
      <vt:lpstr>3 പൊരുൾ വിവാദമാം മെറീബായിലും - അർത്ഥം  പരീക്ഷയാകുന്ന മസ്സാനാളിലേ   മരുഭൂവിങ്കലുമെന്ന പോലവെ - നിങ്ങൾ  കഠിനമാക്കരുതുള്ളമന്നെന്‍റെ  കരത്തിൻ വൻ പ്രവർത്തികൾ മരിച്ച നിങ്ങളിന്നഛർ  ദർശിച്ചാറായുമെന്നെ - പരീക്ഷിച്ചങ്ങു ശോധിച്ചു  -വരു...</vt:lpstr>
      <vt:lpstr>പല്ലവി  വരുവിൻ നാം യഹോവയ്ക്കു പാടുക-രക്ഷ-  തരുന്ന ജീവപാറയ്ക്കാർത്തിടുക! </vt:lpstr>
      <vt:lpstr>4 എനിക്കു നാല്പതാണ്ടാം‌വംശത്തോടു - രസം  ജനിച്ചില്ലായവരുള്ളിൽ തെറ്റുന്ന  ജനവുമെൻ വഴിയറിയാത്തോരു - മെന്നു-  മൊഴിഞ്ഞെൻ സ്വസ്ഥതയിങ്കലായവർ  അണഞ്ഞുൾ പൂകയില്ലെന്നു- ചിനത്തോടാണയിട്ടു ഞാൻ  ദിനമെന്നും ത്രിയേകനെ - വണങ്ങിവാഴ്ത്തിടാമാമ്മേൻ                          -വരു ... </vt:lpstr>
      <vt:lpstr>പല്ലവി  വരുവിൻ നാം യഹോവയ്ക്കു പാടുക-രക്ഷ-  തരുന്ന ജീവപാറയ്ക്കാർത്തിടുക!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Varuvin naam yahovakku</dc:title>
  <dc:creator>Digital Input:;GM JOHN</dc:creator>
  <cp:lastModifiedBy>Acsah Mathews</cp:lastModifiedBy>
  <cp:revision>222</cp:revision>
  <dcterms:created xsi:type="dcterms:W3CDTF">2013-04-19T09:19:07Z</dcterms:created>
  <dcterms:modified xsi:type="dcterms:W3CDTF">2018-10-25T15:09:23Z</dcterms:modified>
</cp:coreProperties>
</file>