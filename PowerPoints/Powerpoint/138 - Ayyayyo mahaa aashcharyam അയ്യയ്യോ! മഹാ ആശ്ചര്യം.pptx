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1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0C1E3C-1939-4EF8-B91E-6A45FD2C993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33D52-0D3D-4B9E-A4AD-D7D6004993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93E45-60F8-4E23-A6A7-81C08E00399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3C889-CE7B-43F0-9D0D-6BE553C1EB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58428-3CDC-456D-8752-420D149F41F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9E483F-7DCF-4198-B5E3-F246E3D2E8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B4356-F0FF-4DD3-8527-AFA3F812B64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BE841-2970-4A6F-98DC-E3F82187B0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812B2E-F079-48B4-8A14-4E974B3BF54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EF3852-80CE-430A-B137-EDD00D01BA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6C2C8-6E83-4CA8-8ED1-A9C6E35B9C5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40A2F-BA07-46B4-A809-397CA82839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4FC80-4D5A-4333-AFB1-46CDCE2D876D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03D08-9637-4570-9463-23BF0A299F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BD0AC7-2122-4413-8989-01B825E2C337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57B41-2CC0-464B-83F2-61A962DF6E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F365E-6F95-444C-ADD3-85CB9353F6C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930D7-3A13-44A3-94DF-6DE8716263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B2467B-5D5C-4251-9AE3-D9BF1F861780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95A07-C4E0-4188-917D-339688593E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32273-E459-415B-920A-996B97357BA5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BD667-27D5-4058-A21C-14E2948AF5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31D8190-C87D-481E-BECC-B236943A2B0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DEA4558-DCDC-4EE5-BA3B-29F8E48F05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708E-6B1E-4F2E-B24E-FD16BE05BB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138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അയ്യയ്യോ! മഹാ ആശ്ചര്യം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CCA50-8873-46CE-87D4-6C3254598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Ayyayyo</a:t>
            </a:r>
            <a:r>
              <a:rPr lang="en-US" sz="4000" b="1" dirty="0">
                <a:solidFill>
                  <a:schemeClr val="tx2"/>
                </a:solidFill>
              </a:rPr>
              <a:t>! </a:t>
            </a:r>
            <a:r>
              <a:rPr lang="en-US" sz="4000" b="1" dirty="0" err="1">
                <a:solidFill>
                  <a:schemeClr val="tx2"/>
                </a:solidFill>
              </a:rPr>
              <a:t>Mahaa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aashcharyam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2A4275-B54C-4F42-BDBA-2DDDC4C28042}"/>
              </a:ext>
            </a:extLst>
          </p:cNvPr>
          <p:cNvSpPr/>
          <p:nvPr/>
        </p:nvSpPr>
        <p:spPr>
          <a:xfrm>
            <a:off x="1600200" y="4724400"/>
            <a:ext cx="2268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6735B-7AB6-4FBD-9B05-CEFCEBD9BAE9}"/>
              </a:ext>
            </a:extLst>
          </p:cNvPr>
          <p:cNvSpPr/>
          <p:nvPr/>
        </p:nvSpPr>
        <p:spPr>
          <a:xfrm>
            <a:off x="8573299" y="4724400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Moshavatsalam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5295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5318"/>
            <a:ext cx="12166600" cy="1333082"/>
          </a:xfrm>
        </p:spPr>
        <p:txBody>
          <a:bodyPr anchor="t">
            <a:noAutofit/>
          </a:bodyPr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അയ്യയ്യോ! മഹാ ആശ്ചര്യം ഇതയ്യോ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യേശുദേവൻ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,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പ്രിയനാഥൻ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9719D8-4821-4A33-9714-9CFF6B4D3274}"/>
              </a:ext>
            </a:extLst>
          </p:cNvPr>
          <p:cNvSpPr/>
          <p:nvPr/>
        </p:nvSpPr>
        <p:spPr>
          <a:xfrm>
            <a:off x="0" y="3711476"/>
            <a:ext cx="1216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Ayyayyo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aashcharyam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ithayyo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Yeshudevan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	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Nilkunna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bhaavaththey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cheyveen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47123-139E-4C1B-B01E-96EA7FF952DF}"/>
              </a:ext>
            </a:extLst>
          </p:cNvPr>
          <p:cNvSpPr/>
          <p:nvPr/>
        </p:nvSpPr>
        <p:spPr>
          <a:xfrm>
            <a:off x="25400" y="2438400"/>
            <a:ext cx="1214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നില്‍ക്കുന്ന ഭാവത്തെ നോക്കി ചിന്തചെയ് വിൻ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5318"/>
            <a:ext cx="12166600" cy="1333082"/>
          </a:xfrm>
        </p:spPr>
        <p:txBody>
          <a:bodyPr anchor="t">
            <a:noAutofit/>
          </a:bodyPr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പുഴുവാം പീലാത്തോസിന്‍ മുമ്പിലിതാ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പുണ്യനാഥൻ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പൂര്‍ണ്ണദേവൻ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9719D8-4821-4A33-9714-9CFF6B4D3274}"/>
              </a:ext>
            </a:extLst>
          </p:cNvPr>
          <p:cNvSpPr/>
          <p:nvPr/>
        </p:nvSpPr>
        <p:spPr>
          <a:xfrm>
            <a:off x="0" y="4038600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Puzhuvaam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Peelaathosin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munbilithaa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Punhya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poornha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Devan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47123-139E-4C1B-B01E-96EA7FF952DF}"/>
              </a:ext>
            </a:extLst>
          </p:cNvPr>
          <p:cNvSpPr/>
          <p:nvPr/>
        </p:nvSpPr>
        <p:spPr>
          <a:xfrm>
            <a:off x="25400" y="2438400"/>
            <a:ext cx="1214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നില്‍ക്കുന്ന ഭാവത്തെ നോക്കി ചിന്തചെയ് വിൻ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56BC6-B29C-4011-85F1-37303D4448C3}"/>
              </a:ext>
            </a:extLst>
          </p:cNvPr>
          <p:cNvSpPr/>
          <p:nvPr/>
        </p:nvSpPr>
        <p:spPr>
          <a:xfrm>
            <a:off x="25400" y="5342692"/>
            <a:ext cx="121666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Nilkunna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bhaavaththey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nokki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chintha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cheyveen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377547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5318"/>
            <a:ext cx="12166600" cy="1333082"/>
          </a:xfrm>
        </p:spPr>
        <p:txBody>
          <a:bodyPr anchor="t">
            <a:noAutofit/>
          </a:bodyPr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ആടുപോൽ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അനങ്ങാതെ പൊന്നുടയോൻ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പാടുനേടാൻ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നമ്മെ നേടാൻ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9719D8-4821-4A33-9714-9CFF6B4D3274}"/>
              </a:ext>
            </a:extLst>
          </p:cNvPr>
          <p:cNvSpPr/>
          <p:nvPr/>
        </p:nvSpPr>
        <p:spPr>
          <a:xfrm>
            <a:off x="0" y="4038600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Aadupol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anangaathey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ponnudayon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nèdaan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nammey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nèdaan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47123-139E-4C1B-B01E-96EA7FF952DF}"/>
              </a:ext>
            </a:extLst>
          </p:cNvPr>
          <p:cNvSpPr/>
          <p:nvPr/>
        </p:nvSpPr>
        <p:spPr>
          <a:xfrm>
            <a:off x="25400" y="2438400"/>
            <a:ext cx="1214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നില്‍ക്കുന്ന ഭാവത്തെ നോക്കി ചിന്തചെയ് വിൻ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56BC6-B29C-4011-85F1-37303D4448C3}"/>
              </a:ext>
            </a:extLst>
          </p:cNvPr>
          <p:cNvSpPr/>
          <p:nvPr/>
        </p:nvSpPr>
        <p:spPr>
          <a:xfrm>
            <a:off x="25400" y="5342692"/>
            <a:ext cx="121666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Nilkunna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bhaavaththey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nokki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chintha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cheyveen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858189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5318"/>
            <a:ext cx="12166600" cy="1333082"/>
          </a:xfrm>
        </p:spPr>
        <p:txBody>
          <a:bodyPr anchor="t">
            <a:noAutofit/>
          </a:bodyPr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  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തിരുവുൾ 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ഇരിപ്പെന്തിതാര്‍ക്കറിയാം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ദേവരാജൻ 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ഭൂവിൻനാഥൻ		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9719D8-4821-4A33-9714-9CFF6B4D3274}"/>
              </a:ext>
            </a:extLst>
          </p:cNvPr>
          <p:cNvSpPr/>
          <p:nvPr/>
        </p:nvSpPr>
        <p:spPr>
          <a:xfrm>
            <a:off x="0" y="4038600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Thiruvulh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irippenthi-thaarkariyaam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Devaraajan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bhoovin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47123-139E-4C1B-B01E-96EA7FF952DF}"/>
              </a:ext>
            </a:extLst>
          </p:cNvPr>
          <p:cNvSpPr/>
          <p:nvPr/>
        </p:nvSpPr>
        <p:spPr>
          <a:xfrm>
            <a:off x="25400" y="2438400"/>
            <a:ext cx="1214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നില്‍ക്കുന്ന ഭാവത്തെ നോക്കി ചിന്തചെയ് വിൻ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56BC6-B29C-4011-85F1-37303D4448C3}"/>
              </a:ext>
            </a:extLst>
          </p:cNvPr>
          <p:cNvSpPr/>
          <p:nvPr/>
        </p:nvSpPr>
        <p:spPr>
          <a:xfrm>
            <a:off x="25400" y="5342692"/>
            <a:ext cx="121666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Nilkunna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bhaavaththey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nokki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chintha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cheyveen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612069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5318"/>
            <a:ext cx="12166600" cy="1333082"/>
          </a:xfrm>
        </p:spPr>
        <p:txBody>
          <a:bodyPr anchor="t">
            <a:noAutofit/>
          </a:bodyPr>
          <a:lstStyle/>
          <a:p>
            <a:pPr algn="l" defTabSz="463550"/>
            <a:r>
              <a:rPr lang="ml-IN" sz="3600" b="1" dirty="0">
                <a:latin typeface="Kartika" panose="02020503030404060203" pitchFamily="18" charset="0"/>
              </a:rPr>
              <a:t>5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ജഗത്തിൻ - പാപ ഭാരത്താല്‍ ഞരങ്ങി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</a:t>
            </a:r>
            <a:r>
              <a:rPr lang="en-US" sz="3600" b="1" dirty="0">
                <a:latin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സ്വര്‍ഗ്ഗനാഥൻ- ഉള്‍ക്കലങ്ങി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9719D8-4821-4A33-9714-9CFF6B4D3274}"/>
              </a:ext>
            </a:extLst>
          </p:cNvPr>
          <p:cNvSpPr/>
          <p:nvPr/>
        </p:nvSpPr>
        <p:spPr>
          <a:xfrm>
            <a:off x="0" y="4038600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Jagaththin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bhaaraththaal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njarangi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Swargga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ulhkalanghi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47123-139E-4C1B-B01E-96EA7FF952DF}"/>
              </a:ext>
            </a:extLst>
          </p:cNvPr>
          <p:cNvSpPr/>
          <p:nvPr/>
        </p:nvSpPr>
        <p:spPr>
          <a:xfrm>
            <a:off x="25400" y="2438400"/>
            <a:ext cx="1214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നില്‍ക്കുന്ന ഭാവത്തെ നോക്കി ചിന്തചെയ് വിൻ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56BC6-B29C-4011-85F1-37303D4448C3}"/>
              </a:ext>
            </a:extLst>
          </p:cNvPr>
          <p:cNvSpPr/>
          <p:nvPr/>
        </p:nvSpPr>
        <p:spPr>
          <a:xfrm>
            <a:off x="25400" y="5342692"/>
            <a:ext cx="121666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Nilkunna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bhaavaththey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nokki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chintha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cheyveen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651906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05318"/>
            <a:ext cx="12166600" cy="1333082"/>
          </a:xfrm>
        </p:spPr>
        <p:txBody>
          <a:bodyPr anchor="t">
            <a:noAutofit/>
          </a:bodyPr>
          <a:lstStyle/>
          <a:p>
            <a:pPr algn="l" defTabSz="46355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നിനക്കായ്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കേള്‍ക്ക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കല്ലാം പാപി നെഞ്ചേ!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നിര്‍മ്മലന്‍ താൻ-നിത്യദേവൻ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9719D8-4821-4A33-9714-9CFF6B4D3274}"/>
              </a:ext>
            </a:extLst>
          </p:cNvPr>
          <p:cNvSpPr/>
          <p:nvPr/>
        </p:nvSpPr>
        <p:spPr>
          <a:xfrm>
            <a:off x="0" y="4038600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Ninakkaay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kelhkka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kallaam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nenchey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Nirmalan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Devan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347123-139E-4C1B-B01E-96EA7FF952DF}"/>
              </a:ext>
            </a:extLst>
          </p:cNvPr>
          <p:cNvSpPr/>
          <p:nvPr/>
        </p:nvSpPr>
        <p:spPr>
          <a:xfrm>
            <a:off x="25400" y="2438400"/>
            <a:ext cx="1214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നില്‍ക്കുന്ന ഭാവത്തെ നോക്കി ചിന്തചെയ് വിൻ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56BC6-B29C-4011-85F1-37303D4448C3}"/>
              </a:ext>
            </a:extLst>
          </p:cNvPr>
          <p:cNvSpPr/>
          <p:nvPr/>
        </p:nvSpPr>
        <p:spPr>
          <a:xfrm>
            <a:off x="25400" y="5342692"/>
            <a:ext cx="121666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Nilkunna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bhaavaththey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nokki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chintha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  <a:r>
              <a:rPr lang="en-US" sz="3800" b="1" dirty="0" err="1">
                <a:solidFill>
                  <a:srgbClr val="1F497D"/>
                </a:solidFill>
                <a:latin typeface="Calibri"/>
              </a:rPr>
              <a:t>cheyveen</a:t>
            </a:r>
            <a:r>
              <a:rPr lang="en-US" sz="3800" b="1" dirty="0">
                <a:solidFill>
                  <a:srgbClr val="1F497D"/>
                </a:solidFill>
                <a:latin typeface="Calibri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BEFAFF-537F-4D05-A647-48DF3D83ED89}"/>
              </a:ext>
            </a:extLst>
          </p:cNvPr>
          <p:cNvSpPr/>
          <p:nvPr/>
        </p:nvSpPr>
        <p:spPr>
          <a:xfrm>
            <a:off x="9738121" y="3225800"/>
            <a:ext cx="2060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>
                <a:latin typeface="Kartika" panose="02020503030404060203" pitchFamily="18" charset="0"/>
                <a:cs typeface="Kartika" panose="02020503030404060203" pitchFamily="18" charset="0"/>
              </a:rPr>
              <a:t>(മോശവത്സലം)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8089C8-F923-47B9-ADE3-D5666ECAC8C7}"/>
              </a:ext>
            </a:extLst>
          </p:cNvPr>
          <p:cNvSpPr/>
          <p:nvPr/>
        </p:nvSpPr>
        <p:spPr>
          <a:xfrm>
            <a:off x="9779799" y="6314758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Moshavatsalam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6035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90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138 അയ്യയ്യോ! മഹാ ആശ്ചര്യം</vt:lpstr>
      <vt:lpstr>1 അയ്യയ്യോ! മഹാ ആശ്ചര്യം ഇതയ്യോ  യേശുദേവൻ, പ്രിയനാഥൻ</vt:lpstr>
      <vt:lpstr>2  പുഴുവാം പീലാത്തോസിന്‍ മുമ്പിലിതാ  പുണ്യനാഥൻ - പൂര്‍ണ്ണദേവൻ</vt:lpstr>
      <vt:lpstr>3   ആടുപോൽ - അനങ്ങാതെ പൊന്നുടയോൻ     പാടുനേടാൻ - നമ്മെ നേടാൻ</vt:lpstr>
      <vt:lpstr>4     തിരുവുൾ - ഇരിപ്പെന്തിതാര്‍ക്കറിയാം       ദേവരാജൻ - ഭൂവിൻനാഥൻ  </vt:lpstr>
      <vt:lpstr>5  ജഗത്തിൻ - പാപ ഭാരത്താല്‍ ഞരങ്ങി   സ്വര്‍ഗ്ഗനാഥൻ- ഉള്‍ക്കലങ്ങി </vt:lpstr>
      <vt:lpstr>6  നിനക്കായ്‌- കേള്‍ക്ക കല്ലാം പാപി നെഞ്ചേ!   നിര്‍മ്മലന്‍ താൻ-നിത്യദേവൻ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Ayyayyo mahaa aashcharyam</dc:title>
  <dc:creator>Digital Input:;GM JOHN</dc:creator>
  <cp:lastModifiedBy>Acsah Mathews</cp:lastModifiedBy>
  <cp:revision>95</cp:revision>
  <dcterms:created xsi:type="dcterms:W3CDTF">2013-04-19T09:19:07Z</dcterms:created>
  <dcterms:modified xsi:type="dcterms:W3CDTF">2018-11-05T18:31:06Z</dcterms:modified>
</cp:coreProperties>
</file>