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78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53" autoAdjust="0"/>
    <p:restoredTop sz="94660"/>
  </p:normalViewPr>
  <p:slideViewPr>
    <p:cSldViewPr>
      <p:cViewPr varScale="1">
        <p:scale>
          <a:sx n="36" d="100"/>
          <a:sy n="36" d="100"/>
        </p:scale>
        <p:origin x="90" y="9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85FF5-3D5B-4A15-BCBD-7AFF132BF2E8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CC2059-3340-411D-B041-3AA56A589F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941" y="16584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599" y="609600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CE54D-9772-4695-8359-E6CDB4B109CB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53F257-E200-4151-991E-7B5A462195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6FBB61-AC3E-4B65-911B-A9E498EA1B39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08A9B5-8E89-4C5B-A91A-0DCE670108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EE3AD0-7463-43E5-B919-B541E4943C10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CC2D3-8D73-4DA2-8A77-1CE80674E9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9F4CFC-422F-4F2D-AAE3-43B89AF7F6CA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D3C7A-421C-4A3B-952E-7AB618243E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90522A-211B-40AC-93F4-B4DBBC0BB90E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2C1C80-4C47-477B-8441-58B07996A6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C11E0-E3A3-418E-8416-430F3D15677F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A3E03D-D5EF-45AB-8677-1DF1A2EDB4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EEBB6-3A3F-432E-B1E9-2427C8C99A9B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1D3D5-EE3E-4ED0-862F-62F9FB2476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6A824-9ED7-40F8-B529-774933A6C9CB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DDFB3-ABA6-4B12-808C-7A5C231026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7CD0A-AB4C-4A6B-B382-59CF485AA1BC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BF27D-C1C1-4DD5-9512-AE64FD43E0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57561-BEC9-483F-BDB2-6B97066A048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5528D8-2EC4-47B2-AFD0-1CCE90EB6B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64365F1-F850-431B-AA0C-897A5AE24444}" type="datetimeFigureOut">
              <a:rPr lang="en-US"/>
              <a:pPr>
                <a:defRPr/>
              </a:pPr>
              <a:t>11/8/2018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1F3E16B-48B5-48D3-B4C8-2B344E23B4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5B2D-3067-4C98-8336-1A6906F0AC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211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ദൈവമേ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b="1" dirty="0">
                <a:latin typeface="Kartika" panose="02020503030404060203" pitchFamily="18" charset="0"/>
              </a:rPr>
              <a:t> സ്നേഹരൂപനേ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F71A0-FAA5-4478-B03D-D3B2CCC41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2192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Daivamey </a:t>
            </a:r>
            <a:r>
              <a:rPr lang="en-US" sz="4000" b="1" dirty="0" err="1">
                <a:solidFill>
                  <a:schemeClr val="tx2"/>
                </a:solidFill>
              </a:rPr>
              <a:t>sneha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roopaney</a:t>
            </a:r>
            <a:endParaRPr lang="en-US" sz="4000" b="1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A65849-B482-4809-9026-CD0BF12362D0}"/>
              </a:ext>
            </a:extLst>
          </p:cNvPr>
          <p:cNvSpPr/>
          <p:nvPr/>
        </p:nvSpPr>
        <p:spPr>
          <a:xfrm>
            <a:off x="2133600" y="4920734"/>
            <a:ext cx="3239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(റവ. കെ. പി. ഫിലിപ്പ്)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50CD5D-22F4-41A3-8E80-4A0E268098DD}"/>
              </a:ext>
            </a:extLst>
          </p:cNvPr>
          <p:cNvSpPr/>
          <p:nvPr/>
        </p:nvSpPr>
        <p:spPr>
          <a:xfrm>
            <a:off x="7620000" y="4920734"/>
            <a:ext cx="22517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(Rev. K.P. Philip) 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622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0"/>
            <a:ext cx="12192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211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62432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401638" algn="l"/>
              </a:tabLst>
              <a:defRPr/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</a:t>
            </a: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 സ്നേഹരൂപനേ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നീ</a:t>
            </a:r>
            <a:r>
              <a:rPr lang="en-US" sz="3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തള്ളിടല്ലേ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സന്താപത്താൽ വിളിക്കുന്നേൻ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ദോഷിയെ രക്ഷിക്കണേ</a:t>
            </a:r>
            <a:endParaRPr lang="ml-IN" sz="38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4245B-A529-455E-A287-752E93DF7249}"/>
              </a:ext>
            </a:extLst>
          </p:cNvPr>
          <p:cNvSpPr txBox="1"/>
          <p:nvPr/>
        </p:nvSpPr>
        <p:spPr>
          <a:xfrm>
            <a:off x="0" y="533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06310-CD95-458A-AA1D-0763C8229C7E}"/>
              </a:ext>
            </a:extLst>
          </p:cNvPr>
          <p:cNvSpPr/>
          <p:nvPr/>
        </p:nvSpPr>
        <p:spPr>
          <a:xfrm>
            <a:off x="0" y="3877837"/>
            <a:ext cx="101346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800" b="1" dirty="0">
                <a:solidFill>
                  <a:schemeClr val="tx2"/>
                </a:solidFill>
                <a:latin typeface="+mn-lt"/>
              </a:rPr>
              <a:t>Daivamey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sneha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roopaney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thallheedalley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Santhaapaththaal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vilhikkunnen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Doshiyey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rakshikkanhay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0"/>
            <a:ext cx="12192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211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62432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401638" algn="l"/>
              </a:tabLst>
              <a:defRPr/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നിൻറെ സ്നേഹമറിഞ്ഞിട്ടും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സ്നേഹിച്ചില്ലേ ഞാൻ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തന്നിഷ്ടനായ് നടന്നുപോയ്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നീക്കണേ എൻ പാപത്തെ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4245B-A529-455E-A287-752E93DF7249}"/>
              </a:ext>
            </a:extLst>
          </p:cNvPr>
          <p:cNvSpPr txBox="1"/>
          <p:nvPr/>
        </p:nvSpPr>
        <p:spPr>
          <a:xfrm>
            <a:off x="0" y="533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06310-CD95-458A-AA1D-0763C8229C7E}"/>
              </a:ext>
            </a:extLst>
          </p:cNvPr>
          <p:cNvSpPr/>
          <p:nvPr/>
        </p:nvSpPr>
        <p:spPr>
          <a:xfrm>
            <a:off x="0" y="3877837"/>
            <a:ext cx="101346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800" b="1" dirty="0">
                <a:solidFill>
                  <a:schemeClr val="tx2"/>
                </a:solidFill>
                <a:latin typeface="+mn-lt"/>
              </a:rPr>
              <a:t>Nintey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sneham-arinjittum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Ninney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snehichilley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Thannishtanaai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nadannupoi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Neekenhay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paapaththey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7132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0"/>
            <a:ext cx="12192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211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62432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401638" algn="l"/>
              </a:tabLst>
              <a:defRPr/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ഈ ലോകത്തിൻ സുഖങ്ങളെ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തേടിപ്പോയ് ഞാൻ ആർത്തിയാൽ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സ്വർല്ലോക ഭാഗ്യം പിൻതള്ളി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ഭോഷത്വം ഞാൻ കാണിച്ചു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4245B-A529-455E-A287-752E93DF7249}"/>
              </a:ext>
            </a:extLst>
          </p:cNvPr>
          <p:cNvSpPr txBox="1"/>
          <p:nvPr/>
        </p:nvSpPr>
        <p:spPr>
          <a:xfrm>
            <a:off x="0" y="533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06310-CD95-458A-AA1D-0763C8229C7E}"/>
              </a:ext>
            </a:extLst>
          </p:cNvPr>
          <p:cNvSpPr/>
          <p:nvPr/>
        </p:nvSpPr>
        <p:spPr>
          <a:xfrm>
            <a:off x="0" y="3877837"/>
            <a:ext cx="101346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800" b="1" dirty="0">
                <a:solidFill>
                  <a:schemeClr val="tx2"/>
                </a:solidFill>
                <a:latin typeface="+mn-lt"/>
              </a:rPr>
              <a:t>Ee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lokaththin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sukhangalhey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Thedippoi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aarthiyaal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Swarloka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bhaagyam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pinthallhi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Bhoshathwam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kaanhichchu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3104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0"/>
            <a:ext cx="12192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211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62432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401638" algn="l"/>
              </a:tabLst>
              <a:defRPr/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സത്യമല്ലാത്ത വാക്കുകൾ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ശങ്കയെന്യേ ഓതി ഞാൻ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നീതിയല്ലാത്ത ക്രിയകൾ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ദയകൂടാതെ ചെയ്തു ഞാൻ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4245B-A529-455E-A287-752E93DF7249}"/>
              </a:ext>
            </a:extLst>
          </p:cNvPr>
          <p:cNvSpPr txBox="1"/>
          <p:nvPr/>
        </p:nvSpPr>
        <p:spPr>
          <a:xfrm>
            <a:off x="0" y="533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06310-CD95-458A-AA1D-0763C8229C7E}"/>
              </a:ext>
            </a:extLst>
          </p:cNvPr>
          <p:cNvSpPr/>
          <p:nvPr/>
        </p:nvSpPr>
        <p:spPr>
          <a:xfrm>
            <a:off x="0" y="3877837"/>
            <a:ext cx="101346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800" b="1" dirty="0">
                <a:solidFill>
                  <a:schemeClr val="tx2"/>
                </a:solidFill>
                <a:latin typeface="+mn-lt"/>
              </a:rPr>
              <a:t>Sathyamallatha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vaakkukalh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Shankayenye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othi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Neethiyallatha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kriyakalh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Daya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koodaathey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cheithu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561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0"/>
            <a:ext cx="12192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211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62432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401638" algn="l"/>
              </a:tabLst>
              <a:defRPr/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അശുദ്ധമായ ചിന്തകൾ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മലിനമായ കാഴ്ചകൾ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അശുദ്ധമാക്കി മാനസം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അന്ധമാക്കി കണ്‍കളെ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4245B-A529-455E-A287-752E93DF7249}"/>
              </a:ext>
            </a:extLst>
          </p:cNvPr>
          <p:cNvSpPr txBox="1"/>
          <p:nvPr/>
        </p:nvSpPr>
        <p:spPr>
          <a:xfrm>
            <a:off x="0" y="533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06310-CD95-458A-AA1D-0763C8229C7E}"/>
              </a:ext>
            </a:extLst>
          </p:cNvPr>
          <p:cNvSpPr/>
          <p:nvPr/>
        </p:nvSpPr>
        <p:spPr>
          <a:xfrm>
            <a:off x="0" y="3877837"/>
            <a:ext cx="101346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800" b="1" dirty="0">
                <a:solidFill>
                  <a:schemeClr val="tx2"/>
                </a:solidFill>
                <a:latin typeface="+mn-lt"/>
              </a:rPr>
              <a:t>Ashudhdhamaaya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chinthakalh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Malinamaaya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kaazhchakalh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Ashudhdhamaakki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maanasam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Andhamaakki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kankhalhey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3582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0"/>
            <a:ext cx="12192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211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62432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401638" algn="l"/>
              </a:tabLst>
              <a:defRPr/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മോഹങ്ങൾ സാധിച്ചീടുവാൻ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കൗശലം പ്രയോഗിച്ചു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മഹാനെന്നു നിരൂപിച്ചു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നിന്ദാപാത്രമായിപ്പോയ്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4245B-A529-455E-A287-752E93DF7249}"/>
              </a:ext>
            </a:extLst>
          </p:cNvPr>
          <p:cNvSpPr txBox="1"/>
          <p:nvPr/>
        </p:nvSpPr>
        <p:spPr>
          <a:xfrm>
            <a:off x="0" y="533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06310-CD95-458A-AA1D-0763C8229C7E}"/>
              </a:ext>
            </a:extLst>
          </p:cNvPr>
          <p:cNvSpPr/>
          <p:nvPr/>
        </p:nvSpPr>
        <p:spPr>
          <a:xfrm>
            <a:off x="0" y="3877837"/>
            <a:ext cx="101346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800" b="1" dirty="0">
                <a:solidFill>
                  <a:schemeClr val="tx2"/>
                </a:solidFill>
                <a:latin typeface="+mn-lt"/>
              </a:rPr>
              <a:t>Mohangalh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saadhichchiduvaan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Koushalam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prayogichchu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Mahaanennu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niroopichchu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Nindaa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paathra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maayippoy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8845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0"/>
            <a:ext cx="12192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211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62432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401638" algn="l"/>
              </a:tabLst>
              <a:defRPr/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മതിമറന്നു നിഗളിച്ചു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സുഖങ്ങൾ പെരുകി വന്നപ്പോൾ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അതിൻ ഫലത്താൽ വീണുപോയ്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ലജ്ജിക്കുന്നീ നീചൻ ഞാൻ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4245B-A529-455E-A287-752E93DF7249}"/>
              </a:ext>
            </a:extLst>
          </p:cNvPr>
          <p:cNvSpPr txBox="1"/>
          <p:nvPr/>
        </p:nvSpPr>
        <p:spPr>
          <a:xfrm>
            <a:off x="0" y="533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06310-CD95-458A-AA1D-0763C8229C7E}"/>
              </a:ext>
            </a:extLst>
          </p:cNvPr>
          <p:cNvSpPr/>
          <p:nvPr/>
        </p:nvSpPr>
        <p:spPr>
          <a:xfrm>
            <a:off x="0" y="3877837"/>
            <a:ext cx="101346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800" b="1" dirty="0">
                <a:solidFill>
                  <a:schemeClr val="tx2"/>
                </a:solidFill>
                <a:latin typeface="+mn-lt"/>
              </a:rPr>
              <a:t>Mathimarannu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nigalhichchu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Sukhangalh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peruki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vannappolh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Athin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phalaththaal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veenhupoi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Lajjikunni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neechan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45730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0"/>
            <a:ext cx="12192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211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62432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401638" algn="l"/>
              </a:tabLst>
              <a:defRPr/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കഷ്ടതകൾ ധാരാളം ഞാൻ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ചുറ്റുപാടും കണ്ടിട്ടും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ഒട്ടും കാരുണ്യം ഇല്ലാതെ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സ്വാർത്ഥം മാത്രം നിവർത്തിച്ചു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4245B-A529-455E-A287-752E93DF7249}"/>
              </a:ext>
            </a:extLst>
          </p:cNvPr>
          <p:cNvSpPr txBox="1"/>
          <p:nvPr/>
        </p:nvSpPr>
        <p:spPr>
          <a:xfrm>
            <a:off x="0" y="533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06310-CD95-458A-AA1D-0763C8229C7E}"/>
              </a:ext>
            </a:extLst>
          </p:cNvPr>
          <p:cNvSpPr/>
          <p:nvPr/>
        </p:nvSpPr>
        <p:spPr>
          <a:xfrm>
            <a:off x="0" y="3877837"/>
            <a:ext cx="101346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800" b="1" dirty="0">
                <a:solidFill>
                  <a:schemeClr val="tx2"/>
                </a:solidFill>
                <a:latin typeface="+mn-lt"/>
              </a:rPr>
              <a:t>Kashtathakalh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dhaaralham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Chuttupaadum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kandittum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Ottum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kaarunhyam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illaathey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Swaartham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maathram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nivarththichchu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68480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972800" y="0"/>
            <a:ext cx="1219200" cy="3331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211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051" name="Title 4"/>
          <p:cNvSpPr>
            <a:spLocks noGrp="1"/>
          </p:cNvSpPr>
          <p:nvPr>
            <p:ph type="ctrTitle"/>
          </p:nvPr>
        </p:nvSpPr>
        <p:spPr>
          <a:xfrm>
            <a:off x="1143000" y="1295400"/>
            <a:ext cx="11049000" cy="2562432"/>
          </a:xfrm>
        </p:spPr>
        <p:txBody>
          <a:bodyPr anchor="t"/>
          <a:lstStyle/>
          <a:p>
            <a:pPr algn="l">
              <a:lnSpc>
                <a:spcPct val="110000"/>
              </a:lnSpc>
              <a:tabLst>
                <a:tab pos="401638" algn="l"/>
              </a:tabLst>
              <a:defRPr/>
            </a:pP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ഇപ്പോഴിതാ നിൻ പാദത്തിൽ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കുമ്പിടുന്നീ ഏഴ ഞാൻ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ഉൾപ്പൂവിനെ ശുദ്ധി ചെയ്തു </a:t>
            </a:r>
            <a:b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8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ജീവിപ്പിക്ക ദോഷിയെ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84245B-A529-455E-A287-752E93DF7249}"/>
              </a:ext>
            </a:extLst>
          </p:cNvPr>
          <p:cNvSpPr txBox="1"/>
          <p:nvPr/>
        </p:nvSpPr>
        <p:spPr>
          <a:xfrm>
            <a:off x="0" y="5334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A06310-CD95-458A-AA1D-0763C8229C7E}"/>
              </a:ext>
            </a:extLst>
          </p:cNvPr>
          <p:cNvSpPr/>
          <p:nvPr/>
        </p:nvSpPr>
        <p:spPr>
          <a:xfrm>
            <a:off x="0" y="3877837"/>
            <a:ext cx="10134600" cy="2633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Ippozhithaa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Nin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paadaththil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Kumbidunnee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ézha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Ulhpooviney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shudhdhi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cheithu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Jeevippikka</a:t>
            </a:r>
            <a:r>
              <a:rPr lang="en-US" sz="38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800" b="1" dirty="0" err="1">
                <a:solidFill>
                  <a:schemeClr val="tx2"/>
                </a:solidFill>
                <a:latin typeface="+mn-lt"/>
              </a:rPr>
              <a:t>doshiye</a:t>
            </a:r>
            <a:endParaRPr lang="en-US" sz="38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9237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155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211 ദൈവമേ! സ്നേഹരൂപനേ</vt:lpstr>
      <vt:lpstr>ദൈവമേ! സ്നേഹരൂപനേ  എന്നെ നീ തള്ളിടല്ലേ  സന്താപത്താൽ വിളിക്കുന്നേൻ  ദോഷിയെ രക്ഷിക്കണേ</vt:lpstr>
      <vt:lpstr>നിൻറെ സ്നേഹമറിഞ്ഞിട്ടും  നിന്നെ സ്നേഹിച്ചില്ലേ ഞാൻ  തന്നിഷ്ടനായ് നടന്നുപോയ്  നീക്കണേ എൻ പാപത്തെ </vt:lpstr>
      <vt:lpstr>ഈ ലോകത്തിൻ സുഖങ്ങളെ  തേടിപ്പോയ് ഞാൻ ആർത്തിയാൽ  സ്വർല്ലോക ഭാഗ്യം പിൻതള്ളി  ഭോഷത്വം ഞാൻ കാണിച്ചു</vt:lpstr>
      <vt:lpstr>സത്യമല്ലാത്ത വാക്കുകൾ  ശങ്കയെന്യേ ഓതി ഞാൻ  നീതിയല്ലാത്ത ക്രിയകൾ  ദയകൂടാതെ ചെയ്തു ഞാൻ</vt:lpstr>
      <vt:lpstr>അശുദ്ധമായ ചിന്തകൾ  മലിനമായ കാഴ്ചകൾ  അശുദ്ധമാക്കി മാനസം  അന്ധമാക്കി കണ്‍കളെ </vt:lpstr>
      <vt:lpstr>മോഹങ്ങൾ സാധിച്ചീടുവാൻ  കൗശലം പ്രയോഗിച്ചു മഹാനെന്നു നിരൂപിച്ചു  നിന്ദാപാത്രമായിപ്പോയ് </vt:lpstr>
      <vt:lpstr>മതിമറന്നു നിഗളിച്ചു  സുഖങ്ങൾ പെരുകി വന്നപ്പോൾ  അതിൻ ഫലത്താൽ വീണുപോയ്  ലജ്ജിക്കുന്നീ നീചൻ ഞാൻ</vt:lpstr>
      <vt:lpstr>കഷ്ടതകൾ ധാരാളം ഞാൻ  ചുറ്റുപാടും കണ്ടിട്ടും  ഒട്ടും കാരുണ്യം ഇല്ലാതെ  സ്വാർത്ഥം മാത്രം നിവർത്തിച്ചു</vt:lpstr>
      <vt:lpstr>ഇപ്പോഴിതാ നിൻ പാദത്തിൽ കുമ്പിടുന്നീ ഏഴ ഞാൻ  ഉൾപ്പൂവിനെ ശുദ്ധി ചെയ്തു  ജീവിപ്പിക്ക ദോഷിയെ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Daivame sneharoopane</dc:title>
  <dc:creator>Digital Input:; GM JOHN; Acsah Mathews</dc:creator>
  <cp:lastModifiedBy>Acsah Mathews</cp:lastModifiedBy>
  <cp:revision>195</cp:revision>
  <dcterms:created xsi:type="dcterms:W3CDTF">2013-04-25T00:28:25Z</dcterms:created>
  <dcterms:modified xsi:type="dcterms:W3CDTF">2018-11-08T18:46:25Z</dcterms:modified>
</cp:coreProperties>
</file>