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4" r:id="rId3"/>
    <p:sldId id="275" r:id="rId4"/>
    <p:sldId id="27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7" d="100"/>
          <a:sy n="47" d="100"/>
        </p:scale>
        <p:origin x="54" y="7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355126-CE16-4A14-A10D-98ED51724DFB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D927BA-7FAA-4A2B-9B9B-AF336C6A1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4D7D9-5148-4B53-8121-50C2B52BF97B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938D0-A630-4222-AF2F-8333CE7E03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B5B56-0C03-48B9-86B3-A171ACFA8C78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FBBC4-92ED-44F0-B5E3-E9676CEBC0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35D98-266E-41E5-927C-18794B1737F7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9F0A7-4997-4F91-9ECF-1A5EC699B7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AE014-7563-4ED1-8946-F509B43121FE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DDF89-D1A6-482F-ACEA-888EF00FA7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FD1D2-3FE8-4234-B5D8-3162347F36F5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4FB6A-DC27-4C02-9BE0-07BE838AAB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D6AE2-DDDA-4828-9765-9A9EA64171D7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0C440-FA68-4CB2-94AA-742228633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186A8-F319-44B8-BA07-180A188A8419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39D1E-D686-47A7-BBFE-B2928B303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DCB1-ED2C-4446-BBA4-C57F8DC78EF4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9EB98-1E30-4363-8CD8-441CAF9551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3AE8F-816C-483C-9D10-1BB9702B8CFF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F4416-EAA5-408F-8E81-03FBBB5CD3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73C36-8551-4C64-8866-258038636C0F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21017-0DD8-4509-B866-6F689953A3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7DD720F-2BB8-4FCA-9142-FDC052A009CA}" type="datetimeFigureOut">
              <a:rPr lang="en-US"/>
              <a:pPr>
                <a:defRPr/>
              </a:pPr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3B371F-38ED-46CA-BA25-BF71404B97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A0C6-EEC1-4F53-9F73-BD9613D35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7800"/>
            <a:ext cx="12192000" cy="2435226"/>
          </a:xfrm>
        </p:spPr>
        <p:txBody>
          <a:bodyPr/>
          <a:lstStyle/>
          <a:p>
            <a:r>
              <a:rPr lang="en-US" dirty="0"/>
              <a:t>015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ആദിയുമന്തവുമില്ലാത്തോ-രാദിപിതാവേ!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98DB2-3059-4062-86AC-EADF50B98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0000"/>
                </a:solidFill>
              </a:rPr>
              <a:t>Aadiyumanthavumillaaththo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4BFFBA-6FB2-40EF-8D21-EDD399D85D8A}"/>
              </a:ext>
            </a:extLst>
          </p:cNvPr>
          <p:cNvSpPr/>
          <p:nvPr/>
        </p:nvSpPr>
        <p:spPr>
          <a:xfrm>
            <a:off x="4982554" y="5040868"/>
            <a:ext cx="2226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 (ചേകോട്ടാശാൻ)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90935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" y="533400"/>
            <a:ext cx="12039600" cy="3200400"/>
          </a:xfrm>
        </p:spPr>
        <p:txBody>
          <a:bodyPr anchor="t"/>
          <a:lstStyle/>
          <a:p>
            <a:pPr algn="l" defTabSz="404813">
              <a:lnSpc>
                <a:spcPct val="112000"/>
              </a:lnSpc>
            </a:pP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ആദിയുമന്തവുമില്ലാത്തോ-രാദിപിതാവേ! കരുണകൾ നീ,</a:t>
            </a:r>
            <a:b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ഈ ദിനമെന്നോടു ചെയ്തതിനായ് മോദമോടെ സ്തുതിചെയ്യുന്നേൻ </a:t>
            </a:r>
            <a:b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ദിനമതിനന്തം വന്നതുപോൽ തനുവിനുമന്തം വരുമെന്നും,</a:t>
            </a:r>
            <a:b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ദിനകരനാദിയും മാറുമെന്നും - അനുദിനമോർപ്പിക്കണമേ നീ,</a:t>
            </a:r>
            <a:b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സ്വപ്നമെനിക്കു വരും മുൻപെ - ശമനം മനസ്സിൽ വരുത്തണമേ</a:t>
            </a:r>
            <a:b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അനഘമുറക്കത്തിലുമെന്‍റെ - മനനം നിന്മേലാകണമേ</a:t>
            </a:r>
            <a:b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നിരുപമഗുണനും നീതികൃപാ-കിരണനുമായുള്ളവനേ നിൻ</a:t>
            </a:r>
            <a:b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2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കരുണയുടെ ചിറകിൻ നിഴലിൽ കനിവോടെന്നെ കാക്കണമേ,</a:t>
            </a:r>
            <a:endParaRPr lang="en-US" sz="2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353800" y="-508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1DFF1-D41C-46C4-857A-8FF0C860A467}"/>
              </a:ext>
            </a:extLst>
          </p:cNvPr>
          <p:cNvSpPr/>
          <p:nvPr/>
        </p:nvSpPr>
        <p:spPr>
          <a:xfrm>
            <a:off x="76200" y="3733800"/>
            <a:ext cx="121158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Aadiyumanthavumillaaththo-raadipithaave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!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Karunhakalh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nee, 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Ee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dinam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ennodu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cheythathinaai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modamode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sthuthicheyyunnen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2.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Dinamathinantham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vannathupol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thanuvinumantham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varumennum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Dinakaranaadiyum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maarhumennum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anudinamorppikkenhame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 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3.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Swapnamenikku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vaarum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munpe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shamanam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manassil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varuththanhame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Anaghamurhakkaththilum-ente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mananam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ninmel-aakenhame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, 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4.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Nirupama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gunhanum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neethikripa-kiranhanumaayullhavane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Karunhayude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chirhakin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nizhalil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kanivodenne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kaakkenhame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, </a:t>
            </a:r>
            <a:endParaRPr lang="en-US" sz="2600" b="1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D8202F-1C67-45EC-A9E2-AD5385446878}"/>
              </a:ext>
            </a:extLst>
          </p:cNvPr>
          <p:cNvSpPr txBox="1"/>
          <p:nvPr/>
        </p:nvSpPr>
        <p:spPr>
          <a:xfrm>
            <a:off x="3886200" y="0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885854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" y="533400"/>
            <a:ext cx="12039600" cy="3200400"/>
          </a:xfrm>
        </p:spPr>
        <p:txBody>
          <a:bodyPr anchor="t"/>
          <a:lstStyle/>
          <a:p>
            <a:pPr algn="l" defTabSz="404813">
              <a:lnSpc>
                <a:spcPct val="112000"/>
              </a:lnSpc>
            </a:pPr>
            <a:r>
              <a:rPr lang="ml-IN" sz="2200" b="1" dirty="0">
                <a:latin typeface="Kartika" panose="02020503030404060203" pitchFamily="18" charset="0"/>
              </a:rPr>
              <a:t>5	നിന്തിരുസുതനെ പ്രതിയെന്‍റെ-വൻതര വീഴ്ച്ച പൊറുക്കണമേ,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അന്തിയിലും സുഖമതുപോലെൻ അന്ത്യത്തിങ്കലുമേകണമേ,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6	മരണം ശിക്ഷാവിധി, ചോദ്യം - എരിയും നരകത്തീക്കുഴിയും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ഉരുകും യാതന വേദനയും - കരുതാൻ നീയരുളീടേണമേ</a:t>
            </a:r>
            <a:br>
              <a:rPr lang="en-US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7	ജീവനുയിർപ്പും നിത്യതയും-ജീവനുമോചനരക്ഷകളും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ഭാവിയിൽ സുഖമീയാശകളെൻ ജീവാധാരമതാകണമേ,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8	ആത്മവലിപ്പവുമീദ്ദേഹ സത്മത്തിന്‍റെ യരിഷ്ടതയും 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അല്പായുസ്സും മമ ചിത്തേ എപ്പോഴുമോർപ്പിക്കണമേ നീ </a:t>
            </a:r>
            <a:endParaRPr lang="en-US" sz="2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353800" y="-508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1DFF1-D41C-46C4-857A-8FF0C860A467}"/>
              </a:ext>
            </a:extLst>
          </p:cNvPr>
          <p:cNvSpPr/>
          <p:nvPr/>
        </p:nvSpPr>
        <p:spPr>
          <a:xfrm>
            <a:off x="106680" y="3564791"/>
            <a:ext cx="121158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5.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ninthirusuthane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prathiyente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vanthara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veezhcha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porhukkanhame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Anthiyilum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sukhamathupolen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anthythinkalumekanhame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6.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Maranham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shikshavidhi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chodyam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ariyum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narakaththeekkuzhiyum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Urukum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yaathana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vedanayum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karuthaan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neeyarulheedenhame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7.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Jeevanuyirppim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nithyathayum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jeevanumochana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rakshakalhum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Bhaaviyil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sukhameeyaashakalhen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jeevaadhaaramathaakanhame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8.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Aathmavalippavumeedehe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sathmaththinte-yarishtathayum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Alpaayussum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mama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chiththe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eppozhumorppikkanhame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</a:t>
            </a:r>
            <a:endParaRPr lang="en-US" sz="2600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17C54-2071-45C0-9BBA-07565B8E0195}"/>
              </a:ext>
            </a:extLst>
          </p:cNvPr>
          <p:cNvSpPr txBox="1"/>
          <p:nvPr/>
        </p:nvSpPr>
        <p:spPr>
          <a:xfrm>
            <a:off x="3886200" y="0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21711256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" y="533400"/>
            <a:ext cx="12039600" cy="2759809"/>
          </a:xfrm>
        </p:spPr>
        <p:txBody>
          <a:bodyPr anchor="t"/>
          <a:lstStyle/>
          <a:p>
            <a:pPr algn="l" defTabSz="404813">
              <a:lnSpc>
                <a:spcPct val="112000"/>
              </a:lnSpc>
            </a:pPr>
            <a:r>
              <a:rPr lang="ml-IN" sz="2600" b="1" dirty="0">
                <a:latin typeface="Kartika" panose="02020503030404060203" pitchFamily="18" charset="0"/>
              </a:rPr>
              <a:t>9	നിത്യാനിത്യങ്ങളെയും നിൻ-സത്യാസത്യങ്ങളെയും ഞാൻ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	കൃത്യാകൃത്യവുമറിവാൻ എൻ-ചത്തെ വെളിവുണ്ടാകണമേ,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10	കുറ്റം ഞാൻ ചെയ്തവയെല്ലാം-ഏറ്റയ്യോ പറ യുന്നടിയാൻ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	ചുറ്റുമിതാ വൻമലപോലെ-മുറ്റുന്നെന്നുടെ പാപങ്ങൾ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11	</a:t>
            </a:r>
            <a:r>
              <a:rPr lang="ml-IN" sz="2600" b="1" spc="-150" dirty="0">
                <a:latin typeface="Kartika" panose="02020503030404060203" pitchFamily="18" charset="0"/>
              </a:rPr>
              <a:t>വഴിതെറ്റിവലഞ്ഞാടതുപോൽ-പിഴകൾ പെരുത്തൊരു വൻ കാട്ടിൽ 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	ഉഴലുന്നതിനാലഴലേറി കുഴയുന്നേൻ ഞാൻ കർത്താവേ </a:t>
            </a:r>
            <a:endParaRPr lang="en-US" sz="2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353800" y="-508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1DFF1-D41C-46C4-857A-8FF0C860A467}"/>
              </a:ext>
            </a:extLst>
          </p:cNvPr>
          <p:cNvSpPr/>
          <p:nvPr/>
        </p:nvSpPr>
        <p:spPr>
          <a:xfrm>
            <a:off x="106680" y="3564791"/>
            <a:ext cx="121158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9.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Nithyaanithyangalheyum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sathyaa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sathyangalheyum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njan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Krithyaa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krithyavumarhivaan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chiththe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velhivundakanhame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10.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Kuttam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njan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cheythavayellaam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aettayyo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parhayunnadiyaan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Chuttumithaa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vanmalapole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muttunnennude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paapangalh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latin typeface="+mn-lt"/>
              </a:rPr>
              <a:t>11. </a:t>
            </a:r>
            <a:r>
              <a:rPr lang="en-US" sz="2600" b="1" dirty="0" err="1">
                <a:latin typeface="+mn-lt"/>
              </a:rPr>
              <a:t>Vazhithetti</a:t>
            </a:r>
            <a:r>
              <a:rPr lang="en-US" sz="2600" b="1" dirty="0">
                <a:latin typeface="+mn-lt"/>
              </a:rPr>
              <a:t> </a:t>
            </a:r>
            <a:r>
              <a:rPr lang="en-US" sz="2600" b="1" dirty="0" err="1">
                <a:latin typeface="+mn-lt"/>
              </a:rPr>
              <a:t>valanjaadathupol</a:t>
            </a:r>
            <a:r>
              <a:rPr lang="en-US" sz="2600" b="1" dirty="0">
                <a:latin typeface="+mn-lt"/>
              </a:rPr>
              <a:t> – </a:t>
            </a:r>
            <a:r>
              <a:rPr lang="en-US" sz="2600" b="1" dirty="0" err="1">
                <a:latin typeface="+mn-lt"/>
              </a:rPr>
              <a:t>pizhakalh</a:t>
            </a:r>
            <a:r>
              <a:rPr lang="en-US" sz="2600" b="1" dirty="0">
                <a:latin typeface="+mn-lt"/>
              </a:rPr>
              <a:t> </a:t>
            </a:r>
            <a:r>
              <a:rPr lang="en-US" sz="2600" b="1" dirty="0" err="1">
                <a:latin typeface="+mn-lt"/>
              </a:rPr>
              <a:t>peruththoru</a:t>
            </a:r>
            <a:r>
              <a:rPr lang="en-US" sz="2600" b="1" dirty="0">
                <a:latin typeface="+mn-lt"/>
              </a:rPr>
              <a:t> van </a:t>
            </a:r>
            <a:r>
              <a:rPr lang="en-US" sz="2600" b="1" dirty="0" err="1">
                <a:latin typeface="+mn-lt"/>
              </a:rPr>
              <a:t>kaattil</a:t>
            </a:r>
            <a:endParaRPr lang="en-US" sz="2600" b="1" dirty="0">
              <a:latin typeface="+mn-lt"/>
            </a:endParaRPr>
          </a:p>
          <a:p>
            <a:r>
              <a:rPr lang="en-US" sz="2600" b="1" dirty="0">
                <a:latin typeface="+mn-lt"/>
              </a:rPr>
              <a:t>    </a:t>
            </a:r>
            <a:r>
              <a:rPr lang="en-US" sz="2600" b="1" dirty="0" err="1">
                <a:latin typeface="+mn-lt"/>
              </a:rPr>
              <a:t>Uzhalunnathinaalazhalerhi</a:t>
            </a:r>
            <a:r>
              <a:rPr lang="en-US" sz="2600" b="1" dirty="0">
                <a:latin typeface="+mn-lt"/>
              </a:rPr>
              <a:t> </a:t>
            </a:r>
            <a:r>
              <a:rPr lang="en-US" sz="2600" b="1" dirty="0" err="1">
                <a:latin typeface="+mn-lt"/>
              </a:rPr>
              <a:t>kuzhayunnen</a:t>
            </a:r>
            <a:r>
              <a:rPr lang="en-US" sz="2600" b="1" dirty="0">
                <a:latin typeface="+mn-lt"/>
              </a:rPr>
              <a:t> </a:t>
            </a:r>
            <a:r>
              <a:rPr lang="en-US" sz="2600" b="1" dirty="0" err="1">
                <a:latin typeface="+mn-lt"/>
              </a:rPr>
              <a:t>njan</a:t>
            </a:r>
            <a:r>
              <a:rPr lang="en-US" sz="2600" b="1" dirty="0">
                <a:latin typeface="+mn-lt"/>
              </a:rPr>
              <a:t> </a:t>
            </a:r>
            <a:r>
              <a:rPr lang="en-US" sz="2600" b="1" dirty="0" err="1">
                <a:latin typeface="+mn-lt"/>
              </a:rPr>
              <a:t>karthave</a:t>
            </a:r>
            <a:endParaRPr lang="en-US" sz="2600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B5C17-DF3F-4365-8AA1-1DD4FE47D54A}"/>
              </a:ext>
            </a:extLst>
          </p:cNvPr>
          <p:cNvSpPr txBox="1"/>
          <p:nvPr/>
        </p:nvSpPr>
        <p:spPr>
          <a:xfrm>
            <a:off x="3886200" y="0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9269028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" y="533400"/>
            <a:ext cx="12039600" cy="2759809"/>
          </a:xfrm>
        </p:spPr>
        <p:txBody>
          <a:bodyPr anchor="t"/>
          <a:lstStyle/>
          <a:p>
            <a:pPr algn="l" defTabSz="404813">
              <a:lnSpc>
                <a:spcPct val="112000"/>
              </a:lnSpc>
            </a:pPr>
            <a:r>
              <a:rPr lang="ml-IN" sz="2600" b="1" dirty="0">
                <a:latin typeface="Kartika" panose="02020503030404060203" pitchFamily="18" charset="0"/>
              </a:rPr>
              <a:t>12	ദുർവൃത്തികളെല്ലാം ചെയ്തേൻ-ദുർവ്വഹമാം ദുശ്ചിന്തകളും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	ഗർവ്വമൊടടിയൻ ചിന്തിച്ചേൻ-സർവ്വജ്ഞാ! നിന്തിരുമുമ്പിൽ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13	തിരുകല്പനകളശേഷം ഞാൻ-പരിലംഘിച്ചതിനാൽ നിന്നെ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	പരിഹാസം ചെയ്തതി ദു:ഖേ-പരിണാമത്തിലകപ്പെട്ടേൻ 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14	ദൈവപിതാവേ നിനക്കും നിൻ-ഏകസുതൻ മശിഹായിക്കും</a:t>
            </a:r>
            <a:br>
              <a:rPr lang="ml-IN" sz="2600" b="1" dirty="0">
                <a:latin typeface="Kartika" panose="02020503030404060203" pitchFamily="18" charset="0"/>
              </a:rPr>
            </a:br>
            <a:r>
              <a:rPr lang="ml-IN" sz="2600" b="1" dirty="0">
                <a:latin typeface="Kartika" panose="02020503030404060203" pitchFamily="18" charset="0"/>
              </a:rPr>
              <a:t>	അതുപോലെ റുഹായ്ക്കും-സ്തുതിയുണ്ടാകണമെന്നേക്കും </a:t>
            </a:r>
            <a:br>
              <a:rPr lang="ml-IN" sz="2600" b="1" dirty="0">
                <a:latin typeface="Kartika" panose="02020503030404060203" pitchFamily="18" charset="0"/>
              </a:rPr>
            </a:br>
            <a:br>
              <a:rPr lang="ml-IN" sz="2600" b="1" dirty="0">
                <a:latin typeface="Kartika" panose="02020503030404060203" pitchFamily="18" charset="0"/>
              </a:rPr>
            </a:br>
            <a:endParaRPr lang="en-US" sz="2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353800" y="-508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1DFF1-D41C-46C4-857A-8FF0C860A467}"/>
              </a:ext>
            </a:extLst>
          </p:cNvPr>
          <p:cNvSpPr/>
          <p:nvPr/>
        </p:nvSpPr>
        <p:spPr>
          <a:xfrm>
            <a:off x="106680" y="3564791"/>
            <a:ext cx="121158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12.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Durvriththikalhelaam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cheythen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durvvahamaam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duschinthakalhum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Garvvamodadiyan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chinthichen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sarvajnja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!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Ninthirumumbil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13.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Thirukalpanakalhashesham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njan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parilanghichathinaal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nine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Parihaasam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cheythathi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dukhe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parninhaamaththilakappetten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14.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Daivapithaave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ninakkum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aekasuthan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mashihaaykkum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Athupole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roohaaykkum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sthuthiyunkanhamennekkum</a:t>
            </a:r>
            <a:endParaRPr lang="en-US" sz="2600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AE226-2853-4583-8E6F-920B83F690EC}"/>
              </a:ext>
            </a:extLst>
          </p:cNvPr>
          <p:cNvSpPr txBox="1"/>
          <p:nvPr/>
        </p:nvSpPr>
        <p:spPr>
          <a:xfrm>
            <a:off x="3886200" y="0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47615426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" y="533400"/>
            <a:ext cx="12039600" cy="3200400"/>
          </a:xfrm>
        </p:spPr>
        <p:txBody>
          <a:bodyPr anchor="t"/>
          <a:lstStyle/>
          <a:p>
            <a:pPr algn="l" defTabSz="404813">
              <a:lnSpc>
                <a:spcPct val="112000"/>
              </a:lnSpc>
            </a:pPr>
            <a:r>
              <a:rPr lang="ml-IN" sz="2200" b="1" dirty="0">
                <a:latin typeface="Kartika" panose="02020503030404060203" pitchFamily="18" charset="0"/>
              </a:rPr>
              <a:t>1	ആദിയുമന്തവുമില്ലാത്തോ-രാദിപിതാവേ! കരുണകൾ നീ,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ഈ ദിനമെന്നോടു ചെയ്തതിനായ് മോദമോടെ സ്തുതിചെയ്യുന്നേൻ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2 	മരണത്തിന്നുടെ ദു:ഖമതും-നരകത്തിന്നുടെ വേദനയും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അരികത്തായി വളഞ്ഞയ്യോ ദുരിതം നീ പോക്കീടണമേ 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3	ശരണം നീയല്ലാതില്ല-പരമില്ലടിയാനൊരാശ്രയവും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പെരുകുന്നാധികളെണ്ണിയവൻ-കരയുന്നതു നീ കേൾക്കണമേ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4	മാ പാപികളെ രക്ഷിപ്പാൻ-വാനവനവനീചരനായി,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വൻപാടുകളേറ്റതുമീശോ-നിൻ കാരുണ്യം കൊണ്ടല്ലോ </a:t>
            </a:r>
            <a:endParaRPr lang="en-US" sz="2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353800" y="-508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1DFF1-D41C-46C4-857A-8FF0C860A467}"/>
              </a:ext>
            </a:extLst>
          </p:cNvPr>
          <p:cNvSpPr/>
          <p:nvPr/>
        </p:nvSpPr>
        <p:spPr>
          <a:xfrm>
            <a:off x="106680" y="3564791"/>
            <a:ext cx="121158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Aadiyum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anthavumillaaththo-raadi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pithaave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!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Karunhakalh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Ee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dinamennodu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cheythathinaai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modamode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sthuthi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cheyyunnen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2.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Maranhaththinude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dukhamathum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narakaththinude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vedanayum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Arikaththaayi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valhanjayyo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duritham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pokkeedenhame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3.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Sharanham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neeyallathilla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paramilladiyanoraashrayavum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Perukunnaadhikalhennhiyivan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karayunnathu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kelhkkenhame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4.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Maa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paapikalhe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rakshippaan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vaanavan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avaneecharanaayi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 Van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paadukalhettathumeesho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kaarunhyam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kondallo</a:t>
            </a:r>
            <a:endParaRPr lang="en-US" sz="2600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85068-EE17-41AE-932F-119EFD91CF9B}"/>
              </a:ext>
            </a:extLst>
          </p:cNvPr>
          <p:cNvSpPr txBox="1"/>
          <p:nvPr/>
        </p:nvSpPr>
        <p:spPr>
          <a:xfrm>
            <a:off x="3886200" y="0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13630800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" y="533400"/>
            <a:ext cx="12039600" cy="3200400"/>
          </a:xfrm>
        </p:spPr>
        <p:txBody>
          <a:bodyPr anchor="t"/>
          <a:lstStyle/>
          <a:p>
            <a:pPr algn="l" defTabSz="404813">
              <a:lnSpc>
                <a:spcPct val="112000"/>
              </a:lnSpc>
            </a:pPr>
            <a:r>
              <a:rPr lang="ml-IN" sz="2200" b="1" dirty="0">
                <a:latin typeface="Kartika" panose="02020503030404060203" pitchFamily="18" charset="0"/>
              </a:rPr>
              <a:t>5	നരവേഷത്തെ കൈക്കൊണ്ടു-നരടുരിതത്തെ കയ്യേറ്റു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ക്രൂശിൽ തൂങ്ങി മരിച്ചതുമെൻ-ദുരിതത്തെ പ്രതിയല്ലോ നീ 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6	മരണത്തെയും വെന്ന പിതാ-വരികത്തങ്ങുഗമിച്ചതു നിൻ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ശരണപ്പെട്ടവരെ മോക്ഷേ-വരണം ചെയ് വതിനായല്ലോ </a:t>
            </a:r>
            <a:br>
              <a:rPr lang="en-US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7	അഘമകലുന്നതിനായെന്‍റെ-അകമതിനെ പുതുതാക്കണമേ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അകവെളിവിന്നാത്മാവിനെ നീ-അകമേ നിവസിപ്പിക്കണമേ 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8	വിലമതിയാരക്തത്താലെൻ-മനമഖിലം നീ കഴുകണമേ 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വലുതായൊരുദിവസത്തിൽ ഞാൻ-നിലകൊൾവാൻ ബലമേകണമേ</a:t>
            </a:r>
            <a:endParaRPr lang="en-US" sz="2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353800" y="-508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1DFF1-D41C-46C4-857A-8FF0C860A467}"/>
              </a:ext>
            </a:extLst>
          </p:cNvPr>
          <p:cNvSpPr/>
          <p:nvPr/>
        </p:nvSpPr>
        <p:spPr>
          <a:xfrm>
            <a:off x="106680" y="3564791"/>
            <a:ext cx="121158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5.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Naraveshaththe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kaikondu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naradurithaththe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kayyettu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Krooshil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thoongi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marichathumen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durithaththe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prathiyallo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</a:t>
            </a: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6.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Maranhaththeyum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vennu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pithaa-varikaththangu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gamichathu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Sharanhappettavare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moksha-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varanham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cheyvathinaayallo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7.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Aghamakalunnathinaayente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akamathine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puthuthaakkenhame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Akavelhivinnaathmavine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akame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nivasippikkenhame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8.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Vilamathiyaarakthathaalen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manamkhilam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kazhukenhame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Valuthaayoru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divasaththil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njan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nilakolhvaan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balamekanhame</a:t>
            </a:r>
            <a:endParaRPr lang="en-US" sz="2600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3A25E-BA20-43BE-9A69-AD6FEC522282}"/>
              </a:ext>
            </a:extLst>
          </p:cNvPr>
          <p:cNvSpPr txBox="1"/>
          <p:nvPr/>
        </p:nvSpPr>
        <p:spPr>
          <a:xfrm>
            <a:off x="3886200" y="0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361416301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" y="533400"/>
            <a:ext cx="12039600" cy="3200400"/>
          </a:xfrm>
        </p:spPr>
        <p:txBody>
          <a:bodyPr anchor="t"/>
          <a:lstStyle/>
          <a:p>
            <a:pPr algn="l" defTabSz="404813">
              <a:lnSpc>
                <a:spcPct val="112000"/>
              </a:lnSpc>
            </a:pPr>
            <a:r>
              <a:rPr lang="ml-IN" sz="2200" b="1" dirty="0">
                <a:latin typeface="Kartika" panose="02020503030404060203" pitchFamily="18" charset="0"/>
              </a:rPr>
              <a:t>9	രണ്ടാമത്തെവരവിൽ നീ-രണ്ടായുലകു പിരിക്കുമ്പോൾ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ആണ്ടവനേ നിൻവലഭാഗേ-കൊണ്ടീടണമേ നീയെന്നെ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10	നിത്യം നീയധിപതിയെന്നും-സത്യം സകലേശ്വരനെന്നും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ശുദ്ധൻ നീ ശുഭകരനെന്നും-മർത്യന്നവലംബനമെന്നും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11	മഹിമകളുടയമഹാത്മാവേ-മഹിമനിറഞ്ഞൊരു നിൻനാമം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മഹിയതിൽ ഞങ്ങൾക്കെപ്പോഴും മഹിതതയോടെ വിളങ്ങണമേ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12	ദൈവപിതാവേ നിനക്കും നിൻ-ഏകസുതൻ മശിഹായിക്കും</a:t>
            </a:r>
            <a:br>
              <a:rPr lang="ml-IN" sz="2200" b="1" dirty="0">
                <a:latin typeface="Kartika" panose="02020503030404060203" pitchFamily="18" charset="0"/>
              </a:rPr>
            </a:br>
            <a:r>
              <a:rPr lang="ml-IN" sz="2200" b="1" dirty="0">
                <a:latin typeface="Kartika" panose="02020503030404060203" pitchFamily="18" charset="0"/>
              </a:rPr>
              <a:t>	അതുപോലെ റുഹായ്ക്കും-സ്തുതിയുണ്ടാകണമെന്നേക്കും </a:t>
            </a:r>
            <a:endParaRPr lang="en-US" sz="2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353800" y="-508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1DFF1-D41C-46C4-857A-8FF0C860A467}"/>
              </a:ext>
            </a:extLst>
          </p:cNvPr>
          <p:cNvSpPr/>
          <p:nvPr/>
        </p:nvSpPr>
        <p:spPr>
          <a:xfrm>
            <a:off x="106680" y="3564791"/>
            <a:ext cx="121158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9.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Randaamaththe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varavil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randaayulaku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pirikkumbolh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Aandavane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valabhaage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kondeedanhame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neeyenne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10.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Nithyam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neeyadhipathiyennum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sathyam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sakaleshwaranennum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Shudhdhar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nee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shubhakaran-ennum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marthyannavalambanamennum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11.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mahimakalhude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mahaathmaave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mahimanirhanjoru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ninnaamam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Mahiyathil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njangalhkkeppozhum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mahithathayode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vilhangenhame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12.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Daivapithaave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!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Ninakkum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nin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aekasuthan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mashihaaykkum</a:t>
            </a:r>
            <a:endParaRPr lang="en-US" sz="2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+mn-lt"/>
              </a:rPr>
              <a:t>      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Athupole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roohaaykkum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–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sthuthiyundaakanhamennekkum</a:t>
            </a:r>
            <a:endParaRPr lang="en-US" sz="2600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DF0A7-D7B2-4F7E-B1B0-AE6EDE9EDD0A}"/>
              </a:ext>
            </a:extLst>
          </p:cNvPr>
          <p:cNvSpPr txBox="1"/>
          <p:nvPr/>
        </p:nvSpPr>
        <p:spPr>
          <a:xfrm>
            <a:off x="3886200" y="0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41727900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374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015 ആദിയുമന്തവുമില്ലാത്തോ-രാദിപിതാവേ!</vt:lpstr>
      <vt:lpstr>1 ആദിയുമന്തവുമില്ലാത്തോ-രാദിപിതാവേ! കരുണകൾ നീ,  ഈ ദിനമെന്നോടു ചെയ്തതിനായ് മോദമോടെ സ്തുതിചെയ്യുന്നേൻ  2 ദിനമതിനന്തം വന്നതുപോൽ തനുവിനുമന്തം വരുമെന്നും,  ദിനകരനാദിയും മാറുമെന്നും - അനുദിനമോർപ്പിക്കണമേ നീ, 3 സ്വപ്നമെനിക്കു വരും മുൻപെ - ശമനം മനസ്സിൽ വരുത്തണമേ  അനഘമുറക്കത്തിലുമെന്‍റെ - മനനം നിന്മേലാകണമേ 4 നിരുപമഗുണനും നീതികൃപാ-കിരണനുമായുള്ളവനേ നിൻ  കരുണയുടെ ചിറകിൻ നിഴലിൽ കനിവോടെന്നെ കാക്കണമേ,</vt:lpstr>
      <vt:lpstr>5 നിന്തിരുസുതനെ പ്രതിയെന്‍റെ-വൻതര വീഴ്ച്ച പൊറുക്കണമേ,  അന്തിയിലും സുഖമതുപോലെൻ അന്ത്യത്തിങ്കലുമേകണമേ, 6 മരണം ശിക്ഷാവിധി, ചോദ്യം - എരിയും നരകത്തീക്കുഴിയും  ഉരുകും യാതന വേദനയും - കരുതാൻ നീയരുളീടേണമേ 7 ജീവനുയിർപ്പും നിത്യതയും-ജീവനുമോചനരക്ഷകളും  ഭാവിയിൽ സുഖമീയാശകളെൻ ജീവാധാരമതാകണമേ, 8 ആത്മവലിപ്പവുമീദ്ദേഹ സത്മത്തിന്‍റെ യരിഷ്ടതയും   അല്പായുസ്സും മമ ചിത്തേ എപ്പോഴുമോർപ്പിക്കണമേ നീ </vt:lpstr>
      <vt:lpstr>9 നിത്യാനിത്യങ്ങളെയും നിൻ-സത്യാസത്യങ്ങളെയും ഞാൻ  കൃത്യാകൃത്യവുമറിവാൻ എൻ-ചത്തെ വെളിവുണ്ടാകണമേ, 10 കുറ്റം ഞാൻ ചെയ്തവയെല്ലാം-ഏറ്റയ്യോ പറ യുന്നടിയാൻ  ചുറ്റുമിതാ വൻമലപോലെ-മുറ്റുന്നെന്നുടെ പാപങ്ങൾ 11 വഴിതെറ്റിവലഞ്ഞാടതുപോൽ-പിഴകൾ പെരുത്തൊരു വൻ കാട്ടിൽ   ഉഴലുന്നതിനാലഴലേറി കുഴയുന്നേൻ ഞാൻ കർത്താവേ </vt:lpstr>
      <vt:lpstr>12 ദുർവൃത്തികളെല്ലാം ചെയ്തേൻ-ദുർവ്വഹമാം ദുശ്ചിന്തകളും  ഗർവ്വമൊടടിയൻ ചിന്തിച്ചേൻ-സർവ്വജ്ഞാ! നിന്തിരുമുമ്പിൽ 13 തിരുകല്പനകളശേഷം ഞാൻ-പരിലംഘിച്ചതിനാൽ നിന്നെ  പരിഹാസം ചെയ്തതി ദു:ഖേ-പരിണാമത്തിലകപ്പെട്ടേൻ  14 ദൈവപിതാവേ നിനക്കും നിൻ-ഏകസുതൻ മശിഹായിക്കും  അതുപോലെ റുഹായ്ക്കും-സ്തുതിയുണ്ടാകണമെന്നേക്കും   </vt:lpstr>
      <vt:lpstr>1 ആദിയുമന്തവുമില്ലാത്തോ-രാദിപിതാവേ! കരുണകൾ നീ,  ഈ ദിനമെന്നോടു ചെയ്തതിനായ് മോദമോടെ സ്തുതിചെയ്യുന്നേൻ 2  മരണത്തിന്നുടെ ദു:ഖമതും-നരകത്തിന്നുടെ വേദനയും  അരികത്തായി വളഞ്ഞയ്യോ ദുരിതം നീ പോക്കീടണമേ  3 ശരണം നീയല്ലാതില്ല-പരമില്ലടിയാനൊരാശ്രയവും  പെരുകുന്നാധികളെണ്ണിയവൻ-കരയുന്നതു നീ കേൾക്കണമേ 4 മാ പാപികളെ രക്ഷിപ്പാൻ-വാനവനവനീചരനായി,  വൻപാടുകളേറ്റതുമീശോ-നിൻ കാരുണ്യം കൊണ്ടല്ലോ </vt:lpstr>
      <vt:lpstr>5 നരവേഷത്തെ കൈക്കൊണ്ടു-നരടുരിതത്തെ കയ്യേറ്റു  ക്രൂശിൽ തൂങ്ങി മരിച്ചതുമെൻ-ദുരിതത്തെ പ്രതിയല്ലോ നീ  6 മരണത്തെയും വെന്ന പിതാ-വരികത്തങ്ങുഗമിച്ചതു നിൻ  ശരണപ്പെട്ടവരെ മോക്ഷേ-വരണം ചെയ് വതിനായല്ലോ  7 അഘമകലുന്നതിനായെന്‍റെ-അകമതിനെ പുതുതാക്കണമേ  അകവെളിവിന്നാത്മാവിനെ നീ-അകമേ നിവസിപ്പിക്കണമേ  8 വിലമതിയാരക്തത്താലെൻ-മനമഖിലം നീ കഴുകണമേ   വലുതായൊരുദിവസത്തിൽ ഞാൻ-നിലകൊൾവാൻ ബലമേകണമേ</vt:lpstr>
      <vt:lpstr>9 രണ്ടാമത്തെവരവിൽ നീ-രണ്ടായുലകു പിരിക്കുമ്പോൾ  ആണ്ടവനേ നിൻവലഭാഗേ-കൊണ്ടീടണമേ നീയെന്നെ 10 നിത്യം നീയധിപതിയെന്നും-സത്യം സകലേശ്വരനെന്നും  ശുദ്ധൻ നീ ശുഭകരനെന്നും-മർത്യന്നവലംബനമെന്നും 11 മഹിമകളുടയമഹാത്മാവേ-മഹിമനിറഞ്ഞൊരു നിൻനാമം  മഹിയതിൽ ഞങ്ങൾക്കെപ്പോഴും മഹിതതയോടെ വിളങ്ങണമേ 12 ദൈവപിതാവേ നിനക്കും നിൻ-ഏകസുതൻ മശിഹായിക്കും  അതുപോലെ റുഹായ്ക്കും-സ്തുതിയുണ്ടാകണമെന്നേക്കും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Aadiyumanthavumillatho</dc:title>
  <dc:creator>Digital Input:; GM JOHN; Acsah Mathews</dc:creator>
  <cp:lastModifiedBy>Acsah Mathews</cp:lastModifiedBy>
  <cp:revision>265</cp:revision>
  <dcterms:created xsi:type="dcterms:W3CDTF">2013-04-19T09:19:07Z</dcterms:created>
  <dcterms:modified xsi:type="dcterms:W3CDTF">2018-12-04T12:39:28Z</dcterms:modified>
</cp:coreProperties>
</file>