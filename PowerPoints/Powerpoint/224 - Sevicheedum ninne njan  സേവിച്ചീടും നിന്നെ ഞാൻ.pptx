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7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4DD6B-5C90-4721-83C4-5F777A1D63B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15E7D-D909-4D2E-B4E5-8DF7B5B8FA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17232-42C4-44AD-A544-824D5238FFB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78B0F-710F-4CB7-BB99-3A2E56871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A57C3-4A06-40D6-8465-1707C562AF1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BA3DB-1CE3-4DE7-B359-EDC88AA9C2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37338-9975-4E39-B481-CFE01503DAA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D1375-0EBA-4D78-8784-7FE87C71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C2945-56FD-454C-9FD1-034A16E6694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FE500-EFF7-45B3-986A-79856B4119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E62C8-9818-4FA7-8357-10DC370513F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2A1F4-4704-49B7-8CDF-E7C639A3E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0EDB5-AB25-4E5E-AB58-00D6D4BF3F5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E14D9-749B-4E2A-BD4E-84C706BB84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78FDE-3B13-46C3-8CF7-E495FFEE8B3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A13E8-7424-4CC3-8786-5A712B3BA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3CE88-CB34-4778-A808-9FB81AFB7F3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36130-9A0C-4A47-9468-26AA3FE870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2653C-06FC-4DDB-BABC-695495A77F4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AB6D8-F83B-4658-816C-47CB47FB7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365E7-2024-4751-BD2B-88836DA1B16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6B19F-5A30-4CEE-8F70-70D0AD70D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349160-354E-4480-A70F-B4362DE51F3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B4795D-3B63-44CD-9F89-EAB4756CE6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4AEA-50D5-431B-8F62-94519FBFD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സേവിച്ചീടും നിന്നെ ഞാൻ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ABDFE-8C1B-48A9-A1AE-A952965CC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Sevicheedum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ninney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1B34E5-A2EE-4E7D-86EC-76224409CEC0}"/>
              </a:ext>
            </a:extLst>
          </p:cNvPr>
          <p:cNvSpPr/>
          <p:nvPr/>
        </p:nvSpPr>
        <p:spPr>
          <a:xfrm>
            <a:off x="3124200" y="4659868"/>
            <a:ext cx="2473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(ടി. കെ. യൗസേഫ്)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C6D96-8738-446E-8D7F-12DA16CCD568}"/>
              </a:ext>
            </a:extLst>
          </p:cNvPr>
          <p:cNvSpPr/>
          <p:nvPr/>
        </p:nvSpPr>
        <p:spPr>
          <a:xfrm>
            <a:off x="8077200" y="4659868"/>
            <a:ext cx="1853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(T.K.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421541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489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210782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1.	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ജീവനെനിക്കായി ക്രൂശിൽ വെച്ചു തന്നെൻ 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ജീവനെ വീണ്ടെടുത്ത പ്രാണനാഥാ! </a:t>
            </a:r>
            <a:r>
              <a:rPr lang="en-US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സേവിച്ചീടും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308611-2C36-4B26-8CF5-117EDF41128D}"/>
              </a:ext>
            </a:extLst>
          </p:cNvPr>
          <p:cNvSpPr/>
          <p:nvPr/>
        </p:nvSpPr>
        <p:spPr>
          <a:xfrm>
            <a:off x="-15240" y="354508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2F2B3-0F32-47F2-A255-4FFBAEFA6D50}"/>
              </a:ext>
            </a:extLst>
          </p:cNvPr>
          <p:cNvSpPr/>
          <p:nvPr/>
        </p:nvSpPr>
        <p:spPr>
          <a:xfrm>
            <a:off x="0" y="4982352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Jeevan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Krushil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veendeduththa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sevicheedum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4300" y="2209800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914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2.	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ദേഹം ദേഹി ആത്മം ഏകമായ് തന്നു നിന്നെ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6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സ്നേഹമായ് സേവചെയ്‌വാൻ താ നിൻ കൃപ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57D98-A88A-4648-9D42-59C6F8EAF4E8}"/>
              </a:ext>
            </a:extLst>
          </p:cNvPr>
          <p:cNvSpPr/>
          <p:nvPr/>
        </p:nvSpPr>
        <p:spPr>
          <a:xfrm>
            <a:off x="-15240" y="3752671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Èkamaaythannu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sèvacheivaan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76E4C-C59B-4AED-9A78-D0237D5D6EF1}"/>
              </a:ext>
            </a:extLst>
          </p:cNvPr>
          <p:cNvSpPr/>
          <p:nvPr/>
        </p:nvSpPr>
        <p:spPr>
          <a:xfrm>
            <a:off x="0" y="5140226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2545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914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3.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വെടിഞ്ഞുള്ള പാവന ജീവിതം </a:t>
            </a:r>
          </a:p>
          <a:p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പാപഹരാ ഞാൻ ചെയ്‍വാൻ തുണയ്‌ക്കേണം </a:t>
            </a:r>
            <a:endParaRPr lang="ml-IN" sz="36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DD1D6-3AF1-470B-B564-63D327DF263E}"/>
              </a:ext>
            </a:extLst>
          </p:cNvPr>
          <p:cNvSpPr/>
          <p:nvPr/>
        </p:nvSpPr>
        <p:spPr>
          <a:xfrm>
            <a:off x="-15240" y="3752671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vedinjullha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Paapaharaa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thunhaikkenham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3E544-B236-479E-8BFF-3068D60D83DE}"/>
              </a:ext>
            </a:extLst>
          </p:cNvPr>
          <p:cNvSpPr/>
          <p:nvPr/>
        </p:nvSpPr>
        <p:spPr>
          <a:xfrm>
            <a:off x="0" y="5140226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55254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914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കണ്ണാലെന്നെ നീ വഴി നടത്തേണം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കരത്താ ലെന്നെ 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താങ്ങിടേണം</a:t>
            </a:r>
            <a:endParaRPr lang="ml-IN" sz="36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E3D9B-6063-4795-AFB4-A016C695BBCE}"/>
              </a:ext>
            </a:extLst>
          </p:cNvPr>
          <p:cNvSpPr/>
          <p:nvPr/>
        </p:nvSpPr>
        <p:spPr>
          <a:xfrm>
            <a:off x="-15240" y="3752671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Ninkannhaa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nadaththenham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karaththaa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thaangidenham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21003F-1604-4174-B52F-55D9F7DF6AF1}"/>
              </a:ext>
            </a:extLst>
          </p:cNvPr>
          <p:cNvSpPr/>
          <p:nvPr/>
        </p:nvSpPr>
        <p:spPr>
          <a:xfrm>
            <a:off x="0" y="5140226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06141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914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ഹൃദയമിതാ-മന്നവനേശുവേ!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നിന്നാവിയാല്‍ നിറയ്ക്ക നിന്‍ സേവയ്ക്കായ്</a:t>
            </a:r>
            <a:endParaRPr lang="ml-IN" sz="36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6AC3A-319A-4EA7-BA16-528E0329076C}"/>
              </a:ext>
            </a:extLst>
          </p:cNvPr>
          <p:cNvSpPr/>
          <p:nvPr/>
        </p:nvSpPr>
        <p:spPr>
          <a:xfrm>
            <a:off x="-15240" y="3752671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hridaya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Mannavaneshuvey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Ninnaaviyaal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niraikkaa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sevaikkaay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DE543-3323-45DA-A65D-3F9DCB4D6D1C}"/>
              </a:ext>
            </a:extLst>
          </p:cNvPr>
          <p:cNvSpPr/>
          <p:nvPr/>
        </p:nvSpPr>
        <p:spPr>
          <a:xfrm>
            <a:off x="0" y="5140226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5715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12420600" cy="1295400"/>
          </a:xfrm>
        </p:spPr>
        <p:txBody>
          <a:bodyPr anchor="t"/>
          <a:lstStyle/>
          <a:p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 - എൻ യേശുവേ!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സേവിച്ചീടും നിന്നെ ഞാൻ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2B323-B0CC-44CF-BDB3-B57733088DD4}"/>
              </a:ext>
            </a:extLst>
          </p:cNvPr>
          <p:cNvSpPr/>
          <p:nvPr/>
        </p:nvSpPr>
        <p:spPr>
          <a:xfrm>
            <a:off x="0" y="914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6.  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ലോകം ജഡം പിശാചോടു പോര്‍ ചെയ്തു ഞാന്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കൊടിക്കീഴില്‍ നിന്നു ജയം കൊള്ളും</a:t>
            </a:r>
            <a:endParaRPr lang="ml-IN" sz="36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F487E0-5799-48F2-88FC-594442AE1ECD}"/>
              </a:ext>
            </a:extLst>
          </p:cNvPr>
          <p:cNvSpPr/>
          <p:nvPr/>
        </p:nvSpPr>
        <p:spPr>
          <a:xfrm>
            <a:off x="-15240" y="3752671"/>
            <a:ext cx="12176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pishaa-chodu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kodikkeezhil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kollhum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63FDD-1D1B-4DDF-AF5D-0C35F9E5A201}"/>
              </a:ext>
            </a:extLst>
          </p:cNvPr>
          <p:cNvSpPr/>
          <p:nvPr/>
        </p:nvSpPr>
        <p:spPr>
          <a:xfrm>
            <a:off x="0" y="5140226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Sevicheedum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798889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221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224 സേവിച്ചീടും നിന്നെ ഞാൻ</vt:lpstr>
      <vt:lpstr>സേവിച്ചീടും നിന്നെ ഞാൻ - എൻ യേശുവേ!  സേവിച്ചീടും നിന്നെ ഞാൻ</vt:lpstr>
      <vt:lpstr>സേവിച്ചീടും നിന്നെ ഞാൻ - എൻ യേശുവേ!  സേവിച്ചീടും നിന്നെ ഞാൻ</vt:lpstr>
      <vt:lpstr>സേവിച്ചീടും നിന്നെ ഞാൻ - എൻ യേശുവേ!  സേവിച്ചീടും നിന്നെ ഞാൻ</vt:lpstr>
      <vt:lpstr>സേവിച്ചീടും നിന്നെ ഞാൻ - എൻ യേശുവേ!  സേവിച്ചീടും നിന്നെ ഞാൻ</vt:lpstr>
      <vt:lpstr>സേവിച്ചീടും നിന്നെ ഞാൻ - എൻ യേശുവേ!  സേവിച്ചീടും നിന്നെ ഞാൻ</vt:lpstr>
      <vt:lpstr>സേവിച്ചീടും നിന്നെ ഞാൻ - എൻ യേശുവേ!  സേവിച്ചീടും നിന്നെ ഞാൻ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Sevicheedum ninne njan</dc:title>
  <dc:creator>Digital Input:; GM JOHN; Acsah Mathews</dc:creator>
  <cp:lastModifiedBy>Acsah Mathews</cp:lastModifiedBy>
  <cp:revision>233</cp:revision>
  <dcterms:created xsi:type="dcterms:W3CDTF">2013-04-19T09:19:07Z</dcterms:created>
  <dcterms:modified xsi:type="dcterms:W3CDTF">2018-11-09T13:53:51Z</dcterms:modified>
</cp:coreProperties>
</file>