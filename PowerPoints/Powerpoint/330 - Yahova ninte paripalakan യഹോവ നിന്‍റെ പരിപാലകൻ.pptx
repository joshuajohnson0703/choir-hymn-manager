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83" r:id="rId3"/>
    <p:sldId id="287" r:id="rId4"/>
    <p:sldId id="288" r:id="rId5"/>
    <p:sldId id="289" r:id="rId6"/>
    <p:sldId id="290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8C2D1-3B14-40A8-A72C-D04AB678878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B2AF5-C92A-49D9-AF57-4D4882A7CA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19D0F-7F93-4796-95B0-F16EB4A4C04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37682-D908-4757-AC45-4C5000D84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03E57-A76C-429A-9ECC-A0A6F23B44B5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1F944-6280-4EE5-9429-BAC1AEACE4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560C3-3FE2-46DF-9FA3-BA26C697F66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DE9766-10B6-4EC4-85DD-1F189F010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31908-AEB1-41A1-8354-FC802D42CEC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C6D098-8A05-4A9A-ABE1-68C99B435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E6F51-F332-4C8C-ABFF-EB8B4D22DE7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6362DF-86B6-4FE3-BBF9-E60002DE03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45C419-B0D7-4F04-B47C-E2BABBE592B5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FA1C3-0C56-4AB1-9B66-F68DBDD7E1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1DC37-5B4F-4C8D-8A43-579DE6D1AA8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00EB94-AAAA-4F39-B5D5-D5207FB1B3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4097A-A2E9-488D-B31A-E00A0089E29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EED60-ACD0-44DA-8ACA-779680FB7B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0C623-8487-482F-B94B-3C21593CC1AC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3CCB5-7419-4873-A4BB-DFFBFC1CAB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E0B16-5836-4F92-ACA7-E8AE5665A5EC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CB38F0-596F-4F62-A8C8-48BFD80DC9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C1EAC81-4726-416B-B1CD-DD7F623A80A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D0E6EC6-2A63-4A8F-A28B-1C65A8FA8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6F2D-7684-46A8-AB1D-53ABC98B36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329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യഹോവ നിന്‍റെ പരിപാലകൻ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9D4CA-FA7C-4193-9B4B-95E94DD15B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Yehova </a:t>
            </a:r>
            <a:r>
              <a:rPr lang="en-US" sz="4000" b="1" dirty="0" err="1">
                <a:solidFill>
                  <a:srgbClr val="002060"/>
                </a:solidFill>
              </a:rPr>
              <a:t>nintey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paripaalakan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4000" i="1" dirty="0"/>
              <a:t>Tune: Abide with me</a:t>
            </a:r>
          </a:p>
        </p:txBody>
      </p:sp>
    </p:spTree>
    <p:extLst>
      <p:ext uri="{BB962C8B-B14F-4D97-AF65-F5344CB8AC3E}">
        <p14:creationId xmlns:p14="http://schemas.microsoft.com/office/powerpoint/2010/main" val="361778368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32891"/>
            <a:ext cx="118872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 നിന്‍റെ പരിപാലകൻ 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ഗമനാ ഗമനങ്ങളിലും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സൂക്ഷിക്കും രാപ്പകൽ ക്ഷണം പ്രതി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ദോഷങ്ങളിൽനിന്നും നിന്നെ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B37FEB-9B55-4F71-B1FE-AC087C88E62F}"/>
              </a:ext>
            </a:extLst>
          </p:cNvPr>
          <p:cNvSpPr/>
          <p:nvPr/>
        </p:nvSpPr>
        <p:spPr>
          <a:xfrm>
            <a:off x="0" y="3623691"/>
            <a:ext cx="10363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Yehova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paripaalakan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gamanaagamanangalhilum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Sookshikkum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raappakal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doshangalhil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32891"/>
            <a:ext cx="118872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യഹോവ നിന്‍റെ പരിപാലകൻ 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പകൽ ആദിത്യനും രാത്രി ചന്ദ്രനും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നിന്നെ ഉപദ്രവിക്കാ ലേശവും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താൻ എന്നും ചിറകിൻ കീഴിൽ കാക്കും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B37FEB-9B55-4F71-B1FE-AC087C88E62F}"/>
              </a:ext>
            </a:extLst>
          </p:cNvPr>
          <p:cNvSpPr/>
          <p:nvPr/>
        </p:nvSpPr>
        <p:spPr>
          <a:xfrm>
            <a:off x="0" y="3623691"/>
            <a:ext cx="10363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Yehova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paripaalakan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aadithyanum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raathri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chandranum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upadravikkaa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lèshavum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chirakin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keezhil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6862919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32891"/>
            <a:ext cx="118872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യഹോവ നിന്‍റെ പരിപാലകൻ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മേൽ സ്നേഹക്കൊടി കീഴിൽ നിത്യമാം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തൻ ഭുജങ്ങൾ ഇരു ഭാഗത്തും നിൻ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മുമ്പിൽ ചുറ്റിലും ഉണ്ടു തൻ കാവൽ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B37FEB-9B55-4F71-B1FE-AC087C88E62F}"/>
              </a:ext>
            </a:extLst>
          </p:cNvPr>
          <p:cNvSpPr/>
          <p:nvPr/>
        </p:nvSpPr>
        <p:spPr>
          <a:xfrm>
            <a:off x="0" y="3623691"/>
            <a:ext cx="10363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Yehova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paripaalakan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Mèl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snehakkodi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keezhil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bhujangalh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bhaagaththum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chuttilum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kaaval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026960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32891"/>
            <a:ext cx="118872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യഹോവ നിന്‍റെ പരിപാലകൻ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നിൻ ഹൃദയം മനസ്സും ആത്മാവും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ദേഹം ജീവൻ അധരം കണ്‍ കൈ കാൽ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ക്ഷേമത്തോടെ കാക്കും അവൻ കൈയിൽ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B37FEB-9B55-4F71-B1FE-AC087C88E62F}"/>
              </a:ext>
            </a:extLst>
          </p:cNvPr>
          <p:cNvSpPr/>
          <p:nvPr/>
        </p:nvSpPr>
        <p:spPr>
          <a:xfrm>
            <a:off x="0" y="3623691"/>
            <a:ext cx="10363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Yehova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paripaalakan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hridayam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manassum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kai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Kshèmaththodey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kaiyyil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247933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32891"/>
            <a:ext cx="118872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യഹോവ നിന്‍റെ പരിപാലകൻ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കണ്ണിൻ കൃഷ്ണമണി പോൽ എന്നുമേ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ഇഹത്തിൽ നിന്നെ സൂക്ഷിച്ചതിൻ പിൻ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മഹത്വത്തിലേക്ക് കൈക്കൊണ്ടിടും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B37FEB-9B55-4F71-B1FE-AC087C88E62F}"/>
              </a:ext>
            </a:extLst>
          </p:cNvPr>
          <p:cNvSpPr/>
          <p:nvPr/>
        </p:nvSpPr>
        <p:spPr>
          <a:xfrm>
            <a:off x="0" y="3623691"/>
            <a:ext cx="10363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Yehova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paripaalakan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krishnamanhi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sookshichchathin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pin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Mahathwaththilekku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kaikondeedum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168688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94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329 യഹോവ നിന്‍റെ പരിപാലകൻ</vt:lpstr>
      <vt:lpstr>1 യഹോവ നിന്‍റെ പരിപാലകൻ    നിൻ ഗമനാ ഗമനങ്ങളിലും  സൂക്ഷിക്കും രാപ്പകൽ ക്ഷണം പ്രതി   സർവ്വ ദോഷങ്ങളിൽനിന്നും നിന്നെ</vt:lpstr>
      <vt:lpstr>2 യഹോവ നിന്‍റെ പരിപാലകൻ    പകൽ ആദിത്യനും രാത്രി ചന്ദ്രനും   നിന്നെ ഉപദ്രവിക്കാ ലേശവും   താൻ എന്നും ചിറകിൻ കീഴിൽ കാക്കും </vt:lpstr>
      <vt:lpstr>3 യഹോവ നിന്‍റെ പരിപാലകൻ  മേൽ സ്നേഹക്കൊടി കീഴിൽ നിത്യമാം   തൻ ഭുജങ്ങൾ ഇരു ഭാഗത്തും നിൻ   മുമ്പിൽ ചുറ്റിലും ഉണ്ടു തൻ കാവൽ</vt:lpstr>
      <vt:lpstr>4 യഹോവ നിന്‍റെ പരിപാലകൻ  നിൻ ഹൃദയം മനസ്സും ആത്മാവും   ദേഹം ജീവൻ അധരം കണ്‍ കൈ കാൽ   ക്ഷേമത്തോടെ കാക്കും അവൻ കൈയിൽ </vt:lpstr>
      <vt:lpstr>5 യഹോവ നിന്‍റെ പരിപാലകൻ  കണ്ണിൻ കൃഷ്ണമണി പോൽ എന്നുമേ   ഇഹത്തിൽ നിന്നെ സൂക്ഷിച്ചതിൻ പിൻ   മഹത്വത്തിലേക്ക് കൈക്കൊണ്ടിടും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Yahova ninte paripalakan</dc:title>
  <dc:creator>Digital Input; GM JOHN; Acsah Mathews</dc:creator>
  <cp:lastModifiedBy>Acsah Mathews</cp:lastModifiedBy>
  <cp:revision>462</cp:revision>
  <dcterms:created xsi:type="dcterms:W3CDTF">2013-04-19T09:19:07Z</dcterms:created>
  <dcterms:modified xsi:type="dcterms:W3CDTF">2018-11-19T19:12:27Z</dcterms:modified>
</cp:coreProperties>
</file>