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2" r:id="rId2"/>
    <p:sldId id="271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72" y="9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F1AE1-EFE8-4021-BB91-05FC3DC608F1}" type="datetimeFigureOut">
              <a:rPr lang="en-US" smtClean="0"/>
              <a:t>10/25/2018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7AC6F0-B834-4AFA-A34B-C1907785AB1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7AC6F0-B834-4AFA-A34B-C1907785AB16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7AC6F0-B834-4AFA-A34B-C1907785AB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09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7AC6F0-B834-4AFA-A34B-C1907785AB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695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7AC6F0-B834-4AFA-A34B-C1907785AB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28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38D6D4-9B35-4C05-9BE6-EDEACDCC551C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573C22-040C-4CD3-AB9B-1BD219946F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BE390D-19C2-4270-8343-1CBF23092E74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4FBE5-68DB-461E-8BDF-6755194927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77437-563C-4D9C-B429-E93EAFED1C45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CB2AE-0B69-40EA-8AA0-EC187A2E0E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EC11E-EEB1-4820-A4FB-DC4EB1CC056D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B37695-2365-475A-95EE-DEA2ED7722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A29485-6243-489C-BA2A-6B91CD77F988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56265F-4488-492D-BA2D-CB8B0AD5E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13BC1-2DFC-4216-B2A6-85F6646704D1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7168F8-4B64-4DC7-85AF-750957BE19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0369F1-7BA9-4BA7-9337-619DB55CD631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1DD86-DA58-4E33-8264-E3E4712ABF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59D557-4F4C-4623-8E2A-AFAA7B5E304D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C18323-4D8C-4B0C-A9A7-47AFC45061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3D4A66-782E-4B70-BE0F-8128B0EC1083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32911-B067-4DD6-B650-24F9E9BDF3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0B1E94-22AD-4315-B4D5-72E1005E5E14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7A5273-7862-4FE9-BB8F-49AC7D501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4CB8AE-1DF3-4E7B-A4C5-5BE945837670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18EE5-44C4-4761-B0C9-1DFCF94408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4F160C6-B5C9-4D62-909C-70674EFD5D96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F55ED68-B44E-4E7F-888A-20B7B17A91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85C9-72F6-4628-9876-A0A9A1AF40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022</a:t>
            </a:r>
            <a:br>
              <a:rPr lang="en-US" dirty="0"/>
            </a:br>
            <a:r>
              <a:rPr lang="ml-IN" b="1" dirty="0"/>
              <a:t>സര്‍വ്വ മാനുഷരേ! പരന്നു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B35CE-F0AC-4515-BC48-41388500EF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Sarva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maanusharey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parannu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9135925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304800"/>
            <a:ext cx="11125200" cy="3429000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 മാനുഷരേ! പരന്നു-പാടി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സന്തോഷത്തോടെ വന്ദിച്ചിടുവിൻ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സേവിപ്പിന്‍ ആനന്ദിച്ചവനെ ഗീതം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ചേലോടു പാടിത്തന്‍ മുന്‍വരുവിന്‍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സര്‍വ്വലോകനാഥന്‍ യഹോവ-ഇതു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ചന്തമോടാര്‍ത്തു വന്ദിച്ചിടുവിൻ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സര്‍വ്വ..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EBCAB1-CD8F-4680-85A1-83B4171CFFBD}"/>
              </a:ext>
            </a:extLst>
          </p:cNvPr>
          <p:cNvSpPr/>
          <p:nvPr/>
        </p:nvSpPr>
        <p:spPr>
          <a:xfrm>
            <a:off x="533400" y="3505200"/>
            <a:ext cx="107442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maanusharey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Santhoshaththodey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vandichcheeduveen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endParaRPr lang="en-US" sz="28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Sevippin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anandicchavaney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geetham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Chèlodu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paadiththan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varuvin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Sarvalokanaathan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Yahova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ithu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Chanthamodaarthu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vandichcheeduvin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914400" y="304800"/>
            <a:ext cx="10744200" cy="3124200"/>
          </a:xfrm>
        </p:spPr>
        <p:txBody>
          <a:bodyPr anchor="t"/>
          <a:lstStyle/>
          <a:p>
            <a:pPr algn="l" defTabSz="463550"/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നമ്മെ നിർമ്മിച്ചവൻ യഹോവ!</a:t>
            </a: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തന്നെ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നാമവനാടും ജനങ്ങളുമാം!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തന്മഹത്വത്തെ പാടി നിങ്ങള്‍ - ഇന്നു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തന്‍ഗൃഹവാതില്‍ക്കകത്തു വരിന്‍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സര്‍വ്വ മാനുഷരേ! പരന്നു-പാടി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സന്തോഷത്തോടെ വന്ദിച്ചിടുവിൻ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289B1A-268D-424B-9D34-1331A37D5E08}"/>
              </a:ext>
            </a:extLst>
          </p:cNvPr>
          <p:cNvSpPr/>
          <p:nvPr/>
        </p:nvSpPr>
        <p:spPr>
          <a:xfrm>
            <a:off x="914400" y="3505200"/>
            <a:ext cx="107442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Nammey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nirmichchavan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Yahova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thanney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Naamavanaadum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janangalhumaam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Thanmahathwaththey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ningalh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innu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Than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grihavaathilkakaththuvarin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endParaRPr lang="en-US" sz="28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Sarva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maanusharey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parannu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paadi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Santhoshaththodey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vandichcheeduveen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0365155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914400" y="304800"/>
            <a:ext cx="10744200" cy="3124200"/>
          </a:xfrm>
        </p:spPr>
        <p:txBody>
          <a:bodyPr anchor="t"/>
          <a:lstStyle/>
          <a:p>
            <a:pPr algn="l" defTabSz="463550"/>
            <a:r>
              <a:rPr lang="ml-IN" sz="3000" b="1" spc="-150" dirty="0">
                <a:latin typeface="Kartika" panose="02020503030404060203" pitchFamily="18" charset="0"/>
              </a:rPr>
              <a:t>3	നാമകീര്‍ത്തനം പാടിടുവിന്‍ നിങ്ങള്‍</a:t>
            </a:r>
            <a:br>
              <a:rPr lang="ml-IN" sz="3000" b="1" spc="-150" dirty="0">
                <a:latin typeface="Kartika" panose="02020503030404060203" pitchFamily="18" charset="0"/>
              </a:rPr>
            </a:br>
            <a:r>
              <a:rPr lang="ml-IN" sz="3000" b="1" spc="-150" dirty="0">
                <a:latin typeface="Kartika" panose="02020503030404060203" pitchFamily="18" charset="0"/>
              </a:rPr>
              <a:t>	നന്ദിയോടുള്‍ പ്രവേശിച്ചിടുവിന്‍</a:t>
            </a:r>
            <a:br>
              <a:rPr lang="ml-IN" sz="3000" b="1" spc="-150" dirty="0">
                <a:latin typeface="Kartika" panose="02020503030404060203" pitchFamily="18" charset="0"/>
              </a:rPr>
            </a:br>
            <a:r>
              <a:rPr lang="ml-IN" sz="3000" b="1" spc="-150" dirty="0">
                <a:latin typeface="Kartika" panose="02020503030404060203" pitchFamily="18" charset="0"/>
              </a:rPr>
              <a:t>	നാഥനായ ത്രിയേകദൈവം-എത്ര </a:t>
            </a:r>
            <a:br>
              <a:rPr lang="ml-IN" sz="3000" b="1" spc="-150" dirty="0">
                <a:latin typeface="Kartika" panose="02020503030404060203" pitchFamily="18" charset="0"/>
              </a:rPr>
            </a:br>
            <a:r>
              <a:rPr lang="ml-IN" sz="3000" b="1" spc="-150" dirty="0">
                <a:latin typeface="Kartika" panose="02020503030404060203" pitchFamily="18" charset="0"/>
              </a:rPr>
              <a:t>	നല്ലവനെന്നു ചിന്തിച്ചിടുവിന്‍!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സര്‍വ്വ മാനുഷരേ! പരന്നു-പാടി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സന്തോഷത്തോടെ വന്ദിച്ചിടുവിൻ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289B1A-268D-424B-9D34-1331A37D5E08}"/>
              </a:ext>
            </a:extLst>
          </p:cNvPr>
          <p:cNvSpPr/>
          <p:nvPr/>
        </p:nvSpPr>
        <p:spPr>
          <a:xfrm>
            <a:off x="914400" y="3505200"/>
            <a:ext cx="10744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3.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Naamakeerthanam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paadiduvin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Ningalh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Nanniyodulh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praveshichchiduvin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Naathanaaya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thriyeka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ethra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Nallavanennu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chinthicheeduvin</a:t>
            </a:r>
            <a:endParaRPr lang="en-US" sz="28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Sarva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maanusharey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parannu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paadi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Santhoshaththodey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vandichcheeduveen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8086231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914400" y="304800"/>
            <a:ext cx="10744200" cy="3124200"/>
          </a:xfrm>
        </p:spPr>
        <p:txBody>
          <a:bodyPr anchor="t"/>
          <a:lstStyle/>
          <a:p>
            <a:pPr algn="l" defTabSz="463550"/>
            <a:r>
              <a:rPr lang="en-US" sz="3000" b="1" spc="-150" dirty="0">
                <a:latin typeface="Kartika" panose="02020503030404060203" pitchFamily="18" charset="0"/>
              </a:rPr>
              <a:t>4. </a:t>
            </a:r>
            <a:r>
              <a:rPr lang="ml-IN" sz="3000" b="1" spc="-150" dirty="0">
                <a:latin typeface="Kartika" panose="02020503030404060203" pitchFamily="18" charset="0"/>
              </a:rPr>
              <a:t>എത്ര കാരുണ്യശാലി ‍പരന്‍</a:t>
            </a:r>
            <a:r>
              <a:rPr lang="en-US" sz="3000" b="1" spc="-150" dirty="0">
                <a:latin typeface="Kartika" panose="02020503030404060203" pitchFamily="18" charset="0"/>
              </a:rPr>
              <a:t> </a:t>
            </a:r>
            <a:r>
              <a:rPr lang="ml-IN" sz="3000" b="1" spc="-150" dirty="0">
                <a:latin typeface="Kartika" panose="02020503030404060203" pitchFamily="18" charset="0"/>
              </a:rPr>
              <a:t>-</a:t>
            </a:r>
            <a:r>
              <a:rPr lang="en-US" sz="3000" b="1" spc="-150" dirty="0">
                <a:latin typeface="Kartika" panose="02020503030404060203" pitchFamily="18" charset="0"/>
              </a:rPr>
              <a:t> </a:t>
            </a:r>
            <a:r>
              <a:rPr lang="ml-IN" sz="3000" b="1" spc="-150" dirty="0">
                <a:latin typeface="Kartika" panose="02020503030404060203" pitchFamily="18" charset="0"/>
              </a:rPr>
              <a:t>സത്യം</a:t>
            </a:r>
            <a:br>
              <a:rPr lang="ml-IN" sz="3000" b="1" spc="-150" dirty="0">
                <a:latin typeface="Kartika" panose="02020503030404060203" pitchFamily="18" charset="0"/>
              </a:rPr>
            </a:br>
            <a:r>
              <a:rPr lang="ml-IN" sz="3000" b="1" spc="-150" dirty="0">
                <a:latin typeface="Kartika" panose="02020503030404060203" pitchFamily="18" charset="0"/>
              </a:rPr>
              <a:t>	എന്നും തനിക്കുള്ളതെന്നറിവിന്‍ ! </a:t>
            </a:r>
            <a:br>
              <a:rPr lang="ml-IN" sz="3000" b="1" spc="-150" dirty="0">
                <a:latin typeface="Kartika" panose="02020503030404060203" pitchFamily="18" charset="0"/>
              </a:rPr>
            </a:br>
            <a:r>
              <a:rPr lang="ml-IN" sz="3000" b="1" spc="-150" dirty="0">
                <a:latin typeface="Kartika" panose="02020503030404060203" pitchFamily="18" charset="0"/>
              </a:rPr>
              <a:t>	ക്രിസ്തനും താതാത്മാക്കള്‍ക്കുമേ -</a:t>
            </a:r>
            <a:r>
              <a:rPr lang="en-US" sz="3000" b="1" spc="-150" dirty="0">
                <a:latin typeface="Kartika" panose="02020503030404060203" pitchFamily="18" charset="0"/>
              </a:rPr>
              <a:t> </a:t>
            </a:r>
            <a:r>
              <a:rPr lang="ml-IN" sz="3000" b="1" spc="-150" dirty="0">
                <a:latin typeface="Kartika" panose="02020503030404060203" pitchFamily="18" charset="0"/>
              </a:rPr>
              <a:t>നിത്യം </a:t>
            </a:r>
            <a:br>
              <a:rPr lang="ml-IN" sz="3000" b="1" spc="-150" dirty="0">
                <a:latin typeface="Kartika" panose="02020503030404060203" pitchFamily="18" charset="0"/>
              </a:rPr>
            </a:br>
            <a:r>
              <a:rPr lang="ml-IN" sz="3000" b="1" spc="-150" dirty="0">
                <a:latin typeface="Kartika" panose="02020503030404060203" pitchFamily="18" charset="0"/>
              </a:rPr>
              <a:t>	കീര്‍ത്തിയുണ്ടാക ഹല്ലേലുയ്യാമേന്‍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സര്‍വ്വ മാനുഷരേ! പരന്നു-പാടി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സന്തോഷത്തോടെ വന്ദിച്ചിടുവിൻ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289B1A-268D-424B-9D34-1331A37D5E08}"/>
              </a:ext>
            </a:extLst>
          </p:cNvPr>
          <p:cNvSpPr/>
          <p:nvPr/>
        </p:nvSpPr>
        <p:spPr>
          <a:xfrm>
            <a:off x="914400" y="3505200"/>
            <a:ext cx="10744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Ethra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kaarunhyashaali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sathyam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thanikkullhathennarivin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Kristhanum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thaathathmaakkalhkumey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nithyam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Keerthiyundaaka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halleluaameen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Sarva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maanusharey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parannu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paadi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Santhoshaththodey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vandichcheeduveen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519E36-D11E-4F06-9793-8AB0A3B16195}"/>
              </a:ext>
            </a:extLst>
          </p:cNvPr>
          <p:cNvSpPr/>
          <p:nvPr/>
        </p:nvSpPr>
        <p:spPr>
          <a:xfrm>
            <a:off x="9865121" y="3059668"/>
            <a:ext cx="2060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latin typeface="Kartika" panose="02020503030404060203" pitchFamily="18" charset="0"/>
                <a:cs typeface="Kartika" panose="02020503030404060203" pitchFamily="18" charset="0"/>
              </a:rPr>
              <a:t>(മോശവത്സലം)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D2CF50-D864-4966-8D42-A9A83AE8204A}"/>
              </a:ext>
            </a:extLst>
          </p:cNvPr>
          <p:cNvSpPr/>
          <p:nvPr/>
        </p:nvSpPr>
        <p:spPr>
          <a:xfrm>
            <a:off x="9865121" y="6132264"/>
            <a:ext cx="1769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Kartika" panose="02020503030404060203" pitchFamily="18" charset="0"/>
              </a:rPr>
              <a:t>Mosha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j-lt"/>
                <a:cs typeface="Kartika" panose="02020503030404060203" pitchFamily="18" charset="0"/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Kartika" panose="02020503030404060203" pitchFamily="18" charset="0"/>
              </a:rPr>
              <a:t>Vatsalam</a:t>
            </a:r>
            <a:endParaRPr lang="en-US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669085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81</Words>
  <Application>Microsoft Office PowerPoint</Application>
  <PresentationFormat>Widescreen</PresentationFormat>
  <Paragraphs>42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022 സര്‍വ്വ മാനുഷരേ! പരന്നു</vt:lpstr>
      <vt:lpstr>   സര്‍വ്വ മാനുഷരേ! പരന്നു-പാടി    സന്തോഷത്തോടെ വന്ദിച്ചിടുവിൻ 1 സേവിപ്പിന്‍ ആനന്ദിച്ചവനെ ഗീതം  ചേലോടു പാടിത്തന്‍ മുന്‍വരുവിന്‍  സര്‍വ്വലോകനാഥന്‍ യഹോവ-ഇതു  ചന്തമോടാര്‍ത്തു വന്ദിച്ചിടുവിൻ   – സര്‍വ്വ.. </vt:lpstr>
      <vt:lpstr>2 നമ്മെ നിർമ്മിച്ചവൻ യഹോവ! - തന്നെ   നാമവനാടും ജനങ്ങളുമാം!  തന്മഹത്വത്തെ പാടി നിങ്ങള്‍ - ഇന്നു  തന്‍ഗൃഹവാതില്‍ക്കകത്തു വരിന്‍     സര്‍വ്വ മാനുഷരേ! പരന്നു-പാടി     സന്തോഷത്തോടെ വന്ദിച്ചിടുവിൻ</vt:lpstr>
      <vt:lpstr>3 നാമകീര്‍ത്തനം പാടിടുവിന്‍ നിങ്ങള്‍  നന്ദിയോടുള്‍ പ്രവേശിച്ചിടുവിന്‍  നാഥനായ ത്രിയേകദൈവം-എത്ര   നല്ലവനെന്നു ചിന്തിച്ചിടുവിന്‍!     സര്‍വ്വ മാനുഷരേ! പരന്നു-പാടി     സന്തോഷത്തോടെ വന്ദിച്ചിടുവിൻ</vt:lpstr>
      <vt:lpstr>4. എത്ര കാരുണ്യശാലി ‍പരന്‍ - സത്യം  എന്നും തനിക്കുള്ളതെന്നറിവിന്‍ !   ക്രിസ്തനും താതാത്മാക്കള്‍ക്കുമേ - നിത്യം   കീര്‍ത്തിയുണ്ടാക ഹല്ലേലുയ്യാമേന്‍     സര്‍വ്വ മാനുഷരേ! പരന്നു-പാടി     സന്തോഷത്തോടെ വന്ദിച്ചിടുവിൻ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Sarvva maanusharey paranu</dc:title>
  <dc:creator>Digital Input:;GM JOHN</dc:creator>
  <cp:lastModifiedBy>Acsah Mathews</cp:lastModifiedBy>
  <cp:revision>234</cp:revision>
  <dcterms:created xsi:type="dcterms:W3CDTF">2013-04-19T09:19:07Z</dcterms:created>
  <dcterms:modified xsi:type="dcterms:W3CDTF">2018-10-25T14:46:23Z</dcterms:modified>
</cp:coreProperties>
</file>