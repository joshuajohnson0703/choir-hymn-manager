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80" r:id="rId2"/>
    <p:sldId id="270" r:id="rId3"/>
    <p:sldId id="274" r:id="rId4"/>
    <p:sldId id="281" r:id="rId5"/>
    <p:sldId id="275" r:id="rId6"/>
    <p:sldId id="282" r:id="rId7"/>
    <p:sldId id="276" r:id="rId8"/>
    <p:sldId id="283" r:id="rId9"/>
    <p:sldId id="277" r:id="rId10"/>
    <p:sldId id="284" r:id="rId11"/>
    <p:sldId id="278" r:id="rId12"/>
    <p:sldId id="285" r:id="rId13"/>
    <p:sldId id="279" r:id="rId14"/>
    <p:sldId id="286" r:id="rId1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65" autoAdjust="0"/>
    <p:restoredTop sz="94660"/>
  </p:normalViewPr>
  <p:slideViewPr>
    <p:cSldViewPr>
      <p:cViewPr varScale="1">
        <p:scale>
          <a:sx n="45" d="100"/>
          <a:sy n="45" d="100"/>
        </p:scale>
        <p:origin x="66" y="77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BE9D4F-5FB7-4BF0-B0E6-C030AEEC44D9}" type="datetimeFigureOut">
              <a:rPr lang="en-US" smtClean="0"/>
              <a:t>11/20/2018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A6848E-7D4B-4864-BCD6-A4B61C95C4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698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A6848E-7D4B-4864-BCD6-A4B61C95C49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4849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36247-BE26-41E8-B29A-1A6873F19B0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76E65-9751-415B-A95E-EE83925E7A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A1B5F4-946F-471A-8535-10C79C4C26B4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E94298-C1D7-4316-9551-EDFE726CB0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AAD02-7F97-4E96-B25D-363C1019C8C7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A58135-BDAB-4764-8161-D09784581C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4F1DDD-E41B-4C0D-9680-979CA42CF39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F6C2C48-1976-4429-B763-94355D27EF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A164E-39B1-448D-B398-18397A772A45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C3E055-5D1D-4609-862F-BD92B2CCEF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5A9881-DE1D-47EA-8184-697ECA092480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697590-B9EF-4DA7-AECB-DEAE74500F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49F7A-140D-4F2C-9D21-AF7730CE051D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4E64D4-CD14-468C-A91C-B6415B1FE3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745D5-C170-4D28-97C1-85C769950C89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BB6702-3F11-4A60-96BA-ABBCA5ED53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942509A-4853-4FC7-B3E5-6A05BAC49FF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3C2AE6-2097-4ACB-9BEB-CEE57446448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B9A2A3-1179-4A77-BFA1-73CDF9583F9C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0BE387-0B53-4D73-B962-0B93E864A7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DF0C49-01AB-4EC2-A640-6D9E6C780791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699D4E-2E3A-48E8-B479-A6D6A42385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349C9C80-DC0A-4F57-A96E-39371C0B7A33}" type="datetimeFigureOut">
              <a:rPr lang="en-US"/>
              <a:pPr>
                <a:defRPr/>
              </a:pPr>
              <a:t>11/20/2018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E57FB3B-2AE9-4C92-8D94-097EBC81BFA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695E3D-D316-43A3-8F62-97CE6FFDF6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345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പരമതാതന്‍റെ വലമമരുന്ന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5C2661-240B-462B-B6A5-AA73551980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990600"/>
          </a:xfrm>
        </p:spPr>
        <p:txBody>
          <a:bodyPr/>
          <a:lstStyle/>
          <a:p>
            <a:r>
              <a:rPr lang="en-US" sz="4000" b="1" dirty="0">
                <a:solidFill>
                  <a:srgbClr val="002060"/>
                </a:solidFill>
              </a:rPr>
              <a:t>Parama </a:t>
            </a:r>
            <a:r>
              <a:rPr lang="en-US" sz="4000" b="1" dirty="0" err="1">
                <a:solidFill>
                  <a:srgbClr val="002060"/>
                </a:solidFill>
              </a:rPr>
              <a:t>thaathante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B2060BE-F6F6-45EF-B5D2-DDE8AF42793C}"/>
              </a:ext>
            </a:extLst>
          </p:cNvPr>
          <p:cNvSpPr/>
          <p:nvPr/>
        </p:nvSpPr>
        <p:spPr>
          <a:xfrm>
            <a:off x="1665235" y="4876800"/>
            <a:ext cx="244329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(പി.വി. തൊമ്മി)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47EBB5-580F-43F6-A16C-14CD9E989C8E}"/>
              </a:ext>
            </a:extLst>
          </p:cNvPr>
          <p:cNvSpPr/>
          <p:nvPr/>
        </p:nvSpPr>
        <p:spPr>
          <a:xfrm>
            <a:off x="8574254" y="4876800"/>
            <a:ext cx="17836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(</a:t>
            </a:r>
            <a:r>
              <a:rPr lang="en-US" sz="2000" i="1" dirty="0" err="1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P.V.Thommi</a:t>
            </a:r>
            <a:r>
              <a:rPr lang="en-US" sz="2000" i="1" dirty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) 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60095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0999" y="1143000"/>
            <a:ext cx="11811001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ബഹു ജനങ്ങളിന്‍ നടുവില്‍ നിന്നു നിന്‍ സാക്ഷിചൊന്നവര്‍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സാക്ഷി ചൊന്നവര്‍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നിന്‍റെ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മഹത്വ നാമത്തെ ദുഷിപ്പാ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നിഹ വന്‍ മൂലമായല്ലോ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380999" y="3939570"/>
            <a:ext cx="11810999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Bahu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janangalhin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naduvil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Saakshi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chonnavar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Saakshi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chonnavar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Mahathwa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naamathe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dushippa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moolamaayallo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8C25-8278-4C17-94EC-5DA96E9473BC}"/>
              </a:ext>
            </a:extLst>
          </p:cNvPr>
          <p:cNvSpPr txBox="1"/>
          <p:nvPr/>
        </p:nvSpPr>
        <p:spPr>
          <a:xfrm>
            <a:off x="0" y="338554"/>
            <a:ext cx="12191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809346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11068666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0999" y="1143000"/>
            <a:ext cx="11811002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പരമസ്നേഹാഗ്നിയെരിഞ്ഞനു ദിനം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ആനന്ദിച്ചവര്‍ ആനന്ദിച്ചവര്‍ - ഇതാ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പെരുത്ത വ്യാകുലം പിടിച്ചഹോ മനം തണുത്തു</a:t>
            </a:r>
            <a:r>
              <a:rPr lang="en-US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പോകുന്നേ!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380999" y="3939570"/>
            <a:ext cx="11810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snehaagniyerinjanudinam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Aanandichchavar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Aanandichchavar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Peruththa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vyaakulam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pidichaho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thanhuththu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8C25-8278-4C17-94EC-5DA96E9473BC}"/>
              </a:ext>
            </a:extLst>
          </p:cNvPr>
          <p:cNvSpPr txBox="1"/>
          <p:nvPr/>
        </p:nvSpPr>
        <p:spPr>
          <a:xfrm>
            <a:off x="0" y="338554"/>
            <a:ext cx="12191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260402721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137950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" y="1143000"/>
            <a:ext cx="12192001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ബലിയായ് സർവ്വവും തിരുപാദത്തിങ്കൽ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കാഴ്ച്ച വെച്ചവർ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കാഴ്‌ചവെച്ചവർ - ഇപ്പോൾ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ബലിപീഠത്തിൽ നിന്നകലെ മാറിക്കൊണ്ടൊഴിഞ്ഞു പോകുന്നെ!</a:t>
            </a: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380999" y="3939570"/>
            <a:ext cx="11810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Baliyay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sarvvavum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thirupaadathinkal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kaazhcha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vechchavar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Kaazhcha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vechchavar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ippolh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Balipeedaththil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ninnnakale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maarhi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kondazhinju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8C25-8278-4C17-94EC-5DA96E9473BC}"/>
              </a:ext>
            </a:extLst>
          </p:cNvPr>
          <p:cNvSpPr txBox="1"/>
          <p:nvPr/>
        </p:nvSpPr>
        <p:spPr>
          <a:xfrm>
            <a:off x="0" y="338554"/>
            <a:ext cx="12191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489962159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33287123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1" y="1143000"/>
            <a:ext cx="12192000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ഏറ്റം ജ്വലിച്ചു വെളിച്ചം കൊടുത്ത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ജനമിതാ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നിന്‍ ജനമിതാ - പല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കാറ്റിന്‍ ശക്തിയാലണഞ്ഞിരുണ്ടു കൂരിരുളായ് തീര്‍ന്നിതാ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380999" y="3939570"/>
            <a:ext cx="11810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Aettam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jwalichu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velicham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kodutha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janamithaa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Nin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janamithaa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Kaattin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shakthiyaalanhanjirundu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koorirulhaay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theernnithaa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8C25-8278-4C17-94EC-5DA96E9473BC}"/>
              </a:ext>
            </a:extLst>
          </p:cNvPr>
          <p:cNvSpPr txBox="1"/>
          <p:nvPr/>
        </p:nvSpPr>
        <p:spPr>
          <a:xfrm>
            <a:off x="0" y="338554"/>
            <a:ext cx="12191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334028382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99670231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0999" y="1143000"/>
            <a:ext cx="11811001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സുവിശേഷകരില്‍ പലരും നാഥാ!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വേഷമേയുള്ളേ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വേഷമേയുള്ളേ!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- അത്മ-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ജീവന്‍ നിന്‍ ജനങ്ങളില്‍ ദിനം തോറും കുറഞ്ഞുപോകുന്നേ! </a:t>
            </a:r>
            <a:endParaRPr lang="en-US" sz="3400" b="1" spc="-300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380999" y="3939570"/>
            <a:ext cx="11810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Suvisheshakaril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palarilum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naadhaa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Veshameyullhe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Veshameyullhe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aathma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  <a:p>
            <a:r>
              <a:rPr lang="en-US" sz="3400" b="1" dirty="0">
                <a:solidFill>
                  <a:srgbClr val="002060"/>
                </a:solidFill>
                <a:latin typeface="+mn-lt"/>
              </a:rPr>
              <a:t>Jeevan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janangalhil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dinam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thorhum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kurhanju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pokunne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8C25-8278-4C17-94EC-5DA96E9473BC}"/>
              </a:ext>
            </a:extLst>
          </p:cNvPr>
          <p:cNvSpPr txBox="1"/>
          <p:nvPr/>
        </p:nvSpPr>
        <p:spPr>
          <a:xfrm>
            <a:off x="0" y="338554"/>
            <a:ext cx="12191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44792301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181478706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80999" y="1143000"/>
            <a:ext cx="11811001" cy="2438400"/>
          </a:xfrm>
        </p:spPr>
        <p:txBody>
          <a:bodyPr anchor="t"/>
          <a:lstStyle/>
          <a:p>
            <a:pPr algn="l"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ഈ വിധം ജനം ജീവിച്ചീടുകില്‍ 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നശിച്ചുപോകുമേ!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നശിച്ചു പോകുമേ! നിന്റെ-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ജീവ വചനമയച്ചു ജനത്തില്‍ ജീവന്‍ നല്‍കുക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380999" y="3939570"/>
            <a:ext cx="11810999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Ee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vidham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jeevicheedukil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Nashichu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pokume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Ninte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vachanamayachu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janaththil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jeevan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nalkuka</a:t>
            </a:r>
            <a:endParaRPr lang="en-US" sz="3400" b="1" dirty="0">
              <a:solidFill>
                <a:srgbClr val="00206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DF8C25-8278-4C17-94EC-5DA96E9473BC}"/>
              </a:ext>
            </a:extLst>
          </p:cNvPr>
          <p:cNvSpPr txBox="1"/>
          <p:nvPr/>
        </p:nvSpPr>
        <p:spPr>
          <a:xfrm>
            <a:off x="0" y="338554"/>
            <a:ext cx="1219199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7307028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1143000"/>
            <a:ext cx="12192000" cy="2438400"/>
          </a:xfrm>
        </p:spPr>
        <p:txBody>
          <a:bodyPr anchor="t"/>
          <a:lstStyle/>
          <a:p>
            <a:pPr>
              <a:lnSpc>
                <a:spcPct val="114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പരമതാതന്‍റെ വലമമരുന്ന പരമ വല്‍സലാ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പരമവല്‍സലാ! നിന്‍ 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കുരുതി കൊണ്ടു വീണ്ടെടുത്ത ജനത്തിന്‍ ദുരിതം കാണുക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53800" y="0"/>
            <a:ext cx="8382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345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CE8BFA1-5969-45DB-9288-953D6A9A3D73}"/>
              </a:ext>
            </a:extLst>
          </p:cNvPr>
          <p:cNvSpPr/>
          <p:nvPr/>
        </p:nvSpPr>
        <p:spPr>
          <a:xfrm>
            <a:off x="-1" y="3939570"/>
            <a:ext cx="12192000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thaathante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valamamarunna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parama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/>
            <a:r>
              <a:rPr lang="en-US" sz="3400" b="1" dirty="0">
                <a:solidFill>
                  <a:srgbClr val="002060"/>
                </a:solidFill>
                <a:latin typeface="+mn-lt"/>
              </a:rPr>
              <a:t>Parama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valsalaa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! Nin - </a:t>
            </a:r>
          </a:p>
          <a:p>
            <a:pPr algn="ctr"/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Kuruthi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kondu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veendeduththa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janaththin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duritham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rgbClr val="002060"/>
                </a:solidFill>
                <a:latin typeface="+mn-lt"/>
              </a:rPr>
              <a:t>kaanhuka</a:t>
            </a:r>
            <a:r>
              <a:rPr lang="en-US" sz="3400" b="1" dirty="0">
                <a:solidFill>
                  <a:srgbClr val="002060"/>
                </a:solidFill>
                <a:latin typeface="+mn-l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487239365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1062</TotalTime>
  <Words>296</Words>
  <Application>Microsoft Office PowerPoint</Application>
  <PresentationFormat>Widescreen</PresentationFormat>
  <Paragraphs>77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Kartika</vt:lpstr>
      <vt:lpstr>Office Theme</vt:lpstr>
      <vt:lpstr>345 പരമതാതന്‍റെ വലമമരുന്ന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  <vt:lpstr>ബഹു ജനങ്ങളിന്‍ നടുവില്‍ നിന്നു നിന്‍ സാക്ഷിചൊന്നവര്‍ സാക്ഷി ചൊന്നവര്‍ - നിന്‍റെ മഹത്വ നാമത്തെ ദുഷിപ്പാ നിഹ വന്‍ മൂലമായല്ലോ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  <vt:lpstr>പരമസ്നേഹാഗ്നിയെരിഞ്ഞനു ദിനം  ആനന്ദിച്ചവര്‍ ആനന്ദിച്ചവര്‍ - ഇതാ പെരുത്ത വ്യാകുലം പിടിച്ചഹോ മനം തണുത്തു പോകുന്നേ!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  <vt:lpstr>ബലിയായ് സർവ്വവും തിരുപാദത്തിങ്കൽ  കാഴ്ച്ച വെച്ചവർ കാഴ്‌ചവെച്ചവർ - ഇപ്പോൾ  ബലിപീഠത്തിൽ നിന്നകലെ മാറിക്കൊണ്ടൊഴിഞ്ഞു പോകുന്നെ!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  <vt:lpstr>ഏറ്റം ജ്വലിച്ചു വെളിച്ചം കൊടുത്ത  നിന്‍ ജനമിതാ നിന്‍ ജനമിതാ - പല കാറ്റിന്‍ ശക്തിയാലണഞ്ഞിരുണ്ടു കൂരിരുളായ് തീര്‍ന്നിതാ 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  <vt:lpstr>സുവിശേഷകരില്‍ പലരും നാഥാ! വേഷമേയുള്ളേ വേഷമേയുള്ളേ! - അത്മ- ജീവന്‍ നിന്‍ ജനങ്ങളില്‍ ദിനം തോറും കുറഞ്ഞുപോകുന്നേ! 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  <vt:lpstr>ഈ വിധം ജനം ജീവിച്ചീടുകില്‍  നശിച്ചുപോകുമേ! നശിച്ചു പോകുമേ! നിന്റെ- ജീവ വചനമയച്ചു ജനത്തില്‍ ജീവന്‍ നല്‍കുക</vt:lpstr>
      <vt:lpstr>പരമതാതന്‍റെ വലമമരുന്ന പരമ വല്‍സലാ പരമവല്‍സലാ! നിന്‍ - കുരുതി കൊണ്ടു വീണ്ടെടുത്ത ജനത്തിന്‍ ദുരിതം കാണുക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Paramathaathante valamamarunna</dc:title>
  <dc:creator>Digital Input:; GM JOHN; Acsah Mathews</dc:creator>
  <cp:lastModifiedBy>Acsah Mathews</cp:lastModifiedBy>
  <cp:revision>335</cp:revision>
  <dcterms:created xsi:type="dcterms:W3CDTF">2013-04-19T09:19:07Z</dcterms:created>
  <dcterms:modified xsi:type="dcterms:W3CDTF">2018-11-20T18:34:57Z</dcterms:modified>
</cp:coreProperties>
</file>