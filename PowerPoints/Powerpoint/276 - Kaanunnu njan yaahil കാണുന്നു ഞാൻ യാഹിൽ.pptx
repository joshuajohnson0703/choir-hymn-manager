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4" r:id="rId4"/>
    <p:sldId id="278" r:id="rId5"/>
    <p:sldId id="275" r:id="rId6"/>
    <p:sldId id="279" r:id="rId7"/>
    <p:sldId id="276" r:id="rId8"/>
    <p:sldId id="280" r:id="rId9"/>
    <p:sldId id="277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6EBF3-5E4A-4E89-ABDC-4B68AEB2B7E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F8829-CB58-4198-8C52-013D8CB844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0B0EA-D79C-4D0D-86DA-EF4F18ECF46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35B7F-9113-40EA-AE3A-57670E822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2CCD4-B37E-449E-9DF8-C272865550A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920E7-CF32-4651-B72B-1F33AF17C1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164C1-249A-4C07-819F-5FD0F1B0B87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EBB88-AE75-454F-A4A7-11E04348A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B0636-1BE6-490A-AD8E-49B6831ABC9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C034A-3A37-4629-832A-6D50D5C845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BF3E3-8CAC-48C4-B8DE-702549A30EA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DD2478-6BC6-496B-81CC-575D12FB1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59525-1966-4F73-B15E-10B2191E806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ACBE4-18DA-4212-A34C-B7394E7566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AC142-0F53-462C-A7E1-B5939ED4D94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7AB3D-E13A-47F3-B210-25D560A710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3E350-6F20-4DD7-8089-D8986C61394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B6E19-D751-4459-8379-3950110739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5E057-E10D-4D1B-ACB7-166E01C7322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70832-7397-4D73-ADAC-9FBD0DD70E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B7ADE-B116-4CEE-A5EF-33EA968812F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A26A2-85EA-4E8C-A8A1-6D39D317D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A4FD7F2-A666-41A6-9C32-C8CAB020C32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A90CC9A-5A42-4482-8D11-335D567ACE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112F-EB65-4140-9E2E-1461ADE1DB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കാണുന്നു ഞാൻ യാഹിൽ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2993C-8EC5-4588-ACFB-F1DC7479FB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Kaanhunnu </a:t>
            </a:r>
            <a:r>
              <a:rPr lang="en-US" sz="4000" b="1" dirty="0" err="1">
                <a:solidFill>
                  <a:schemeClr val="tx2"/>
                </a:solidFill>
              </a:rPr>
              <a:t>njaan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Yaahil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951017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219200"/>
            <a:ext cx="12191999" cy="1828800"/>
          </a:xfrm>
        </p:spPr>
        <p:txBody>
          <a:bodyPr anchor="t"/>
          <a:lstStyle/>
          <a:p>
            <a:pPr defTabSz="28098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കാണുന്നു ഞാൻ യാഹിൽ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എനിക്കാശ്രയമായൊരു ശാശ്വതപാറ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15241" y="3346105"/>
            <a:ext cx="12191999" cy="192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Kaanhunnu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Enikkaashraya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shaashwatha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345774"/>
            <a:ext cx="11734800" cy="2438400"/>
          </a:xfrm>
        </p:spPr>
        <p:txBody>
          <a:bodyPr anchor="t"/>
          <a:lstStyle/>
          <a:p>
            <a:pPr algn="l" defTabSz="28098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സുസ്ഥിര മാനസനേവനുമെൻ യാഹിൽ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ആശ്രയം വയ്ക്കുകിൽ അനുദിനം നാഥൻ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കാത്തിടുമവനെ നൽ സ്വസ്ഥതയോടെ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പാർത്ഥിവനവൻ തിരുക്കരങ്ങളിലെന്നും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-15239" y="3886200"/>
            <a:ext cx="1144524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Susthira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maanasa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nevanumen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vaikkukilanudinam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mavaney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swasthathayôdey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Paarthiva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thirukkarangalhilennum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65B4D-ACA5-401A-9C5C-56BFDF50DEA4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49362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68190"/>
            <a:ext cx="12191999" cy="1371600"/>
          </a:xfrm>
        </p:spPr>
        <p:txBody>
          <a:bodyPr anchor="t"/>
          <a:lstStyle/>
          <a:p>
            <a:pPr defTabSz="280988">
              <a:lnSpc>
                <a:spcPct val="112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കാണുന്നു ഞാൻ യാഹിൽ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എനിക്കാശ്രയമായൊരു ശാശ്വതപാറ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15241" y="3346105"/>
            <a:ext cx="12191999" cy="130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Kaanhunnu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Enikkaashraya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shaashwatha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38188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345774"/>
            <a:ext cx="11734800" cy="2438400"/>
          </a:xfrm>
        </p:spPr>
        <p:txBody>
          <a:bodyPr anchor="t"/>
          <a:lstStyle/>
          <a:p>
            <a:pPr algn="l" defTabSz="28098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ചെയ്‌കയില്ലവൻ നമ്മൾ പാപത്തിനൊത്തപോൽ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പ്രതിഫലമരുളുന്നില്ലകൃത്യങ്ങൾ ഗണിച്ചു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വാനമീ ഭൂവിൽ നിന്നുയിർന്നിരിപ്പതുപോൽ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പരൻ ദയ ഭക്തൻമേൽ വലിയതു തന്നേ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-15239" y="3886200"/>
            <a:ext cx="1144524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Cheykayillavan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nammalh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paapaththinoththapol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Prathiphalamarulhunnillakruthyangalh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ganhichchu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Vaanamee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ninnuyarnnirippathupol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bhakthanmèl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valiyathu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65B4D-ACA5-401A-9C5C-56BFDF50DEA4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4676974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68190"/>
            <a:ext cx="12191999" cy="1371600"/>
          </a:xfrm>
        </p:spPr>
        <p:txBody>
          <a:bodyPr anchor="t"/>
          <a:lstStyle/>
          <a:p>
            <a:pPr defTabSz="280988">
              <a:lnSpc>
                <a:spcPct val="112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കാണുന്നു ഞാൻ യാഹിൽ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എനിക്കാശ്രയമായൊരു ശാശ്വതപാറ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15241" y="3346105"/>
            <a:ext cx="12191999" cy="130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Kaanhunnu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Enikkaashraya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shaashwatha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71533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345774"/>
            <a:ext cx="11734800" cy="2438400"/>
          </a:xfrm>
        </p:spPr>
        <p:txBody>
          <a:bodyPr anchor="t"/>
          <a:lstStyle/>
          <a:p>
            <a:pPr algn="l" defTabSz="28098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ഒടിക്കുകില്ലവനേറ്റം ചതഞ്ഞതാം ഓട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കെടുത്തുകില്ലവൻ തിരി പുക വമിക്കുകിലും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നടത്തും തൻ വിധി ജയം ലഭിക്കും നാൾവരെയും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തളരാതെയവൻ ഭൂവിൽ സ്ഥാപിക്കും ന്യായം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-15239" y="3886200"/>
            <a:ext cx="1144524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Odikkukillavanèttam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chathanjathaam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ôda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Keduththukillavan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vamikkukilum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vidhi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Thalharaatheyavan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sthaapikkum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nyaayam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65B4D-ACA5-401A-9C5C-56BFDF50DEA4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618930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68190"/>
            <a:ext cx="12191999" cy="1371600"/>
          </a:xfrm>
        </p:spPr>
        <p:txBody>
          <a:bodyPr anchor="t"/>
          <a:lstStyle/>
          <a:p>
            <a:pPr defTabSz="280988">
              <a:lnSpc>
                <a:spcPct val="112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കാണുന്നു ഞാൻ യാഹിൽ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എനിക്കാശ്രയമായൊരു ശാശ്വതപാറ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15241" y="3346105"/>
            <a:ext cx="12191999" cy="130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Kaanhunnu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Enikkaashraya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shaashwatha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03394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345774"/>
            <a:ext cx="11734800" cy="2438400"/>
          </a:xfrm>
        </p:spPr>
        <p:txBody>
          <a:bodyPr anchor="t"/>
          <a:lstStyle/>
          <a:p>
            <a:pPr algn="l" defTabSz="28098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വഴുതിടാതവനെന്നെ കരങ്ങളിൽ കാത്തു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നിർത്തും തൻമഹിമയിൻ സവിധത്തിൽ നാഥൻ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കളങ്കമറ്റാനന്ദ പൂർണ്ണതയോടെ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ഭവിക്കട്ടെ മഹത്വമങ്ങവനെന്നും ആമേൻ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-15239" y="3886200"/>
            <a:ext cx="1144524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Vazhuthidaathavanenney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karangalhil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Nirththum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mahimayin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savidhaththil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Kalhanka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mattaananda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poornhathayodey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Bhavikkattey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mahathwamangavanennennum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-amen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65B4D-ACA5-401A-9C5C-56BFDF50DEA4}"/>
              </a:ext>
            </a:extLst>
          </p:cNvPr>
          <p:cNvSpPr txBox="1"/>
          <p:nvPr/>
        </p:nvSpPr>
        <p:spPr>
          <a:xfrm>
            <a:off x="0" y="7620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639398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68190"/>
            <a:ext cx="12191999" cy="1371600"/>
          </a:xfrm>
        </p:spPr>
        <p:txBody>
          <a:bodyPr anchor="t"/>
          <a:lstStyle/>
          <a:p>
            <a:pPr defTabSz="280988">
              <a:lnSpc>
                <a:spcPct val="112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കാണുന്നു ഞാൻ യാഹിൽ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എനിക്കാശ്രയമായൊരു ശാശ്വതപാറ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9AD3-0B6A-4D24-A9E7-69729164FB4D}"/>
              </a:ext>
            </a:extLst>
          </p:cNvPr>
          <p:cNvSpPr/>
          <p:nvPr/>
        </p:nvSpPr>
        <p:spPr>
          <a:xfrm>
            <a:off x="15241" y="3346105"/>
            <a:ext cx="12191999" cy="130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Kaanhunnu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Enikkaashraya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shaashwatha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42513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137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276 കാണുന്നു ഞാൻ യാഹിൽ</vt:lpstr>
      <vt:lpstr>കാണുന്നു ഞാൻ യാഹിൽ  എനിക്കാശ്രയമായൊരു ശാശ്വതപാറ                                 -കാണു….</vt:lpstr>
      <vt:lpstr>സുസ്ഥിര മാനസനേവനുമെൻ യാഹിൽ  ആശ്രയം വയ്ക്കുകിൽ അനുദിനം നാഥൻ കാത്തിടുമവനെ നൽ സ്വസ്ഥതയോടെ പാർത്ഥിവനവൻ തിരുക്കരങ്ങളിലെന്നും</vt:lpstr>
      <vt:lpstr>കാണുന്നു ഞാൻ യാഹിൽ  എനിക്കാശ്രയമായൊരു ശാശ്വതപാറ</vt:lpstr>
      <vt:lpstr>ചെയ്‌കയില്ലവൻ നമ്മൾ പാപത്തിനൊത്തപോൽ  പ്രതിഫലമരുളുന്നില്ലകൃത്യങ്ങൾ ഗണിച്ചു വാനമീ ഭൂവിൽ നിന്നുയിർന്നിരിപ്പതുപോൽ പരൻ ദയ ഭക്തൻമേൽ വലിയതു തന്നേ </vt:lpstr>
      <vt:lpstr>കാണുന്നു ഞാൻ യാഹിൽ  എനിക്കാശ്രയമായൊരു ശാശ്വതപാറ</vt:lpstr>
      <vt:lpstr>ഒടിക്കുകില്ലവനേറ്റം ചതഞ്ഞതാം ഓട  കെടുത്തുകില്ലവൻ തിരി പുക വമിക്കുകിലും  നടത്തും തൻ വിധി ജയം ലഭിക്കും നാൾവരെയും  തളരാതെയവൻ ഭൂവിൽ സ്ഥാപിക്കും ന്യായം </vt:lpstr>
      <vt:lpstr>കാണുന്നു ഞാൻ യാഹിൽ  എനിക്കാശ്രയമായൊരു ശാശ്വതപാറ</vt:lpstr>
      <vt:lpstr>വഴുതിടാതവനെന്നെ കരങ്ങളിൽ കാത്തു  നിർത്തും തൻമഹിമയിൻ സവിധത്തിൽ നാഥൻ  കളങ്കമറ്റാനന്ദ പൂർണ്ണതയോടെ ഭവിക്കട്ടെ മഹത്വമങ്ങവനെന്നും ആമേൻ </vt:lpstr>
      <vt:lpstr>കാണുന്നു ഞാൻ യാഹിൽ  എനിക്കാശ്രയമായൊരു ശാശ്വതപാറ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Kaanunnu njan yaahil</dc:title>
  <dc:creator>Digital Input:; GM JOHN; Acsah Mathews</dc:creator>
  <cp:lastModifiedBy>Acsah Mathews</cp:lastModifiedBy>
  <cp:revision>285</cp:revision>
  <dcterms:created xsi:type="dcterms:W3CDTF">2013-04-19T09:19:07Z</dcterms:created>
  <dcterms:modified xsi:type="dcterms:W3CDTF">2018-11-15T15:39:00Z</dcterms:modified>
</cp:coreProperties>
</file>