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0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41988-6C57-414F-BE8D-5514BA37766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008D0-5509-45D5-A55D-B19988B53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3679A-79A9-4F2E-926E-BF07BAE6F5E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E56B8-6B6F-47A0-88B3-309931D5C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F4007-BDEF-4955-9FD2-077A0D9B570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DBF12-E90F-4153-BADF-6DEBF46D47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43E12-3039-4BE7-A254-B01601850F8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7E081-0520-49DC-A8C4-79F6AD474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27B71-FCE5-4CAC-B8E1-8EBFDFFFD9F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560B0-4006-4367-A562-2C28D19D6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B678F-06C9-4990-BDD0-2FF30C96138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FC735-FBA9-4F60-BFCE-454F2EAEF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9376F-E424-44A6-90E0-558E7CB11BA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4767D7-4546-4273-B80D-D523C2F4BB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EBE74-946E-4AD8-9F93-E6BC6419AD8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99C20-FF4A-402E-8BE8-BB5825B3CB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4445E-544D-4632-98B7-ED337B02D9F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ED9DA-4DC2-4A75-B06E-D49ADE2C75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67C20-7731-4956-96F8-F2798AECF9C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C1FE2-4B83-4B61-8E49-55B6AB835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7DD23-B8DF-4ED2-BEEC-61125142624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83ED3-2297-4E1E-A3FF-6FB1F6832D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52BD0D-D22A-4D67-AC8A-5131421FA52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D33F7C3-FF49-4026-8980-6AC57F17B9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5FDC-3CA5-4E34-93D7-2BA3F29A7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76104"/>
            <a:ext cx="10363200" cy="1824347"/>
          </a:xfrm>
        </p:spPr>
        <p:txBody>
          <a:bodyPr/>
          <a:lstStyle/>
          <a:p>
            <a:r>
              <a:rPr lang="en-US" dirty="0"/>
              <a:t>132</a:t>
            </a:r>
            <a:br>
              <a:rPr lang="en-US" dirty="0"/>
            </a:br>
            <a:r>
              <a:rPr lang="ml-IN" sz="4800" b="1" dirty="0">
                <a:solidFill>
                  <a:srgbClr val="000000"/>
                </a:solidFill>
                <a:latin typeface="Kartika" panose="02020503030404060203" pitchFamily="18" charset="0"/>
              </a:rPr>
              <a:t>മറുദിവസം മറിയമകൻ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D93E9-B5DD-4E7F-838F-AC1BCED84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1200149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Marudivasam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Mariyamakan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D4D106-A4B2-4D0C-A377-928B819E7233}"/>
              </a:ext>
            </a:extLst>
          </p:cNvPr>
          <p:cNvSpPr/>
          <p:nvPr/>
        </p:nvSpPr>
        <p:spPr>
          <a:xfrm>
            <a:off x="8839200" y="4724400"/>
            <a:ext cx="2392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C2DBC-239A-403E-BDB4-A011CF62261B}"/>
              </a:ext>
            </a:extLst>
          </p:cNvPr>
          <p:cNvSpPr/>
          <p:nvPr/>
        </p:nvSpPr>
        <p:spPr>
          <a:xfrm>
            <a:off x="1803400" y="4724400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7110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മറുദിവസം മറിയമകൻ </a:t>
            </a:r>
            <a:b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യറുശലേമിൽ വരുന്നുണ്ടെന്നു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അറിഞ്ഞു ബഹു ജനമവനെ </a:t>
            </a:r>
            <a:b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എതിരേല്പാൻ പുറപ്പെട്ടുപോയ്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Marudivasam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Mariyamakan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Yerushalemil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varunnundennu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Arinju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behu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janamavaney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Ethirèlpaan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purappettupoi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ഈത്തപ്പന കുരുത്തോലകൾ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ചേർത്തു കൈയിൽ എതിരേറ്റു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ചീർത്തമോദം പൂണ്ടവനെ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വാഴ്ത്തി മഹാനന്ദത്തോടെ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Eeththapana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kuruththôlakalh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ethirèttu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Cheerththamodam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poondavaney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mahaanandaththodey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8489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3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മന്നവനാം ദാവീദിന്‍റെ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നന്ദനനു ഹോശന്ന!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ഉന്നതങ്ങളിൽ ഹോശന്നാ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എന്നട്ടഹസിച്ചു ചൊല്ലി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Mannavanaam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Daavidintey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Nandananu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Hoshanna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Unnathanghalhil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Hoshanna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Ennattahasichchu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76480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കർത്താവിന്‍റെ തിരുനാമത്തിൽ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വരും ഇസ്രയേലിൻ രാജാവു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വാഴ്ത്തപ്പെട്ടോ നാകയെന്നു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ആർത്തവർ കീർത്തിച്ചീടിനാർ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Karthaavintey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Thirunaamathil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Israyelin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Raajaavu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Vaazhthapetto-naakayennu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Aarthavar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keerthichchidinaar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50327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കഴുതക്കുട്ടി കണ്ടിട്ടേശു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കയറിയതിന്മേലിരുന്നു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അരുതു ഭയം നിനക്കേതും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പരമ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സീയോൻ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മലമകളെ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Kazhuthakutti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kanditteshu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Kayariyathin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mèlirunnu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Aruthu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ninakkethum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malamakalhey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006009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6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കണ്ടാലും നിന്മഹിപൻ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കഴുതക്കുട്ടിപ്പുറത്തു കേറി-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ക്കൊണ്ടു വരുന്നെന്നെഴുതീട്ടു-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ണ്ടതുപോൽ നിവൃത്തിവന്നു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Kandaalum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ninmahipan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Kazhuthakutti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puraththu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keri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varunnennezhutheettu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ndathupol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nivruththivannu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78289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7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പരമനോടു കൂടെ വന്ന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പുരുഷാരം മുൻ നടന്നു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മരിച്ചവനാം ലാസറിനെ </a:t>
            </a:r>
            <a:b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ഉണർത്തിയവൻ നാലാം ദിനം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Paramanodu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Purushaaram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Marichavanaam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laazarine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Unharththi-yavan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972429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എന്നു സാക്ഷി പകർന്നിരുന്നാ-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രെന്നതു കേട്ടുടൻ ജനങ്ങൾ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വന്നു മഹാനന്ദത്തോടെ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മന്നവനെ എതിരേറ്റു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saakshi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pakarnirunnaa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rennathu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kettudan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janangalh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mahaanandaththodey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Mannavaney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ethirettu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360868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9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അരിശം പൂണ്ടു പരീശർ തമ്മിൽ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പറഞ്ഞു നമുക്കൊരു ഫലവും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വരുന്നില്ലെന്നു കണ്ടോ ലോകം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അവനോടിതാ ചേർന്നു പോയി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Arisham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parishar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thammil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Paranju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phalavum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Varunnillennu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avanodithaa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769250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10	അഴകിയൊരു മണവാളനേ!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കഴ ലിണയെ കരുതി വന്ന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അഴുകിയാളാം പുഴു വാമെന്നെ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കഴുകി നിന്‍റെ കാന്തയാക്ക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F0CA4-A1F3-4992-ADEF-0A28C501F680}"/>
              </a:ext>
            </a:extLst>
          </p:cNvPr>
          <p:cNvSpPr/>
          <p:nvPr/>
        </p:nvSpPr>
        <p:spPr>
          <a:xfrm>
            <a:off x="914400" y="3666292"/>
            <a:ext cx="11277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Azhakiyoru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manhavaalhaney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Kazhalinhaye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Azhukiyaalhaam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puzhuvaamenney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kaanthayaaka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B1AB48-239F-497A-B186-09D2721DF8A4}"/>
              </a:ext>
            </a:extLst>
          </p:cNvPr>
          <p:cNvSpPr/>
          <p:nvPr/>
        </p:nvSpPr>
        <p:spPr>
          <a:xfrm>
            <a:off x="9028626" y="6301613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F1142-E7B6-41BE-B51E-DA5650E670E9}"/>
              </a:ext>
            </a:extLst>
          </p:cNvPr>
          <p:cNvSpPr/>
          <p:nvPr/>
        </p:nvSpPr>
        <p:spPr>
          <a:xfrm>
            <a:off x="8382000" y="3157616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rgbClr val="000000"/>
                </a:solidFill>
              </a:rPr>
              <a:t>(യുസ്തുസ് യൌസേഫ്)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19727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141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132 മറുദിവസം മറിയമകൻ</vt:lpstr>
      <vt:lpstr>1  മറുദിവസം മറിയമകൻ    യറുശലേമിൽ വരുന്നുണ്ടെന്നു   അറിഞ്ഞു ബഹു ജനമവനെ    എതിരേല്പാൻ പുറപ്പെട്ടുപോയ്</vt:lpstr>
      <vt:lpstr>2  ഈത്തപ്പന കുരുത്തോലകൾ    ചേർത്തു കൈയിൽ എതിരേറ്റു   ചീർത്തമോദം പൂണ്ടവനെ    വാഴ്ത്തി മഹാനന്ദത്തോടെ</vt:lpstr>
      <vt:lpstr>3  മന്നവനാം ദാവീദിന്‍റെ    നന്ദനനു ഹോശന്ന!   ഉന്നതങ്ങളിൽ ഹോശന്നാ    എന്നട്ടഹസിച്ചു ചൊല്ലി </vt:lpstr>
      <vt:lpstr>4  കർത്താവിന്‍റെ തിരുനാമത്തിൽ    വരും ഇസ്രയേലിൻ രാജാവു   വാഴ്ത്തപ്പെട്ടോ നാകയെന്നു    ആർത്തവർ കീർത്തിച്ചീടിനാർ</vt:lpstr>
      <vt:lpstr>5  കഴുതക്കുട്ടി കണ്ടിട്ടേശു    കയറിയതിന്മേലിരുന്നു   അരുതു ഭയം നിനക്കേതും    പരമ സീയോൻ മലമകളെ</vt:lpstr>
      <vt:lpstr>6  കണ്ടാലും നിന്മഹിപൻ    കഴുതക്കുട്ടിപ്പുറത്തു കേറി-   ക്കൊണ്ടു വരുന്നെന്നെഴുതീട്ടു-   ണ്ടതുപോൽ നിവൃത്തിവന്നു</vt:lpstr>
      <vt:lpstr>7  പരമനോടു കൂടെ വന്ന    പുരുഷാരം മുൻ നടന്നു   മരിച്ചവനാം ലാസറിനെ    ഉണർത്തിയവൻ നാലാം ദിനം</vt:lpstr>
      <vt:lpstr>8  എന്നു സാക്ഷി പകർന്നിരുന്നാ-   രെന്നതു കേട്ടുടൻ ജനങ്ങൾ   വന്നു മഹാനന്ദത്തോടെ    മന്നവനെ എതിരേറ്റു</vt:lpstr>
      <vt:lpstr>9  അരിശം പൂണ്ടു പരീശർ തമ്മിൽ    പറഞ്ഞു നമുക്കൊരു ഫലവും   വരുന്നില്ലെന്നു കണ്ടോ ലോകം    അവനോടിതാ ചേർന്നു പോയി</vt:lpstr>
      <vt:lpstr>10 അഴകിയൊരു മണവാളനേ!    കഴ ലിണയെ കരുതി വന്ന   അഴുകിയാളാം പുഴു വാമെന്നെ    കഴുകി നിന്‍റെ കാന്തയാക്ക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Marudivasam mariyamakan</dc:title>
  <dc:creator>Digital Input:; GM JOHN; Acsah Mathews</dc:creator>
  <cp:lastModifiedBy>Acsah Mathews</cp:lastModifiedBy>
  <cp:revision>179</cp:revision>
  <dcterms:created xsi:type="dcterms:W3CDTF">2013-04-19T09:19:07Z</dcterms:created>
  <dcterms:modified xsi:type="dcterms:W3CDTF">2018-11-05T16:45:04Z</dcterms:modified>
</cp:coreProperties>
</file>