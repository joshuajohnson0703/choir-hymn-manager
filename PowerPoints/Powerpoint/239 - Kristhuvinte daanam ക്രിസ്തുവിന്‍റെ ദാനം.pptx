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79" r:id="rId2"/>
    <p:sldId id="272" r:id="rId3"/>
    <p:sldId id="275" r:id="rId4"/>
    <p:sldId id="276" r:id="rId5"/>
    <p:sldId id="277" r:id="rId6"/>
    <p:sldId id="278" r:id="rId7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2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AC36E9C-3CF3-46C6-B001-D92DF3A3D9A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B038ADAA-CC33-4FF0-985B-D35D131D9C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6B64B2-3410-4756-824E-BECE6EB8A23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EA438-D2F5-4BB3-8D12-96C80D9A71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9394E-8B97-4C81-A6F0-CBE8FFD818A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74D25-9904-4E52-92CC-706F3FBF9B5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D22A2F-36DD-485D-A94D-ED95C4519E1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50FE7-FC1B-4FE2-82A8-65F8C37FB0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B1FBED-F93F-4276-8BA4-132A80DFE963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96768B-4D23-4307-A181-7C898FD6CB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C6BA27-07B6-4DD5-B526-EAC13043E64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DB2ABF-1A30-4A42-9A55-87805E0554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7658FB-4701-4EE1-981C-15C3A16CACD0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F6C0EA-E5D6-4018-8A4E-96FBABC551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1BE501-7AD8-426A-9FD7-64EDD821E2F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7BBF6E-DC88-4E70-AAB3-12BEA53F138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CB674-857D-4ED2-94D1-46688796BA0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F25D88-FEDC-4099-8F8B-771DC08D3F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D74D6D-3EB7-4101-907C-56A34E9B86C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141312-500F-4A79-A7C6-08F7A74C94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66CA6C-8FC3-44AF-8512-8955D411C0E9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D15337-2270-4525-B7F1-649B17179B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3AD94F-5B6E-4077-BF13-BED82B8B21D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75B0E7-80F2-41C8-8806-AD78A0A88F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F2B24FB-DB12-4E70-9E17-73AAD8AF12F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AE7917D9-5FDC-413C-A7F3-5A4CD5CD89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0FFD-C827-4985-8572-37F2B427D86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130426"/>
            <a:ext cx="12192000" cy="1470025"/>
          </a:xfrm>
        </p:spPr>
        <p:txBody>
          <a:bodyPr/>
          <a:lstStyle/>
          <a:p>
            <a:r>
              <a:rPr lang="en-US" dirty="0"/>
              <a:t>239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ക്രിസ്തുവിന്‍റെ ദാനം എത്ര മധുരം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A1C9E5-70AA-42E0-A450-D8C957B075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470025"/>
          </a:xfrm>
        </p:spPr>
        <p:txBody>
          <a:bodyPr/>
          <a:lstStyle/>
          <a:p>
            <a:r>
              <a:rPr lang="en-US" sz="4000" b="1" dirty="0" err="1">
                <a:solidFill>
                  <a:schemeClr val="tx2"/>
                </a:solidFill>
              </a:rPr>
              <a:t>Kristhuvintey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daanam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ethra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madhuram</a:t>
            </a:r>
            <a:endParaRPr lang="en-US" sz="4000" b="1" dirty="0"/>
          </a:p>
          <a:p>
            <a:r>
              <a:rPr lang="en-US" sz="3800" i="1" dirty="0">
                <a:solidFill>
                  <a:schemeClr val="bg1">
                    <a:lumMod val="65000"/>
                  </a:schemeClr>
                </a:solidFill>
              </a:rPr>
              <a:t>Tune: Like a river glorious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6DE88A0-F1F4-4BBE-8E73-832E992B9E19}"/>
              </a:ext>
            </a:extLst>
          </p:cNvPr>
          <p:cNvSpPr/>
          <p:nvPr/>
        </p:nvSpPr>
        <p:spPr>
          <a:xfrm>
            <a:off x="2286000" y="5356225"/>
            <a:ext cx="183255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(വി. നാഗൽ)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3C642E-9783-4846-9728-04762639E432}"/>
              </a:ext>
            </a:extLst>
          </p:cNvPr>
          <p:cNvSpPr/>
          <p:nvPr/>
        </p:nvSpPr>
        <p:spPr>
          <a:xfrm>
            <a:off x="8244575" y="5356225"/>
            <a:ext cx="138582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(V. </a:t>
            </a:r>
            <a:r>
              <a:rPr lang="en-US" sz="2000" dirty="0" err="1">
                <a:solidFill>
                  <a:schemeClr val="accent2"/>
                </a:solidFill>
              </a:rPr>
              <a:t>Nagal</a:t>
            </a:r>
            <a:r>
              <a:rPr lang="en-US" sz="2000" dirty="0">
                <a:solidFill>
                  <a:schemeClr val="accent2"/>
                </a:solidFill>
              </a:rPr>
              <a:t>) </a:t>
            </a:r>
          </a:p>
        </p:txBody>
      </p:sp>
    </p:spTree>
    <p:extLst>
      <p:ext uri="{BB962C8B-B14F-4D97-AF65-F5344CB8AC3E}">
        <p14:creationId xmlns:p14="http://schemas.microsoft.com/office/powerpoint/2010/main" val="1047844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0481" y="0"/>
            <a:ext cx="12191999" cy="281940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ക്രിസ്തുവിന്‍റെ ദാനം എത്ര മധുരം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പൂർണ്ണ സമാധാനം പൂർണ്ണ ആനന്ദം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എത്രയോ വിസ്താരം ഉള്ളോർ നദി പോൽ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വർണ്ണിക്കുവാൻ ആഴം നാവിനി ല്ല ചൊൽ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183262-CEFA-4007-847B-8BA99BA5B9F3}"/>
              </a:ext>
            </a:extLst>
          </p:cNvPr>
          <p:cNvSpPr/>
          <p:nvPr/>
        </p:nvSpPr>
        <p:spPr>
          <a:xfrm>
            <a:off x="-7620" y="2611283"/>
            <a:ext cx="11353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അടിസ്ഥാനം അതു ക്രിസ്തുവിൽ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പൂർണ്ണ സമാധാനം ഉണ്ടിപ്പാറയിൽ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EC79B-631A-4F31-8336-709C02DD2B9D}"/>
              </a:ext>
            </a:extLst>
          </p:cNvPr>
          <p:cNvSpPr/>
          <p:nvPr/>
        </p:nvSpPr>
        <p:spPr>
          <a:xfrm>
            <a:off x="-30481" y="3657600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1.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Kristhuvintey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daanam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madhuram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samaadhaanam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aanandam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Ethrayo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visthaaram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ullhor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nathi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pôl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Varnnhikkuvaan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aazham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naavinilla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chol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F5DAA-D7AF-468A-A436-EE40983FD3F5}"/>
              </a:ext>
            </a:extLst>
          </p:cNvPr>
          <p:cNvSpPr/>
          <p:nvPr/>
        </p:nvSpPr>
        <p:spPr>
          <a:xfrm>
            <a:off x="0" y="5719227"/>
            <a:ext cx="113461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samaadhaanam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undipaarayil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0481" y="0"/>
            <a:ext cx="12191999" cy="281940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2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പണ്ടു എന്‍റെ പാപം മന:സ്സാക്ഷിയെ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കുത്തി ഈ വിലാപം തീർന്നതെങ്ങനെ?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എൻ വിശ്വാസക്കണ്ണു നോക്കി ക്രൂശിന്മേൽ</a:t>
            </a:r>
            <a:b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എല്ലാം തീർത്തു അന്നു എൻ ഇമ്മാനുവേൽ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183262-CEFA-4007-847B-8BA99BA5B9F3}"/>
              </a:ext>
            </a:extLst>
          </p:cNvPr>
          <p:cNvSpPr/>
          <p:nvPr/>
        </p:nvSpPr>
        <p:spPr>
          <a:xfrm>
            <a:off x="-7620" y="2611283"/>
            <a:ext cx="11353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അടിസ്ഥാനം അതു ക്രിസ്തുവിൽ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പൂർണ്ണ സമാധാനം ഉണ്ടിപ്പാറയിൽ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EC79B-631A-4F31-8336-709C02DD2B9D}"/>
              </a:ext>
            </a:extLst>
          </p:cNvPr>
          <p:cNvSpPr/>
          <p:nvPr/>
        </p:nvSpPr>
        <p:spPr>
          <a:xfrm>
            <a:off x="-30481" y="3657600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2. Pandu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paapam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manasaakshiye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Kuththi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ee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vilaapam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theernnathenganey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?</a:t>
            </a: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vishwaasakkannhu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nôkki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krushinmel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Ellaam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theerththu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annu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Immaanuvel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F5DAA-D7AF-468A-A436-EE40983FD3F5}"/>
              </a:ext>
            </a:extLst>
          </p:cNvPr>
          <p:cNvSpPr/>
          <p:nvPr/>
        </p:nvSpPr>
        <p:spPr>
          <a:xfrm>
            <a:off x="0" y="5719227"/>
            <a:ext cx="113461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samaadhaanam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undipaarayil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588893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0481" y="0"/>
            <a:ext cx="12191999" cy="281940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കർത്തൻ ഉള്ളം കൈയിൽ മറഞ്ഞിരിക്കേ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പേയിൻ സൂത്രം എന്നിൽ മുറ്റും വെറുതെ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മല്ലൻ ആയുധങ്ങൾ എല്ലാം പൊട്ടിപ്പോം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ഇല്ല ചഞ്ചലങ്ങൾ ധൈര്യമോ പാരം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183262-CEFA-4007-847B-8BA99BA5B9F3}"/>
              </a:ext>
            </a:extLst>
          </p:cNvPr>
          <p:cNvSpPr/>
          <p:nvPr/>
        </p:nvSpPr>
        <p:spPr>
          <a:xfrm>
            <a:off x="-7620" y="2611283"/>
            <a:ext cx="11353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അടിസ്ഥാനം അതു ക്രിസ്തുവിൽ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പൂർണ്ണ സമാധാനം ഉണ്ടിപ്പാറയിൽ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EC79B-631A-4F31-8336-709C02DD2B9D}"/>
              </a:ext>
            </a:extLst>
          </p:cNvPr>
          <p:cNvSpPr/>
          <p:nvPr/>
        </p:nvSpPr>
        <p:spPr>
          <a:xfrm>
            <a:off x="-30481" y="3657600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3.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Karththan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ullham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kaiyil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maranjirikkey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Pèyin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soothram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ennil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muttum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veruthey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Mallan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aayudhangalh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ellaam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pottipôm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Illa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chanchalangalh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dhairyamo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paaram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F5DAA-D7AF-468A-A436-EE40983FD3F5}"/>
              </a:ext>
            </a:extLst>
          </p:cNvPr>
          <p:cNvSpPr/>
          <p:nvPr/>
        </p:nvSpPr>
        <p:spPr>
          <a:xfrm>
            <a:off x="0" y="5719227"/>
            <a:ext cx="113461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samaadhaanam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undipaarayil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71040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0481" y="0"/>
            <a:ext cx="12191999" cy="281940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ഭയം സംശയങ്ങൾ തീരെ നീങ്ങുവാൻ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 വാഗ്ദത്തങ്ങൾ തന്നിട്ടുണ്ടു താൻ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അതിൽ ഒരു വള്ളി ഇല്ലാതാകുമോ?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പോകയില്ലോർ പുള്ളീ സാത്താനേ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നീ പോ!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183262-CEFA-4007-847B-8BA99BA5B9F3}"/>
              </a:ext>
            </a:extLst>
          </p:cNvPr>
          <p:cNvSpPr/>
          <p:nvPr/>
        </p:nvSpPr>
        <p:spPr>
          <a:xfrm>
            <a:off x="-7620" y="2611283"/>
            <a:ext cx="11353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അടിസ്ഥാനം അതു ക്രിസ്തുവിൽ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പൂർണ്ണ സമാധാനം ഉണ്ടിപ്പാറയിൽ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EC79B-631A-4F31-8336-709C02DD2B9D}"/>
              </a:ext>
            </a:extLst>
          </p:cNvPr>
          <p:cNvSpPr/>
          <p:nvPr/>
        </p:nvSpPr>
        <p:spPr>
          <a:xfrm>
            <a:off x="-30481" y="3657600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4.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Bhayam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samshayangalh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theerey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neenguvaan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Ethra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vaagdaththangalh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thannittundu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thaan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Athil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oru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vallhi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illaathaakumo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?</a:t>
            </a: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Pôkayillor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pullhi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saaththaaney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! Nee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pô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!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F5DAA-D7AF-468A-A436-EE40983FD3F5}"/>
              </a:ext>
            </a:extLst>
          </p:cNvPr>
          <p:cNvSpPr/>
          <p:nvPr/>
        </p:nvSpPr>
        <p:spPr>
          <a:xfrm>
            <a:off x="0" y="5719227"/>
            <a:ext cx="113461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samaadhaanam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undipaarayil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39748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30481" y="0"/>
            <a:ext cx="12191999" cy="2819400"/>
          </a:xfrm>
        </p:spPr>
        <p:txBody>
          <a:bodyPr anchor="t"/>
          <a:lstStyle/>
          <a:p>
            <a:pPr algn="l" defTabSz="457200"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ബുദ്ധിമുട്ടു കഷ്ടം പെരുകി വന്നാൽ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എനിക്കെന്തു നഷ്ടം ഞാൻ കർത്താവിൻ ആൾ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യേശു താൻ എൻ സ്വന്തം എന്‍റെ രാജാവും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എനിക്കുള്ള അംശം അതാരെടുക്കും?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239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E183262-CEFA-4007-847B-8BA99BA5B9F3}"/>
              </a:ext>
            </a:extLst>
          </p:cNvPr>
          <p:cNvSpPr/>
          <p:nvPr/>
        </p:nvSpPr>
        <p:spPr>
          <a:xfrm>
            <a:off x="-7620" y="2611283"/>
            <a:ext cx="11353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എന്‍റെ അടിസ്ഥാനം അതു ക്രിസ്തുവിൽ</a:t>
            </a:r>
            <a:b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പൂർണ്ണ സമാധാനം ഉണ്ടിപ്പാറയിൽ</a:t>
            </a:r>
            <a:endParaRPr lang="en-US"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FBEC79B-631A-4F31-8336-709C02DD2B9D}"/>
              </a:ext>
            </a:extLst>
          </p:cNvPr>
          <p:cNvSpPr/>
          <p:nvPr/>
        </p:nvSpPr>
        <p:spPr>
          <a:xfrm>
            <a:off x="-30481" y="3657600"/>
            <a:ext cx="12191998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5.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Buddhimuttu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kashtam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peruki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vannaal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Enikkenthu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nashtam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njaan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Karththaavin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aalh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Yeshu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thaan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en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swantham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raajaavum</a:t>
            </a:r>
            <a:endParaRPr lang="en-US" sz="3400" dirty="0">
              <a:solidFill>
                <a:schemeClr val="tx2"/>
              </a:solidFill>
              <a:latin typeface="+mn-lt"/>
            </a:endParaRPr>
          </a:p>
          <a:p>
            <a:r>
              <a:rPr lang="en-US" sz="3400" dirty="0">
                <a:solidFill>
                  <a:schemeClr val="tx2"/>
                </a:solidFill>
                <a:latin typeface="+mn-lt"/>
              </a:rPr>
              <a:t>   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Enikkullha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amsham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dirty="0" err="1">
                <a:solidFill>
                  <a:schemeClr val="tx2"/>
                </a:solidFill>
                <a:latin typeface="+mn-lt"/>
              </a:rPr>
              <a:t>atharedukkum</a:t>
            </a:r>
            <a:r>
              <a:rPr lang="en-US" sz="3400" dirty="0">
                <a:solidFill>
                  <a:schemeClr val="tx2"/>
                </a:solidFill>
                <a:latin typeface="+mn-lt"/>
              </a:rPr>
              <a:t>?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1F5DAA-D7AF-468A-A436-EE40983FD3F5}"/>
              </a:ext>
            </a:extLst>
          </p:cNvPr>
          <p:cNvSpPr/>
          <p:nvPr/>
        </p:nvSpPr>
        <p:spPr>
          <a:xfrm>
            <a:off x="0" y="5719227"/>
            <a:ext cx="1134618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Entey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adisthaanam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athu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Kristhuvil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  <a:p>
            <a:pPr algn="r"/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Poornha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samaadhaanam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tx2"/>
                </a:solidFill>
                <a:latin typeface="+mn-lt"/>
              </a:rPr>
              <a:t>undipaarayil</a:t>
            </a:r>
            <a:r>
              <a:rPr lang="en-US" sz="3400" b="1" dirty="0">
                <a:solidFill>
                  <a:schemeClr val="tx2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295325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</TotalTime>
  <Words>202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Kartika</vt:lpstr>
      <vt:lpstr>Office Theme</vt:lpstr>
      <vt:lpstr>239 ക്രിസ്തുവിന്‍റെ ദാനം എത്ര മധുരം</vt:lpstr>
      <vt:lpstr>1  ക്രിസ്തുവിന്‍റെ ദാനം എത്ര മധുരം പൂർണ്ണ സമാധാനം പൂർണ്ണ ആനന്ദം എത്രയോ വിസ്താരം ഉള്ളോർ നദി പോൽ വർണ്ണിക്കുവാൻ ആഴം നാവിനി ല്ല ചൊൽ</vt:lpstr>
      <vt:lpstr>2  പണ്ടു എന്‍റെ പാപം മന:സ്സാക്ഷിയെ കുത്തി ഈ വിലാപം തീർന്നതെങ്ങനെ? എൻ വിശ്വാസക്കണ്ണു നോക്കി ക്രൂശിന്മേൽ എല്ലാം തീർത്തു അന്നു എൻ ഇമ്മാനുവേൽ</vt:lpstr>
      <vt:lpstr>3  കർത്തൻ ഉള്ളം കൈയിൽ മറഞ്ഞിരിക്കേ  പേയിൻ സൂത്രം എന്നിൽ മുറ്റും വെറുതെ മല്ലൻ ആയുധങ്ങൾ എല്ലാം പൊട്ടിപ്പോം ഇല്ല ചഞ്ചലങ്ങൾ ധൈര്യമോ പാരം</vt:lpstr>
      <vt:lpstr>4  ഭയം സംശയങ്ങൾ തീരെ നീങ്ങുവാൻ എത്ര വാഗ്ദത്തങ്ങൾ തന്നിട്ടുണ്ടു താൻ അതിൽ ഒരു വള്ളി ഇല്ലാതാകുമോ? പോകയില്ലോർ പുള്ളീ സാത്താനേ! നീ പോ!</vt:lpstr>
      <vt:lpstr>5  ബുദ്ധിമുട്ടു കഷ്ടം പെരുകി വന്നാൽ എനിക്കെന്തു നഷ്ടം ഞാൻ കർത്താവിൻ ആൾ യേശു താൻ എൻ സ്വന്തം എന്‍റെ രാജാവും എനിക്കുള്ള അംശം അതാരെടുക്കും?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Kristhuvinte daanam</dc:title>
  <dc:creator>Digital Input:; GM JOHN; Acsah Mathews</dc:creator>
  <cp:lastModifiedBy>Acsah Mathews</cp:lastModifiedBy>
  <cp:revision>134</cp:revision>
  <dcterms:created xsi:type="dcterms:W3CDTF">2013-04-19T09:19:07Z</dcterms:created>
  <dcterms:modified xsi:type="dcterms:W3CDTF">2018-11-09T13:36:36Z</dcterms:modified>
</cp:coreProperties>
</file>