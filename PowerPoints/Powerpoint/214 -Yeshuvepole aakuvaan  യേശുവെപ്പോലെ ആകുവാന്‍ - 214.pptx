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4" r:id="rId3"/>
    <p:sldId id="280" r:id="rId4"/>
    <p:sldId id="275" r:id="rId5"/>
    <p:sldId id="285" r:id="rId6"/>
    <p:sldId id="281" r:id="rId7"/>
    <p:sldId id="286" r:id="rId8"/>
    <p:sldId id="277" r:id="rId9"/>
    <p:sldId id="287" r:id="rId10"/>
    <p:sldId id="282" r:id="rId11"/>
    <p:sldId id="288" r:id="rId12"/>
    <p:sldId id="276" r:id="rId13"/>
    <p:sldId id="289" r:id="rId14"/>
    <p:sldId id="283" r:id="rId15"/>
    <p:sldId id="290" r:id="rId16"/>
    <p:sldId id="278" r:id="rId17"/>
    <p:sldId id="291" r:id="rId18"/>
    <p:sldId id="284" r:id="rId19"/>
    <p:sldId id="292" r:id="rId2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9" d="100"/>
          <a:sy n="49" d="100"/>
        </p:scale>
        <p:origin x="3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1CDBF-B26E-4D87-91DC-FEA88DB154C0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F2937-D491-4CE7-B721-B92988D7E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F2D7B-151E-49A0-8B8D-CD61D52780A9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338F8-62C5-46E2-8592-A60BC1A146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EE7CA-F83B-4DAA-A422-0088F6D4BDEF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C58BDA-34E6-480E-A923-F6985CB7DD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70088-49E8-4016-B993-2EBA3C97F62C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EFB97-F956-4A65-B68A-FFC62D3C2B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CDF71-0450-4D56-9C54-AF0804490B15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DCB0F-DC2E-4800-9AA4-4776A9737F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6FE10-CD49-4282-A1D6-E6C7B8A74F4C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99CD9-D0FE-483E-B944-DB9D42AC3F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EF8F2-E265-49BB-927D-1F52B767AD66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3BC35-BC95-4342-B238-3FC2B5FCF9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8D44-0F3C-4FFD-8D45-CD3276EA88AE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82042-18B5-4FF4-96C0-DC54019FEB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48872-721A-4F18-8A28-30C8888F38E1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9C93B-D263-494F-ACD2-755D4FDC87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6B673-06B8-4420-BC4F-E735FFACAC36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DB6C76-4DCE-4E81-9DBE-BD29C69C99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AC301-C003-45BD-BC67-F2161B4CF278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E6FFE-A08B-4C06-B47F-A5AC76033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7156F44-AF72-47BB-AAC4-66BA737D4751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9CEFD4-0888-49A4-9FC1-79F71D709B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1AAC-7BB0-4679-BDE8-335B9269A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76400"/>
            <a:ext cx="10363200" cy="1470025"/>
          </a:xfrm>
        </p:spPr>
        <p:txBody>
          <a:bodyPr/>
          <a:lstStyle/>
          <a:p>
            <a:r>
              <a:rPr lang="en-US" dirty="0"/>
              <a:t>214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യേശുവേപ്പോലെ ആകുവാൻ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84893-6399-41C2-9DCA-15EA59346D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Yeshuvey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poley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aakuvaan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en-US" i="1" dirty="0">
                <a:solidFill>
                  <a:schemeClr val="tx2">
                    <a:lumMod val="75000"/>
                  </a:schemeClr>
                </a:solidFill>
              </a:rPr>
              <a:t>Tune: More about Jesus</a:t>
            </a:r>
          </a:p>
        </p:txBody>
      </p:sp>
    </p:spTree>
    <p:extLst>
      <p:ext uri="{BB962C8B-B14F-4D97-AF65-F5344CB8AC3E}">
        <p14:creationId xmlns:p14="http://schemas.microsoft.com/office/powerpoint/2010/main" val="262575745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814542"/>
            <a:ext cx="11582400" cy="2362199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യേശുവേപ്പോലെ ആകുവാൻ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വാക്കു കാക്കുവാൻ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യേശുവെ നോക്കി ജീവിപ്പാൻ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ഇവയെ കാംക്ഷിക്കുന്നു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64AD7E-FE49-44FF-A32F-80FB28B7289B}"/>
              </a:ext>
            </a:extLst>
          </p:cNvPr>
          <p:cNvSpPr/>
          <p:nvPr/>
        </p:nvSpPr>
        <p:spPr>
          <a:xfrm>
            <a:off x="609600" y="37338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aakuvaan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vaakku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kaakkuvaan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nokki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jeevippaan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Ivaye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kaamkshikkunnu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28637"/>
            <a:ext cx="12192000" cy="2438400"/>
          </a:xfrm>
        </p:spPr>
        <p:txBody>
          <a:bodyPr anchor="t"/>
          <a:lstStyle/>
          <a:p>
            <a:pPr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ഉറപ്പിക്കെന്നെ എൻ 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നിറയ്ക്കയെന്നെ ശുദ്ധാത്മാ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മഹത്വത്താലെ ഞാൻ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നിറഞ്ഞു ശോഭിപ്പാൻ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36A8-F33E-4DAC-B661-9F1855AB3E97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shudhdhaathmaa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mahathwaththaaley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shobhippaan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CCBA43-F099-4129-9F7C-5D86C424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12473276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609600" y="762000"/>
            <a:ext cx="11582400" cy="2286000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ശൈശവപ്രായ വീഴ്ചകൾ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മോശയാലുള്ള താഴ്ചകൾ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നീക്കുക എല്ലാം നായകാ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ഏകുക നിൻ സംപൂർണ്ണത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CFA941-4573-417C-91E8-3C32DD02BC7B}"/>
              </a:ext>
            </a:extLst>
          </p:cNvPr>
          <p:cNvSpPr/>
          <p:nvPr/>
        </p:nvSpPr>
        <p:spPr>
          <a:xfrm>
            <a:off x="609600" y="37338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Shaishava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praaya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veezhchakalh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Moshayaalullha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thaazhchakalh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Neekkuka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ellaam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Naayaka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Ekuka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sampoornhatha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35C513D-1C5F-4F1D-93B2-8B23805AE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28637"/>
            <a:ext cx="12192000" cy="2438400"/>
          </a:xfrm>
        </p:spPr>
        <p:txBody>
          <a:bodyPr anchor="t"/>
          <a:lstStyle/>
          <a:p>
            <a:pPr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ഉറപ്പിക്കെന്നെ എൻ 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നിറയ്ക്കയെന്നെ ശുദ്ധാത്മാ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മഹത്വത്താലെ ഞാൻ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നിറഞ്ഞു ശോഭിപ്പാൻ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36A8-F33E-4DAC-B661-9F1855AB3E97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shudhdhaathmaa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mahathwaththaaley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shobhippaan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CCBA43-F099-4129-9F7C-5D86C424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9661895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609600" y="685800"/>
            <a:ext cx="11569430" cy="2438400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പ്രാത്ഥനയാൽ എപ്പോഴും ഞാൻ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ജാഗരിച്ചു പോരാടുവാൻ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സഹായം നല്കുക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മഹാപുരോഹിതാ!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2454A-76B9-44ED-BD88-4A4C97ADC76C}"/>
              </a:ext>
            </a:extLst>
          </p:cNvPr>
          <p:cNvSpPr/>
          <p:nvPr/>
        </p:nvSpPr>
        <p:spPr>
          <a:xfrm>
            <a:off x="609600" y="37338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Praarthanayaal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eppozhum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Jaagarichchu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poraaduvaan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Nintey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sahaayam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nalkuka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purohithaa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	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E2355ED-B9A1-4B86-A13B-747D56022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410530935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28637"/>
            <a:ext cx="12192000" cy="2438400"/>
          </a:xfrm>
        </p:spPr>
        <p:txBody>
          <a:bodyPr anchor="t"/>
          <a:lstStyle/>
          <a:p>
            <a:pPr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ഉറപ്പിക്കെന്നെ എൻ 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നിറയ്ക്കയെന്നെ ശുദ്ധാത്മാ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മഹത്വത്താലെ ഞാൻ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നിറഞ്ഞു ശോഭിപ്പാൻ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36A8-F33E-4DAC-B661-9F1855AB3E97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shudhdhaathmaa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mahathwaththaaley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shobhippaan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CCBA43-F099-4129-9F7C-5D86C424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130043422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609600" y="762000"/>
            <a:ext cx="11582400" cy="2438400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വാഗ്ദത്തമാം നിക്ഷേപം ഞാൻ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ആകെയെന്‍ സ്വന്തമാക്കുവാൻ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പൂർണ്ണപ്രകാശം രക്ഷകാ!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പൂർണ്ണവിശ്വാസത്തേയും താ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	–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ഉറ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DB7F57-9FB9-4D8F-BBAD-C7DBC32BDD0E}"/>
              </a:ext>
            </a:extLst>
          </p:cNvPr>
          <p:cNvSpPr/>
          <p:nvPr/>
        </p:nvSpPr>
        <p:spPr>
          <a:xfrm>
            <a:off x="609600" y="37338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Vaagdaththamaam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niksheypam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Aakeyen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swantham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aakkuvaan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Poornha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prakaasham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Rakshakaa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Poornha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vishwaasaththeyum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A4AF5C-4F5F-48E9-87ED-153DB29DB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28637"/>
            <a:ext cx="12192000" cy="2438400"/>
          </a:xfrm>
        </p:spPr>
        <p:txBody>
          <a:bodyPr anchor="t"/>
          <a:lstStyle/>
          <a:p>
            <a:pPr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ഉറപ്പിക്കെന്നെ എൻ 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നിറയ്ക്കയെന്നെ ശുദ്ധാത്മാ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മഹത്വത്താലെ ഞാൻ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നിറഞ്ഞു ശോഭിപ്പാൻ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36A8-F33E-4DAC-B661-9F1855AB3E97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shudhdhaathmaa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mahathwaththaaley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shobhippaan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CCBA43-F099-4129-9F7C-5D86C424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31004907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609600" y="659760"/>
            <a:ext cx="11582400" cy="2362200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ഭീരുത്വത്താൽ അനേകരും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തീരെ പിന്മാറി ഖേദിക്കും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ധീരത നൽകുകേശുവേ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വീരനാം സാക്ഷി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ആക്കുക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DB7F57-9FB9-4D8F-BBAD-C7DBC32BDD0E}"/>
              </a:ext>
            </a:extLst>
          </p:cNvPr>
          <p:cNvSpPr/>
          <p:nvPr/>
        </p:nvSpPr>
        <p:spPr>
          <a:xfrm>
            <a:off x="609600" y="37338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5.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Bheeruthwaththaal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anekarum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Theerey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pinmaari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khedikkum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Dheeratha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nalkukeshuvey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Veeranaam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saakshi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aakkuka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748C9AB-BCA6-4488-9FB6-266F19023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5223654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28637"/>
            <a:ext cx="12192000" cy="2438400"/>
          </a:xfrm>
        </p:spPr>
        <p:txBody>
          <a:bodyPr anchor="t"/>
          <a:lstStyle/>
          <a:p>
            <a:pPr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ഉറപ്പിക്കെന്നെ എൻ 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നിറയ്ക്കയെന്നെ ശുദ്ധാത്മാ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മഹത്വത്താലെ ഞാൻ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നിറഞ്ഞു ശോഭിപ്പാൻ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36A8-F33E-4DAC-B661-9F1855AB3E97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shudhdhaathmaa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mahathwaththaaley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shobhippaan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CCBA43-F099-4129-9F7C-5D86C424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244018358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3"/>
          <p:cNvSpPr>
            <a:spLocks noGrp="1"/>
          </p:cNvSpPr>
          <p:nvPr>
            <p:ph type="ctrTitle"/>
          </p:nvPr>
        </p:nvSpPr>
        <p:spPr>
          <a:xfrm>
            <a:off x="609600" y="719697"/>
            <a:ext cx="11582400" cy="2590800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വാങ്ങുകയല്ല ഉത്തമം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താങ്ങുകയേറെ ശുദ്ധമാം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നിന്നോടു കൂടെ ഞാൻ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എണ്ണുവാൻ ജ്ഞാനം നൽകണം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		–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ഉറ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4A7C3B-CBB1-4A5F-9DE9-A1378828B341}"/>
              </a:ext>
            </a:extLst>
          </p:cNvPr>
          <p:cNvSpPr/>
          <p:nvPr/>
        </p:nvSpPr>
        <p:spPr>
          <a:xfrm>
            <a:off x="609600" y="37338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6.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Vaangukayalla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uththamam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Thaangukayerey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shudhdhamaam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ninnodu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koodey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Ennhuvaan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gnaanam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A5BC9BD-79AB-40BC-B454-FCF2161F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28637"/>
            <a:ext cx="12192000" cy="2438400"/>
          </a:xfrm>
        </p:spPr>
        <p:txBody>
          <a:bodyPr anchor="t"/>
          <a:lstStyle/>
          <a:p>
            <a:pPr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ഉറപ്പിക്കെന്നെ എൻ 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നിറയ്ക്കയെന്നെ ശുദ്ധാത്മാ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മഹത്വത്താലെ ഞാൻ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നിറഞ്ഞു ശോഭിപ്പാൻ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36A8-F33E-4DAC-B661-9F1855AB3E97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shudhdhaathmaa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mahathwaththaaley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shobhippaan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CCBA43-F099-4129-9F7C-5D86C424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161399782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3"/>
          <p:cNvSpPr>
            <a:spLocks noGrp="1"/>
          </p:cNvSpPr>
          <p:nvPr>
            <p:ph type="ctrTitle"/>
          </p:nvPr>
        </p:nvSpPr>
        <p:spPr>
          <a:xfrm>
            <a:off x="609600" y="659760"/>
            <a:ext cx="11582400" cy="2362200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തേടുവാൻ നഷ്ടമായതും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നേടുവാൻ ഭ്രഷ്ടമായതും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കണ്ണുനീർ വാർക്കും സ്നേഹം താ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വന്നു നിൻ അഗ്നികത്തിക്ക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		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4A7C3B-CBB1-4A5F-9DE9-A1378828B341}"/>
              </a:ext>
            </a:extLst>
          </p:cNvPr>
          <p:cNvSpPr/>
          <p:nvPr/>
        </p:nvSpPr>
        <p:spPr>
          <a:xfrm>
            <a:off x="609600" y="37338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7.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Thèduvaan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nashtam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aayathum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Nèduvaan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bhrashtam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aayathum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Kannhu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neer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vaarkkum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agni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kaththikka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3FA3C6-E348-4AD0-ACD7-7975662A3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246985413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28637"/>
            <a:ext cx="12192000" cy="2438400"/>
          </a:xfrm>
        </p:spPr>
        <p:txBody>
          <a:bodyPr anchor="t"/>
          <a:lstStyle/>
          <a:p>
            <a:pPr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ഉറപ്പിക്കെന്നെ എൻ 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നിറയ്ക്കയെന്നെ ശുദ്ധാത്മാ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മഹത്വത്താലെ ഞാൻ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നിറഞ്ഞു ശോഭിപ്പാൻ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36A8-F33E-4DAC-B661-9F1855AB3E97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shudhdhaathmaa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mahathwaththaaley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shobhippaan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CCBA43-F099-4129-9F7C-5D86C424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146351705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/>
          <p:cNvSpPr>
            <a:spLocks noGrp="1"/>
          </p:cNvSpPr>
          <p:nvPr>
            <p:ph type="ctrTitle"/>
          </p:nvPr>
        </p:nvSpPr>
        <p:spPr>
          <a:xfrm>
            <a:off x="609600" y="762000"/>
            <a:ext cx="11582400" cy="2438400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കഷ്ടതയിലും പാടുവാൻ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നഷ്ടം അതിൽ കൊണ്ടാടുവാൻ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അരുൾക നാഥനേ! 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ഭക്തിയിൽ പൂർണ്ണൻ ആക്കുക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 –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ഉറ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60298-8522-4E0C-9DB9-0D77644ED0D9}"/>
              </a:ext>
            </a:extLst>
          </p:cNvPr>
          <p:cNvSpPr/>
          <p:nvPr/>
        </p:nvSpPr>
        <p:spPr>
          <a:xfrm>
            <a:off x="609600" y="37338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8.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Kashtathayilum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paaduvaan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Nashtam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athil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kondaaduvaan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Shatkthi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arulhka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Naathaney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Bhakthiyil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poornhaan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aakkuka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03C50E9-5DEB-404C-8A8B-1C19CFCEA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28637"/>
            <a:ext cx="12192000" cy="2438400"/>
          </a:xfrm>
        </p:spPr>
        <p:txBody>
          <a:bodyPr anchor="t"/>
          <a:lstStyle/>
          <a:p>
            <a:pPr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ഉറപ്പിക്കെന്നെ എൻ 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നിറയ്ക്കയെന്നെ ശുദ്ധാത്മാ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മഹത്വത്താലെ ഞാൻ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നിറഞ്ഞു ശോഭിപ്പാൻ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36A8-F33E-4DAC-B661-9F1855AB3E97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shudhdhaathmaa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mahathwaththaaley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shobhippaan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CCBA43-F099-4129-9F7C-5D86C424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16103270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/>
          <p:cNvSpPr>
            <a:spLocks noGrp="1"/>
          </p:cNvSpPr>
          <p:nvPr>
            <p:ph type="ctrTitle"/>
          </p:nvPr>
        </p:nvSpPr>
        <p:spPr>
          <a:xfrm>
            <a:off x="609600" y="891652"/>
            <a:ext cx="11582400" cy="2438400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9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കൂടെ താഴുവാൻ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കൂടെ വാഴുവാൻ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യേശുവിൽ നിത്യം ചേരുവാൻ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ഇവയെ കാംക്ഷിക്കുന്നു ഞാൻ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ഉറ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60298-8522-4E0C-9DB9-0D77644ED0D9}"/>
              </a:ext>
            </a:extLst>
          </p:cNvPr>
          <p:cNvSpPr/>
          <p:nvPr/>
        </p:nvSpPr>
        <p:spPr>
          <a:xfrm>
            <a:off x="609600" y="3733800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9.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koodey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thaazhuvaan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koodey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vaazhuvaan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nithyam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cheruvaan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Ivayey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kaamkshikkunnu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618D891-7954-474D-B8A6-C9DC62BBB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33947469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28637"/>
            <a:ext cx="12192000" cy="2438400"/>
          </a:xfrm>
        </p:spPr>
        <p:txBody>
          <a:bodyPr anchor="t"/>
          <a:lstStyle/>
          <a:p>
            <a:pPr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ഉറപ്പിക്കെന്നെ എൻ 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നിറയ്ക്കയെന്നെ ശുദ്ധാത്മാ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മഹത്വത്താലെ ഞാൻ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നിറഞ്ഞു ശോഭിപ്പാൻ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A36A8-F33E-4DAC-B661-9F1855AB3E97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Urappikkenne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shudhdhaathmaa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mahathwaththaaley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shobhippaan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CCBA43-F099-4129-9F7C-5D86C424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164468924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324</Words>
  <Application>Microsoft Office PowerPoint</Application>
  <PresentationFormat>Widescreen</PresentationFormat>
  <Paragraphs>111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Kartika</vt:lpstr>
      <vt:lpstr>Office Theme</vt:lpstr>
      <vt:lpstr>214 യേശുവേപ്പോലെ ആകുവാൻ</vt:lpstr>
      <vt:lpstr>1 യേശുവേപ്പോലെ ആകുവാൻ   യേശുവിൻ വാക്കു കാക്കുവാൻ  യേശുവെ നോക്കി ജീവിപ്പാൻ   ഇവയെ കാംക്ഷിക്കുന്നു ഞാൻ</vt:lpstr>
      <vt:lpstr>ഉറപ്പിക്കെന്നെ എൻ നാഥാ!  നിറയ്ക്കയെന്നെ ശുദ്ധാത്മാ! ക്രിസ്തൻ മഹത്വത്താലെ ഞാൻ  മുറ്റും നിറഞ്ഞു ശോഭിപ്പാൻ </vt:lpstr>
      <vt:lpstr>2 ശൈശവപ്രായ വീഴ്ചകൾ   മോശയാലുള്ള താഴ്ചകൾ  നീക്കുക എല്ലാം നായകാ   ഏകുക നിൻ സംപൂർണ്ണത    – ഉറ….</vt:lpstr>
      <vt:lpstr>ഉറപ്പിക്കെന്നെ എൻ നാഥാ!  നിറയ്ക്കയെന്നെ ശുദ്ധാത്മാ! ക്രിസ്തൻ മഹത്വത്താലെ ഞാൻ  മുറ്റും നിറഞ്ഞു ശോഭിപ്പാൻ </vt:lpstr>
      <vt:lpstr>3 പ്രാത്ഥനയാൽ എപ്പോഴും ഞാൻ   ജാഗരിച്ചു പോരാടുവാൻ  നിന്‍റെ സഹായം നല്കുക   എന്‍റെ മഹാപുരോഹിതാ!    – ഉറ… </vt:lpstr>
      <vt:lpstr>ഉറപ്പിക്കെന്നെ എൻ നാഥാ!  നിറയ്ക്കയെന്നെ ശുദ്ധാത്മാ! ക്രിസ്തൻ മഹത്വത്താലെ ഞാൻ  മുറ്റും നിറഞ്ഞു ശോഭിപ്പാൻ </vt:lpstr>
      <vt:lpstr>4 വാഗ്ദത്തമാം നിക്ഷേപം ഞാൻ   ആകെയെന്‍ സ്വന്തമാക്കുവാൻ  പൂർണ്ണപ്രകാശം രക്ഷകാ!   പൂർണ്ണവിശ്വാസത്തേയും താ  – ഉറ…</vt:lpstr>
      <vt:lpstr>ഉറപ്പിക്കെന്നെ എൻ നാഥാ!  നിറയ്ക്കയെന്നെ ശുദ്ധാത്മാ! ക്രിസ്തൻ മഹത്വത്താലെ ഞാൻ  മുറ്റും നിറഞ്ഞു ശോഭിപ്പാൻ </vt:lpstr>
      <vt:lpstr>5 ഭീരുത്വത്താൽ അനേകരും   തീരെ പിന്മാറി ഖേദിക്കും  ധീരത നൽകുകേശുവേ   വീരനാം സാക്ഷി  ആക്കുക    – ഉറ… </vt:lpstr>
      <vt:lpstr>ഉറപ്പിക്കെന്നെ എൻ നാഥാ!  നിറയ്ക്കയെന്നെ ശുദ്ധാത്മാ! ക്രിസ്തൻ മഹത്വത്താലെ ഞാൻ  മുറ്റും നിറഞ്ഞു ശോഭിപ്പാൻ </vt:lpstr>
      <vt:lpstr>6 വാങ്ങുകയല്ല ഉത്തമം   താങ്ങുകയേറെ ശുദ്ധമാം  എന്നു നിന്നോടു കൂടെ ഞാൻ   എണ്ണുവാൻ ജ്ഞാനം നൽകണം   – ഉറ…</vt:lpstr>
      <vt:lpstr>ഉറപ്പിക്കെന്നെ എൻ നാഥാ!  നിറയ്ക്കയെന്നെ ശുദ്ധാത്മാ! ക്രിസ്തൻ മഹത്വത്താലെ ഞാൻ  മുറ്റും നിറഞ്ഞു ശോഭിപ്പാൻ </vt:lpstr>
      <vt:lpstr>7 തേടുവാൻ നഷ്ടമായതും   നേടുവാൻ ഭ്രഷ്ടമായതും  കണ്ണുനീർ വാർക്കും സ്നേഹം താ!  വന്നു നിൻ അഗ്നികത്തിക്ക      – ഉറ…. </vt:lpstr>
      <vt:lpstr>ഉറപ്പിക്കെന്നെ എൻ നാഥാ!  നിറയ്ക്കയെന്നെ ശുദ്ധാത്മാ! ക്രിസ്തൻ മഹത്വത്താലെ ഞാൻ  മുറ്റും നിറഞ്ഞു ശോഭിപ്പാൻ </vt:lpstr>
      <vt:lpstr>8 കഷ്ടതയിലും പാടുവാൻ   നഷ്ടം അതിൽ കൊണ്ടാടുവാൻ  ശക്തി അരുൾക നാഥനേ!    ഭക്തിയിൽ പൂർണ്ണൻ ആക്കുക    – ഉറ…</vt:lpstr>
      <vt:lpstr>ഉറപ്പിക്കെന്നെ എൻ നാഥാ!  നിറയ്ക്കയെന്നെ ശുദ്ധാത്മാ! ക്രിസ്തൻ മഹത്വത്താലെ ഞാൻ  മുറ്റും നിറഞ്ഞു ശോഭിപ്പാൻ </vt:lpstr>
      <vt:lpstr>9 യേശുവിൻ കൂടെ താഴുവാൻ   യേശുവിൻ കൂടെ വാഴുവാൻ  യേശുവിൽ നിത്യം ചേരുവാൻ   ഇവയെ കാംക്ഷിക്കുന്നു ഞാൻ – ഉറ….</vt:lpstr>
      <vt:lpstr>ഉറപ്പിക്കെന്നെ എൻ നാഥാ!  നിറയ്ക്കയെന്നെ ശുദ്ധാത്മാ! ക്രിസ്തൻ മഹത്വത്താലെ ഞാൻ  മുറ്റും നിറഞ്ഞു ശോഭിപ്പാൻ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Yeshuvepole aakuvaan</dc:title>
  <dc:creator>Digital Input:; GM JOHN; Acsah Mathews</dc:creator>
  <cp:lastModifiedBy>Acsah Mathews</cp:lastModifiedBy>
  <cp:revision>211</cp:revision>
  <dcterms:created xsi:type="dcterms:W3CDTF">2013-04-19T09:19:07Z</dcterms:created>
  <dcterms:modified xsi:type="dcterms:W3CDTF">2018-10-23T17:13:28Z</dcterms:modified>
</cp:coreProperties>
</file>