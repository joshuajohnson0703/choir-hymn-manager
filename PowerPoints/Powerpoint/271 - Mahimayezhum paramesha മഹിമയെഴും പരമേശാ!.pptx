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3" r:id="rId4"/>
    <p:sldId id="274" r:id="rId5"/>
    <p:sldId id="275" r:id="rId6"/>
    <p:sldId id="276" r:id="rId7"/>
    <p:sldId id="277" r:id="rId8"/>
    <p:sldId id="278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9B60F-12C6-43A4-888F-1E50688E68E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3BD36-38BA-47C1-A408-BA112C38A4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EBA4C-0A7A-461F-9B6B-720352ABDC8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AB382-B99B-4A67-A680-9FBC57D515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2067A-F419-48FC-A211-727E7C88855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61589-6ED8-416E-BED0-33E2D2FB69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231F5-9FA9-4094-B1DC-5EB79C75E06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C2929-7F4E-4639-AF7D-6DD7107EA3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C40C81-C4DC-4BF1-9071-430CA5197F0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77B83-2375-4D0B-9E27-258EC91004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69AE7-7412-48BA-BF42-677421BA2BF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9CF06-E4C3-4658-B597-CA384BA4AB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AEDB89-3A2A-4084-A4D9-4877FA06F94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1D538-8B89-48CB-B75F-166B3FA4CE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96114-60FE-4F6A-A4D7-919CD23B4D4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B929E-9E5F-4A0E-9DEE-1A70E7FD0F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6DA72-A937-4CAB-A15F-C0446288080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33291-0E54-468F-8D49-8B6C44AB59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E2AC9-CD10-4E10-A5C8-613ECE06046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A380-6743-4273-B6E0-5ADB4199F8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D5314-F2FB-48A5-BA86-F37090A6909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42F0-86ED-4B94-9711-F0CCD6F6B4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814A3AB-9190-4991-8C1B-061B32D1769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A87F2B6-6D8F-40A0-98F5-84ACDBC580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65C6B-6AEA-4206-9DA1-D2A206A01B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271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മഹിമയെഴും പരമേശാ!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79290-8CA9-4E50-AF6F-13AFB4A50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accent5">
                    <a:lumMod val="75000"/>
                  </a:schemeClr>
                </a:solidFill>
              </a:rPr>
              <a:t>Mahimayezhum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5">
                    <a:lumMod val="75000"/>
                  </a:schemeClr>
                </a:solidFill>
              </a:rPr>
              <a:t>paramesha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1A16C4-B2EB-42B8-B960-DBAAF09BBE4F}"/>
              </a:ext>
            </a:extLst>
          </p:cNvPr>
          <p:cNvSpPr/>
          <p:nvPr/>
        </p:nvSpPr>
        <p:spPr>
          <a:xfrm>
            <a:off x="8763000" y="4577834"/>
            <a:ext cx="15632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70C0"/>
                </a:solidFill>
              </a:rPr>
              <a:t>(E.I. Jacob) 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145F81-E600-4378-8402-8C339AC73BE5}"/>
              </a:ext>
            </a:extLst>
          </p:cNvPr>
          <p:cNvSpPr/>
          <p:nvPr/>
        </p:nvSpPr>
        <p:spPr>
          <a:xfrm>
            <a:off x="2241015" y="4762500"/>
            <a:ext cx="26180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rgbClr val="0070C0"/>
                </a:solidFill>
                <a:latin typeface="Calibri" panose="020F0502020204030204" pitchFamily="34" charset="0"/>
              </a:rPr>
              <a:t>(ഇ. ഐ. ജേക്കബ്)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40276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00200"/>
            <a:ext cx="12192000" cy="1828800"/>
          </a:xfrm>
        </p:spPr>
        <p:txBody>
          <a:bodyPr anchor="t"/>
          <a:lstStyle/>
          <a:p>
            <a:pPr algn="l" defTabSz="279400">
              <a:lnSpc>
                <a:spcPct val="112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നിസ്തുല സ്നേഹ സാഗരമേ, ഹാ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പ്രസ്താവ്യമേ തിരുനാമം - ക്രിസ്തോ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താൻ എൻ വിശ്രാമം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 മഹി.....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8160B2-B358-4BEC-AE21-EA0BA576EFAE}"/>
              </a:ext>
            </a:extLst>
          </p:cNvPr>
          <p:cNvSpPr/>
          <p:nvPr/>
        </p:nvSpPr>
        <p:spPr>
          <a:xfrm>
            <a:off x="0" y="74946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മഹിമയെഴും പരമേശാ! പാഹിമാം യേശുമഹേശാ!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EB069-4CEE-435F-83C4-93495B5F15D0}"/>
              </a:ext>
            </a:extLst>
          </p:cNvPr>
          <p:cNvSpPr/>
          <p:nvPr/>
        </p:nvSpPr>
        <p:spPr>
          <a:xfrm>
            <a:off x="0" y="35814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Mahimayezhum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paramesha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paahimamaam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yeshumaheshaa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F65AD-CB7B-4396-96C8-37D06942C427}"/>
              </a:ext>
            </a:extLst>
          </p:cNvPr>
          <p:cNvSpPr/>
          <p:nvPr/>
        </p:nvSpPr>
        <p:spPr>
          <a:xfrm>
            <a:off x="0" y="4444603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1.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Nisthula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saagarame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Haa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Prasthaavyame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thirunaamam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kristho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! </a:t>
            </a: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Nee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thaan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vishraamam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				-mahi…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88921"/>
            <a:ext cx="12192000" cy="1828800"/>
          </a:xfrm>
        </p:spPr>
        <p:txBody>
          <a:bodyPr anchor="t"/>
          <a:lstStyle/>
          <a:p>
            <a:pPr algn="l" defTabSz="27940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കാർമുകിൽ ഭീകരമായ് വരും നേരം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കാണ്മതോ നിയമത്തിൻ വില്ലൊ</a:t>
            </a:r>
            <a:r>
              <a:rPr lang="en-US" sz="3400" b="1" dirty="0">
                <a:latin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ന്നായതിൽ തീരുമെൻ ഭാരം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8160B2-B358-4BEC-AE21-EA0BA576EFAE}"/>
              </a:ext>
            </a:extLst>
          </p:cNvPr>
          <p:cNvSpPr/>
          <p:nvPr/>
        </p:nvSpPr>
        <p:spPr>
          <a:xfrm>
            <a:off x="0" y="284255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മഹിമയെഴും പരമേശാ! പാഹിമാം യേശുമഹേശാ!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EB069-4CEE-435F-83C4-93495B5F15D0}"/>
              </a:ext>
            </a:extLst>
          </p:cNvPr>
          <p:cNvSpPr/>
          <p:nvPr/>
        </p:nvSpPr>
        <p:spPr>
          <a:xfrm>
            <a:off x="0" y="587406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Mahimayezhum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paramesha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paahimamaam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yeshumaheshaa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F65AD-CB7B-4396-96C8-37D06942C427}"/>
              </a:ext>
            </a:extLst>
          </p:cNvPr>
          <p:cNvSpPr/>
          <p:nvPr/>
        </p:nvSpPr>
        <p:spPr>
          <a:xfrm>
            <a:off x="0" y="39624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2.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Kaarmukil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bheekaramaai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varum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neram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Kaanhmatho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niyamathin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villo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nnayathil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theerumen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bhaaram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442575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88921"/>
            <a:ext cx="12192000" cy="1828800"/>
          </a:xfrm>
        </p:spPr>
        <p:txBody>
          <a:bodyPr anchor="t"/>
          <a:lstStyle/>
          <a:p>
            <a:pPr algn="l" defTabSz="27940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മുഖകാന്തിയെൻ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മ്ലാനത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നീക്കും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മധുരാമൃത വചനം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ഖിന്നതയാകവേ പോക്കും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8160B2-B358-4BEC-AE21-EA0BA576EFAE}"/>
              </a:ext>
            </a:extLst>
          </p:cNvPr>
          <p:cNvSpPr/>
          <p:nvPr/>
        </p:nvSpPr>
        <p:spPr>
          <a:xfrm>
            <a:off x="0" y="284255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മഹിമയെഴും പരമേശാ! പാഹിമാം യേശുമഹേശാ!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EB069-4CEE-435F-83C4-93495B5F15D0}"/>
              </a:ext>
            </a:extLst>
          </p:cNvPr>
          <p:cNvSpPr/>
          <p:nvPr/>
        </p:nvSpPr>
        <p:spPr>
          <a:xfrm>
            <a:off x="0" y="587406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Mahimayezhum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paramesha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paahimamaam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yeshumaheshaa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F65AD-CB7B-4396-96C8-37D06942C427}"/>
              </a:ext>
            </a:extLst>
          </p:cNvPr>
          <p:cNvSpPr/>
          <p:nvPr/>
        </p:nvSpPr>
        <p:spPr>
          <a:xfrm>
            <a:off x="0" y="39624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3. Nin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mukha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kaanthiyen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mlaanatha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neekkum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Nin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madhuraamritha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vachanam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khinnathayaakave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pokkum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22006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88921"/>
            <a:ext cx="12192000" cy="1828800"/>
          </a:xfrm>
        </p:spPr>
        <p:txBody>
          <a:bodyPr anchor="t"/>
          <a:lstStyle/>
          <a:p>
            <a:pPr algn="l" defTabSz="27940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സംഗതിയില്ലിള-കീടുവാൻ സ്നേഹ-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ച്ചങ്ങലയാൽ തിരുമാറോ 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ടെന്നെയിണച്ചതു മൂലം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8160B2-B358-4BEC-AE21-EA0BA576EFAE}"/>
              </a:ext>
            </a:extLst>
          </p:cNvPr>
          <p:cNvSpPr/>
          <p:nvPr/>
        </p:nvSpPr>
        <p:spPr>
          <a:xfrm>
            <a:off x="0" y="284255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മഹിമയെഴും പരമേശാ! പാഹിമാം യേശുമഹേശാ!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EB069-4CEE-435F-83C4-93495B5F15D0}"/>
              </a:ext>
            </a:extLst>
          </p:cNvPr>
          <p:cNvSpPr/>
          <p:nvPr/>
        </p:nvSpPr>
        <p:spPr>
          <a:xfrm>
            <a:off x="0" y="587406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Mahimayezhum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paramesha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paahimamaam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yeshumaheshaa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F65AD-CB7B-4396-96C8-37D06942C427}"/>
              </a:ext>
            </a:extLst>
          </p:cNvPr>
          <p:cNvSpPr/>
          <p:nvPr/>
        </p:nvSpPr>
        <p:spPr>
          <a:xfrm>
            <a:off x="0" y="39624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4.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Sangathiyillilha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keeduvaan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Changalayaal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theerumaarhod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enneyinhachathu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moolam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250769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88921"/>
            <a:ext cx="12192000" cy="1828800"/>
          </a:xfrm>
        </p:spPr>
        <p:txBody>
          <a:bodyPr anchor="t"/>
          <a:lstStyle/>
          <a:p>
            <a:pPr algn="l" defTabSz="27940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താവക സന്നിധി ചേർന്നതികാലേ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ജീവനിൽ നിറഞ്ഞെഴുന്നേൽക്കും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 ചിന്തകളാലെ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8160B2-B358-4BEC-AE21-EA0BA576EFAE}"/>
              </a:ext>
            </a:extLst>
          </p:cNvPr>
          <p:cNvSpPr/>
          <p:nvPr/>
        </p:nvSpPr>
        <p:spPr>
          <a:xfrm>
            <a:off x="0" y="284255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മഹിമയെഴും പരമേശാ! പാഹിമാം യേശുമഹേശാ!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EB069-4CEE-435F-83C4-93495B5F15D0}"/>
              </a:ext>
            </a:extLst>
          </p:cNvPr>
          <p:cNvSpPr/>
          <p:nvPr/>
        </p:nvSpPr>
        <p:spPr>
          <a:xfrm>
            <a:off x="0" y="587406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Mahimayezhum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paramesha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paahimamaam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yeshumaheshaa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F65AD-CB7B-4396-96C8-37D06942C427}"/>
              </a:ext>
            </a:extLst>
          </p:cNvPr>
          <p:cNvSpPr/>
          <p:nvPr/>
        </p:nvSpPr>
        <p:spPr>
          <a:xfrm>
            <a:off x="0" y="39624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5.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Thaavaka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sannidhi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chernnathikaale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Jeevanil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nirhanjezhunelkkum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Paavana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chinthakalhaale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94108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88921"/>
            <a:ext cx="12192000" cy="1828800"/>
          </a:xfrm>
        </p:spPr>
        <p:txBody>
          <a:bodyPr anchor="t"/>
          <a:lstStyle/>
          <a:p>
            <a:pPr algn="l" defTabSz="27940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ക്രൂശിലെ രക്തമെൻ ജീവ</a:t>
            </a:r>
            <a:r>
              <a:rPr lang="ml-IN" sz="3400" b="1" dirty="0">
                <a:latin typeface="Kartika" panose="02020503030404060203" pitchFamily="18" charset="0"/>
              </a:rPr>
              <a:t>നാ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ധാരമേ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നാശ ലോകം വെടിഞ്ഞോടാം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ആശയോടേശുവേ നേടാം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8160B2-B358-4BEC-AE21-EA0BA576EFAE}"/>
              </a:ext>
            </a:extLst>
          </p:cNvPr>
          <p:cNvSpPr/>
          <p:nvPr/>
        </p:nvSpPr>
        <p:spPr>
          <a:xfrm>
            <a:off x="0" y="284255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മഹിമയെഴും പരമേശാ! പാഹിമാം യേശുമഹേശാ!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EB069-4CEE-435F-83C4-93495B5F15D0}"/>
              </a:ext>
            </a:extLst>
          </p:cNvPr>
          <p:cNvSpPr/>
          <p:nvPr/>
        </p:nvSpPr>
        <p:spPr>
          <a:xfrm>
            <a:off x="0" y="587406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Mahimayezhum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paramesha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paahimamaam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yeshumaheshaa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F65AD-CB7B-4396-96C8-37D06942C427}"/>
              </a:ext>
            </a:extLst>
          </p:cNvPr>
          <p:cNvSpPr/>
          <p:nvPr/>
        </p:nvSpPr>
        <p:spPr>
          <a:xfrm>
            <a:off x="0" y="39624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6.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Krooshile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rakthamen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jeevanaadhaarame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Naasha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lokam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vedinjodaam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aashayo-deshuve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nedaam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212925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88921"/>
            <a:ext cx="12192000" cy="1828800"/>
          </a:xfrm>
        </p:spPr>
        <p:txBody>
          <a:bodyPr anchor="t"/>
          <a:lstStyle/>
          <a:p>
            <a:pPr algn="l" defTabSz="27940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7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പളുങ്കു കടൽ തീരത്തിരുന്നു ഞാനെന്‍റെ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കളങ്ക മറ്റേശുവേ കാണും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വിളങ്ങും വിശ്വാസത്താലോടും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8160B2-B358-4BEC-AE21-EA0BA576EFAE}"/>
              </a:ext>
            </a:extLst>
          </p:cNvPr>
          <p:cNvSpPr/>
          <p:nvPr/>
        </p:nvSpPr>
        <p:spPr>
          <a:xfrm>
            <a:off x="0" y="284255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മഹിമയെഴും പരമേശാ! പാഹിമാം യേശുമഹേശാ!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EB069-4CEE-435F-83C4-93495B5F15D0}"/>
              </a:ext>
            </a:extLst>
          </p:cNvPr>
          <p:cNvSpPr/>
          <p:nvPr/>
        </p:nvSpPr>
        <p:spPr>
          <a:xfrm>
            <a:off x="0" y="587406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Mahimayezhum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paramesha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paahimamaam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yeshumaheshaa</a:t>
            </a: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F65AD-CB7B-4396-96C8-37D06942C427}"/>
              </a:ext>
            </a:extLst>
          </p:cNvPr>
          <p:cNvSpPr/>
          <p:nvPr/>
        </p:nvSpPr>
        <p:spPr>
          <a:xfrm>
            <a:off x="0" y="39624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7.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Palhunku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kadal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theeraththirunnu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njaanente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Kalhankamatteshuve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Vilhangum</a:t>
            </a:r>
            <a:r>
              <a:rPr lang="en-US" sz="3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vishwaasaththaal-odum</a:t>
            </a:r>
            <a:endParaRPr lang="en-US" sz="34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747671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216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271 മഹിമയെഴും പരമേശാ!</vt:lpstr>
      <vt:lpstr>1  നിസ്തുല സ്നേഹ സാഗരമേ, ഹാ   പ്രസ്താവ്യമേ തിരുനാമം - ക്രിസ്തോ    നീ താൻ എൻ വിശ്രാമം           -  മഹി.....</vt:lpstr>
      <vt:lpstr>2  കാർമുകിൽ ഭീകരമായ് വരും നേരം    കാണ്മതോ നിയമത്തിൻ വില്ലൊ-   ന്നായതിൽ തീരുമെൻ ഭാരം </vt:lpstr>
      <vt:lpstr>3  നിൻ മുഖകാന്തിയെൻ മ്ലാനത നീക്കും    നിൻ മധുരാമൃത വചനം    ഖിന്നതയാകവേ പോക്കും </vt:lpstr>
      <vt:lpstr>4  സംഗതിയില്ലിള-കീടുവാൻ സ്നേഹ-   ച്ചങ്ങലയാൽ തിരുമാറോ -   ടെന്നെയിണച്ചതു മൂലം </vt:lpstr>
      <vt:lpstr>5  താവക സന്നിധി ചേർന്നതികാലേ    ജീവനിൽ നിറഞ്ഞെഴുന്നേൽക്കും    പാവന ചിന്തകളാലെ </vt:lpstr>
      <vt:lpstr>6  ക്രൂശിലെ രക്തമെൻ ജീവനാധാരമേ    നാശ ലോകം വെടിഞ്ഞോടാം    ആശയോടേശുവേ നേടാം </vt:lpstr>
      <vt:lpstr>7  പളുങ്കു കടൽ തീരത്തിരുന്നു ഞാനെന്‍റെ    കളങ്ക മറ്റേശുവേ കാണും    വിളങ്ങും വിശ്വാസത്താലോടും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Mahimayezhum paramesha</dc:title>
  <dc:creator>Digital Input:; GM JOHN; Acsah Mathews</dc:creator>
  <cp:lastModifiedBy>Acsah Mathews</cp:lastModifiedBy>
  <cp:revision>274</cp:revision>
  <dcterms:created xsi:type="dcterms:W3CDTF">2013-04-19T09:19:07Z</dcterms:created>
  <dcterms:modified xsi:type="dcterms:W3CDTF">2018-11-15T14:11:12Z</dcterms:modified>
</cp:coreProperties>
</file>