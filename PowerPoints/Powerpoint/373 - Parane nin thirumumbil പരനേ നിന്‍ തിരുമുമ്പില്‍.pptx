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5" r:id="rId2"/>
    <p:sldId id="271" r:id="rId3"/>
    <p:sldId id="273" r:id="rId4"/>
    <p:sldId id="274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72" autoAdjust="0"/>
    <p:restoredTop sz="94660"/>
  </p:normalViewPr>
  <p:slideViewPr>
    <p:cSldViewPr>
      <p:cViewPr varScale="1">
        <p:scale>
          <a:sx n="49" d="100"/>
          <a:sy n="49" d="100"/>
        </p:scale>
        <p:origin x="42" y="8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88E64-1425-44EC-A4B6-4D3A3B9658BE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DC6EE1-57EA-4AA0-A439-E03C3AF4A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17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DC6EE1-57EA-4AA0-A439-E03C3AF4A2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99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41D1F-0CDF-4C0C-BACE-7D08BE76C8C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92730-7A00-478A-8EAA-749F80631D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34E5-ED26-4B3F-985F-2ABCAD7B923F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3C595-6782-4628-95A6-8BC4BE6A93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02E22-FC8B-4C6E-B038-028C6F84A4E3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DA247F-A210-40A9-87D7-5A47B7C329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84660-B9B0-46EB-B79A-C8CD3D467D4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96469-DA1B-4D39-9FA7-851B31E958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8FFD1E-DB12-4554-93AC-11BA9A2F75B1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0E3165-8C81-41C8-A881-7AF02D0804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056B83-9642-4478-ABF4-650610A10B0E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359EA2-0DED-4A90-9919-5736DD8BCB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9B53C6-DCE8-4C0A-A05B-240214AD031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BA1C7-D98C-4D09-8149-F047978C2A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A6BD9-3F41-4EB6-BD3B-BE5FA557AC5F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807A7-0D58-44E4-B94E-EC045E0D90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58313A-BA16-4317-BECE-C308F9A3817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F5BBB-786B-4994-B0B1-16BE6400DF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0EE1D-0E14-4BC7-99B1-6066F7BEF59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382DE-7F48-4C9C-87F5-3ADA398312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07470-EF75-4AB1-B7B9-312282662CBB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EB332F-7AED-4790-98F2-FC04D944F2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9B1F04A-5345-4ECA-B298-EFF5D5EC6F1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C1C8B3B-9A78-458E-85ED-EA1DDD2C1C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FF687-A402-41BC-99E2-42E7486A1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373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പരനേ നിന്‍ തിരുമുമ്പില്‍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58373-4488-4798-9AD8-9A90B5C7F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74796"/>
            <a:ext cx="8534400" cy="10668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Parane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nin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thiru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mumbil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28DB57-51E6-4133-9512-C4D6A2285002}"/>
              </a:ext>
            </a:extLst>
          </p:cNvPr>
          <p:cNvSpPr/>
          <p:nvPr/>
        </p:nvSpPr>
        <p:spPr>
          <a:xfrm>
            <a:off x="914400" y="4571473"/>
            <a:ext cx="2372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Calibri" panose="020F0502020204030204" pitchFamily="34" charset="0"/>
              </a:rPr>
              <a:t>(റ്റി. ജെ. വർക്കി)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A65642-2B77-4C35-B5F8-1BC85D18B022}"/>
              </a:ext>
            </a:extLst>
          </p:cNvPr>
          <p:cNvSpPr/>
          <p:nvPr/>
        </p:nvSpPr>
        <p:spPr>
          <a:xfrm>
            <a:off x="8839200" y="4541541"/>
            <a:ext cx="18060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(T. J. </a:t>
            </a:r>
            <a:r>
              <a:rPr lang="en-US" sz="2000" b="1" dirty="0" err="1">
                <a:solidFill>
                  <a:schemeClr val="accent2"/>
                </a:solidFill>
                <a:latin typeface="Arial" panose="020B0604020202020204" pitchFamily="34" charset="0"/>
              </a:rPr>
              <a:t>Varkey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52055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1337846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പരനേ നിന്‍ തിരുമുമ്പില്‍ വരുന്നോരീ സമയേ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ശരിയായ് പ്രാര്‍ത്ഥന ചെയ്‌വാന്‍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കൃപയെ തന്നരുള്‍ക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006AA0-99A8-4BA8-B1BA-2C9B291758CF}"/>
              </a:ext>
            </a:extLst>
          </p:cNvPr>
          <p:cNvSpPr/>
          <p:nvPr/>
        </p:nvSpPr>
        <p:spPr>
          <a:xfrm>
            <a:off x="0" y="3679881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mumbil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varunnoree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Shariyay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praarthana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kripayeththannrulkaa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AFF85B87-A116-43BB-AE09-D2DA60C3C32F}"/>
              </a:ext>
            </a:extLst>
          </p:cNvPr>
          <p:cNvSpPr txBox="1">
            <a:spLocks/>
          </p:cNvSpPr>
          <p:nvPr/>
        </p:nvSpPr>
        <p:spPr bwMode="auto">
          <a:xfrm>
            <a:off x="0" y="2290227"/>
            <a:ext cx="121920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45720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ഉരുകിയിന്നടിയാർ നിന്നോടു യോജിച്ചീടുവാൻ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തരിക നിന്നാത്മാവേ പുതുമാരി പോലെ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13AFCF-1041-4A3B-BE68-CA8D9357B3A9}"/>
              </a:ext>
            </a:extLst>
          </p:cNvPr>
          <p:cNvSpPr/>
          <p:nvPr/>
        </p:nvSpPr>
        <p:spPr>
          <a:xfrm>
            <a:off x="9728" y="506953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Urukiyinnadiyaar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yojicheeduvaan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Tharika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ninnaathmaave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puthumaari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pole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373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CEC5FFB-4CD7-4F53-B54B-82523CF95228}"/>
              </a:ext>
            </a:extLst>
          </p:cNvPr>
          <p:cNvSpPr txBox="1">
            <a:spLocks/>
          </p:cNvSpPr>
          <p:nvPr/>
        </p:nvSpPr>
        <p:spPr bwMode="auto">
          <a:xfrm>
            <a:off x="0" y="1676401"/>
            <a:ext cx="12192000" cy="912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457200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പരനേ നിന്‍ തിരുമുമ്പില്‍ വരുന്നോരീ സമയേ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ശരിയായ് പ്രാര്‍ത്ഥന ചെയ്‌വാന്‍</a:t>
            </a:r>
            <a: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കൃപയെ തന്നരുള്‍ക</a:t>
            </a:r>
            <a:endParaRPr lang="en-US" sz="3000" b="1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61F719-AD8D-40C1-939B-8DD7B3C297E5}"/>
              </a:ext>
            </a:extLst>
          </p:cNvPr>
          <p:cNvSpPr/>
          <p:nvPr/>
        </p:nvSpPr>
        <p:spPr>
          <a:xfrm>
            <a:off x="26504" y="4724400"/>
            <a:ext cx="1213899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mumbil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varunnoree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samaye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Shariyay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praarthana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cheyvaan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kripayeththannrulkaa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0D9F06-F71E-41A3-B70B-4C91C419B662}"/>
              </a:ext>
            </a:extLst>
          </p:cNvPr>
          <p:cNvSpPr/>
          <p:nvPr/>
        </p:nvSpPr>
        <p:spPr>
          <a:xfrm>
            <a:off x="-50823" y="3727344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Njarangi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njangalhin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perkkayiranneedunnavane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Varikkinneeyadiyaaril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chorika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varangalh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CEC63FF4-AB09-4BFF-9D30-632DD6F32275}"/>
              </a:ext>
            </a:extLst>
          </p:cNvPr>
          <p:cNvSpPr txBox="1">
            <a:spLocks/>
          </p:cNvSpPr>
          <p:nvPr/>
        </p:nvSpPr>
        <p:spPr bwMode="auto">
          <a:xfrm>
            <a:off x="-26503" y="537628"/>
            <a:ext cx="121920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45720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ഞരങ്ങി ഞങ്ങളിന്‍ പേര്‍ക്കാ യിരന്നീടുന്നവനേ!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വരികിന്നീ യടിയാരില്‍ ചൊരിക നിന്‍ വരങ്ങള്‍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3CA9A696-DA13-4589-B88B-E957EFF2F7DB}"/>
              </a:ext>
            </a:extLst>
          </p:cNvPr>
          <p:cNvSpPr txBox="1">
            <a:spLocks/>
          </p:cNvSpPr>
          <p:nvPr/>
        </p:nvSpPr>
        <p:spPr bwMode="auto">
          <a:xfrm>
            <a:off x="28125" y="2533472"/>
            <a:ext cx="121920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45720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</a:rPr>
              <a:t>4</a:t>
            </a:r>
            <a:r>
              <a:rPr lang="ml-IN" sz="3400" b="1" dirty="0">
                <a:latin typeface="Kartika" panose="02020503030404060203" pitchFamily="18" charset="0"/>
              </a:rPr>
              <a:t>	അനുഗ്രഹമുറിയിന്‍ പൂട്ടുകള്‍ താനേ തുറപ്പാന്‍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മനസ്സിന്നേശുവിനോടു ലയിപ്പാനായരുള്‍ക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C1043B-6757-472C-8A0C-E5D851A954D2}"/>
              </a:ext>
            </a:extLst>
          </p:cNvPr>
          <p:cNvSpPr/>
          <p:nvPr/>
        </p:nvSpPr>
        <p:spPr>
          <a:xfrm>
            <a:off x="0" y="5659901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Anugraha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murhiyin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poottukalh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thurhappaan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Manassinneshuvinnodu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layippaanaayarulhka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3511067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373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CEC5FFB-4CD7-4F53-B54B-82523CF95228}"/>
              </a:ext>
            </a:extLst>
          </p:cNvPr>
          <p:cNvSpPr txBox="1">
            <a:spLocks/>
          </p:cNvSpPr>
          <p:nvPr/>
        </p:nvSpPr>
        <p:spPr bwMode="auto">
          <a:xfrm>
            <a:off x="0" y="1676401"/>
            <a:ext cx="12192000" cy="912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457200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പരനേ നിന്‍ തിരുമുമ്പില്‍ വരുന്നോരീ സമയേ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ശരിയായ് പ്രാര്‍ത്ഥന ചെയ്‌വാന്‍</a:t>
            </a:r>
            <a: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കൃപയെ തന്നരുള്‍ക</a:t>
            </a:r>
            <a:endParaRPr lang="en-US" sz="3000" b="1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61F719-AD8D-40C1-939B-8DD7B3C297E5}"/>
              </a:ext>
            </a:extLst>
          </p:cNvPr>
          <p:cNvSpPr/>
          <p:nvPr/>
        </p:nvSpPr>
        <p:spPr>
          <a:xfrm>
            <a:off x="26504" y="4724400"/>
            <a:ext cx="1213899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mumbil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varunnoree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samaye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Shariyay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praarthana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cheyvaan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kripayeththannrulkaa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0D9F06-F71E-41A3-B70B-4C91C419B662}"/>
              </a:ext>
            </a:extLst>
          </p:cNvPr>
          <p:cNvSpPr/>
          <p:nvPr/>
        </p:nvSpPr>
        <p:spPr>
          <a:xfrm>
            <a:off x="-1058" y="389106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Unharthikkum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varamellaam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thaneedanhame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Thunha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neeyenniye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verhillarhinju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nalkenhame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F750E1BA-AD85-4992-AB9B-48CCCEE95FC9}"/>
              </a:ext>
            </a:extLst>
          </p:cNvPr>
          <p:cNvSpPr txBox="1">
            <a:spLocks/>
          </p:cNvSpPr>
          <p:nvPr/>
        </p:nvSpPr>
        <p:spPr bwMode="auto">
          <a:xfrm>
            <a:off x="-10786" y="477386"/>
            <a:ext cx="121920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45720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ഉണര്‍ത്തിക്കും വരമെല്ലാം ക്ഷണം തന്നീടണമേ!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തുണ നീയെന്നിയെ വേറില്ലറിഞ്ഞു നല്‍കണമേ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6E4329-1C41-47D1-88C0-78DAF9CEED41}"/>
              </a:ext>
            </a:extLst>
          </p:cNvPr>
          <p:cNvSpPr/>
          <p:nvPr/>
        </p:nvSpPr>
        <p:spPr>
          <a:xfrm>
            <a:off x="10785" y="567215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Paramaanandamodam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vannakame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thinganhame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ninnodaanandicheeduvaan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nalkenhame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9209228B-200E-4DA2-B760-5F7601FFE308}"/>
              </a:ext>
            </a:extLst>
          </p:cNvPr>
          <p:cNvSpPr txBox="1">
            <a:spLocks/>
          </p:cNvSpPr>
          <p:nvPr/>
        </p:nvSpPr>
        <p:spPr bwMode="auto">
          <a:xfrm>
            <a:off x="50823" y="2631808"/>
            <a:ext cx="121920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45720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</a:rPr>
              <a:t>6	</a:t>
            </a:r>
            <a:r>
              <a:rPr lang="ml-IN" sz="3400" b="1" dirty="0">
                <a:latin typeface="Kartika" panose="02020503030404060203" pitchFamily="18" charset="0"/>
              </a:rPr>
              <a:t>പരമാനന്ദമോദം വന്ന കമേ തിങ്ങണമേ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പരനാം നിന്നോടാനന്ദിച്ചിടുവാന്‍ നല്‍കണമേ 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36002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127</Words>
  <Application>Microsoft Office PowerPoint</Application>
  <PresentationFormat>Widescreen</PresentationFormat>
  <Paragraphs>32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373 പരനേ നിന്‍ തിരുമുമ്പില്‍</vt:lpstr>
      <vt:lpstr>1 പരനേ നിന്‍ തിരുമുമ്പില്‍ വരുന്നോരീ സമയേ  ശരിയായ് പ്രാര്‍ത്ഥന ചെയ്‌വാന്‍ കൃപയെ തന്നരുള്‍ക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Parane nin thirumumbil</dc:title>
  <dc:creator>Digital Input:; GM JOHN; Acsah Mathews</dc:creator>
  <cp:lastModifiedBy>Acsah Mathews</cp:lastModifiedBy>
  <cp:revision>160</cp:revision>
  <dcterms:created xsi:type="dcterms:W3CDTF">2013-04-19T09:19:07Z</dcterms:created>
  <dcterms:modified xsi:type="dcterms:W3CDTF">2018-11-23T17:12:56Z</dcterms:modified>
</cp:coreProperties>
</file>