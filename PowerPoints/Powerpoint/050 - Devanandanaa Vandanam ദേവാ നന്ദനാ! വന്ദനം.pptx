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09307-C880-4AAC-A9B0-A2658F66A28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43DB6-8A24-4EEC-8D52-0A260ED72F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6371C-7D27-4C04-98AA-C383B2FB56C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A2762-F495-4087-B76A-7FF69E041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7F232-8DFB-4A65-9A15-822C5B3EB24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788AB-3822-4FA9-9A79-6AA98250AF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BC7CE-AD13-4F86-97A3-085A555EFF8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44013-7288-4CA9-A56E-95902A47E9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B08C2-CD93-42C7-9C8A-C2038498AC5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5A701-505B-428F-9B2E-A3EBC2EF01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8264D-2C3C-4E1C-A3FD-3EBD0DE1ED1D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4BDCC-053C-4F98-8884-64EAAECF33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BE0CB-CBCC-42DD-B49C-F0D14E17692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BD894-1A80-4D3C-8FB4-1A0010778C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281844-5948-4BEF-B6E2-89B355D1B41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1AB99-0049-43C2-A8FE-40C9EAB2C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1AEA6-9A75-432E-9115-30DBA3B975E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D96F7-0C33-4A98-A59D-3AE318CB8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296CE-9428-44C0-8D39-201DED2E99E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F0CC4-6D75-42BE-90D4-84376628F0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163DF-FBDF-4D20-9ECA-BB083955384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E6CD3-BA19-4999-8774-64BE7D077E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B39308-BCF1-4532-B800-74498B2720A2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214A236-0F54-4FE3-B71C-46E903F3C5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B35F-E1F4-459F-A11B-227968EE0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ദേവാ നന്ദനാ! വന്ദനം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10E4A-0F0F-4C92-8B9D-4B21939B0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Deva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nandanaa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Times New Roman" panose="02020603050405020304" pitchFamily="18" charset="0"/>
              </a:rPr>
              <a:t>vandanam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032055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2971800"/>
          </a:xfrm>
        </p:spPr>
        <p:txBody>
          <a:bodyPr anchor="t"/>
          <a:lstStyle/>
          <a:p>
            <a:pPr defTabSz="463550"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ജീവനാഥനാം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വന്ദനം...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1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ദേവനന്ദനേ! പി-താവിൻ വലഭാഗത്തിൽ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മേവിക്കൊണ്ടു ദിനവും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സ്തുതികളേല്ക്കും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EBBA1-4DA4-413E-84F6-0313EEB7C654}"/>
              </a:ext>
            </a:extLst>
          </p:cNvPr>
          <p:cNvSpPr/>
          <p:nvPr/>
        </p:nvSpPr>
        <p:spPr>
          <a:xfrm>
            <a:off x="4011" y="3747546"/>
            <a:ext cx="12187989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Pallavi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Devanandanaa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Jeevanaathanaam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nandanaa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…</a:t>
            </a:r>
            <a:endParaRPr lang="en-US" sz="11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  <a:p>
            <a:pPr algn="ctr"/>
            <a:endParaRPr lang="en-US" sz="11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  <a:p>
            <a:pPr algn="ctr"/>
            <a:r>
              <a:rPr lang="en-US" sz="2600" i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Anupallavi</a:t>
            </a:r>
            <a:endParaRPr lang="en-US" sz="2600" i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Devanandaney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! Pi-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thaavin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valabhaagaththil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Mèvikondu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dinavum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divyasthuthikalhelkkum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-deva...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19812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കന്യാനന്ദനാ! വന്ദനം- ഭൂതലേ വന്ന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ഉന്നതാധിപാ! വന്ദനം......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മന്നിൽ ദുരിതം പൂണ്ടുഴന്നു പരിതാപപ്പെ-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ടുന്ന മനുജരെക്ക-നിഞ്ഞു വീണ്ടുകൊണ്ടൊരു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EBBA1-4DA4-413E-84F6-0313EEB7C654}"/>
              </a:ext>
            </a:extLst>
          </p:cNvPr>
          <p:cNvSpPr/>
          <p:nvPr/>
        </p:nvSpPr>
        <p:spPr>
          <a:xfrm>
            <a:off x="4011" y="3747546"/>
            <a:ext cx="121879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Kanyaanandanaa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Bhoothaley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Unnathaadhipaa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……….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duritham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poonduzhannu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parithaapappe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Manujarekkaninju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veendukondoru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AF8C6-9774-4BEC-AE68-F74525F23E05}"/>
              </a:ext>
            </a:extLst>
          </p:cNvPr>
          <p:cNvSpPr/>
          <p:nvPr/>
        </p:nvSpPr>
        <p:spPr>
          <a:xfrm>
            <a:off x="-1" y="2438400"/>
            <a:ext cx="121879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ജീവനാഥനാം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FC2A8-FE07-447D-8E08-0B6F1728DA3B}"/>
              </a:ext>
            </a:extLst>
          </p:cNvPr>
          <p:cNvSpPr/>
          <p:nvPr/>
        </p:nvSpPr>
        <p:spPr>
          <a:xfrm>
            <a:off x="0" y="5722959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Jeevanaathanaam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064124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19812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ഘോര സർപ്പമാം സാത്താന്‍റെ- ശിരസ്സു ചത-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ച്ചോരു നാഥനേ വന്ദനം.....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ക്രൂരവേദനയേറ്റു ക്രൂശ്ശിൽ മരിച്ചുയിർത്തു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പാരം ബഹുമാനം പൂ-ണ്ടാരോഹണ മായോനെ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EBBA1-4DA4-413E-84F6-0313EEB7C654}"/>
              </a:ext>
            </a:extLst>
          </p:cNvPr>
          <p:cNvSpPr/>
          <p:nvPr/>
        </p:nvSpPr>
        <p:spPr>
          <a:xfrm>
            <a:off x="4011" y="3747546"/>
            <a:ext cx="121879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Ghôra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sarppamaam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saaththaantey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shirassu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chchoru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……….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Kroorvèdanayèttu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krooshil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marichchuyirththu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bahumaanam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poondaarô-hanha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maayoney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AF8C6-9774-4BEC-AE68-F74525F23E05}"/>
              </a:ext>
            </a:extLst>
          </p:cNvPr>
          <p:cNvSpPr/>
          <p:nvPr/>
        </p:nvSpPr>
        <p:spPr>
          <a:xfrm>
            <a:off x="-1" y="2438400"/>
            <a:ext cx="121879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ജീവനാഥനാം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FC2A8-FE07-447D-8E08-0B6F1728DA3B}"/>
              </a:ext>
            </a:extLst>
          </p:cNvPr>
          <p:cNvSpPr/>
          <p:nvPr/>
        </p:nvSpPr>
        <p:spPr>
          <a:xfrm>
            <a:off x="0" y="5722959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Jeevanaathanaam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694779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19812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000" b="1" dirty="0">
                <a:latin typeface="Kartika" panose="02020503030404060203" pitchFamily="18" charset="0"/>
              </a:rPr>
              <a:t>3	വേദ കാരണ കർത്തനേ! സർവ്വ ലൊകങ്ങൾ-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ക്കാദി കാരണാ! വന്ദനം.......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ദൂതർക്കും മനുജരിൻ - ജാതിക്കു മധിപനായ്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നീതിയോടെ ഭരണം- ചെയ്തരുളുന്നവനാം-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EBBA1-4DA4-413E-84F6-0313EEB7C654}"/>
              </a:ext>
            </a:extLst>
          </p:cNvPr>
          <p:cNvSpPr/>
          <p:nvPr/>
        </p:nvSpPr>
        <p:spPr>
          <a:xfrm>
            <a:off x="4011" y="3747546"/>
            <a:ext cx="121879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Vèda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kaaranha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lôkangalh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kkaathi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kaaranhaa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……….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manujarin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jaathikku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madhipanaai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Neethiyôdey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bharanham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cheitharulhunnavanaam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AF8C6-9774-4BEC-AE68-F74525F23E05}"/>
              </a:ext>
            </a:extLst>
          </p:cNvPr>
          <p:cNvSpPr/>
          <p:nvPr/>
        </p:nvSpPr>
        <p:spPr>
          <a:xfrm>
            <a:off x="-1" y="2438400"/>
            <a:ext cx="121879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ജീവനാഥനാം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FC2A8-FE07-447D-8E08-0B6F1728DA3B}"/>
              </a:ext>
            </a:extLst>
          </p:cNvPr>
          <p:cNvSpPr/>
          <p:nvPr/>
        </p:nvSpPr>
        <p:spPr>
          <a:xfrm>
            <a:off x="0" y="5722959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Jeevanaathanaam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3263108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19812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 നിറഞ്ഞ കർത്താവേ! അശുദ്ധി നീക്കാൻ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ഉറവതുറന്ന സൃഷ്ടാവേ!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ദുരിതമൊഴിച്ചെങ്ങളെ- അരികിൽ വിളിച്ചു കൃപാ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വരങ്ങൾ തന്നിടുവാൻ നിൻ കരളലിഞ്ഞിടേണമേ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EBBA1-4DA4-413E-84F6-0313EEB7C654}"/>
              </a:ext>
            </a:extLst>
          </p:cNvPr>
          <p:cNvSpPr/>
          <p:nvPr/>
        </p:nvSpPr>
        <p:spPr>
          <a:xfrm>
            <a:off x="4011" y="3747546"/>
            <a:ext cx="121879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niranja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Ashudhdhi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Urava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thuranna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srishtaavey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……….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Duritha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mozhichchengalhey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arikil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vilhichchu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Varangalh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thanniduvaan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karalhalinjeedenhamey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AF8C6-9774-4BEC-AE68-F74525F23E05}"/>
              </a:ext>
            </a:extLst>
          </p:cNvPr>
          <p:cNvSpPr/>
          <p:nvPr/>
        </p:nvSpPr>
        <p:spPr>
          <a:xfrm>
            <a:off x="-1" y="2438400"/>
            <a:ext cx="121879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ജീവനാഥനാം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 നന്ദനാ! വന്ദനം...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FC2A8-FE07-447D-8E08-0B6F1728DA3B}"/>
              </a:ext>
            </a:extLst>
          </p:cNvPr>
          <p:cNvSpPr/>
          <p:nvPr/>
        </p:nvSpPr>
        <p:spPr>
          <a:xfrm>
            <a:off x="0" y="5722959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Jeevanaathanaam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Deva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nandanaa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vandanam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C1E610-8E1F-40DB-B34F-F704769D27F0}"/>
              </a:ext>
            </a:extLst>
          </p:cNvPr>
          <p:cNvSpPr/>
          <p:nvPr/>
        </p:nvSpPr>
        <p:spPr>
          <a:xfrm>
            <a:off x="9206102" y="3102942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(യുസ്തുസ് യൌസേഫ്)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473ED-5ADF-4189-A746-E6C6637F8954}"/>
              </a:ext>
            </a:extLst>
          </p:cNvPr>
          <p:cNvSpPr/>
          <p:nvPr/>
        </p:nvSpPr>
        <p:spPr>
          <a:xfrm>
            <a:off x="9654750" y="6430777"/>
            <a:ext cx="2108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Yusthus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Youseph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473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189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Kartika</vt:lpstr>
      <vt:lpstr>Times New Roman</vt:lpstr>
      <vt:lpstr>Office Theme</vt:lpstr>
      <vt:lpstr>50 ദേവാ നന്ദനാ! വന്ദനം</vt:lpstr>
      <vt:lpstr>പല്ലവി ദേവാ നന്ദനാ! വന്ദനം - ജീവനാഥനാം ദേവാ നന്ദനാ! വന്ദനം...  അനുപല്ലവി ദേവനന്ദനേ! പി-താവിൻ വലഭാഗത്തിൽ മേവിക്കൊണ്ടു ദിനവും -  ദിവ്യ സ്തുതികളേല്ക്കും</vt:lpstr>
      <vt:lpstr>1 കന്യാനന്ദനാ! വന്ദനം- ഭൂതലേ വന്ന  ഉന്നതാധിപാ! വന്ദനം......  മന്നിൽ ദുരിതം പൂണ്ടുഴന്നു പരിതാപപ്പെ-  ടുന്ന മനുജരെക്ക-നിഞ്ഞു വീണ്ടുകൊണ്ടൊരു   </vt:lpstr>
      <vt:lpstr>2 ഘോര സർപ്പമാം സാത്താന്‍റെ- ശിരസ്സു ചത-  ച്ചോരു നാഥനേ വന്ദനം.....  ക്രൂരവേദനയേറ്റു ക്രൂശ്ശിൽ മരിച്ചുയിർത്തു  പാരം ബഹുമാനം പൂ-ണ്ടാരോഹണ മായോനെ</vt:lpstr>
      <vt:lpstr>3 വേദ കാരണ കർത്തനേ! സർവ്വ ലൊകങ്ങൾ-  ക്കാദി കാരണാ! വന്ദനം.......  ദൂതർക്കും മനുജരിൻ - ജാതിക്കു മധിപനായ്  നീതിയോടെ ഭരണം- ചെയ്തരുളുന്നവനാം-</vt:lpstr>
      <vt:lpstr>4 കരുണ നിറഞ്ഞ കർത്താവേ! അശുദ്ധി നീക്കാൻ  ഉറവതുറന്ന സൃഷ്ടാവേ!  ദുരിതമൊഴിച്ചെങ്ങളെ- അരികിൽ വിളിച്ചു കൃപാ  വരങ്ങൾ തന്നിടുവാൻ നിൻ കരളലിഞ്ഞിടേണമേ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Devanandana Vandanam</dc:title>
  <dc:creator>Digital Input:;GM JOHN</dc:creator>
  <cp:lastModifiedBy>Acsah Mathews</cp:lastModifiedBy>
  <cp:revision>286</cp:revision>
  <dcterms:created xsi:type="dcterms:W3CDTF">2013-04-19T09:19:07Z</dcterms:created>
  <dcterms:modified xsi:type="dcterms:W3CDTF">2018-10-29T14:09:29Z</dcterms:modified>
</cp:coreProperties>
</file>