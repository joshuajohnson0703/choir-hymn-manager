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5" r:id="rId4"/>
    <p:sldId id="276" r:id="rId5"/>
    <p:sldId id="277" r:id="rId6"/>
    <p:sldId id="278" r:id="rId7"/>
    <p:sldId id="280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25824-1BA1-4918-88D0-507C0FA5C3C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0209-C1E5-4D0E-9E61-C782E66F82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3859D-195F-477B-B787-B4C67F95F1E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5C8FC-2571-4FA8-8B47-FCAC80670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0A34C-3E96-4CC2-8F53-11F03680571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AA68-FCEB-421C-AB8B-66E6B610F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663D6-CB5B-44D8-A3C2-E20BCF3A4A2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CC066-5F2A-4839-8DEA-33C155352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73901-9474-4269-BD6E-B7C0A700CE2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6D21B-7BBF-4451-B5BA-0E3C5BC44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4A57B-FCD0-437A-BA9C-C78B6B1D0E3C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073BD-4ACC-4932-8425-668A9D885F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3A1CA-7C8A-4CB4-AF12-32BADDC31FD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1073C-71EC-4719-B508-C22FF556D4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D82B61-1D1B-49E3-A74E-0F1861574A9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21166B-ADC8-4110-AB5D-38204AC829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0A07A-91FD-419E-8D02-58519551FBDD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810EE-4005-40AB-AA2D-16ECE83A64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B3F8F-9529-4E8D-AEA1-00BFABF79DA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879F9-8452-427E-B630-75292C9E88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8BF42-3F7C-466E-A9AF-B8F0425CA2AD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36778-305B-4CA6-9CCD-388D90B77B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60375CE-639A-45C7-85A9-9B486523254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0D8B471-607C-446E-974A-6B171F2481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12CB-35E3-47DC-A79F-6DA03D2542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ആത്മാവേ! ഉണരുക നേരം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56AB2-A202-481F-BF78-9C5A6B983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6047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Aathmavey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unharuka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neram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96581-7D82-4D73-9D58-68C28F4182C9}"/>
              </a:ext>
            </a:extLst>
          </p:cNvPr>
          <p:cNvSpPr/>
          <p:nvPr/>
        </p:nvSpPr>
        <p:spPr>
          <a:xfrm>
            <a:off x="1600200" y="5901689"/>
            <a:ext cx="2818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400" b="1" dirty="0"/>
              <a:t>(ചേകോട്ടാശാൻ)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297F8-0106-4FE7-A3B5-13A1B3344E39}"/>
              </a:ext>
            </a:extLst>
          </p:cNvPr>
          <p:cNvSpPr/>
          <p:nvPr/>
        </p:nvSpPr>
        <p:spPr>
          <a:xfrm>
            <a:off x="8765659" y="5901689"/>
            <a:ext cx="2375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(</a:t>
            </a:r>
            <a:r>
              <a:rPr lang="en-US" sz="2400" dirty="0" err="1">
                <a:solidFill>
                  <a:srgbClr val="000000"/>
                </a:solidFill>
              </a:rPr>
              <a:t>Chekottashan</a:t>
            </a:r>
            <a:r>
              <a:rPr lang="en-US" sz="2400" dirty="0">
                <a:solidFill>
                  <a:srgbClr val="000000"/>
                </a:solidFill>
              </a:rPr>
              <a:t>) 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9D3A7-18CF-41CC-9225-F188076C9198}"/>
              </a:ext>
            </a:extLst>
          </p:cNvPr>
          <p:cNvSpPr/>
          <p:nvPr/>
        </p:nvSpPr>
        <p:spPr>
          <a:xfrm>
            <a:off x="0" y="4743450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(ഞങ്ങൾക്കുള്ള കർത്താവെ ഞാനിഹ...എന്ന രീതി)</a:t>
            </a:r>
            <a:br>
              <a:rPr lang="en-US" sz="28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6593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048000"/>
          </a:xfrm>
        </p:spPr>
        <p:txBody>
          <a:bodyPr anchor="t"/>
          <a:lstStyle/>
          <a:p>
            <a:pPr algn="l" defTabSz="404813">
              <a:lnSpc>
                <a:spcPct val="114000"/>
              </a:lnSpc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ആത്മാവേ! ഉണരുക നേരം - പുലരുന്നതിനകമേ നിന്‍റെ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ദൈവിക കർമ്മ നിയമങ്ങൾ - ചെയ് വതിനുഴറീടുക വേഗം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2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അർക്കനുദിച്ചുവരുന്നല്ലോ-പാർക്കരുതേ പരമാത്മാവിൻ </a:t>
            </a:r>
            <a:b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പക്കലണപ്പാൻ പൂജകളെ-വെക്കമൊരുക്കുക   പുലർകാലേ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71854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AFC47-6FF8-42EC-9AFF-FFC26F1DBB58}"/>
              </a:ext>
            </a:extLst>
          </p:cNvPr>
          <p:cNvSpPr/>
          <p:nvPr/>
        </p:nvSpPr>
        <p:spPr>
          <a:xfrm>
            <a:off x="0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Pularunnathinakamey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Daivika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karmaniyamangal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cheivathinuzhareeduka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Arkanudichchuvarunnallo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paarkaruthey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paramaathmaavil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Pakkalanhappaan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poojakalhe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Vekkamorukkuka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pularkaaley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048000"/>
          </a:xfrm>
        </p:spPr>
        <p:txBody>
          <a:bodyPr anchor="t"/>
          <a:lstStyle/>
          <a:p>
            <a:pPr algn="l" defTabSz="404813">
              <a:lnSpc>
                <a:spcPct val="114000"/>
              </a:lnSpc>
              <a:defRPr/>
            </a:pPr>
            <a:r>
              <a:rPr lang="en-US" sz="3200" b="1" dirty="0">
                <a:latin typeface="Kartika" panose="02020503030404060203" pitchFamily="18" charset="0"/>
              </a:rPr>
              <a:t>3 </a:t>
            </a:r>
            <a:r>
              <a:rPr lang="ml-IN" sz="3200" b="1" dirty="0">
                <a:latin typeface="Kartika" panose="02020503030404060203" pitchFamily="18" charset="0"/>
              </a:rPr>
              <a:t>കാലം പോയി വൃഥാഗതമാം - കാലം തവവീണ്ടീടുക നീ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</a:rPr>
              <a:t>കാലം ഇനി ശേഷിച്ചതിനെ-പാലിച്ചീടുക ഫലമോടെ </a:t>
            </a:r>
            <a:br>
              <a:rPr lang="ml-IN" sz="3200" b="1" dirty="0">
                <a:latin typeface="Kartika" panose="02020503030404060203" pitchFamily="18" charset="0"/>
              </a:rPr>
            </a:br>
            <a:br>
              <a:rPr lang="en-US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4 </a:t>
            </a:r>
            <a:r>
              <a:rPr lang="ml-IN" sz="3200" b="1" spc="-150" dirty="0">
                <a:latin typeface="Kartika" panose="02020503030404060203" pitchFamily="18" charset="0"/>
              </a:rPr>
              <a:t>കാൽ വളംബനമരുതേ  നൽ-കാലമിതെ കളയരുതേ, നിൻ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</a:rPr>
              <a:t>നാളവസാനിച്ചെന്നോർത്തീ-നാളിൽ ജീവിച്ചീടുക നീ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71854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AFC47-6FF8-42EC-9AFF-FFC26F1DBB58}"/>
              </a:ext>
            </a:extLst>
          </p:cNvPr>
          <p:cNvSpPr/>
          <p:nvPr/>
        </p:nvSpPr>
        <p:spPr>
          <a:xfrm>
            <a:off x="0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vruthaagathamaam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thavaveendiduka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inisheshichchathiney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Paalichchiduka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phalamodé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vilhambanamaruthey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Kaalamithey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kalhayaruthey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Naalhavasaanichchenorthi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jeevichcheeduka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426855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048000"/>
          </a:xfrm>
        </p:spPr>
        <p:txBody>
          <a:bodyPr anchor="t"/>
          <a:lstStyle/>
          <a:p>
            <a:pPr algn="l" defTabSz="404813">
              <a:lnSpc>
                <a:spcPct val="114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 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വലിയൊരുനാളു വരുന്നല്ലോ-മലകളുമന്നു വിറയ്ക്കുമ്പോൾ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ബലമൊടുനീയും നില്പതിന്നായ്-ബലമുടയോനെ </a:t>
            </a:r>
            <a:b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സ്തുതിചെയ്ക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6 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പരമപദത്തെ സ്നേഹിക്ക-പരഗതിവരുവാൻ മോഹിക്ക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പരസ്നേഹത്തെ പാലിക്ക പരമാർത്ഥം സംസാരിക്ക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71854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AFC47-6FF8-42EC-9AFF-FFC26F1DBB58}"/>
              </a:ext>
            </a:extLst>
          </p:cNvPr>
          <p:cNvSpPr/>
          <p:nvPr/>
        </p:nvSpPr>
        <p:spPr>
          <a:xfrm>
            <a:off x="0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Valiyoru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varunnallo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malakalhumannu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viraykkumbol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Belamoduneeyum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nilpathinnaay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Belamudayoney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sthuthicheika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Paramapadaththey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paragathivauvaan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Parasnehaththey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paalikka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Paramaarththam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samsaarikka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826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048000"/>
          </a:xfrm>
        </p:spPr>
        <p:txBody>
          <a:bodyPr anchor="t"/>
          <a:lstStyle/>
          <a:p>
            <a:pPr algn="l" defTabSz="404813">
              <a:lnSpc>
                <a:spcPct val="114000"/>
              </a:lnSpc>
              <a:defRPr/>
            </a:pP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7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മനസ്സുതെളിഞ്ഞു പ്രകാശിക്ക-മഹിമാത്മാവിൻ കണ്ണുകൾ നിൻ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മനമതിലുള്ള രഹസ്യങ്ങൾ-മറവുകൾ മാറ്റിക്കാക്കുന്നു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8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ഉണരുക മനമേ, ഉണരുക പോയ്ച്ചേരുക മാലാഖമാരോ-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ടുയരങ്ങളിലത്യുന്നതന-ങ്ങുച്ച്ചിസ്തുതി പാഠം  ചെയ്ക 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71854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AFC47-6FF8-42EC-9AFF-FFC26F1DBB58}"/>
              </a:ext>
            </a:extLst>
          </p:cNvPr>
          <p:cNvSpPr/>
          <p:nvPr/>
        </p:nvSpPr>
        <p:spPr>
          <a:xfrm>
            <a:off x="0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7.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Manassuthelhinyu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prakaashikka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Mahimaathmaavinkannhuk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al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400" b="1" spc="-150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Manamathilullha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rahasyangal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Maravukalh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maattikaakkunnu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8.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poycheruka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maalaakhamaarod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Uyaranghalhilathyunnatha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nanguchchai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006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048000"/>
          </a:xfrm>
        </p:spPr>
        <p:txBody>
          <a:bodyPr anchor="t"/>
          <a:lstStyle/>
          <a:p>
            <a:pPr algn="l" defTabSz="404813">
              <a:lnSpc>
                <a:spcPct val="114000"/>
              </a:lnSpc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9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സൈന്യങ്ങളുടെ നാഥാ! നീ ശുദ്ധൻ, ശുദ്ധൻ, പരിശുദ്ധൻ,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എന്നനവരതം പാടുന്ന-വൃന്ദമോടൊത്തു വണങ്ങവനെ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10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നിദ്രയതാമെൻ കണ്‍കളുടെ-മുദ്രയെ നീക്കുവതിന്നായി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ആർദ്രത വളരെ കാട്ടിയനിൻ-കാൽതളിരിൽപണിചെയ്യുന്നേൻ </a:t>
            </a:r>
            <a:endParaRPr lang="en-US" sz="31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71854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AFC47-6FF8-42EC-9AFF-FFC26F1DBB58}"/>
              </a:ext>
            </a:extLst>
          </p:cNvPr>
          <p:cNvSpPr/>
          <p:nvPr/>
        </p:nvSpPr>
        <p:spPr>
          <a:xfrm>
            <a:off x="0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9.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Sainyangalhude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naadha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! Nee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shudhdhan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shudhdhan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parishudhdhan</a:t>
            </a:r>
            <a:endParaRPr lang="en-US" sz="3400" b="1" spc="-150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Ennanavaratham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Vrindamodoththu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vanhangavaney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10.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Nidrayathaamen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kanhkalhudey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Mudraye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neekkuvathinnaayi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Aardratha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valharey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Kaalthalhiril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panhicheiyunnen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3713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048000"/>
          </a:xfrm>
        </p:spPr>
        <p:txBody>
          <a:bodyPr anchor="t"/>
          <a:lstStyle/>
          <a:p>
            <a:pPr algn="l" defTabSz="404813">
              <a:lnSpc>
                <a:spcPct val="114000"/>
              </a:lnSpc>
              <a:defRPr/>
            </a:pP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11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നിദ്രയിലീ ഞാൻ വീണപ്പോൾ-ശത്രുവിൽ നിന്നുടൽ കാത്തെന്നെ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ഭദ്രമായിപ്പാലിച്ചൊരു നിൻ കാൽതളിരിൽ പണിചെയ്യുന്നേൻ</a:t>
            </a:r>
            <a:b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9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12 </a:t>
            </a: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ഇരുൾനിരതന്നുടെ മറ</a:t>
            </a:r>
            <a:r>
              <a:rPr lang="en-US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9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മുഴുവാൻവിരവൊടു രഹസിവലിച്ചുടനെ </a:t>
            </a:r>
            <a:b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ഇരുലോകത്തിൽ വെളിവുതരും-കരമതിനെ സ്തുതി ചെയ്യുന്നേൻ 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71854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AFC47-6FF8-42EC-9AFF-FFC26F1DBB58}"/>
              </a:ext>
            </a:extLst>
          </p:cNvPr>
          <p:cNvSpPr/>
          <p:nvPr/>
        </p:nvSpPr>
        <p:spPr>
          <a:xfrm>
            <a:off x="0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Nidrayilee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veenhappolh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Ninnidal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kaathenney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Bhadramaayippaalichoru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kaalthalhiril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panhicheiyyunnen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12.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Irulhnirathannudey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maramuzhuvan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viravodu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rahasivalichchudaney</a:t>
            </a:r>
            <a:endParaRPr lang="en-US" sz="3400" b="1" spc="-150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Irulokaththil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velhivutharum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karamathiney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cheiyyunnen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017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048000"/>
          </a:xfrm>
        </p:spPr>
        <p:txBody>
          <a:bodyPr anchor="t"/>
          <a:lstStyle/>
          <a:p>
            <a:pPr algn="l" defTabSz="404813">
              <a:lnSpc>
                <a:spcPct val="114000"/>
              </a:lnSpc>
              <a:defRPr/>
            </a:pP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13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ഗർഭഗൃഹത്തിലടഞ്ഞതിൽ ഞാൻ-അർഭകനായി വളർന്നപ്പോൾ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അത്ഭുതമായ് പരിപാലിച്ച-സല്പരനെ സ്തുതിചെയ്യുന്നേ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14 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ദൈവപിതാവേ, നിനക്കുംനിൻ-ഏകസുതൻ മശിഹായിക്കും,</a:t>
            </a:r>
            <a:b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അതുപോലെ റൂഹായിക്കും-സ്തുതിയുണ്ടാകണമെന്നേക്കും </a:t>
            </a:r>
            <a:endParaRPr lang="en-US" sz="31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-71854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3AFC47-6FF8-42EC-9AFF-FFC26F1DBB58}"/>
              </a:ext>
            </a:extLst>
          </p:cNvPr>
          <p:cNvSpPr/>
          <p:nvPr/>
        </p:nvSpPr>
        <p:spPr>
          <a:xfrm>
            <a:off x="0" y="36576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13.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Garbhagruhaththiladanjath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il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arbhakanaayi</a:t>
            </a:r>
            <a:r>
              <a:rPr lang="en-US" sz="3400" b="1" spc="-15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spc="-150" dirty="0" err="1">
                <a:solidFill>
                  <a:srgbClr val="002060"/>
                </a:solidFill>
                <a:latin typeface="+mn-lt"/>
              </a:rPr>
              <a:t>valharnnappolh</a:t>
            </a:r>
            <a:endParaRPr lang="en-US" sz="3400" b="1" spc="-150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Athbhudamaay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paripaalichcha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Salparaney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sthuthicheiyyunney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Daivapithaavey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ninakkum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mashihaayikkum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Athupoley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roohaaykkum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sthuthiyundaakanhamenn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eykkum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545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265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007 ആത്മാവേ! ഉണരുക നേരം</vt:lpstr>
      <vt:lpstr>1 ആത്മാവേ! ഉണരുക നേരം - പുലരുന്നതിനകമേ നിന്‍റെ  ദൈവിക കർമ്മ നിയമങ്ങൾ - ചെയ് വതിനുഴറീടുക വേഗം   2 അർക്കനുദിച്ചുവരുന്നല്ലോ-പാർക്കരുതേ പരമാത്മാവിൻ    പക്കലണപ്പാൻ പൂജകളെ-വെക്കമൊരുക്കുക   പുലർകാലേ </vt:lpstr>
      <vt:lpstr>3 കാലം പോയി വൃഥാഗതമാം - കാലം തവവീണ്ടീടുക നീ    കാലം ഇനി ശേഷിച്ചതിനെ-പാലിച്ചീടുക ഫലമോടെ   4 കാൽ വളംബനമരുതേ  നൽ-കാലമിതെ കളയരുതേ, നിൻ    നാളവസാനിച്ചെന്നോർത്തീ-നാളിൽ ജീവിച്ചീടുക നീ </vt:lpstr>
      <vt:lpstr>5 വലിയൊരുനാളു വരുന്നല്ലോ-മലകളുമന്നു വിറയ്ക്കുമ്പോൾ      ബലമൊടുനീയും നില്പതിന്നായ്-ബലമുടയോനെ                        സ്തുതിചെയ്ക 6  പരമപദത്തെ സ്നേഹിക്ക-പരഗതിവരുവാൻ മോഹിക്ക  പരസ്നേഹത്തെ പാലിക്ക പരമാർത്ഥം സംസാരിക്ക</vt:lpstr>
      <vt:lpstr>7 മനസ്സുതെളിഞ്ഞു പ്രകാശിക്ക-മഹിമാത്മാവിൻ കണ്ണുകൾ നിൻ    മനമതിലുള്ള രഹസ്യങ്ങൾ-മറവുകൾ മാറ്റിക്കാക്കുന്നു   8 ഉണരുക മനമേ, ഉണരുക പോയ്ച്ചേരുക മാലാഖമാരോ-    ടുയരങ്ങളിലത്യുന്നതന-ങ്ങുച്ച്ചിസ്തുതി പാഠം  ചെയ്ക </vt:lpstr>
      <vt:lpstr>9 സൈന്യങ്ങളുടെ നാഥാ! നീ ശുദ്ധൻ, ശുദ്ധൻ, പരിശുദ്ധൻ,   എന്നനവരതം പാടുന്ന-വൃന്ദമോടൊത്തു വണങ്ങവനെ  10 നിദ്രയതാമെൻ കണ്‍കളുടെ-മുദ്രയെ നീക്കുവതിന്നായി     ആർദ്രത വളരെ കാട്ടിയനിൻ-കാൽതളിരിൽപണിചെയ്യുന്നേൻ </vt:lpstr>
      <vt:lpstr>11 നിദ്രയിലീ ഞാൻ വീണപ്പോൾ-ശത്രുവിൽ നിന്നുടൽ കാത്തെന്നെ     ഭദ്രമായിപ്പാലിച്ചൊരു നിൻ കാൽതളിരിൽ പണിചെയ്യുന്നേൻ  12 ഇരുൾനിരതന്നുടെ മറ മുഴുവാൻവിരവൊടു രഹസിവലിച്ചുടനെ  ഇരുലോകത്തിൽ വെളിവുതരും-കരമതിനെ സ്തുതി ചെയ്യുന്നേൻ </vt:lpstr>
      <vt:lpstr>13 ഗർഭഗൃഹത്തിലടഞ്ഞതിൽ ഞാൻ-അർഭകനായി വളർന്നപ്പോൾ  അത്ഭുതമായ് പരിപാലിച്ച-സല്പരനെ സ്തുതിചെയ്യുന്നേ   14 ദൈവപിതാവേ, നിനക്കുംനിൻ-ഏകസുതൻ മശിഹായിക്കും,     അതുപോലെ റൂഹായിക്കും-സ്തുതിയുണ്ടാകണമെന്നേക്കും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Aathmave unaruka neram</dc:title>
  <dc:creator>Digital Input:; GM JOHN; Acsah Mathews</dc:creator>
  <cp:lastModifiedBy>Acsah Mathews</cp:lastModifiedBy>
  <cp:revision>255</cp:revision>
  <dcterms:created xsi:type="dcterms:W3CDTF">2013-04-19T09:19:07Z</dcterms:created>
  <dcterms:modified xsi:type="dcterms:W3CDTF">2018-12-03T19:03:08Z</dcterms:modified>
</cp:coreProperties>
</file>