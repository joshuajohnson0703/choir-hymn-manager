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2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51D1D3-145D-48C9-954C-C00248E2758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EB7DA-6C9C-4B08-8C2E-B2436EF799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20B6A-4CAD-44B7-81F2-6E5352D1B597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1A255-83B7-48B9-910F-B585F816B5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BC389-B252-4559-8B75-FA0A75EE4DB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178338-A284-4DBE-8EA7-0E3E928196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F0356-37CB-4AED-8512-ACAC0EDB684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86B06-04D1-4E5A-9943-A8A7044A73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240A15-ACE2-4392-8AAB-9307B347AA7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229EE-A5F2-4910-BB78-F36A3552D8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F049B-3BDF-4836-9645-99A3C19BD70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551F9C-9FAA-4F4F-9CD3-597DD396A2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CE337-0FF8-4B93-A42D-2CB9E940A8E8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F8990-1F96-44AE-9ACA-B96DF4A074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1CCB8-A903-4F65-A576-723ECEC6E1FF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09DFE-261B-4CDC-AB66-DBBBEAF44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842A09-7939-4A16-867F-B9FC8EEA306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A0BE2-528B-420E-9CE0-6ED7B2DE00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3CB77E-CA6B-4C01-A407-3AF1DE0229A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18B64C-09E4-4481-9AA8-66535C9829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97E74-00CC-45D7-B048-16EC4E94E25B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5C3F0D-805F-4FE6-83DD-43780E0BE9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866D3AB-1EA1-4815-8026-394A837E5D7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E8D4C4F-BAAE-49CD-9E25-ABFFA36CB7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51F16-1457-4EFE-B954-5484FCDDF2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189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ആത്മാവേ! വന്നീടുക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AD88C-6CD5-4D06-BEEE-F25B49FE7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14400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Aathmaave</a:t>
            </a:r>
            <a:r>
              <a:rPr lang="en-US" sz="4000" b="1" dirty="0">
                <a:solidFill>
                  <a:schemeClr val="tx2"/>
                </a:solidFill>
              </a:rPr>
              <a:t>! - </a:t>
            </a:r>
            <a:r>
              <a:rPr lang="en-US" sz="4000" b="1" dirty="0" err="1">
                <a:solidFill>
                  <a:schemeClr val="tx2"/>
                </a:solidFill>
              </a:rPr>
              <a:t>vanneeduka</a:t>
            </a:r>
            <a:endParaRPr lang="en-US" sz="4000" dirty="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1139C7-48C2-4DDF-8327-66488400506F}"/>
              </a:ext>
            </a:extLst>
          </p:cNvPr>
          <p:cNvSpPr/>
          <p:nvPr/>
        </p:nvSpPr>
        <p:spPr>
          <a:xfrm>
            <a:off x="2667000" y="4800600"/>
            <a:ext cx="30059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(യുസ്തുസ് യൌസേഫ്)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8AE7FC-E56A-4ACC-9980-0697FE8BAEA7}"/>
              </a:ext>
            </a:extLst>
          </p:cNvPr>
          <p:cNvSpPr/>
          <p:nvPr/>
        </p:nvSpPr>
        <p:spPr>
          <a:xfrm>
            <a:off x="6705600" y="4800600"/>
            <a:ext cx="23178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(</a:t>
            </a:r>
            <a:r>
              <a:rPr lang="en-US" b="1" dirty="0" err="1">
                <a:solidFill>
                  <a:schemeClr val="accent2"/>
                </a:solidFill>
              </a:rPr>
              <a:t>Yusthus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en-US" b="1" dirty="0" err="1">
                <a:solidFill>
                  <a:schemeClr val="accent2"/>
                </a:solidFill>
              </a:rPr>
              <a:t>Youseph</a:t>
            </a:r>
            <a:r>
              <a:rPr lang="en-US" b="1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85202633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447800"/>
            <a:ext cx="12192000" cy="2274275"/>
          </a:xfrm>
        </p:spPr>
        <p:txBody>
          <a:bodyPr anchor="t"/>
          <a:lstStyle/>
          <a:p>
            <a:pPr algn="l" defTabSz="398463"/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ആത്മാവേ - വേഗം വന്നെ-ന്നതി പാപങ്ങ-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ളാകെ നീയോർപ്പിക്കുക  -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ആയവയോർത്തു അലറിക്കരവതി-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ന്നായി തുണച്ചീടുക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 			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ആത്മാ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…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19E3B-9827-4FB1-BA16-7D25C10CA175}"/>
              </a:ext>
            </a:extLst>
          </p:cNvPr>
          <p:cNvSpPr/>
          <p:nvPr/>
        </p:nvSpPr>
        <p:spPr>
          <a:xfrm>
            <a:off x="32083" y="304800"/>
            <a:ext cx="121799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ആത്മാവേ! - വന്നീടുക.....വിശു-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ദ്ധാത്മാവേ! വന്നീടുക....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6520-84E9-4EE0-95B3-A4B6F9D0FE1B}"/>
              </a:ext>
            </a:extLst>
          </p:cNvPr>
          <p:cNvSpPr/>
          <p:nvPr/>
        </p:nvSpPr>
        <p:spPr>
          <a:xfrm>
            <a:off x="-32082" y="3505200"/>
            <a:ext cx="122441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-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……….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Dhaathmaave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…..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CD798-3F30-4396-ABAD-45358F3DA78A}"/>
              </a:ext>
            </a:extLst>
          </p:cNvPr>
          <p:cNvSpPr/>
          <p:nvPr/>
        </p:nvSpPr>
        <p:spPr>
          <a:xfrm>
            <a:off x="32082" y="4572000"/>
            <a:ext cx="1215991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vannennathipaapanga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lhaake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neeyorppikkuka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Aayavayorththu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alarhi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kkaravathinnayi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thunhacheeduka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						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aathma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545125"/>
            <a:ext cx="11658600" cy="2274275"/>
          </a:xfrm>
        </p:spPr>
        <p:txBody>
          <a:bodyPr anchor="t"/>
          <a:lstStyle/>
          <a:p>
            <a:pPr algn="l" defTabSz="3984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കേഫാവിൻ കണ്ണു നീരെ പ്പോളൊഴുകുമെൻ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കണ്ണിൽ നിന്നും ദൈവമേ! - നിൻ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തൃപ്പാദത്തിങ്കൽ വീണി - പ്പോളപേക്ഷിക്കു-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ന്നിപ്പാപിയെ വീടൊല്ലാ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19E3B-9827-4FB1-BA16-7D25C10CA175}"/>
              </a:ext>
            </a:extLst>
          </p:cNvPr>
          <p:cNvSpPr/>
          <p:nvPr/>
        </p:nvSpPr>
        <p:spPr>
          <a:xfrm>
            <a:off x="32083" y="2768025"/>
            <a:ext cx="121799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ആത്മാവേ! - വന്നീടുക.....വിശു-ദ്ധാത്മാവേ! വന്നീടുക....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6520-84E9-4EE0-95B3-A4B6F9D0FE1B}"/>
              </a:ext>
            </a:extLst>
          </p:cNvPr>
          <p:cNvSpPr/>
          <p:nvPr/>
        </p:nvSpPr>
        <p:spPr>
          <a:xfrm>
            <a:off x="-4008" y="5719227"/>
            <a:ext cx="1219600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Vishu-dhaathmaave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CD798-3F30-4396-ABAD-45358F3DA78A}"/>
              </a:ext>
            </a:extLst>
          </p:cNvPr>
          <p:cNvSpPr/>
          <p:nvPr/>
        </p:nvSpPr>
        <p:spPr>
          <a:xfrm>
            <a:off x="0" y="3581400"/>
            <a:ext cx="1215991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Kephaavin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kannhuneereppolhozhukumen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Thrippadathinkal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veenhi-ppolhapekshikku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nnippaapiye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veedolla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59839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545125"/>
            <a:ext cx="11658600" cy="2274275"/>
          </a:xfrm>
        </p:spPr>
        <p:txBody>
          <a:bodyPr anchor="t"/>
          <a:lstStyle/>
          <a:p>
            <a:pPr algn="l" defTabSz="3984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കല്ലാം മനസ്സിനെ തല്ലിത്തകർക്ക നിൻ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ചൊല്ലാലെ വേഗ - മയ്യോ ദിനം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വെള്ള ക്കുഴിയാക്കി ക്കൊള്ളുക എന്നിരു-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കണ്ണുകളെ വേഗം നീ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19E3B-9827-4FB1-BA16-7D25C10CA175}"/>
              </a:ext>
            </a:extLst>
          </p:cNvPr>
          <p:cNvSpPr/>
          <p:nvPr/>
        </p:nvSpPr>
        <p:spPr>
          <a:xfrm>
            <a:off x="32083" y="2768025"/>
            <a:ext cx="121799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ആത്മാവേ! - വന്നീടുക.....വിശു-ദ്ധാത്മാവേ! വന്നീടുക....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6520-84E9-4EE0-95B3-A4B6F9D0FE1B}"/>
              </a:ext>
            </a:extLst>
          </p:cNvPr>
          <p:cNvSpPr/>
          <p:nvPr/>
        </p:nvSpPr>
        <p:spPr>
          <a:xfrm>
            <a:off x="-4008" y="5719227"/>
            <a:ext cx="1219600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Vishu-dhaathmaave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CD798-3F30-4396-ABAD-45358F3DA78A}"/>
              </a:ext>
            </a:extLst>
          </p:cNvPr>
          <p:cNvSpPr/>
          <p:nvPr/>
        </p:nvSpPr>
        <p:spPr>
          <a:xfrm>
            <a:off x="0" y="3581400"/>
            <a:ext cx="1215991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Kallaam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manassine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thallithakarkka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Chollale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vegamayyo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dinam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Vellhakkuzhiyaakkikkollhuka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enniru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kannhukalhe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128999434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545125"/>
            <a:ext cx="11658600" cy="2274275"/>
          </a:xfrm>
        </p:spPr>
        <p:txBody>
          <a:bodyPr anchor="t"/>
          <a:lstStyle/>
          <a:p>
            <a:pPr algn="l" defTabSz="3984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കുരിശിൽ മരി-ച്ച സ്വരൂപമെൻ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മാൻസം തന്നിൽ ദിനം-പ്ര-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കാശിപ്പതിനു തുണയ്ക്കുക ദൈവമേ!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ലേശവും താമസിയാ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19E3B-9827-4FB1-BA16-7D25C10CA175}"/>
              </a:ext>
            </a:extLst>
          </p:cNvPr>
          <p:cNvSpPr/>
          <p:nvPr/>
        </p:nvSpPr>
        <p:spPr>
          <a:xfrm>
            <a:off x="32083" y="2768025"/>
            <a:ext cx="121799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ആത്മാവേ! - വന്നീടുക.....വിശു-ദ്ധാത്മാവേ! വന്നീടുക....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6520-84E9-4EE0-95B3-A4B6F9D0FE1B}"/>
              </a:ext>
            </a:extLst>
          </p:cNvPr>
          <p:cNvSpPr/>
          <p:nvPr/>
        </p:nvSpPr>
        <p:spPr>
          <a:xfrm>
            <a:off x="-4008" y="5719227"/>
            <a:ext cx="1219600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Vishu-dhaathmaave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CD798-3F30-4396-ABAD-45358F3DA78A}"/>
              </a:ext>
            </a:extLst>
          </p:cNvPr>
          <p:cNvSpPr/>
          <p:nvPr/>
        </p:nvSpPr>
        <p:spPr>
          <a:xfrm>
            <a:off x="0" y="3581400"/>
            <a:ext cx="1215991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kurishil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maricha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swaroopamen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Maanasam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dinam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kaashippathinu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thunhakka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Leshavum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thaamassiyaa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308946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545125"/>
            <a:ext cx="11658600" cy="2274275"/>
          </a:xfrm>
        </p:spPr>
        <p:txBody>
          <a:bodyPr anchor="t"/>
          <a:lstStyle/>
          <a:p>
            <a:pPr algn="l" defTabSz="3984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എത്ര തവണ - ദുഃഖിപ്പിച്ചിരി-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ക്കുന്നു മഹാ പാപി ഞാൻ - നിന്‍റെ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പൊന്നാ മുപദേശം തള്ളിക്കളഞ്ഞു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തന്നിഷ്ടനായ് - നടന്നേൻ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19E3B-9827-4FB1-BA16-7D25C10CA175}"/>
              </a:ext>
            </a:extLst>
          </p:cNvPr>
          <p:cNvSpPr/>
          <p:nvPr/>
        </p:nvSpPr>
        <p:spPr>
          <a:xfrm>
            <a:off x="32083" y="2768025"/>
            <a:ext cx="121799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ആത്മാവേ! - വന്നീടുക.....വിശു-ദ്ധാത്മാവേ! വന്നീടുക....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6520-84E9-4EE0-95B3-A4B6F9D0FE1B}"/>
              </a:ext>
            </a:extLst>
          </p:cNvPr>
          <p:cNvSpPr/>
          <p:nvPr/>
        </p:nvSpPr>
        <p:spPr>
          <a:xfrm>
            <a:off x="-4008" y="5719227"/>
            <a:ext cx="1219600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Vishu-dhaathmaave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CD798-3F30-4396-ABAD-45358F3DA78A}"/>
              </a:ext>
            </a:extLst>
          </p:cNvPr>
          <p:cNvSpPr/>
          <p:nvPr/>
        </p:nvSpPr>
        <p:spPr>
          <a:xfrm>
            <a:off x="0" y="3581400"/>
            <a:ext cx="1215991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ethra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thavanha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dukhippichiri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kkunnu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ninte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Ponnamupadesham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thallhikalhanju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thannishtanai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nadannen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245564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545125"/>
            <a:ext cx="11658600" cy="2274275"/>
          </a:xfrm>
        </p:spPr>
        <p:txBody>
          <a:bodyPr anchor="t"/>
          <a:lstStyle/>
          <a:p>
            <a:pPr algn="l" defTabSz="3984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നിഗളം ദുർമോഹം അവിശ്വാസം വഞ്ചന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പകയെന്നിവ യൊഴിച്ചു - എൻ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അകമെ വിശ്വാസം പ്രത്യാശ സ്നേഹങ്ങളെ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വേഗം തന്നീടുക നീ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19E3B-9827-4FB1-BA16-7D25C10CA175}"/>
              </a:ext>
            </a:extLst>
          </p:cNvPr>
          <p:cNvSpPr/>
          <p:nvPr/>
        </p:nvSpPr>
        <p:spPr>
          <a:xfrm>
            <a:off x="32083" y="2768025"/>
            <a:ext cx="121799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ആത്മാവേ! - വന്നീടുക.....വിശു-ദ്ധാത്മാവേ! വന്നീടുക....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6520-84E9-4EE0-95B3-A4B6F9D0FE1B}"/>
              </a:ext>
            </a:extLst>
          </p:cNvPr>
          <p:cNvSpPr/>
          <p:nvPr/>
        </p:nvSpPr>
        <p:spPr>
          <a:xfrm>
            <a:off x="-4008" y="5719227"/>
            <a:ext cx="1219600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Vishu-dhaathmaave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CD798-3F30-4396-ABAD-45358F3DA78A}"/>
              </a:ext>
            </a:extLst>
          </p:cNvPr>
          <p:cNvSpPr/>
          <p:nvPr/>
        </p:nvSpPr>
        <p:spPr>
          <a:xfrm>
            <a:off x="0" y="3581400"/>
            <a:ext cx="1215991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Nigalham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durmoham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avishwaasam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vanchana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pakayenniva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ozhichu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Akame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vishwaasam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prathyaasha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snehangalhe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thanniduka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</a:t>
            </a:r>
          </a:p>
        </p:txBody>
      </p:sp>
    </p:spTree>
    <p:extLst>
      <p:ext uri="{BB962C8B-B14F-4D97-AF65-F5344CB8AC3E}">
        <p14:creationId xmlns:p14="http://schemas.microsoft.com/office/powerpoint/2010/main" val="368026241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545125"/>
            <a:ext cx="11658600" cy="2274275"/>
          </a:xfrm>
        </p:spPr>
        <p:txBody>
          <a:bodyPr anchor="t"/>
          <a:lstStyle/>
          <a:p>
            <a:pPr algn="l" defTabSz="3984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അപ്പോസ്തോല-രിലറ-ങ്ങിയ വണ്ണ-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മിപ്പോ ളാകാശം പിളർന്നു -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ഇപ്പാപിമേ - ലിറങ്ങി ഹൃദയം തന്നിൽ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എപ്പോഴും വാണിടുക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19E3B-9827-4FB1-BA16-7D25C10CA175}"/>
              </a:ext>
            </a:extLst>
          </p:cNvPr>
          <p:cNvSpPr/>
          <p:nvPr/>
        </p:nvSpPr>
        <p:spPr>
          <a:xfrm>
            <a:off x="32083" y="2768025"/>
            <a:ext cx="121799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ആത്മാവേ! - വന്നീടുക.....വിശു-ദ്ധാത്മാവേ! വന്നീടുക....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6520-84E9-4EE0-95B3-A4B6F9D0FE1B}"/>
              </a:ext>
            </a:extLst>
          </p:cNvPr>
          <p:cNvSpPr/>
          <p:nvPr/>
        </p:nvSpPr>
        <p:spPr>
          <a:xfrm>
            <a:off x="-4008" y="5719227"/>
            <a:ext cx="1219600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Vishu-dhaathmaave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CD798-3F30-4396-ABAD-45358F3DA78A}"/>
              </a:ext>
            </a:extLst>
          </p:cNvPr>
          <p:cNvSpPr/>
          <p:nvPr/>
        </p:nvSpPr>
        <p:spPr>
          <a:xfrm>
            <a:off x="0" y="3581400"/>
            <a:ext cx="1215991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7.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Appostholarilirhangiya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-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ippolhaakasham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pillharnnu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nee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Eppaapimelirangi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hridayam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eppozhum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vaanheeduka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4809112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545125"/>
            <a:ext cx="11658600" cy="2274275"/>
          </a:xfrm>
        </p:spPr>
        <p:txBody>
          <a:bodyPr anchor="t"/>
          <a:lstStyle/>
          <a:p>
            <a:pPr algn="l" defTabSz="3984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8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 ജല-മേ! കനിഞ്ഞൻപോടെന്നിൽ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ദേവാ തിരിക്കുമെങ്കിൽ - നിത്യ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ചാവി ന്നിരയായിടും - മഹാ പാപി ഞാൻ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ദൈവമേ! കൈവിടൊല്ല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19E3B-9827-4FB1-BA16-7D25C10CA175}"/>
              </a:ext>
            </a:extLst>
          </p:cNvPr>
          <p:cNvSpPr/>
          <p:nvPr/>
        </p:nvSpPr>
        <p:spPr>
          <a:xfrm>
            <a:off x="32083" y="2768025"/>
            <a:ext cx="121799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ആത്മാവേ! - വന്നീടുക.....വിശു-ദ്ധാത്മാവേ! വന്നീടുക....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6520-84E9-4EE0-95B3-A4B6F9D0FE1B}"/>
              </a:ext>
            </a:extLst>
          </p:cNvPr>
          <p:cNvSpPr/>
          <p:nvPr/>
        </p:nvSpPr>
        <p:spPr>
          <a:xfrm>
            <a:off x="-4008" y="5719227"/>
            <a:ext cx="1219600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Vishu-dhaathmaave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CD798-3F30-4396-ABAD-45358F3DA78A}"/>
              </a:ext>
            </a:extLst>
          </p:cNvPr>
          <p:cNvSpPr/>
          <p:nvPr/>
        </p:nvSpPr>
        <p:spPr>
          <a:xfrm>
            <a:off x="0" y="3581400"/>
            <a:ext cx="1215991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8.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Jeevajalame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Kaninjanpodennil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Mevaathirikkumenkil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nithya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Chaavinnirayaayidum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mahaa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Kaividolla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965049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33400" y="545125"/>
            <a:ext cx="11658600" cy="2274275"/>
          </a:xfrm>
        </p:spPr>
        <p:txBody>
          <a:bodyPr anchor="t"/>
          <a:lstStyle/>
          <a:p>
            <a:pPr algn="l" defTabSz="398463"/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9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ചൊല്ലിക്കൂടാത്ത ഞര - ക്കങ്ങളോടതി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വല്ലഭൻ മുൻ‌പിലയ്യോ - ഈ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ചെള്ളാ മെനിക്കായപേ - ക്ഷിപ്പതിന്നു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തെല്ലും താമസിക്കൊലാ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189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819E3B-9827-4FB1-BA16-7D25C10CA175}"/>
              </a:ext>
            </a:extLst>
          </p:cNvPr>
          <p:cNvSpPr/>
          <p:nvPr/>
        </p:nvSpPr>
        <p:spPr>
          <a:xfrm>
            <a:off x="32083" y="2768025"/>
            <a:ext cx="1217996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ആത്മാവേ! - വന്നീടുക.....വിശു-ദ്ധാത്മാവേ! വന്നീടുക....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E86520-84E9-4EE0-95B3-A4B6F9D0FE1B}"/>
              </a:ext>
            </a:extLst>
          </p:cNvPr>
          <p:cNvSpPr/>
          <p:nvPr/>
        </p:nvSpPr>
        <p:spPr>
          <a:xfrm>
            <a:off x="-4008" y="5719227"/>
            <a:ext cx="12196008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–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Vishu-dhaathmaave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Vanneeduka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….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CCD798-3F30-4396-ABAD-45358F3DA78A}"/>
              </a:ext>
            </a:extLst>
          </p:cNvPr>
          <p:cNvSpPr/>
          <p:nvPr/>
        </p:nvSpPr>
        <p:spPr>
          <a:xfrm>
            <a:off x="0" y="3581400"/>
            <a:ext cx="12159917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9.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Chollikkoodaatha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njarakkangaodathi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Vallabhan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munpillayyo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ee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Chellhaamenikkayapekshippathinu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thellum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thaamasikkola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5596694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355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189 ആത്മാവേ! വന്നീടുക</vt:lpstr>
      <vt:lpstr>1 ആത്മാവേ - വേഗം വന്നെ-ന്നതി പാപങ്ങ-  ളാകെ നീയോർപ്പിക്കുക  - ഞാൻ  ആയവയോർത്തു അലറിക്കരവതി-  ന്നായി തുണച്ചീടുക     - ആത്മാ… </vt:lpstr>
      <vt:lpstr>2 കേഫാവിൻ കണ്ണു നീരെ പ്പോളൊഴുകുമെൻ  കണ്ണിൽ നിന്നും ദൈവമേ! - നിൻ  തൃപ്പാദത്തിങ്കൽ വീണി - പ്പോളപേക്ഷിക്കു-  ന്നിപ്പാപിയെ വീടൊല്ലാ</vt:lpstr>
      <vt:lpstr>3 കല്ലാം മനസ്സിനെ തല്ലിത്തകർക്ക നിൻ  ചൊല്ലാലെ വേഗ - മയ്യോ ദിനം  വെള്ള ക്കുഴിയാക്കി ക്കൊള്ളുക എന്നിരു-  കണ്ണുകളെ വേഗം നീ</vt:lpstr>
      <vt:lpstr>4 യേശു കുരിശിൽ മരി-ച്ച സ്വരൂപമെൻ  മാൻസം തന്നിൽ ദിനം-പ്ര-  കാശിപ്പതിനു തുണയ്ക്കുക ദൈവമേ!  ലേശവും താമസിയാ</vt:lpstr>
      <vt:lpstr>5 നിന്നെ എത്ര തവണ - ദുഃഖിപ്പിച്ചിരി-  ക്കുന്നു മഹാ പാപി ഞാൻ - നിന്‍റെ  പൊന്നാ മുപദേശം തള്ളിക്കളഞ്ഞു ഞാൻ  തന്നിഷ്ടനായ് - നടന്നേൻ</vt:lpstr>
      <vt:lpstr>6 നിഗളം ദുർമോഹം അവിശ്വാസം വഞ്ചന  പകയെന്നിവ യൊഴിച്ചു - എൻ  അകമെ വിശ്വാസം പ്രത്യാശ സ്നേഹങ്ങളെ  വേഗം തന്നീടുക നീ</vt:lpstr>
      <vt:lpstr>7 അപ്പോസ്തോല-രിലറ-ങ്ങിയ വണ്ണ-  മിപ്പോ ളാകാശം പിളർന്നു - നീ  ഇപ്പാപിമേ - ലിറങ്ങി ഹൃദയം തന്നിൽ  എപ്പോഴും വാണിടുക</vt:lpstr>
      <vt:lpstr>8 ജീവ ജല-മേ! കനിഞ്ഞൻപോടെന്നിൽ നീ  ദേവാ തിരിക്കുമെങ്കിൽ - നിത്യ  ചാവി ന്നിരയായിടും - മഹാ പാപി ഞാൻ  ദൈവമേ! കൈവിടൊല്ല</vt:lpstr>
      <vt:lpstr>9 ചൊല്ലിക്കൂടാത്ത ഞര - ക്കങ്ങളോടതി  വല്ലഭൻ മുൻ‌പിലയ്യോ - ഈ  ചെള്ളാ മെനിക്കായപേ - ക്ഷിപ്പതിന്നു നീ  തെല്ലും താമസിക്കൊലാ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Aathmave vanneeduka</dc:title>
  <dc:creator>Digital Input:; GM JOHN; Acsah Mathews</dc:creator>
  <cp:lastModifiedBy>Acsah Mathews</cp:lastModifiedBy>
  <cp:revision>90</cp:revision>
  <dcterms:created xsi:type="dcterms:W3CDTF">2013-04-19T09:19:07Z</dcterms:created>
  <dcterms:modified xsi:type="dcterms:W3CDTF">2018-11-07T17:19:48Z</dcterms:modified>
</cp:coreProperties>
</file>