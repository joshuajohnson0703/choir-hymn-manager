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5" r:id="rId3"/>
    <p:sldId id="278" r:id="rId4"/>
    <p:sldId id="283" r:id="rId5"/>
    <p:sldId id="279" r:id="rId6"/>
    <p:sldId id="284" r:id="rId7"/>
    <p:sldId id="280" r:id="rId8"/>
    <p:sldId id="285" r:id="rId9"/>
    <p:sldId id="281" r:id="rId10"/>
    <p:sldId id="286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5" autoAdjust="0"/>
    <p:restoredTop sz="94660"/>
  </p:normalViewPr>
  <p:slideViewPr>
    <p:cSldViewPr>
      <p:cViewPr varScale="1">
        <p:scale>
          <a:sx n="44" d="100"/>
          <a:sy n="44" d="100"/>
        </p:scale>
        <p:origin x="72" y="9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83D99-7AF2-45AB-BFED-5002448494A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EE911-3F91-4272-8509-A31341F65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E0FC0-0904-40E0-A3E1-074D64870CE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3F5F4-32C2-4F4E-8D3B-9061A0A69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C9DC1-C4A0-4AF4-84F7-D433DC6EC13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81FDE-ED03-4DF2-BB0E-F4BC942B23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60998-5073-495E-919A-A768FCA2E20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255D1-03CC-49FB-B1CF-2045C9536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BF50C-881F-4B93-A9BD-5E4EEBBB26A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19D70-DF6E-4901-A5AD-1946A8B6F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CEB72-4F0F-4BA0-91EE-F334C41D534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6F2E3-8F18-4C6C-BD4A-FD971C789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ED8C1-BC4E-492C-A5B5-8C0CD8AE1A8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01BF8-24A6-45AD-B591-7B165282B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44712-DD0E-4B6F-AF04-3B1D7B8413A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B3416-283F-4388-9E08-90B1DE920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37250-321D-4980-BA79-6471F2C118D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4AD6A-8D52-44B7-BBDC-913960AAD1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31A05-1AD5-4D26-848C-EAD4F409177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1F742-331C-4668-A89A-9685BDBC2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9735D-1014-4551-9321-CD80A0E7DF4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0EE5B-20AC-4E44-8D44-DE03FEEAFD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776879-8564-4645-A9FA-CB7149E60B4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68F9974-9A4D-44A8-906D-C93D8C12A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AF00-0B67-4DD5-97D7-C17BFC445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392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യേശുവോടു ചേർന്നിരിപ്പതെത്ര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A01C1-C89B-4E04-B43E-1BEE410CD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Yeshuvodu </a:t>
            </a:r>
            <a:r>
              <a:rPr lang="en-US" sz="4000" b="1" dirty="0" err="1">
                <a:solidFill>
                  <a:srgbClr val="002060"/>
                </a:solidFill>
              </a:rPr>
              <a:t>chernnirippathethra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940661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381000" y="1066800"/>
            <a:ext cx="11811000" cy="2941254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ചേർന്നിരിപ്പതെത്ര മോദമേ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യേശുവിന്നായ് ജീവിക്കുന്നതെത്ര ഭാഗ്യമേ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 തന്നോടെന്നുമെന്നിൽ വർദ്ധിച്ചീടുന്നേ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ആശു തന്‍റെ കൂടെ വാഴാൻ കാംക്ഷിച്ചിടുന്നേ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(2)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യേശു....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381000" y="3810000"/>
            <a:ext cx="118110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Yeshuvodu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chernnirippathethra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jeevikkunnathethra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thannodennumennil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vardhicheedunne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kaamkshicheedunne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C0765-DE24-4663-A851-E2119DAED4FB}"/>
              </a:ext>
            </a:extLst>
          </p:cNvPr>
          <p:cNvSpPr/>
          <p:nvPr/>
        </p:nvSpPr>
        <p:spPr>
          <a:xfrm>
            <a:off x="0" y="333168"/>
            <a:ext cx="12192000" cy="639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941254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പോക്കിയെന്‍റെ പാപമെല്ലാം തന്‍റെ യാഗത്താൽ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നീക്കിയെന്‍റെ ശാപമെല്ലാം താൻ വഹിച്ചതാൽ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ഓർക്കുന്തോറും സ്നേഹമെന്നിൽ വർദ്ധിച്ചീടുന്നേ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പാർക്കുന്നേ തൻ കൂടെ വാഴാൻ എന്നു സാദ്ധ്യമോ?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യേശു....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381000" y="3810000"/>
            <a:ext cx="118110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Pokkiyente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yaagaththaal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Neekkiyente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shaapamelaam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vahichathaal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Orkkunthorhum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vardhicheedunne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Paarkkunne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saadhyamo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		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C0765-DE24-4663-A851-E2119DAED4FB}"/>
              </a:ext>
            </a:extLst>
          </p:cNvPr>
          <p:cNvSpPr/>
          <p:nvPr/>
        </p:nvSpPr>
        <p:spPr>
          <a:xfrm>
            <a:off x="0" y="333168"/>
            <a:ext cx="12192000" cy="639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30767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676400"/>
          </a:xfrm>
        </p:spPr>
        <p:txBody>
          <a:bodyPr anchor="t"/>
          <a:lstStyle/>
          <a:p>
            <a:pPr>
              <a:lnSpc>
                <a:spcPct val="150000"/>
              </a:lnSpc>
              <a:tabLst>
                <a:tab pos="57785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ചേർന്നിരിപ്പതെത്ര മോദമേ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യേശുവിന്നായ് ജീവിക്കുന്നതെത്ര ഭാഗ്യമേ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0" y="3810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Yeshuvodu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chernnirippathethra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Yeshuvinaai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jeevikkunnathethra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17654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941254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ശ്രേഷ്ഠമേറും നാട്ടിലെന്‍റെ വാസമാക്കുവാൻ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ശോഭയേറും വീടെനിക്കൊരുക്കിടുന്നവൻ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കൈകളാൽ തീർക്കാത്ത നിത്യപാർപ്പിടം തന്നിൽ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വാണിടുന്ന നാളിനായ് ഞാൻ നോക്കിപ്പാർക്കുന്നേ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യേശു....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381000" y="3810000"/>
            <a:ext cx="118110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Shreshtamerhum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naattilente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vaasamaakkuvaan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Shobhayerum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veedenikkorikkeedunnavan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Kaikalhaal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theerkaatha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paarpidam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nokki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C0765-DE24-4663-A851-E2119DAED4FB}"/>
              </a:ext>
            </a:extLst>
          </p:cNvPr>
          <p:cNvSpPr/>
          <p:nvPr/>
        </p:nvSpPr>
        <p:spPr>
          <a:xfrm>
            <a:off x="0" y="333168"/>
            <a:ext cx="12192000" cy="639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99518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676400"/>
          </a:xfrm>
        </p:spPr>
        <p:txBody>
          <a:bodyPr anchor="t"/>
          <a:lstStyle/>
          <a:p>
            <a:pPr>
              <a:lnSpc>
                <a:spcPct val="150000"/>
              </a:lnSpc>
              <a:tabLst>
                <a:tab pos="57785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ചേർന്നിരിപ്പതെത്ര മോദമേ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യേശുവിന്നായ് ജീവിക്കുന്നതെത്ര ഭാഗ്യമേ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0" y="3810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Yeshuvodu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chernnirippathethra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Yeshuvinaai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jeevikkunnathethra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941482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941254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തീരുമെന്‍റെ കഷ്ടം ഇന്നീ മന്നിലെ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അന്നുമാറുമെന്‍റെ ദുഃഖം നിശ്ചയം തന്നെ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തന്‍റെ ശുദ്ധരൊത്തു പാടി ആർക്കുമേ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എന്നെനിക്കു സാദ്ധ്യമോ മഹൽ സമ്മേളനം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യേശു....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381000" y="3810000"/>
            <a:ext cx="118110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theerumente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mannile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maarhumente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shudhdharoththu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paadiyaarkkume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saadhyamo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mahal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sammelhanam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C0765-DE24-4663-A851-E2119DAED4FB}"/>
              </a:ext>
            </a:extLst>
          </p:cNvPr>
          <p:cNvSpPr/>
          <p:nvPr/>
        </p:nvSpPr>
        <p:spPr>
          <a:xfrm>
            <a:off x="0" y="333168"/>
            <a:ext cx="12192000" cy="639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13649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676400"/>
          </a:xfrm>
        </p:spPr>
        <p:txBody>
          <a:bodyPr anchor="t"/>
          <a:lstStyle/>
          <a:p>
            <a:pPr>
              <a:lnSpc>
                <a:spcPct val="150000"/>
              </a:lnSpc>
              <a:tabLst>
                <a:tab pos="57785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ചേർന്നിരിപ്പതെത്ര മോദമേ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യേശുവിന്നായ് ജീവിക്കുന്നതെത്ര ഭാഗ്യമേ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0" y="3810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Yeshuvodu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chernnirippathethra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Yeshuvinaai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jeevikkunnathethra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428851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381000" y="1066800"/>
            <a:ext cx="11811000" cy="2941254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നല്ലവനേ വല്ലഭനേ പൊന്നു കാന്തനെ!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അല്ലൽ തീർക്കാനെന്നു വന്നു ചേർത്തിടുമെന്നെ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തുല്യമില്ലാ മോദത്തോടെ വീണകളേന്തി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ഹല്ലേലുയ്യാ! ഗാനം പാടി വാണിടുവാനായ്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യേശു....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381000" y="3810000"/>
            <a:ext cx="118110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vallabhane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ponnukaanthane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theerkkaanennu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cherththidumenne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Thulyamillaa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veenhakalhenthi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Halleluiaa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vaanhiduvaanaai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		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C0765-DE24-4663-A851-E2119DAED4FB}"/>
              </a:ext>
            </a:extLst>
          </p:cNvPr>
          <p:cNvSpPr/>
          <p:nvPr/>
        </p:nvSpPr>
        <p:spPr>
          <a:xfrm>
            <a:off x="0" y="333168"/>
            <a:ext cx="12192000" cy="639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704487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392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676400"/>
          </a:xfrm>
        </p:spPr>
        <p:txBody>
          <a:bodyPr anchor="t"/>
          <a:lstStyle/>
          <a:p>
            <a:pPr>
              <a:lnSpc>
                <a:spcPct val="150000"/>
              </a:lnSpc>
              <a:tabLst>
                <a:tab pos="57785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യേശുവോടു ചേർന്നിരിപ്പതെത്ര മോദമേ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യേശുവിന്നായ് ജീവിക്കുന്നതെത്ര ഭാഗ്യമേ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7465-10BB-4AA4-95B5-431CC46D4496}"/>
              </a:ext>
            </a:extLst>
          </p:cNvPr>
          <p:cNvSpPr/>
          <p:nvPr/>
        </p:nvSpPr>
        <p:spPr>
          <a:xfrm>
            <a:off x="0" y="3810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Yeshuvodu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chernnirippathethra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Yeshuvinaai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jeevikkunnathethra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94754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152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392 യേശുവോടു ചേർന്നിരിപ്പതെത്ര</vt:lpstr>
      <vt:lpstr>യേശുവോടു ചേർന്നിരിപ്പതെത്ര മോദമേ  യേശുവിന്നായ് ജീവിക്കുന്നതെത്ര ഭാഗ്യമേ ആശ തന്നോടെന്നുമെന്നിൽ വർദ്ധിച്ചീടുന്നേ ആശു തന്‍റെ കൂടെ വാഴാൻ കാംക്ഷിച്ചിടുന്നേ (2)             യേശു.... </vt:lpstr>
      <vt:lpstr>പോക്കിയെന്‍റെ പാപമെല്ലാം തന്‍റെ യാഗത്താൽ  നീക്കിയെന്‍റെ ശാപമെല്ലാം താൻ വഹിച്ചതാൽ ഓർക്കുന്തോറും സ്നേഹമെന്നിൽ വർദ്ധിച്ചീടുന്നേ  പാർക്കുന്നേ തൻ കൂടെ വാഴാൻ എന്നു സാദ്ധ്യമോ?(2)              യേശു.... </vt:lpstr>
      <vt:lpstr>യേശുവോടു ചേർന്നിരിപ്പതെത്ര മോദമേ  യേശുവിന്നായ് ജീവിക്കുന്നതെത്ര ഭാഗ്യമേ</vt:lpstr>
      <vt:lpstr>ശ്രേഷ്ഠമേറും നാട്ടിലെന്‍റെ വാസമാക്കുവാൻ  ശോഭയേറും വീടെനിക്കൊരുക്കിടുന്നവൻ  കൈകളാൽ തീർക്കാത്ത നിത്യപാർപ്പിടം തന്നിൽ വാണിടുന്ന നാളിനായ് ഞാൻ നോക്കിപ്പാർക്കുന്നേ (2)              യേശു.... </vt:lpstr>
      <vt:lpstr>യേശുവോടു ചേർന്നിരിപ്പതെത്ര മോദമേ  യേശുവിന്നായ് ജീവിക്കുന്നതെത്ര ഭാഗ്യമേ</vt:lpstr>
      <vt:lpstr>അന്നു തീരുമെന്‍റെ കഷ്ടം ഇന്നീ മന്നിലെ അന്നുമാറുമെന്‍റെ ദുഃഖം നിശ്ചയം തന്നെ അന്നു തന്‍റെ ശുദ്ധരൊത്തു പാടി ആർക്കുമേ എന്നെനിക്കു സാദ്ധ്യമോ മഹൽ സമ്മേളനം (2)              യേശു.... </vt:lpstr>
      <vt:lpstr>യേശുവോടു ചേർന്നിരിപ്പതെത്ര മോദമേ  യേശുവിന്നായ് ജീവിക്കുന്നതെത്ര ഭാഗ്യമേ</vt:lpstr>
      <vt:lpstr>നല്ലവനേ വല്ലഭനേ പൊന്നു കാന്തനെ!  അല്ലൽ തീർക്കാനെന്നു വന്നു ചേർത്തിടുമെന്നെ തുല്യമില്ലാ മോദത്തോടെ വീണകളേന്തി ഹല്ലേലുയ്യാ! ഗാനം പാടി വാണിടുവാനായ് (2)             യേശു.... </vt:lpstr>
      <vt:lpstr>യേശുവോടു ചേർന്നിരിപ്പതെത്ര മോദമേ  യേശുവിന്നായ് ജീവിക്കുന്നതെത്ര ഭാഗ്യമേ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Yeshuvodu chernnirippathu</dc:title>
  <dc:creator>Digital Input:; GM JOHN; Acsah Mathews</dc:creator>
  <cp:lastModifiedBy>Acsah Mathews</cp:lastModifiedBy>
  <cp:revision>166</cp:revision>
  <dcterms:created xsi:type="dcterms:W3CDTF">2013-04-25T00:28:25Z</dcterms:created>
  <dcterms:modified xsi:type="dcterms:W3CDTF">2018-11-26T14:51:07Z</dcterms:modified>
</cp:coreProperties>
</file>