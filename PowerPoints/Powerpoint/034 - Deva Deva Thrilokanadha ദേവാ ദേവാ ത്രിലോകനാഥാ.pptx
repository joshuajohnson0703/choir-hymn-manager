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2" r:id="rId2"/>
    <p:sldId id="284" r:id="rId3"/>
    <p:sldId id="280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75B0977-334D-49C8-BFEE-0643C6AEB80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CBB024-E80B-4D2B-B588-4E8C6D415A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0736A-8B29-4C77-8743-9BBC24ADCA8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376FD-B308-4330-A2E9-52AB5FF620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6F2E1-CC99-49C3-BDE3-79A7A8A2DC0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0513E-B02F-4578-BA88-D0D955ED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435D8-8E85-4FC3-A93A-9D5ADE3F78B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4212F-1955-451D-B2C5-AF5571C3DF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B78D5-74CB-489A-9AD3-528DE698A09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1DAE7-93D2-444A-8C29-7D06589CFC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5EDF1-9CE8-41DF-A82D-28EC2E9E387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B06C9-E788-4B0E-965F-4F2172766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83018-84B3-4AB5-8619-55FF1E8464F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781E2-2C20-4D7B-9AFF-AD9F99DBE6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45FF0-A5C5-41C9-ADCB-2C2631B3E2F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1A68D-D6C8-45A3-A031-CF25B22DF8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412DD-C435-4B25-AB3E-20EEEE055C2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E8967-F5F2-48D3-9311-BB0A2447B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7B857-F63C-4326-AC64-995A66D37CC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87B13-9366-4DAD-82EC-38E6EB774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B01CC-EA9C-45B2-A2D8-FE0ED0F2907A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C65D1-06D8-436F-A1B7-E8344C6B6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26A68-969A-4F35-A2CC-9984E664744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0302B-116B-4DBC-B6C7-321425C93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1116752-1BBF-4310-895D-22ACA10E59C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23F37-01AA-45F4-ADB4-199C4AB8A2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07DE-7652-41FA-830C-0C42903B4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47852"/>
            <a:ext cx="10363200" cy="1752600"/>
          </a:xfrm>
        </p:spPr>
        <p:txBody>
          <a:bodyPr/>
          <a:lstStyle/>
          <a:p>
            <a:r>
              <a:rPr lang="en-US" dirty="0"/>
              <a:t>34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ദേവാ! ദേവാ! ത്രിലോകനാഥാ!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A10D7-D458-45BC-8BF9-1B61A87E3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sz="4000" b="1" dirty="0">
                <a:solidFill>
                  <a:schemeClr val="tx2">
                    <a:lumMod val="75000"/>
                  </a:schemeClr>
                </a:solidFill>
              </a:rPr>
              <a:t>Devaa! Devaa! Thriloka Naathaa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2194708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ദേവാ! ദേവാ! ത്രിലോകനാഥാ!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ലോകോദ്ധാരക! ക്രിസ്തോ! ദേവാ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ദാസരാമെങ്ങളെ കാത്തു രക്ഷിക്കണേ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Devaa! Devaa! Thriloka Naathaa 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Lôkôdhdhaaraka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Kristhô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Daasaraamengalhey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kaaththu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rakshikkanhey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-deva… </a:t>
            </a:r>
          </a:p>
        </p:txBody>
      </p:sp>
    </p:spTree>
    <p:extLst>
      <p:ext uri="{BB962C8B-B14F-4D97-AF65-F5344CB8AC3E}">
        <p14:creationId xmlns:p14="http://schemas.microsoft.com/office/powerpoint/2010/main" val="348658817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ആഴിമീതെ നടന്ന ദേവ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അഞ്ചപ്പം കൊണ്ടയ്യായിരത്തെ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അതിശയകരമായ് പോഷിപ്പിച്ചവനേ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Aazhimeethey nadanna Deva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Anchappam kondayyaayiraththey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Athishayakaramaai pôshippichchavaney -deva…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കാനാവിലെ കല്യാണവിരുന്നിൽ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ശുദ്ധജലത്തെ വീഞ്ഞാക്കിത്തീർത്ത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കരുണാനിധിയേ! കനിയേണം ദിനവും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Kaanaaviley kalyaanha virunnil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Shudhdha jalaththey veenjaakki theertha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Karunhaanidhiye! Kaniyènham dinavum			-deva…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79808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മാനവരെ രക്ഷചെയ് 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മുൾമുടി ശിരസ്സിൽ വഹിച്ചും കൊണ്ടു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കുരിശതിലേറി - ജീവനെ വെടിഞ്ഞ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Maanavarey rakshacheivaan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Mulhmudi shirassil vahichchum kondu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Kurishathilèri jeevaney vedinja			-deva…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16532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 മമഗതി നീയേ താത!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ആർത്ത ജനങ്ങൾക്കേകാലംബം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നീയെന്യെ ആരുള്ളൂ ദീനദയാലോ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Naathaa! Mamagathi neeye thaathaa!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Aarththajanangalhkkekaalamb ham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Neeyenye aarullhu deena dayaalo			-deva…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00611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2900" y="1143000"/>
            <a:ext cx="11849100" cy="16763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നിന്‍റെ രാജ്യം - വേഗം വരണേ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നിത്യാനന്ദമോക്ഷം ചേരാൻ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ഭക്തരാം ദാസരെ – അനുഗ്രഹിച്ചീടുക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8889A-1F86-4727-A00E-BC9C358294C0}"/>
              </a:ext>
            </a:extLst>
          </p:cNvPr>
          <p:cNvSpPr/>
          <p:nvPr/>
        </p:nvSpPr>
        <p:spPr>
          <a:xfrm>
            <a:off x="342900" y="3502493"/>
            <a:ext cx="118491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6. Nintey raajyam vègam varanhey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Nithyaananda môksham chèraan</a:t>
            </a:r>
          </a:p>
          <a:p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Bhaktharaam daasarey anugrahichcheeduka		-deva…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231938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109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34 ദേവാ! ദേവാ! ത്രിലോകനാഥാ!</vt:lpstr>
      <vt:lpstr>1 ദേവാ! ദേവാ! ത്രിലോകനാഥാ!  ലോകോദ്ധാരക! ക്രിസ്തോ! ദേവാ   ദാസരാമെങ്ങളെ കാത്തു രക്ഷിക്കണേ  - ദേവാ    </vt:lpstr>
      <vt:lpstr>2  ആഴിമീതെ നടന്ന ദേവ    അഞ്ചപ്പം കൊണ്ടയ്യായിരത്തെ    അതിശയകരമായ് പോഷിപ്പിച്ചവനേ   - ദേവാ    </vt:lpstr>
      <vt:lpstr>3  കാനാവിലെ കല്യാണവിരുന്നിൽ   ശുദ്ധജലത്തെ വീഞ്ഞാക്കിത്തീർത്ത   കരുണാനിധിയേ! കനിയേണം ദിനവും   - ദേവാ    </vt:lpstr>
      <vt:lpstr>4  മാനവരെ രക്ഷചെയ് വാൻ   മുൾമുടി ശിരസ്സിൽ വഹിച്ചും കൊണ്ടു   കുരിശതിലേറി - ജീവനെ വെടിഞ്ഞ   - ദേവാ    </vt:lpstr>
      <vt:lpstr>5  നാഥാ! മമഗതി നീയേ താത!  ആർത്ത ജനങ്ങൾക്കേകാലംബം   നീയെന്യെ ആരുള്ളൂ ദീനദയാലോ   - ദേവാ    </vt:lpstr>
      <vt:lpstr>6 നിന്‍റെ രാജ്യം - വേഗം വരണേ   നിത്യാനന്ദമോക്ഷം ചേരാൻ   ഭക്തരാം ദാസരെ – അനുഗ്രഹിച്ചീടുക   - ദേവാ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 Deva thrilokanadha</dc:title>
  <dc:creator>Digital Input:;GM JOHN</dc:creator>
  <cp:lastModifiedBy>Acsah Mathews</cp:lastModifiedBy>
  <cp:revision>575</cp:revision>
  <dcterms:created xsi:type="dcterms:W3CDTF">2013-04-19T09:19:07Z</dcterms:created>
  <dcterms:modified xsi:type="dcterms:W3CDTF">2018-10-26T14:30:53Z</dcterms:modified>
</cp:coreProperties>
</file>