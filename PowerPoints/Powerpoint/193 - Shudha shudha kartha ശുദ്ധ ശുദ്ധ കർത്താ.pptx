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5" r:id="rId4"/>
    <p:sldId id="273" r:id="rId5"/>
    <p:sldId id="276" r:id="rId6"/>
    <p:sldId id="274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1D79D-C5B6-4C6C-AB64-56472C867A9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5A8A9-A9B1-4737-BC86-9C408722B7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9846F-538D-444A-AF12-DFABAE2F2E3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DBE4C-F408-40CD-BFE7-E1FEB2741B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6D1EB-5693-4B75-AD6E-8C721F9F7C2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C1249-2959-4212-9184-D0B9A357D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CBBFE-A483-415D-A057-CB50F4A512F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2A60A-58EB-4E98-802C-B680AC68F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182EF-054A-4D29-A390-6387C2922F6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12192-EE80-4F82-AE40-F47DB5FD4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0955-6774-4263-BE49-929AB125FCD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4312D-D9B3-4DC8-958B-12540A3FC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37219-8553-4840-BEF1-71C8620C22C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65C81-A738-42D0-BEFF-1A2C0962A8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C835-C61C-4DC6-A12E-74E0C9548A9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6ADEA-0CD5-4170-B119-E79B1CC47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6BD7B-98AA-48BA-A58A-B5C18C313DF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6801B-6088-4514-B71E-083F85592F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8D378-3729-443F-8717-A2AB9C15848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14E0-60AB-4AFD-B2AA-4D202CA478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925F4-1A5F-48F6-8BAE-54593B94411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4C41D-1D1B-4975-8157-BD8186DA0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BE2CD0E-46AA-40DD-A99D-5FB8E5FF2D6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CFC76A4-22A6-46AC-AA82-4D5584061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A180-904D-4C23-8C6F-451BFE6B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219200"/>
            <a:ext cx="10363200" cy="2381251"/>
          </a:xfrm>
        </p:spPr>
        <p:txBody>
          <a:bodyPr/>
          <a:lstStyle/>
          <a:p>
            <a:r>
              <a:rPr lang="en-US" dirty="0"/>
              <a:t>193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ശുദ്ധ! ശുദ്ധ! കർത്താ!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E7FE-AE01-4147-8A95-0806B7EE6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Shuddha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shuddha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Karthaa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64720377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609600"/>
            <a:ext cx="12192001" cy="2819400"/>
          </a:xfrm>
        </p:spPr>
        <p:txBody>
          <a:bodyPr anchor="t"/>
          <a:lstStyle/>
          <a:p>
            <a:pPr defTabSz="463550">
              <a:defRPr/>
            </a:pP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ശുദ്ധ! ശുദ്ധ! കർത്താ! 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ദേവ! ജീവ ദായകനെ!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 ശുദ്ധി നൽകി 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രക്ഷിക്കിന്നേരമേ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E59F8-B32F-459A-87FC-3D95131E97E8}"/>
              </a:ext>
            </a:extLst>
          </p:cNvPr>
          <p:cNvSpPr/>
          <p:nvPr/>
        </p:nvSpPr>
        <p:spPr>
          <a:xfrm>
            <a:off x="-2" y="3715286"/>
            <a:ext cx="121920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Shuddha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Karthaa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Dèva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Jeeva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daayakaney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Chiththa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shuddhi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rakshikkinneramey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1" y="916307"/>
            <a:ext cx="12169139" cy="2819400"/>
          </a:xfrm>
        </p:spPr>
        <p:txBody>
          <a:bodyPr anchor="t"/>
          <a:lstStyle/>
          <a:p>
            <a:pPr defTabSz="463550">
              <a:defRPr/>
            </a:pPr>
            <a:r>
              <a:rPr lang="en-US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വാസം ചെയ്കെന്നുള്ളിൽ </a:t>
            </a:r>
            <a:br>
              <a:rPr lang="en-US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ദേവാ! പാപ ബോധം നൽക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നാശമായ് പ്പോകായ്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വാനെന്നെ പാലിച്ചിടേണമേ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DB313-39A5-46AA-A265-E547EC3E90D8}"/>
              </a:ext>
            </a:extLst>
          </p:cNvPr>
          <p:cNvSpPr/>
          <p:nvPr/>
        </p:nvSpPr>
        <p:spPr>
          <a:xfrm>
            <a:off x="-2" y="3715286"/>
            <a:ext cx="121920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Vaasam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cheikennulhil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Dèvaa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bôdham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nalka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Naashamaai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ppokaai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-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vaanenney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paalichchidenhamey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E49A47-85A6-420C-AE8F-EE36B8FBA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28050076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819400"/>
          </a:xfrm>
        </p:spPr>
        <p:txBody>
          <a:bodyPr anchor="t"/>
          <a:lstStyle/>
          <a:p>
            <a:pPr defTabSz="463550">
              <a:defRPr/>
            </a:pPr>
            <a:r>
              <a:rPr lang="en-US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 	</a:t>
            </a:r>
            <a:r>
              <a:rPr lang="ml-IN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സത്യാത്മാവേ!</a:t>
            </a:r>
            <a:r>
              <a:rPr lang="en-US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വായെന്നുള്ളിൽ </a:t>
            </a:r>
            <a:br>
              <a:rPr lang="en-US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നിത്യവും നീ പാർക്ക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ക്രിസ്തേശുവിൻ മുദ്ര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പതിക്ക നീ ഇപ്പോൾ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51046-7CA9-4B93-8C00-15542478A555}"/>
              </a:ext>
            </a:extLst>
          </p:cNvPr>
          <p:cNvSpPr/>
          <p:nvPr/>
        </p:nvSpPr>
        <p:spPr>
          <a:xfrm>
            <a:off x="-2" y="3715286"/>
            <a:ext cx="121920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Sathyaathmaavey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Vaayennullhil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nithyavum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paarkka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Kristheshuvin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mudra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pathikka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ippolh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E81F1B-8317-462E-B8E5-08232CD50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193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819400"/>
          </a:xfrm>
        </p:spPr>
        <p:txBody>
          <a:bodyPr anchor="t"/>
          <a:lstStyle/>
          <a:p>
            <a:pPr defTabSz="463550">
              <a:defRPr/>
            </a:pP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സ്നേഹാദി ഫലങ്ങൾ 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ആവാ നധികമായ്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സ്നേഹവാനേ! തുണയ്ക്കണം </a:t>
            </a:r>
            <a:r>
              <a:rPr lang="en-US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ഹീന പാപിയെന്മേൽ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4D7FA0-42DC-48F1-B58D-C0DC560FD877}"/>
              </a:ext>
            </a:extLst>
          </p:cNvPr>
          <p:cNvSpPr/>
          <p:nvPr/>
        </p:nvSpPr>
        <p:spPr>
          <a:xfrm>
            <a:off x="-2" y="3715286"/>
            <a:ext cx="121920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Snehaadi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phalangalh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aavaa-nadikamaai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Snehavaaney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Thunhaikkenham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heena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paapiyenmel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4EE1C9-452C-488F-90BC-17FEF09C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33126641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609600"/>
            <a:ext cx="12192001" cy="3105686"/>
          </a:xfrm>
        </p:spPr>
        <p:txBody>
          <a:bodyPr anchor="t"/>
          <a:lstStyle/>
          <a:p>
            <a:pPr defTabSz="463550">
              <a:defRPr/>
            </a:pP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താതസുത ശുദ്ധാത്മാവേ! 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 ത്രിയേകനേ!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താ നിൻ കൃപാ വരങ്ങളെ-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സേവ ചെയ്തീടാൻ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</a:t>
            </a:r>
            <a:r>
              <a:rPr lang="en-US" sz="23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</a:t>
            </a:r>
            <a: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  <a:t>(റ്റി. കെ. ഔസേഫ്)</a:t>
            </a:r>
            <a:endParaRPr lang="en-US" sz="23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830BA-F1EE-4F9C-AEB7-1F4A87EE2931}"/>
              </a:ext>
            </a:extLst>
          </p:cNvPr>
          <p:cNvSpPr/>
          <p:nvPr/>
        </p:nvSpPr>
        <p:spPr>
          <a:xfrm>
            <a:off x="-2" y="3715286"/>
            <a:ext cx="12192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sutha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shuddhaathmaavey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Naatha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Threeyekaney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kripaa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varangalhey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seva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cheitheedaan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							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(T. K.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Ouseph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923970-A060-4459-973B-BD37BDD1E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193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84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193 ശുദ്ധ! ശുദ്ധ! കർത്താ! </vt:lpstr>
      <vt:lpstr>1 ശുദ്ധ! ശുദ്ധ! കർത്താ!   ദേവ! ജീവ ദായകനെ!  ചിത്ത ശുദ്ധി നൽകി   എന്നെ രക്ഷിക്കിന്നേരമേ</vt:lpstr>
      <vt:lpstr>2 വാസം ചെയ്കെന്നുള്ളിൽ   ദേവാ! പാപ ബോധം നൽക   നാശമായ് പ്പോകായ്-   വാനെന്നെ പാലിച്ചിടേണമേ</vt:lpstr>
      <vt:lpstr>3  സത്യാത്മാവേ! വായെന്നുള്ളിൽ   നിത്യവും നീ പാർക്ക   ക്രിസ്തേശുവിൻ മുദ്ര   എന്നിൽ പതിക്ക നീ ഇപ്പോൾ</vt:lpstr>
      <vt:lpstr>4 സ്നേഹാദി ഫലങ്ങൾ   എന്നിൽ ആവാ നധികമായ്   സ്നേഹവാനേ! തുണയ്ക്കണം   ഹീന പാപിയെന്മേൽ  </vt:lpstr>
      <vt:lpstr>5 താതസുത ശുദ്ധാത്മാവേ!   നാഥാ! ത്രിയേകനേ! താ നിൻ കൃപാ വരങ്ങളെ-  നിൻ സേവ ചെയ്തീടാൻ                      (റ്റി. കെ. ഔസേഫ്)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171</cp:revision>
  <dcterms:created xsi:type="dcterms:W3CDTF">2013-04-19T09:19:07Z</dcterms:created>
  <dcterms:modified xsi:type="dcterms:W3CDTF">2018-11-07T18:34:56Z</dcterms:modified>
</cp:coreProperties>
</file>