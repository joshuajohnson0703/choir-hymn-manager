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3" r:id="rId2"/>
    <p:sldId id="257" r:id="rId3"/>
    <p:sldId id="284" r:id="rId4"/>
    <p:sldId id="285" r:id="rId5"/>
    <p:sldId id="286" r:id="rId6"/>
    <p:sldId id="287" r:id="rId7"/>
    <p:sldId id="288" r:id="rId8"/>
    <p:sldId id="281" r:id="rId9"/>
    <p:sldId id="289" r:id="rId10"/>
    <p:sldId id="282" r:id="rId11"/>
    <p:sldId id="290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6" d="100"/>
          <a:sy n="46" d="100"/>
        </p:scale>
        <p:origin x="29" y="8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25776-911A-45D5-8015-B461BC177DDC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1681F-A106-4662-899D-0C1CC005D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2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DE2B345C-E16B-C9D3-4FDB-9EABCDCDA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>
            <a:extLst>
              <a:ext uri="{FF2B5EF4-FFF2-40B4-BE49-F238E27FC236}">
                <a16:creationId xmlns:a16="http://schemas.microsoft.com/office/drawing/2014/main" id="{335CF8A4-3C9D-E78C-5CE0-034778013C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>
            <a:extLst>
              <a:ext uri="{FF2B5EF4-FFF2-40B4-BE49-F238E27FC236}">
                <a16:creationId xmlns:a16="http://schemas.microsoft.com/office/drawing/2014/main" id="{3A99F9FE-8280-9CE0-9024-32FAB67097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>
            <a:extLst>
              <a:ext uri="{FF2B5EF4-FFF2-40B4-BE49-F238E27FC236}">
                <a16:creationId xmlns:a16="http://schemas.microsoft.com/office/drawing/2014/main" id="{693732D4-E858-792B-E019-AFD8EDED9C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4905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02145783-A364-9429-2A64-E28E71938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>
            <a:extLst>
              <a:ext uri="{FF2B5EF4-FFF2-40B4-BE49-F238E27FC236}">
                <a16:creationId xmlns:a16="http://schemas.microsoft.com/office/drawing/2014/main" id="{6B9350C7-1146-C32E-7341-ACAE896512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>
            <a:extLst>
              <a:ext uri="{FF2B5EF4-FFF2-40B4-BE49-F238E27FC236}">
                <a16:creationId xmlns:a16="http://schemas.microsoft.com/office/drawing/2014/main" id="{D54FE1D3-9944-2FEF-4EDB-5B7939299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>
            <a:extLst>
              <a:ext uri="{FF2B5EF4-FFF2-40B4-BE49-F238E27FC236}">
                <a16:creationId xmlns:a16="http://schemas.microsoft.com/office/drawing/2014/main" id="{760E74F5-0DE1-4EE7-31A8-0FC59B9C5E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5400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D4085DEE-EB53-4112-FEBC-667B3F14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>
            <a:extLst>
              <a:ext uri="{FF2B5EF4-FFF2-40B4-BE49-F238E27FC236}">
                <a16:creationId xmlns:a16="http://schemas.microsoft.com/office/drawing/2014/main" id="{0B2236A5-B1FA-6B6A-762A-C542A5AC68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>
            <a:extLst>
              <a:ext uri="{FF2B5EF4-FFF2-40B4-BE49-F238E27FC236}">
                <a16:creationId xmlns:a16="http://schemas.microsoft.com/office/drawing/2014/main" id="{F057F970-4B65-7468-F03D-444FCFE994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>
            <a:extLst>
              <a:ext uri="{FF2B5EF4-FFF2-40B4-BE49-F238E27FC236}">
                <a16:creationId xmlns:a16="http://schemas.microsoft.com/office/drawing/2014/main" id="{4114F769-14DA-8D9D-89FA-9B8BE82F8B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2675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8D6EC05D-6860-A7B1-8D5C-A673A2DE2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>
            <a:extLst>
              <a:ext uri="{FF2B5EF4-FFF2-40B4-BE49-F238E27FC236}">
                <a16:creationId xmlns:a16="http://schemas.microsoft.com/office/drawing/2014/main" id="{7F1CC82D-0B01-5A22-45D2-72FDA717AD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>
            <a:extLst>
              <a:ext uri="{FF2B5EF4-FFF2-40B4-BE49-F238E27FC236}">
                <a16:creationId xmlns:a16="http://schemas.microsoft.com/office/drawing/2014/main" id="{24C04A60-7875-E472-C970-EE913BCDF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>
            <a:extLst>
              <a:ext uri="{FF2B5EF4-FFF2-40B4-BE49-F238E27FC236}">
                <a16:creationId xmlns:a16="http://schemas.microsoft.com/office/drawing/2014/main" id="{854D89C1-482B-8C1A-ADDA-EC77C4894A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961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C1F9EEFA-31C5-4785-537D-B7E52BFFB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>
            <a:extLst>
              <a:ext uri="{FF2B5EF4-FFF2-40B4-BE49-F238E27FC236}">
                <a16:creationId xmlns:a16="http://schemas.microsoft.com/office/drawing/2014/main" id="{581DFAFF-9B97-047C-8E6D-9890E05B64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>
            <a:extLst>
              <a:ext uri="{FF2B5EF4-FFF2-40B4-BE49-F238E27FC236}">
                <a16:creationId xmlns:a16="http://schemas.microsoft.com/office/drawing/2014/main" id="{7C8F8B31-97A6-2A71-A238-9D3B462F39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>
            <a:extLst>
              <a:ext uri="{FF2B5EF4-FFF2-40B4-BE49-F238E27FC236}">
                <a16:creationId xmlns:a16="http://schemas.microsoft.com/office/drawing/2014/main" id="{559BA295-0C44-2615-8008-5F1747E338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6752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79E779ED-3A96-BCA5-5254-A75A6AB0A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>
            <a:extLst>
              <a:ext uri="{FF2B5EF4-FFF2-40B4-BE49-F238E27FC236}">
                <a16:creationId xmlns:a16="http://schemas.microsoft.com/office/drawing/2014/main" id="{67544179-248C-A212-0FE9-2B5E75A152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>
            <a:extLst>
              <a:ext uri="{FF2B5EF4-FFF2-40B4-BE49-F238E27FC236}">
                <a16:creationId xmlns:a16="http://schemas.microsoft.com/office/drawing/2014/main" id="{5E93E52A-4C71-8328-D202-747A6BFFD5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>
            <a:extLst>
              <a:ext uri="{FF2B5EF4-FFF2-40B4-BE49-F238E27FC236}">
                <a16:creationId xmlns:a16="http://schemas.microsoft.com/office/drawing/2014/main" id="{672A134F-DB12-DA07-9622-F04E793566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6720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9B85B05E-28E1-51AA-2ADE-C39359FF9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be7325da6_0_87:notes">
            <a:extLst>
              <a:ext uri="{FF2B5EF4-FFF2-40B4-BE49-F238E27FC236}">
                <a16:creationId xmlns:a16="http://schemas.microsoft.com/office/drawing/2014/main" id="{14102051-1702-6AFA-B2E1-649E3D096D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be7325da6_0_87:notes">
            <a:extLst>
              <a:ext uri="{FF2B5EF4-FFF2-40B4-BE49-F238E27FC236}">
                <a16:creationId xmlns:a16="http://schemas.microsoft.com/office/drawing/2014/main" id="{FF6657E9-5430-1386-DDC5-F74C74C7E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g34be7325da6_0_87:notes">
            <a:extLst>
              <a:ext uri="{FF2B5EF4-FFF2-40B4-BE49-F238E27FC236}">
                <a16:creationId xmlns:a16="http://schemas.microsoft.com/office/drawing/2014/main" id="{D38F2520-146B-2BD7-3EBA-1711832403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1699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088BE-FC11-4012-9FAE-9AF0863FD21A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6BB691-C8BA-4666-AA2A-FEC5DE8F5C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5D9802-2850-4061-833D-0FD458E1D568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305305-3805-450E-B86E-5E87CA09F8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8003E-9535-4529-836C-018465BA8AAF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B940F-CA31-4233-821D-F99BE8E961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1F0F8-71C0-4B7D-AA01-B9BDD499819C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7A1D8-93D1-427B-88CB-D029703E79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2E0B3-2C1F-4962-AC06-A9482D484D19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717021-A1BF-4B80-814E-06B2AE1DD2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CE5EA-0B69-48CF-A57F-076793B6D9E8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D82C8D-ED94-4678-9A27-384AADA385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49B00-DBCE-444B-A86D-1ADD8B83898D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3D3E31-A7B8-4F3F-B01E-8F5FB22C1B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DEA959-DF8E-4F9A-A97B-E4DEB288D169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24A8C0-9AF0-48AC-BB49-FF472A83C7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C76A1-0255-44F9-9639-BD12892F6117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87DD5F-EAF4-49E5-8640-501E4C00E8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D785A6-91B1-4440-A47E-A3DA697B2830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C175CA-2F5F-4BB2-9020-2249297AD4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EABD3-7858-422F-AAE4-C2DD967F527B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0646D-2249-4223-9D26-25233B3D7F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D361A14-8C10-4629-B315-CB81225608F6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4E18154-4882-46D2-81A0-C847DE213E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8EE33-46C3-42B6-8F80-9D6B646F9D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145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നിനക്കായെന്‍ ജീവനെ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AAD37-2B7A-41A2-851B-2805C7F03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Ninakkaai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En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jeevaney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38795D-D37E-4B60-86DA-1A21EA5679EB}"/>
              </a:ext>
            </a:extLst>
          </p:cNvPr>
          <p:cNvSpPr/>
          <p:nvPr/>
        </p:nvSpPr>
        <p:spPr>
          <a:xfrm>
            <a:off x="3124200" y="5073253"/>
            <a:ext cx="25843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 പി.വി. തൊമ്മി 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F28B67-9D69-4EAB-8622-3403B00F5349}"/>
              </a:ext>
            </a:extLst>
          </p:cNvPr>
          <p:cNvSpPr/>
          <p:nvPr/>
        </p:nvSpPr>
        <p:spPr>
          <a:xfrm>
            <a:off x="7620000" y="5073253"/>
            <a:ext cx="18450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(P. V. </a:t>
            </a:r>
            <a:r>
              <a:rPr lang="en-US" sz="2000" dirty="0" err="1">
                <a:solidFill>
                  <a:schemeClr val="accent2"/>
                </a:solidFill>
              </a:rPr>
              <a:t>Thommi</a:t>
            </a:r>
            <a:r>
              <a:rPr lang="en-US" sz="2000" dirty="0">
                <a:solidFill>
                  <a:schemeClr val="accent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511005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/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നിനക്കായെന്‍ ജീവനെ മര-ക്കുരിശില്‍ വെടിഞ്ഞെന്‍ മകനേ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ദിനവും ഇതിനെ മറന്നു ഭൂവി നീ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വസിപ്പതെന്തു കണ്‍ മണിയെ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/>
          <p:cNvSpPr txBox="1"/>
          <p:nvPr/>
        </p:nvSpPr>
        <p:spPr>
          <a:xfrm>
            <a:off x="6172140" y="593952"/>
            <a:ext cx="5974200" cy="2944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n-lt"/>
              </a:rPr>
              <a:t>Ninakkaai</a:t>
            </a:r>
            <a:r>
              <a:rPr lang="en-US" sz="3200" b="1" dirty="0">
                <a:latin typeface="+mn-lt"/>
              </a:rPr>
              <a:t> En </a:t>
            </a:r>
            <a:r>
              <a:rPr lang="en-US" sz="3200" b="1" dirty="0" err="1">
                <a:latin typeface="+mn-lt"/>
              </a:rPr>
              <a:t>jeevaney</a:t>
            </a:r>
            <a:r>
              <a:rPr lang="en-US" sz="3200" b="1" dirty="0">
                <a:latin typeface="+mn-lt"/>
              </a:rPr>
              <a:t> mara- </a:t>
            </a:r>
          </a:p>
          <a:p>
            <a:pPr algn="ctr"/>
            <a:r>
              <a:rPr lang="en-US" sz="3200" b="1" dirty="0" err="1">
                <a:latin typeface="+mn-lt"/>
              </a:rPr>
              <a:t>kurishil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vedinjen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makaney</a:t>
            </a:r>
            <a:r>
              <a:rPr lang="en-US" sz="3200" b="1" dirty="0">
                <a:latin typeface="+mn-lt"/>
              </a:rPr>
              <a:t> </a:t>
            </a:r>
            <a:endParaRPr lang="en-US" sz="2400" b="1" dirty="0">
              <a:latin typeface="+mn-lt"/>
            </a:endParaRPr>
          </a:p>
          <a:p>
            <a:pPr algn="ctr"/>
            <a:endParaRPr lang="en-US" sz="24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Dinavum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ithiney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marannu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bhoovi</a:t>
            </a:r>
            <a:r>
              <a:rPr lang="en-US" sz="3200" b="1" dirty="0">
                <a:latin typeface="+mn-lt"/>
              </a:rPr>
              <a:t> nee </a:t>
            </a:r>
          </a:p>
          <a:p>
            <a:pPr algn="ctr"/>
            <a:r>
              <a:rPr lang="en-US" sz="3200" b="1" dirty="0" err="1">
                <a:latin typeface="+mn-lt"/>
              </a:rPr>
              <a:t>vasippathenthu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kanhmanhiyé</a:t>
            </a:r>
            <a:r>
              <a:rPr lang="en-US" sz="3200" b="1" dirty="0">
                <a:latin typeface="+mn-lt"/>
              </a:rPr>
              <a:t> </a:t>
            </a:r>
          </a:p>
        </p:txBody>
      </p:sp>
      <p:sp>
        <p:nvSpPr>
          <p:cNvPr id="174" name="Google Shape;174;g34be7325da6_0_87"/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For your sake, I gave up my life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On the wooden cross, O my son!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Yet each day, forgetting this,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Why do you dwell on earth, my beloved?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/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/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0970844-7689-7D9F-EC07-D51433E80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145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8B9105B3-D560-B66B-A05B-12D2E0AF0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>
            <a:extLst>
              <a:ext uri="{FF2B5EF4-FFF2-40B4-BE49-F238E27FC236}">
                <a16:creationId xmlns:a16="http://schemas.microsoft.com/office/drawing/2014/main" id="{AC477807-7EB3-A6ED-8C72-CA77371918F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വെടിഞ്ഞു ഞാനെന്‍റെ പരമമോദങ്ങ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ളഖിലവും നിന്നെക്കരുതി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കഠിന പാപത്തെ ചുമന്നൊഴിപ്പതി-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ന്നടിമവേഷം ഞാനെടുത്തു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>
            <a:extLst>
              <a:ext uri="{FF2B5EF4-FFF2-40B4-BE49-F238E27FC236}">
                <a16:creationId xmlns:a16="http://schemas.microsoft.com/office/drawing/2014/main" id="{C4620932-1AC8-3E25-2547-411F450E4D9E}"/>
              </a:ext>
            </a:extLst>
          </p:cNvPr>
          <p:cNvSpPr txBox="1"/>
          <p:nvPr/>
        </p:nvSpPr>
        <p:spPr>
          <a:xfrm>
            <a:off x="6172140" y="593952"/>
            <a:ext cx="5974200" cy="306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n-lt"/>
              </a:rPr>
              <a:t>Vedinju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Njaanentey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paramamodangalh</a:t>
            </a:r>
            <a:r>
              <a:rPr lang="en-US" sz="3200" b="1" dirty="0">
                <a:latin typeface="+mn-lt"/>
              </a:rPr>
              <a:t>-</a:t>
            </a:r>
          </a:p>
          <a:p>
            <a:pPr algn="ctr"/>
            <a:r>
              <a:rPr lang="en-US" sz="3200" b="1" dirty="0" err="1">
                <a:latin typeface="+mn-lt"/>
              </a:rPr>
              <a:t>akhilavum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ninneykaruthi</a:t>
            </a:r>
            <a:r>
              <a:rPr lang="en-US" sz="3200" b="1" dirty="0">
                <a:latin typeface="+mn-lt"/>
              </a:rPr>
              <a:t> - </a:t>
            </a:r>
            <a:r>
              <a:rPr lang="en-US" sz="3200" b="1" dirty="0" err="1">
                <a:latin typeface="+mn-lt"/>
              </a:rPr>
              <a:t>nintey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Kadinapaapaththey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chumannozhippathin</a:t>
            </a:r>
            <a:r>
              <a:rPr lang="en-US" sz="3200" b="1" dirty="0">
                <a:latin typeface="+mn-lt"/>
              </a:rPr>
              <a:t>-</a:t>
            </a:r>
          </a:p>
          <a:p>
            <a:pPr algn="ctr"/>
            <a:r>
              <a:rPr lang="en-US" sz="3200" b="1" dirty="0" err="1">
                <a:latin typeface="+mn-lt"/>
              </a:rPr>
              <a:t>adimavesham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Njaaneduththu</a:t>
            </a:r>
            <a:endParaRPr lang="en-US" sz="3200" b="1" dirty="0">
              <a:latin typeface="+mn-lt"/>
            </a:endParaRPr>
          </a:p>
        </p:txBody>
      </p:sp>
      <p:sp>
        <p:nvSpPr>
          <p:cNvPr id="174" name="Google Shape;174;g34be7325da6_0_87">
            <a:extLst>
              <a:ext uri="{FF2B5EF4-FFF2-40B4-BE49-F238E27FC236}">
                <a16:creationId xmlns:a16="http://schemas.microsoft.com/office/drawing/2014/main" id="{B705679E-446F-E5A0-1B36-1329BF0CC751}"/>
              </a:ext>
            </a:extLst>
          </p:cNvPr>
          <p:cNvSpPr txBox="1"/>
          <p:nvPr/>
        </p:nvSpPr>
        <p:spPr>
          <a:xfrm>
            <a:off x="838200" y="4655293"/>
            <a:ext cx="10515600" cy="1685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I gave up all my supreme joys completely for your sake –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To bear and take away your grievous sin, I took the form of a servant.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>
            <a:extLst>
              <a:ext uri="{FF2B5EF4-FFF2-40B4-BE49-F238E27FC236}">
                <a16:creationId xmlns:a16="http://schemas.microsoft.com/office/drawing/2014/main" id="{93C7418C-8FC7-B00F-917D-752907F934A8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>
            <a:extLst>
              <a:ext uri="{FF2B5EF4-FFF2-40B4-BE49-F238E27FC236}">
                <a16:creationId xmlns:a16="http://schemas.microsoft.com/office/drawing/2014/main" id="{FB54EDAF-0A48-6A3F-13BF-8C92C272B908}"/>
              </a:ext>
            </a:extLst>
          </p:cNvPr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E096AA3-D8DD-6600-9086-653180900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145</a:t>
            </a:r>
          </a:p>
        </p:txBody>
      </p:sp>
    </p:spTree>
    <p:extLst>
      <p:ext uri="{BB962C8B-B14F-4D97-AF65-F5344CB8AC3E}">
        <p14:creationId xmlns:p14="http://schemas.microsoft.com/office/powerpoint/2010/main" val="409835780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76A553C0-E3EB-DB8D-F3CA-4DA10ED0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>
            <a:extLst>
              <a:ext uri="{FF2B5EF4-FFF2-40B4-BE49-F238E27FC236}">
                <a16:creationId xmlns:a16="http://schemas.microsoft.com/office/drawing/2014/main" id="{7C1BF792-A3B6-02DE-8444-52DE819260F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പരമതാതന്‍റെ തിരുമുമ്പാകെ നിൻ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ദുരിതഭാരത്തെ ചുമന്നും കൊണ്ടു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പരവശനായി തളർന്നെൻ വിയർപ്പു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ചോരത്തുള്ളി പോലൊഴുകി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>
            <a:extLst>
              <a:ext uri="{FF2B5EF4-FFF2-40B4-BE49-F238E27FC236}">
                <a16:creationId xmlns:a16="http://schemas.microsoft.com/office/drawing/2014/main" id="{8CFD19D3-EEF1-E708-DD96-D3E7F1FE4EEB}"/>
              </a:ext>
            </a:extLst>
          </p:cNvPr>
          <p:cNvSpPr txBox="1"/>
          <p:nvPr/>
        </p:nvSpPr>
        <p:spPr>
          <a:xfrm>
            <a:off x="6172140" y="593952"/>
            <a:ext cx="5974200" cy="3559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Parama </a:t>
            </a:r>
            <a:r>
              <a:rPr lang="en-US" sz="3200" b="1" dirty="0" err="1">
                <a:latin typeface="+mn-lt"/>
              </a:rPr>
              <a:t>Thaathantey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Thirumunbaakey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nin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duritha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bhaaraththey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chumannum</a:t>
            </a:r>
            <a:r>
              <a:rPr lang="en-US" sz="3200" b="1" dirty="0">
                <a:latin typeface="+mn-lt"/>
              </a:rPr>
              <a:t> - </a:t>
            </a:r>
            <a:r>
              <a:rPr lang="en-US" sz="3200" b="1" dirty="0" err="1">
                <a:latin typeface="+mn-lt"/>
              </a:rPr>
              <a:t>Kondu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Paravashanaayi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thalarnnen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viyarppu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chorathullhi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polozhuki</a:t>
            </a:r>
            <a:endParaRPr lang="en-US" sz="3200" b="1" dirty="0">
              <a:latin typeface="+mn-lt"/>
            </a:endParaRPr>
          </a:p>
        </p:txBody>
      </p:sp>
      <p:sp>
        <p:nvSpPr>
          <p:cNvPr id="174" name="Google Shape;174;g34be7325da6_0_87">
            <a:extLst>
              <a:ext uri="{FF2B5EF4-FFF2-40B4-BE49-F238E27FC236}">
                <a16:creationId xmlns:a16="http://schemas.microsoft.com/office/drawing/2014/main" id="{9A35DF77-34DE-1CA4-7780-680F5206683A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Before the holy presence of the Supreme Father,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While bearing the burden of your suffering,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I grew faint and overwhelmed –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And my sweat flowed like drops of blood.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>
            <a:extLst>
              <a:ext uri="{FF2B5EF4-FFF2-40B4-BE49-F238E27FC236}">
                <a16:creationId xmlns:a16="http://schemas.microsoft.com/office/drawing/2014/main" id="{7187297C-F4E5-2E50-6944-DC903A92F3C7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>
            <a:extLst>
              <a:ext uri="{FF2B5EF4-FFF2-40B4-BE49-F238E27FC236}">
                <a16:creationId xmlns:a16="http://schemas.microsoft.com/office/drawing/2014/main" id="{A6E034A9-79B8-C425-33EE-72ED3A29B568}"/>
              </a:ext>
            </a:extLst>
          </p:cNvPr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C0FF773-76DC-5B05-3F51-81253062E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145</a:t>
            </a:r>
          </a:p>
        </p:txBody>
      </p:sp>
    </p:spTree>
    <p:extLst>
      <p:ext uri="{BB962C8B-B14F-4D97-AF65-F5344CB8AC3E}">
        <p14:creationId xmlns:p14="http://schemas.microsoft.com/office/powerpoint/2010/main" val="379632605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223BE547-2AA1-8BC3-2995-3DCDF647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>
            <a:extLst>
              <a:ext uri="{FF2B5EF4-FFF2-40B4-BE49-F238E27FC236}">
                <a16:creationId xmlns:a16="http://schemas.microsoft.com/office/drawing/2014/main" id="{DC196B84-D24B-6400-4C6E-4E7B0B2A5D1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പെരിയൊരു കുരിശെടുത്തു കൊണ്ടു ഞാൻ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കയറി കാൽവറി മുകളിൽ  - ഉടൻ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കരുത്തെഴുന്നവർ പിടിച്ചിഴച്ചെന്നെ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കിടത്തി വൻകുരിശതിന്മേൽ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>
            <a:extLst>
              <a:ext uri="{FF2B5EF4-FFF2-40B4-BE49-F238E27FC236}">
                <a16:creationId xmlns:a16="http://schemas.microsoft.com/office/drawing/2014/main" id="{EF70A776-9E88-603F-B326-4049131DF84F}"/>
              </a:ext>
            </a:extLst>
          </p:cNvPr>
          <p:cNvSpPr txBox="1"/>
          <p:nvPr/>
        </p:nvSpPr>
        <p:spPr>
          <a:xfrm>
            <a:off x="6172140" y="593952"/>
            <a:ext cx="5974200" cy="3067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n-lt"/>
              </a:rPr>
              <a:t>Periyoru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kurisheduththu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kondu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Njaan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>
                <a:latin typeface="+mn-lt"/>
              </a:rPr>
              <a:t>Kayari </a:t>
            </a:r>
            <a:r>
              <a:rPr lang="en-US" sz="3200" b="1" dirty="0" err="1">
                <a:latin typeface="+mn-lt"/>
              </a:rPr>
              <a:t>kaalvari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mukhalhil</a:t>
            </a:r>
            <a:r>
              <a:rPr lang="en-US" sz="3200" b="1" dirty="0">
                <a:latin typeface="+mn-lt"/>
              </a:rPr>
              <a:t> - Udan</a:t>
            </a:r>
          </a:p>
          <a:p>
            <a:pPr algn="ctr"/>
            <a:r>
              <a:rPr lang="en-US" sz="3200" b="1" dirty="0" err="1">
                <a:latin typeface="+mn-lt"/>
              </a:rPr>
              <a:t>Karuththezhunnavar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pidichchizhachenne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Kidaththi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vankurishathinmel</a:t>
            </a:r>
            <a:endParaRPr lang="en-US" sz="3200" b="1" dirty="0">
              <a:latin typeface="+mn-lt"/>
            </a:endParaRPr>
          </a:p>
        </p:txBody>
      </p:sp>
      <p:sp>
        <p:nvSpPr>
          <p:cNvPr id="174" name="Google Shape;174;g34be7325da6_0_87">
            <a:extLst>
              <a:ext uri="{FF2B5EF4-FFF2-40B4-BE49-F238E27FC236}">
                <a16:creationId xmlns:a16="http://schemas.microsoft.com/office/drawing/2014/main" id="{41B309DC-DC2D-B4B1-3852-454F1C2430E8}"/>
              </a:ext>
            </a:extLst>
          </p:cNvPr>
          <p:cNvSpPr txBox="1"/>
          <p:nvPr/>
        </p:nvSpPr>
        <p:spPr>
          <a:xfrm>
            <a:off x="838200" y="4655293"/>
            <a:ext cx="10515600" cy="1685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I took up a great cross and climbed to the top of Calvary –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At once, the strong men rose, seized me, dragged me,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And laid me upon the great cross.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>
            <a:extLst>
              <a:ext uri="{FF2B5EF4-FFF2-40B4-BE49-F238E27FC236}">
                <a16:creationId xmlns:a16="http://schemas.microsoft.com/office/drawing/2014/main" id="{E8BD170C-C989-63BA-8005-D398F9C07690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>
            <a:extLst>
              <a:ext uri="{FF2B5EF4-FFF2-40B4-BE49-F238E27FC236}">
                <a16:creationId xmlns:a16="http://schemas.microsoft.com/office/drawing/2014/main" id="{61EC6B92-9B60-2099-81F1-9C06B611C418}"/>
              </a:ext>
            </a:extLst>
          </p:cNvPr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3B8C8FD-F9B7-2D95-81C4-19DADD84B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145</a:t>
            </a:r>
          </a:p>
        </p:txBody>
      </p:sp>
    </p:spTree>
    <p:extLst>
      <p:ext uri="{BB962C8B-B14F-4D97-AF65-F5344CB8AC3E}">
        <p14:creationId xmlns:p14="http://schemas.microsoft.com/office/powerpoint/2010/main" val="427185158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66166863-530B-E2B0-A0A8-E8CE7E45A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>
            <a:extLst>
              <a:ext uri="{FF2B5EF4-FFF2-40B4-BE49-F238E27FC236}">
                <a16:creationId xmlns:a16="http://schemas.microsoft.com/office/drawing/2014/main" id="{EC717A32-1D83-D5FD-3232-880A00511EE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വലിച്ചു കാല്‍കരം പഴുതിണയാക്കി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പിടിച്ചിരുമ്പാണി ചെലുത്തി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… 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ഒട്ടും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അലിവില്ലാതടിച്ചിറക്കിയെൻ രക്തം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തെറിപ്പിച്ചെന്‍റെ കണ്‍മണിയേ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>
            <a:extLst>
              <a:ext uri="{FF2B5EF4-FFF2-40B4-BE49-F238E27FC236}">
                <a16:creationId xmlns:a16="http://schemas.microsoft.com/office/drawing/2014/main" id="{74E7AF4F-67A2-FB07-3E1B-70E45F5FA592}"/>
              </a:ext>
            </a:extLst>
          </p:cNvPr>
          <p:cNvSpPr txBox="1"/>
          <p:nvPr/>
        </p:nvSpPr>
        <p:spPr>
          <a:xfrm>
            <a:off x="6156900" y="338554"/>
            <a:ext cx="5974200" cy="3559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n-lt"/>
              </a:rPr>
              <a:t>Valichchu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kaalkaram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pazhuthinhayaaki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Pidichchirumbaanhi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chelluththi</a:t>
            </a:r>
            <a:r>
              <a:rPr lang="en-US" sz="3200" b="1" dirty="0">
                <a:latin typeface="+mn-lt"/>
              </a:rPr>
              <a:t> - Ottum</a:t>
            </a:r>
          </a:p>
          <a:p>
            <a:pPr algn="ctr"/>
            <a:r>
              <a:rPr lang="en-US" sz="3200" b="1" dirty="0" err="1">
                <a:latin typeface="+mn-lt"/>
              </a:rPr>
              <a:t>alivillaath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adichchirakkiyen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raktham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Therippichchentey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kanhmanhiyé</a:t>
            </a:r>
            <a:r>
              <a:rPr lang="en-US" sz="3200" b="1" dirty="0">
                <a:latin typeface="+mn-lt"/>
              </a:rPr>
              <a:t>!</a:t>
            </a:r>
          </a:p>
        </p:txBody>
      </p:sp>
      <p:sp>
        <p:nvSpPr>
          <p:cNvPr id="174" name="Google Shape;174;g34be7325da6_0_87">
            <a:extLst>
              <a:ext uri="{FF2B5EF4-FFF2-40B4-BE49-F238E27FC236}">
                <a16:creationId xmlns:a16="http://schemas.microsoft.com/office/drawing/2014/main" id="{97CFB30D-B154-242A-225B-5F775EE49AA1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They pulled my hands and feet, dislocating every joint,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Drove iron nails into me – without mercy,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Struck me down with no pity, and my blood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Splattered, O my beloved!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>
            <a:extLst>
              <a:ext uri="{FF2B5EF4-FFF2-40B4-BE49-F238E27FC236}">
                <a16:creationId xmlns:a16="http://schemas.microsoft.com/office/drawing/2014/main" id="{9C7596EF-AD81-FE1C-065C-0894EF8A85F8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>
            <a:extLst>
              <a:ext uri="{FF2B5EF4-FFF2-40B4-BE49-F238E27FC236}">
                <a16:creationId xmlns:a16="http://schemas.microsoft.com/office/drawing/2014/main" id="{8697763A-A325-4CF1-A644-7416CC7212F5}"/>
              </a:ext>
            </a:extLst>
          </p:cNvPr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D9EE3EF-98AA-170E-37E7-FDBF057CF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145</a:t>
            </a:r>
          </a:p>
        </p:txBody>
      </p:sp>
    </p:spTree>
    <p:extLst>
      <p:ext uri="{BB962C8B-B14F-4D97-AF65-F5344CB8AC3E}">
        <p14:creationId xmlns:p14="http://schemas.microsoft.com/office/powerpoint/2010/main" val="389711969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8287C5A8-BDC9-68DF-1256-5168C4907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>
            <a:extLst>
              <a:ext uri="{FF2B5EF4-FFF2-40B4-BE49-F238E27FC236}">
                <a16:creationId xmlns:a16="http://schemas.microsoft.com/office/drawing/2014/main" id="{82BB6328-417F-9D38-A8AE-4D438627C31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/>
              <a:t>പരമ ദാഹവും വിവശതയും കൊ-</a:t>
            </a:r>
            <a:br>
              <a:rPr lang="ml-IN" sz="2800" b="1" dirty="0"/>
            </a:br>
            <a:r>
              <a:rPr lang="ml-IN" sz="2800" b="1" dirty="0"/>
              <a:t>ണ്ടധികം തളർന്ന എന്‍റെ - നാവു </a:t>
            </a:r>
            <a:br>
              <a:rPr lang="en-US" sz="2800" b="1" dirty="0">
                <a:cs typeface="Kartika" pitchFamily="18" charset="0"/>
              </a:rPr>
            </a:br>
            <a:r>
              <a:rPr lang="ml-IN" sz="2800" b="1" dirty="0"/>
              <a:t>വരണ്ടു വെള്ളത്തിന്നിരന്ന നേരത്തു </a:t>
            </a:r>
            <a:br>
              <a:rPr lang="ml-IN" sz="2800" b="1" dirty="0"/>
            </a:br>
            <a:r>
              <a:rPr lang="ml-IN" sz="2800" b="1" dirty="0"/>
              <a:t>തന്നതെന്തെന്നു നീ കാണ്‍ക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>
            <a:extLst>
              <a:ext uri="{FF2B5EF4-FFF2-40B4-BE49-F238E27FC236}">
                <a16:creationId xmlns:a16="http://schemas.microsoft.com/office/drawing/2014/main" id="{7A6AA005-B458-6A61-82F1-A83D3AFC5204}"/>
              </a:ext>
            </a:extLst>
          </p:cNvPr>
          <p:cNvSpPr txBox="1"/>
          <p:nvPr/>
        </p:nvSpPr>
        <p:spPr>
          <a:xfrm>
            <a:off x="6156900" y="338554"/>
            <a:ext cx="5974200" cy="3559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Parama </a:t>
            </a:r>
            <a:r>
              <a:rPr lang="en-US" sz="3200" b="1" dirty="0" err="1">
                <a:latin typeface="+mn-lt"/>
              </a:rPr>
              <a:t>daahavum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vivashathayum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kondadhikam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thalharnna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Entey</a:t>
            </a:r>
            <a:r>
              <a:rPr lang="en-US" sz="3200" b="1" dirty="0">
                <a:latin typeface="+mn-lt"/>
              </a:rPr>
              <a:t> - </a:t>
            </a:r>
            <a:r>
              <a:rPr lang="en-US" sz="3200" b="1" dirty="0" err="1">
                <a:latin typeface="+mn-lt"/>
              </a:rPr>
              <a:t>Naavu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Varandu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vellhaththinniranna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neraththu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Thannath-enthennu</a:t>
            </a:r>
            <a:r>
              <a:rPr lang="en-US" sz="3200" b="1" dirty="0">
                <a:latin typeface="+mn-lt"/>
              </a:rPr>
              <a:t> nee </a:t>
            </a:r>
            <a:r>
              <a:rPr lang="en-US" sz="3200" b="1" dirty="0" err="1">
                <a:latin typeface="+mn-lt"/>
              </a:rPr>
              <a:t>kaanhka</a:t>
            </a:r>
            <a:endParaRPr lang="en-US" sz="3200" b="1" dirty="0">
              <a:latin typeface="+mn-lt"/>
            </a:endParaRPr>
          </a:p>
        </p:txBody>
      </p:sp>
      <p:sp>
        <p:nvSpPr>
          <p:cNvPr id="174" name="Google Shape;174;g34be7325da6_0_87">
            <a:extLst>
              <a:ext uri="{FF2B5EF4-FFF2-40B4-BE49-F238E27FC236}">
                <a16:creationId xmlns:a16="http://schemas.microsoft.com/office/drawing/2014/main" id="{E98FA30A-E231-136E-AE74-90FCCF330360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Because of intense thirst and helplessness,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My tongue grew faint and dried –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When I longed for water,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Look and see what they gave me!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>
            <a:extLst>
              <a:ext uri="{FF2B5EF4-FFF2-40B4-BE49-F238E27FC236}">
                <a16:creationId xmlns:a16="http://schemas.microsoft.com/office/drawing/2014/main" id="{D8ED6833-27FA-90AB-AE54-E7870984BC6D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>
            <a:extLst>
              <a:ext uri="{FF2B5EF4-FFF2-40B4-BE49-F238E27FC236}">
                <a16:creationId xmlns:a16="http://schemas.microsoft.com/office/drawing/2014/main" id="{88BC7002-F81A-6177-5DBD-C7A263F912EC}"/>
              </a:ext>
            </a:extLst>
          </p:cNvPr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CFEEAE9-1E06-929B-099F-BCA9B5BDB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145</a:t>
            </a:r>
          </a:p>
        </p:txBody>
      </p:sp>
    </p:spTree>
    <p:extLst>
      <p:ext uri="{BB962C8B-B14F-4D97-AF65-F5344CB8AC3E}">
        <p14:creationId xmlns:p14="http://schemas.microsoft.com/office/powerpoint/2010/main" val="142640154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40812"/>
            <a:ext cx="12192000" cy="2513588"/>
          </a:xfrm>
        </p:spPr>
        <p:txBody>
          <a:bodyPr anchor="t"/>
          <a:lstStyle/>
          <a:p>
            <a:pPr algn="l" defTabSz="40481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കരുണയില്ലാത്ത പടയാളിയൊരു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പെരിയകുന്തമങ്ങെടുത്തു - കുത്തീ ..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ത്തുറന്നെൻ ചങ്കിനെ അതിൽ നിന്നൊഴുകി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ജലവും രക്തവുമുടനെ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     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B9E5C9-CAB0-4B3D-8E81-9B3353FA94DB}"/>
              </a:ext>
            </a:extLst>
          </p:cNvPr>
          <p:cNvSpPr/>
          <p:nvPr/>
        </p:nvSpPr>
        <p:spPr>
          <a:xfrm>
            <a:off x="0" y="3623846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Karunha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illaaththa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padayaalhiyoru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Periya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kunthamangeduthu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Kuththi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thurannen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chankiney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ninnozhuki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Jalavum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rakthavumudaney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22EFAE-254C-45D9-B717-BB20C2E05020}"/>
              </a:ext>
            </a:extLst>
          </p:cNvPr>
          <p:cNvSpPr/>
          <p:nvPr/>
        </p:nvSpPr>
        <p:spPr>
          <a:xfrm>
            <a:off x="0" y="27949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65899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B2BE9A0A-945B-50A5-FA0C-A41DEC0EF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>
            <a:extLst>
              <a:ext uri="{FF2B5EF4-FFF2-40B4-BE49-F238E27FC236}">
                <a16:creationId xmlns:a16="http://schemas.microsoft.com/office/drawing/2014/main" id="{1D670C91-DCE9-93F8-2DA2-623997B1D6A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കരുണയില്ലാത്ത പടയാളിയൊരു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പെരിയകുന്തമങ്ങെടുത്തു - കുത്തീ ..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ത്തുറന്നെൻ ചങ്കിനെ അതിൽ നിന്നൊഴുകി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ജലവും രക്തവുമുടനെ 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     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>
            <a:extLst>
              <a:ext uri="{FF2B5EF4-FFF2-40B4-BE49-F238E27FC236}">
                <a16:creationId xmlns:a16="http://schemas.microsoft.com/office/drawing/2014/main" id="{30C26586-F289-1255-EB6A-34A588FA850B}"/>
              </a:ext>
            </a:extLst>
          </p:cNvPr>
          <p:cNvSpPr txBox="1"/>
          <p:nvPr/>
        </p:nvSpPr>
        <p:spPr>
          <a:xfrm>
            <a:off x="6156900" y="338554"/>
            <a:ext cx="5974200" cy="3559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Karunha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illaaththa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padayaalhiyoru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Periya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kunthamangeduthu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Kuththi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thurannen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chankiney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athil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ninnozhuki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Jalavum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>
                <a:solidFill>
                  <a:schemeClr val="tx2"/>
                </a:solidFill>
                <a:latin typeface="+mn-lt"/>
              </a:rPr>
              <a:t>rakthavumudaney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74" name="Google Shape;174;g34be7325da6_0_87">
            <a:extLst>
              <a:ext uri="{FF2B5EF4-FFF2-40B4-BE49-F238E27FC236}">
                <a16:creationId xmlns:a16="http://schemas.microsoft.com/office/drawing/2014/main" id="{4EF6CAE9-0E8D-E4A2-53C7-FB42D1E03EEC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Because of intense thirst and helplessness,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My tongue grew faint and dried –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When I longed for water,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Look and see what they gave me!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>
            <a:extLst>
              <a:ext uri="{FF2B5EF4-FFF2-40B4-BE49-F238E27FC236}">
                <a16:creationId xmlns:a16="http://schemas.microsoft.com/office/drawing/2014/main" id="{142CD552-5281-CD7F-AF42-5245EAE3AF77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>
            <a:extLst>
              <a:ext uri="{FF2B5EF4-FFF2-40B4-BE49-F238E27FC236}">
                <a16:creationId xmlns:a16="http://schemas.microsoft.com/office/drawing/2014/main" id="{948EE99E-A51D-F85D-497C-8D0CE809FD1B}"/>
              </a:ext>
            </a:extLst>
          </p:cNvPr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0C023A4-3A37-3646-8FE7-F2496BE04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145</a:t>
            </a:r>
          </a:p>
        </p:txBody>
      </p:sp>
    </p:spTree>
    <p:extLst>
      <p:ext uri="{BB962C8B-B14F-4D97-AF65-F5344CB8AC3E}">
        <p14:creationId xmlns:p14="http://schemas.microsoft.com/office/powerpoint/2010/main" val="188691263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40812"/>
            <a:ext cx="12192000" cy="2513588"/>
          </a:xfrm>
        </p:spPr>
        <p:txBody>
          <a:bodyPr anchor="t"/>
          <a:lstStyle/>
          <a:p>
            <a:pPr algn="l" defTabSz="40481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ഒരിക്കലും എന്‍റെ പരമ സ്നേഹത്തെ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മറക്കാമോ നിനക്കോര്‍ത്താല്‍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നിന്മേല്‍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കരളലിഞ്ഞു ഞാന്‍ ഇവ സകലവും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സഹിച്ചെന്‍ ജീവനെ വെടിഞ്ഞു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B9E5C9-CAB0-4B3D-8E81-9B3353FA94DB}"/>
              </a:ext>
            </a:extLst>
          </p:cNvPr>
          <p:cNvSpPr/>
          <p:nvPr/>
        </p:nvSpPr>
        <p:spPr>
          <a:xfrm>
            <a:off x="0" y="3623846"/>
            <a:ext cx="11125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Orikkalum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snehaththey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Marakkaamo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ninakkorththaal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ninmel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karalhalinju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njaaniva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sakalavum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sahichchen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vedinju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22EFAE-254C-45D9-B717-BB20C2E05020}"/>
              </a:ext>
            </a:extLst>
          </p:cNvPr>
          <p:cNvSpPr/>
          <p:nvPr/>
        </p:nvSpPr>
        <p:spPr>
          <a:xfrm>
            <a:off x="0" y="27949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D3846A-4675-4744-B34D-55623A475392}"/>
              </a:ext>
            </a:extLst>
          </p:cNvPr>
          <p:cNvSpPr/>
          <p:nvPr/>
        </p:nvSpPr>
        <p:spPr>
          <a:xfrm>
            <a:off x="8879683" y="3019048"/>
            <a:ext cx="23471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 പി.വി. തൊമ്മി 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D5E42F-0B4F-40A3-A60F-9A976B3095FB}"/>
              </a:ext>
            </a:extLst>
          </p:cNvPr>
          <p:cNvSpPr/>
          <p:nvPr/>
        </p:nvSpPr>
        <p:spPr>
          <a:xfrm>
            <a:off x="9443906" y="6084570"/>
            <a:ext cx="1681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(P. V. </a:t>
            </a:r>
            <a:r>
              <a:rPr lang="en-US" dirty="0" err="1">
                <a:solidFill>
                  <a:srgbClr val="000000"/>
                </a:solidFill>
              </a:rPr>
              <a:t>Thommi</a:t>
            </a:r>
            <a:r>
              <a:rPr lang="en-US" dirty="0">
                <a:solidFill>
                  <a:srgbClr val="000000"/>
                </a:solidFill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29039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D8B0A98F-23F5-0C8F-8DAC-CDBE0791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e7325da6_0_87">
            <a:extLst>
              <a:ext uri="{FF2B5EF4-FFF2-40B4-BE49-F238E27FC236}">
                <a16:creationId xmlns:a16="http://schemas.microsoft.com/office/drawing/2014/main" id="{42655E3E-B63D-0B20-4F16-6160301AD3A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ml-IN" sz="2800" b="1" dirty="0"/>
              <a:t>പരമ ദാഹവും വിവശതയും കൊ-</a:t>
            </a:r>
            <a:br>
              <a:rPr lang="ml-IN" sz="2800" b="1" dirty="0"/>
            </a:br>
            <a:r>
              <a:rPr lang="ml-IN" sz="2800" b="1" dirty="0"/>
              <a:t>ണ്ടധികം തളർന്ന എന്‍റെ - നാവു </a:t>
            </a:r>
            <a:br>
              <a:rPr lang="en-US" sz="2800" b="1" dirty="0">
                <a:cs typeface="Kartika" pitchFamily="18" charset="0"/>
              </a:rPr>
            </a:br>
            <a:r>
              <a:rPr lang="ml-IN" sz="2800" b="1" dirty="0"/>
              <a:t>വരണ്ടു വെള്ളത്തിന്നിരന്ന നേരത്തു </a:t>
            </a:r>
            <a:br>
              <a:rPr lang="ml-IN" sz="2800" b="1" dirty="0"/>
            </a:br>
            <a:r>
              <a:rPr lang="ml-IN" sz="2800" b="1" dirty="0"/>
              <a:t>തന്നതെന്തെന്നു നീ കാണ്‍ക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4be7325da6_0_87">
            <a:extLst>
              <a:ext uri="{FF2B5EF4-FFF2-40B4-BE49-F238E27FC236}">
                <a16:creationId xmlns:a16="http://schemas.microsoft.com/office/drawing/2014/main" id="{751D4E22-9904-5DF7-0DEF-F3F3273491E0}"/>
              </a:ext>
            </a:extLst>
          </p:cNvPr>
          <p:cNvSpPr txBox="1"/>
          <p:nvPr/>
        </p:nvSpPr>
        <p:spPr>
          <a:xfrm>
            <a:off x="6156900" y="338554"/>
            <a:ext cx="5974200" cy="3559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Parama </a:t>
            </a:r>
            <a:r>
              <a:rPr lang="en-US" sz="3200" b="1" dirty="0" err="1">
                <a:latin typeface="+mn-lt"/>
              </a:rPr>
              <a:t>daahavum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vivashathayum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kondadhikam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thalharnna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Entey</a:t>
            </a:r>
            <a:r>
              <a:rPr lang="en-US" sz="3200" b="1" dirty="0">
                <a:latin typeface="+mn-lt"/>
              </a:rPr>
              <a:t> - </a:t>
            </a:r>
            <a:r>
              <a:rPr lang="en-US" sz="3200" b="1" dirty="0" err="1">
                <a:latin typeface="+mn-lt"/>
              </a:rPr>
              <a:t>Naavu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Varandu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vellhaththinniranna</a:t>
            </a:r>
            <a:r>
              <a:rPr lang="en-US" sz="3200" b="1" dirty="0">
                <a:latin typeface="+mn-lt"/>
              </a:rPr>
              <a:t> </a:t>
            </a:r>
            <a:r>
              <a:rPr lang="en-US" sz="3200" b="1" dirty="0" err="1">
                <a:latin typeface="+mn-lt"/>
              </a:rPr>
              <a:t>neraththu</a:t>
            </a:r>
            <a:endParaRPr lang="en-US" sz="3200" b="1" dirty="0">
              <a:latin typeface="+mn-lt"/>
            </a:endParaRPr>
          </a:p>
          <a:p>
            <a:pPr algn="ctr"/>
            <a:r>
              <a:rPr lang="en-US" sz="3200" b="1" dirty="0" err="1">
                <a:latin typeface="+mn-lt"/>
              </a:rPr>
              <a:t>Thannath-enthennu</a:t>
            </a:r>
            <a:r>
              <a:rPr lang="en-US" sz="3200" b="1" dirty="0">
                <a:latin typeface="+mn-lt"/>
              </a:rPr>
              <a:t> nee </a:t>
            </a:r>
            <a:r>
              <a:rPr lang="en-US" sz="3200" b="1" dirty="0" err="1">
                <a:latin typeface="+mn-lt"/>
              </a:rPr>
              <a:t>kaanhka</a:t>
            </a:r>
            <a:endParaRPr lang="en-US" sz="3200" b="1" dirty="0">
              <a:latin typeface="+mn-lt"/>
            </a:endParaRPr>
          </a:p>
        </p:txBody>
      </p:sp>
      <p:sp>
        <p:nvSpPr>
          <p:cNvPr id="174" name="Google Shape;174;g34be7325da6_0_87">
            <a:extLst>
              <a:ext uri="{FF2B5EF4-FFF2-40B4-BE49-F238E27FC236}">
                <a16:creationId xmlns:a16="http://schemas.microsoft.com/office/drawing/2014/main" id="{678DC60D-E074-6C64-815A-816CF287C60B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Because of intense thirst and helplessness,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My tongue grew faint and dried –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When I longed for water,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Look and see what they gave me!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e7325da6_0_87">
            <a:extLst>
              <a:ext uri="{FF2B5EF4-FFF2-40B4-BE49-F238E27FC236}">
                <a16:creationId xmlns:a16="http://schemas.microsoft.com/office/drawing/2014/main" id="{4FE4EBD2-35FF-68F6-38F6-B4E6FC9B342F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g34be7325da6_0_87">
            <a:extLst>
              <a:ext uri="{FF2B5EF4-FFF2-40B4-BE49-F238E27FC236}">
                <a16:creationId xmlns:a16="http://schemas.microsoft.com/office/drawing/2014/main" id="{CDAF8DD6-9D7E-6141-D755-1492EB8B3E77}"/>
              </a:ext>
            </a:extLst>
          </p:cNvPr>
          <p:cNvCxnSpPr>
            <a:endCxn id="175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7299353-65E9-BB97-051E-750B63AB8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145</a:t>
            </a:r>
          </a:p>
        </p:txBody>
      </p:sp>
    </p:spTree>
    <p:extLst>
      <p:ext uri="{BB962C8B-B14F-4D97-AF65-F5344CB8AC3E}">
        <p14:creationId xmlns:p14="http://schemas.microsoft.com/office/powerpoint/2010/main" val="354086285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619</Words>
  <Application>Microsoft Office PowerPoint</Application>
  <PresentationFormat>Widescreen</PresentationFormat>
  <Paragraphs>114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145 നിനക്കായെന്‍ ജീവനെ</vt:lpstr>
      <vt:lpstr>നിനക്കായെന്‍ ജീവനെ മര-ക്കുരിശില്‍ വെടിഞ്ഞെന്‍ മകനേ!  ദിനവും ഇതിനെ മറന്നു ഭൂവി നീ വസിപ്പതെന്തു കണ്‍ മണിയെ!</vt:lpstr>
      <vt:lpstr>വെടിഞ്ഞു ഞാനെന്‍റെ പരമമോദങ്ങ- ളഖിലവും നിന്നെക്കരുതി - നിന്‍റെ  കഠിന പാപത്തെ ചുമന്നൊഴിപ്പതി- ന്നടിമവേഷം ഞാനെടുത്തു</vt:lpstr>
      <vt:lpstr>പരമതാതന്‍റെ തിരുമുമ്പാകെ നിൻ  ദുരിതഭാരത്തെ ചുമന്നും കൊണ്ടു  പരവശനായി തളർന്നെൻ വിയർപ്പു  ചോരത്തുള്ളി പോലൊഴുകി</vt:lpstr>
      <vt:lpstr>പെരിയൊരു കുരിശെടുത്തു കൊണ്ടു ഞാൻ  കയറി കാൽവറി മുകളിൽ  - ഉടൻ  കരുത്തെഴുന്നവർ പിടിച്ചിഴച്ചെന്നെ  കിടത്തി വൻകുരിശതിന്മേൽ</vt:lpstr>
      <vt:lpstr>വലിച്ചു കാല്‍കരം പഴുതിണയാക്കി പിടിച്ചിരുമ്പാണി ചെലുത്തി… ഒട്ടും അലിവില്ലാതടിച്ചിറക്കിയെൻ രക്തം തെറിപ്പിച്ചെന്‍റെ കണ്‍മണിയേ!</vt:lpstr>
      <vt:lpstr>പരമ ദാഹവും വിവശതയും കൊ- ണ്ടധികം തളർന്ന എന്‍റെ - നാവു  വരണ്ടു വെള്ളത്തിന്നിരന്ന നേരത്തു  തന്നതെന്തെന്നു നീ കാണ്‍ക</vt:lpstr>
      <vt:lpstr>കരുണയില്ലാത്ത പടയാളിയൊരു  പെരിയകുന്തമങ്ങെടുത്തു - കുത്തീ .. ത്തുറന്നെൻ ചങ്കിനെ അതിൽ നിന്നൊഴുകി  ജലവും രക്തവുമുടനെ      </vt:lpstr>
      <vt:lpstr>കരുണയില്ലാത്ത പടയാളിയൊരു  പെരിയകുന്തമങ്ങെടുത്തു - കുത്തീ .. ത്തുറന്നെൻ ചങ്കിനെ അതിൽ നിന്നൊഴുകി  ജലവും രക്തവുമുടനെ      </vt:lpstr>
      <vt:lpstr>ഒരിക്കലും എന്‍റെ പരമ സ്നേഹത്തെ മറക്കാമോ നിനക്കോര്‍ത്താല്‍ നിന്മേല്‍  കരളലിഞ്ഞു ഞാന്‍ ഇവ സകലവും സഹിച്ചെന്‍ ജീവനെ വെടിഞ്ഞു </vt:lpstr>
      <vt:lpstr>പരമ ദാഹവും വിവശതയും കൊ- ണ്ടധികം തളർന്ന എന്‍റെ - നാവു  വരണ്ടു വെള്ളത്തിന്നിരന്ന നേരത്തു  തന്നതെന്തെന്നു നീ കാണ്‍ക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Ninakkai en jeevane marakurishil</dc:title>
  <dc:creator>Digital Input:; GM JOHN; Acsah Mathews</dc:creator>
  <cp:lastModifiedBy>Josh J</cp:lastModifiedBy>
  <cp:revision>165</cp:revision>
  <dcterms:created xsi:type="dcterms:W3CDTF">2013-04-19T09:19:07Z</dcterms:created>
  <dcterms:modified xsi:type="dcterms:W3CDTF">2025-04-18T00:49:49Z</dcterms:modified>
</cp:coreProperties>
</file>