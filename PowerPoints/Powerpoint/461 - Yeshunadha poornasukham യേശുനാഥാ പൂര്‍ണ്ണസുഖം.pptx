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094D-B6AA-4E18-B27F-E7CF0A5C4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A11C5F-41B0-4CD6-97E9-497100C8B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05FCD-636F-430C-89B9-579118F53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E351D-F4DE-4F54-8C4C-3D56065C9A7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AC85B-5BFD-455A-A9E1-9E7472450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EEC99-05F2-4525-8663-91E895A0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5C40-BACA-45BA-B7D6-FCE7B271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32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BD89B-668E-4AB5-9CC7-08C229EF1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0F370-9DE2-45DE-9828-C0F21F482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61838-F769-4FB8-BAA0-02921C363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E351D-F4DE-4F54-8C4C-3D56065C9A7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0CD11-67B3-4BE2-9456-0933AAF5C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747E3-D0B8-4A74-8F4D-0068812C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5C40-BACA-45BA-B7D6-FCE7B271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4A02-0168-4244-9051-E8B169C2A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E3BA4-45FD-43E1-B8F2-13FC8FE5D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8BF48-840D-4851-85B9-49285388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E351D-F4DE-4F54-8C4C-3D56065C9A7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0FE6B-1E61-47E3-A7EC-39DFA51D9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B9FBC-CA7A-4EFD-981C-1983851A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5C40-BACA-45BA-B7D6-FCE7B271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58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B0918-2A0A-477B-AA80-20539248E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1CAE5-A829-4100-93EA-5BFC34E8E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37F1A-3689-4FEF-9E60-5DA2AFC00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D90E1-585C-407E-B711-45E20FE87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E351D-F4DE-4F54-8C4C-3D56065C9A7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3FF81-EB4A-47E3-BAB9-0CDA35A4E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AB659-14BA-407E-B2A9-6BBC2288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5C40-BACA-45BA-B7D6-FCE7B271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05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04A7-B3CD-4DE8-8162-AD91B2A5C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44EC1-4558-44C2-9E7D-EE11273EC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A6341-E8FB-4DE5-9131-F219C221A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E8374A-4580-4C60-8ED2-3411DEA5A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12C4A4-226C-492D-8101-BEF4B244A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84E577-7DD5-4FAF-A00C-522EAC6FF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E351D-F4DE-4F54-8C4C-3D56065C9A7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254064-DA6A-466A-B38D-31F6ED30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E5A600-6301-41BB-ABD0-772F0B6D9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5C40-BACA-45BA-B7D6-FCE7B271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06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D0A3D-FD31-4B48-97AD-EE8E3212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286DFC-AC40-407B-AB56-079E51AE2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E351D-F4DE-4F54-8C4C-3D56065C9A7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37406C-0244-4FE8-A4B5-7E97157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8786AB-AC65-453D-8A9F-810F4E9C9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5C40-BACA-45BA-B7D6-FCE7B271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773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C24A17-D83F-45AC-81B2-19AF7C58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E351D-F4DE-4F54-8C4C-3D56065C9A7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42A8DA-DD3B-48F1-A73B-DB7DA9DAC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9F744-CBF6-4540-A7AE-0891DAFB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5C40-BACA-45BA-B7D6-FCE7B271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8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EAFF-7C9A-48B8-B0A6-DD414C025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1AE43-04AE-4ECC-A426-596C84D4B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1A7BD-A6E5-4CFB-B798-15CACEAE1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55169-E1FD-47AC-AE08-4A70E03A5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E351D-F4DE-4F54-8C4C-3D56065C9A7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917B0-6A9F-45F8-BB4A-AEF4BEA54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C2C13-F751-474A-B4D4-09BCF752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5C40-BACA-45BA-B7D6-FCE7B271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516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BBDD-CDD1-4096-A3D7-EC4D05C0E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23A335-6293-4E24-9373-E396DB815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AE8EF-425E-42DC-B52C-FAAB1F8C8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ED0B6-611B-4BAE-B063-2DA5F36D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E351D-F4DE-4F54-8C4C-3D56065C9A7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D29F0-7D4E-4BCB-8634-33BE4853B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518C2-CBFB-4B35-8D1C-7A2E7A22B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5C40-BACA-45BA-B7D6-FCE7B271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8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242BA-4BB3-4A4D-9E22-FBC0C30B6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2C1B2-2E5F-4D7E-B9FF-84E51963B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90A24-72D7-4977-B3FB-0A2778912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E351D-F4DE-4F54-8C4C-3D56065C9A7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7F880-A130-42B5-BEF4-7EDCA5D8D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D2EA1-6898-4372-A8E8-560AA075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5C40-BACA-45BA-B7D6-FCE7B271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83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9F2142-C4AE-4303-829E-59E283CB11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7CF0EB-66BB-4E92-AA3C-FE493E80F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8D0EF-79F7-4CFB-8896-E47F67390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E351D-F4DE-4F54-8C4C-3D56065C9A7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E4697-0BC7-47F1-929D-D50C4704F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1460F-F167-40BD-9DAC-FAB88A78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5C40-BACA-45BA-B7D6-FCE7B271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6B356-CD53-4650-BF04-9034D91BB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61EDD-7917-43CB-80B4-3C1BFE465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749C4-50D1-4A22-8C43-76F045137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E351D-F4DE-4F54-8C4C-3D56065C9A7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CFBAC-C9CE-46D3-AC23-0CB68DA521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189C2-CFE7-4B76-BE4B-3B796F70BD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85C40-BACA-45BA-B7D6-FCE7B271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07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CE0E-4AEB-4104-88AA-FE0FD46C2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461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യേശുനാഥാ പൂര്‍ണ്ണസുഖം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77304-BA76-4AB8-B8D9-7090C0CC5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2060"/>
                </a:solidFill>
              </a:rPr>
              <a:t>Yeshunaadha </a:t>
            </a:r>
            <a:r>
              <a:rPr lang="en-US" sz="4000" b="1" dirty="0" err="1">
                <a:solidFill>
                  <a:srgbClr val="002060"/>
                </a:solidFill>
              </a:rPr>
              <a:t>poornhasukham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chemeClr val="accent1">
                    <a:lumMod val="75000"/>
                  </a:schemeClr>
                </a:solidFill>
              </a:rPr>
              <a:t>Lord Jesus, I long to be perfectly whole – </a:t>
            </a:r>
          </a:p>
          <a:p>
            <a:r>
              <a:rPr lang="en-US" sz="3600" i="1" dirty="0">
                <a:solidFill>
                  <a:schemeClr val="accent1">
                    <a:lumMod val="75000"/>
                  </a:schemeClr>
                </a:solidFill>
              </a:rPr>
              <a:t>J. Nicholson, W.G. Fischer</a:t>
            </a:r>
          </a:p>
        </p:txBody>
      </p:sp>
    </p:spTree>
    <p:extLst>
      <p:ext uri="{BB962C8B-B14F-4D97-AF65-F5344CB8AC3E}">
        <p14:creationId xmlns:p14="http://schemas.microsoft.com/office/powerpoint/2010/main" val="575832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-39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-1" y="612221"/>
            <a:ext cx="121919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യേശുനാഥാ പൂര്‍ണ്ണസുഖം വേണമേ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വസിക്കണം എന്നുള്ളില്‍ നീ എന്നുമേ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ബിംബങ്ങള്‍ തകര്‍ത്തോടിക്ക ശത്രുവെ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ഹിമത്തെക്കാള്‍ വെളുക്കും കഴുകെന്നെ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AACDD3-CF7D-4E46-AC51-DAE3DF23115E}"/>
              </a:ext>
            </a:extLst>
          </p:cNvPr>
          <p:cNvSpPr/>
          <p:nvPr/>
        </p:nvSpPr>
        <p:spPr>
          <a:xfrm>
            <a:off x="3048000" y="2765829"/>
            <a:ext cx="914399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ഹിമത്തെക്കാള്‍ ഹിമത്തെക്കാള്‍ താന്‍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ഹിമത്തെക്കാള്‍ വെളുക്കും കഴുകെന്നെ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0" y="3655901"/>
            <a:ext cx="1172307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Yeshunaadha </a:t>
            </a:r>
            <a:r>
              <a:rPr lang="en-US" sz="3400" b="1" dirty="0" err="1">
                <a:solidFill>
                  <a:srgbClr val="002060"/>
                </a:solidFill>
              </a:rPr>
              <a:t>poornhasukham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venhame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Vasikkenham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ennullhil</a:t>
            </a:r>
            <a:r>
              <a:rPr lang="en-US" sz="3400" b="1" dirty="0">
                <a:solidFill>
                  <a:srgbClr val="002060"/>
                </a:solidFill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</a:rPr>
              <a:t>ennume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Bimbangalh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thakarththodikka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shathruve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Himaththekkalh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velhukkum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kazhukenne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5B785B-7A76-4266-975C-CA42DA4E5926}"/>
              </a:ext>
            </a:extLst>
          </p:cNvPr>
          <p:cNvSpPr/>
          <p:nvPr/>
        </p:nvSpPr>
        <p:spPr>
          <a:xfrm>
            <a:off x="2836986" y="5719227"/>
            <a:ext cx="935501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Himaththekkaalh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himaththekkaalh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Himaththekkaalh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velhukkum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kazhukenne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78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-39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-1" y="612221"/>
            <a:ext cx="121919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പങ്കം ഒന്നും നില്‍ക്കാതെന്നേശു നാഥാ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നീക്കുക പങ്കം സര്‍വ്വം നിന്‍ രക്തത്താല്‍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ഉപേക്ഷിക്കുന്നെല്ലാം ഈ വരം കിട്ടാന്‍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ഹിമത്തെക്കാള്‍ വെളുക്കും കഴുകെന്നെ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AACDD3-CF7D-4E46-AC51-DAE3DF23115E}"/>
              </a:ext>
            </a:extLst>
          </p:cNvPr>
          <p:cNvSpPr/>
          <p:nvPr/>
        </p:nvSpPr>
        <p:spPr>
          <a:xfrm>
            <a:off x="3048000" y="2765829"/>
            <a:ext cx="914399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ഹിമത്തെക്കാള്‍ ഹിമത്തെക്കാള്‍ താന്‍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ഹിമത്തെക്കാള്‍ വെളുക്കും കഴുകെന്നെ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0" y="3655901"/>
            <a:ext cx="1172307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Pankam </a:t>
            </a:r>
            <a:r>
              <a:rPr lang="en-US" sz="3400" b="1" dirty="0" err="1">
                <a:solidFill>
                  <a:srgbClr val="002060"/>
                </a:solidFill>
              </a:rPr>
              <a:t>onnum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nilkkathenneshu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naadhaa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Neekkuka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pankam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sarvam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rakthathaal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Upekshikkunnelaam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kittaan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Himaththekkaalh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velhukkum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kazhukenne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5B785B-7A76-4266-975C-CA42DA4E5926}"/>
              </a:ext>
            </a:extLst>
          </p:cNvPr>
          <p:cNvSpPr/>
          <p:nvPr/>
        </p:nvSpPr>
        <p:spPr>
          <a:xfrm>
            <a:off x="2836986" y="5719227"/>
            <a:ext cx="935501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Himaththekkaalh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himaththekkaalh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Himaththekkaalh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velhukkum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kazhukenne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263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-39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-1" y="612221"/>
            <a:ext cx="121919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സ്വര്‍ഗ്ഗത്തില്‍ നിന്നു നോക്കി യേശു നാഥാ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പൂര്‍ണ്ണ പ്രതിഷ്ഠ ചെയ് വാന്‍ തുണക്കെന്നെ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എല്പിക്കുന്നേന്‍ എന്നെയും എന്‍ സര്‍വ്വവും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ഹിമത്തെക്കാള്‍ വെളുക്കും കഴുകെന്നെ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AACDD3-CF7D-4E46-AC51-DAE3DF23115E}"/>
              </a:ext>
            </a:extLst>
          </p:cNvPr>
          <p:cNvSpPr/>
          <p:nvPr/>
        </p:nvSpPr>
        <p:spPr>
          <a:xfrm>
            <a:off x="3048000" y="2765829"/>
            <a:ext cx="914399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ഹിമത്തെക്കാള്‍ ഹിമത്തെക്കാള്‍ താന്‍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ഹിമത്തെക്കാള്‍ വെളുക്കും കഴുകെന്നെ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0" y="3655901"/>
            <a:ext cx="1172307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Swargaththil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nokki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naadhaa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Poornnha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prathishta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cheyvaan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thunhakkenne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Aelppikkunnen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enneyum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sarvavum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Himaththekkaalh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velhukkum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kazhukenne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5B785B-7A76-4266-975C-CA42DA4E5926}"/>
              </a:ext>
            </a:extLst>
          </p:cNvPr>
          <p:cNvSpPr/>
          <p:nvPr/>
        </p:nvSpPr>
        <p:spPr>
          <a:xfrm>
            <a:off x="2836986" y="5719227"/>
            <a:ext cx="935501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Himaththekkaalh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himaththekkaalh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Himaththekkaalh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velhukkum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kazhukenne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596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-39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-1" y="612221"/>
            <a:ext cx="121919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യേശുനാഥാ കെഞ്ചുന്നു ഞാനിതിനായ്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ക്രൂശിച്ച നിന്‍ പാദെ ശരണം നാഥാ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 ശുദ്ധിക്കായ്‌ നിന്‍ രക്തപാച്ചില്‍ കണ്ടേന്‍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ഹിമത്തെക്കാള്‍ വെളുക്കും കഴുകെന്നെ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AACDD3-CF7D-4E46-AC51-DAE3DF23115E}"/>
              </a:ext>
            </a:extLst>
          </p:cNvPr>
          <p:cNvSpPr/>
          <p:nvPr/>
        </p:nvSpPr>
        <p:spPr>
          <a:xfrm>
            <a:off x="3048000" y="2765829"/>
            <a:ext cx="914399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ഹിമത്തെക്കാള്‍ ഹിമത്തെക്കാള്‍ താന്‍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ഹിമത്തെക്കാള്‍ വെളുക്കും കഴുകെന്നെ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0" y="3655901"/>
            <a:ext cx="1172307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Yeshunaadhaa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kenjunnu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njaanithinaai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Krooshicha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paade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sharanham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naadhaa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shudhdhikkaai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raktha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paachil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kanden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Himaththekkaalh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velhukkum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kazhukenne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5B785B-7A76-4266-975C-CA42DA4E5926}"/>
              </a:ext>
            </a:extLst>
          </p:cNvPr>
          <p:cNvSpPr/>
          <p:nvPr/>
        </p:nvSpPr>
        <p:spPr>
          <a:xfrm>
            <a:off x="2836986" y="5719227"/>
            <a:ext cx="935501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Himaththekkaalh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himaththekkaalh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Himaththekkaalh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velhukkum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kazhukenne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1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-39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-1" y="612221"/>
            <a:ext cx="121919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കാത്തിരിക്കുന്നിതാ ഞാനേശുനാഥാ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വന്നു സൃഷ്ടിക്കെന്നില്‍ പുതു ഹൃദയം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നിന്നെ തേടിയോരെ തള്ളിയില്ല നീ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ഹിമത്തെക്കാള്‍ വെളുക്കും കഴുകെന്നെ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AACDD3-CF7D-4E46-AC51-DAE3DF23115E}"/>
              </a:ext>
            </a:extLst>
          </p:cNvPr>
          <p:cNvSpPr/>
          <p:nvPr/>
        </p:nvSpPr>
        <p:spPr>
          <a:xfrm>
            <a:off x="3048000" y="2765829"/>
            <a:ext cx="914399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ഹിമത്തെക്കാള്‍ ഹിമത്തെക്കാള്‍ താന്‍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ഹിമത്തെക്കാള്‍ വെളുക്കും കഴുകെന്നെ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0" y="3655901"/>
            <a:ext cx="1172307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Kaaththirikkunnithaa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njaneshunaadhaa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Vannu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srishtikkennil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puthu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hridayam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Ninne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thediyore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thallhiyilla</a:t>
            </a:r>
            <a:r>
              <a:rPr lang="en-US" sz="3400" b="1" dirty="0">
                <a:solidFill>
                  <a:srgbClr val="002060"/>
                </a:solidFill>
              </a:rPr>
              <a:t> nee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Himaththekkaalh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velhukkum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kazhukenne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5B785B-7A76-4266-975C-CA42DA4E5926}"/>
              </a:ext>
            </a:extLst>
          </p:cNvPr>
          <p:cNvSpPr/>
          <p:nvPr/>
        </p:nvSpPr>
        <p:spPr>
          <a:xfrm>
            <a:off x="2836986" y="5719227"/>
            <a:ext cx="935501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Himaththekkaalh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himaththekkaalh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Himaththekkaalh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velhukkum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kazhukenne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265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</Words>
  <Application>Microsoft Office PowerPoint</Application>
  <PresentationFormat>Widescreen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461 യേശുനാഥാ പൂര്‍ണ്ണസുഖം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Yeshunadha poornasukham</dc:title>
  <dc:creator>Acsah Mathews</dc:creator>
  <cp:lastModifiedBy>Acsah Mathews</cp:lastModifiedBy>
  <cp:revision>1</cp:revision>
  <dcterms:created xsi:type="dcterms:W3CDTF">2018-11-30T15:14:06Z</dcterms:created>
  <dcterms:modified xsi:type="dcterms:W3CDTF">2018-11-30T15:14:25Z</dcterms:modified>
</cp:coreProperties>
</file>