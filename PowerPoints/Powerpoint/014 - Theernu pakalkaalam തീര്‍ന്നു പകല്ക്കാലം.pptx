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0" r:id="rId3"/>
    <p:sldId id="272" r:id="rId4"/>
    <p:sldId id="273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879231-C2B5-4DCA-88B1-79E5B73AE13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FC536-71E9-442E-ABAD-C6FCA5BA41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263B4-D1A7-437F-A211-C50906165544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35435-4B2D-496C-BFAA-ACDD0CEA91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95511A-E150-4096-95FD-432A44090E0E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D02AF-CC1A-4773-A675-4AC3A42656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5E0575-4807-49D8-AF00-1F5C3F63A6EE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5F4DA-F080-4C34-A135-DAC2C06CFE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9CFB9-11E0-478F-9C00-0E0750BF427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1F52A-7A66-41C4-9CF8-528C2CCC21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73708-ECB8-40E4-AF45-1A82998FA257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E3086-BBBC-4E53-A173-261AD439F4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533D7-C3E9-453D-A447-0A6CE038BEC8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A8726-18A3-4DAB-B264-C68A97A76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8E8446-BB60-4A71-A150-7CB829014A92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C66D5-3AB1-4901-8F4B-FC3A509908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D5E29-5995-4F75-83DA-4713F2716801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C597D8-F9E1-44EF-BDDE-40049CF37C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A63E0-C74E-4B90-8166-8642B388CCD2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7C74C-84DB-4E7F-A2B0-58E49B4952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E363A1-7D24-45BE-94E4-458C04771590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1E57C0-4236-43E9-8AD7-433F38CC25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ADC77AA-ACFF-4526-B685-6F4C9FF862A6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379C81A-CAA3-4E99-BCAD-C4209CA76C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190E-FDEB-465E-BB97-9F1EC20459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14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തീര്‍ന്നു പകല്ക്കാലം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C0EA2-FFD0-40B5-81B5-BB58C03D2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10896600" cy="25146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Theernu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pakalkaalam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rgbClr val="002060"/>
                </a:solidFill>
              </a:rPr>
              <a:t>Now the day is over – Rev. S. Baring Gould</a:t>
            </a: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387081340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762000"/>
            <a:ext cx="11811000" cy="2895600"/>
          </a:xfrm>
        </p:spPr>
        <p:txBody>
          <a:bodyPr anchor="t"/>
          <a:lstStyle/>
          <a:p>
            <a:pPr algn="l" defTabSz="40481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തീര്‍ന്നു പകല്ക്കാലം രാവണയുന്നു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കൂരിരുളിന്‍ ച്ഛായ വാനം മൂടുന്നു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താരക ഗണങ്ങള്‍ മിന്നുന്നോരോന്നായ്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സൃഷ്ടി ഗണമാകെ ഉറക്കത്തിലായ്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521FA5-7257-4BF8-A112-A3FE6A2D3FF0}"/>
              </a:ext>
            </a:extLst>
          </p:cNvPr>
          <p:cNvSpPr/>
          <p:nvPr/>
        </p:nvSpPr>
        <p:spPr>
          <a:xfrm>
            <a:off x="144780" y="3699034"/>
            <a:ext cx="120396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j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Theernu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pakalkaalam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raavanhayunnu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j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Koorirulhin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chchaaya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vaanam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moodunnu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</a:p>
          <a:p>
            <a:endParaRPr lang="en-US" sz="3400" b="1" dirty="0">
              <a:solidFill>
                <a:srgbClr val="002060"/>
              </a:solidFill>
              <a:latin typeface="+mj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j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Thaaraka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ganhangal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minnunnoronnaay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Srishtiganhamaakey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urakkaththilaay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762000"/>
            <a:ext cx="11811000" cy="2895600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</a:rPr>
              <a:t>3	ക്ഷീണിച്ചോനു യേശു! സ്വസ്ഥം നല്‍കുക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നിദ്രയാലെന്‍ കണ്‍കള്‍ വേഗം മൂടുക</a:t>
            </a:r>
            <a:br>
              <a:rPr lang="ml-IN" sz="3400" b="1" dirty="0">
                <a:latin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4	രാമുഴുവനും നിന്‍ ദൂതര്‍ കാക്കട്ടെ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ചിറകവര്‍ എന്മേല്‍ വിരിച്ചീടട്ടെ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521FA5-7257-4BF8-A112-A3FE6A2D3FF0}"/>
              </a:ext>
            </a:extLst>
          </p:cNvPr>
          <p:cNvSpPr/>
          <p:nvPr/>
        </p:nvSpPr>
        <p:spPr>
          <a:xfrm>
            <a:off x="144780" y="3699034"/>
            <a:ext cx="120396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j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Ksheenhichchonu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Swastham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nalkuka</a:t>
            </a:r>
            <a:endParaRPr lang="en-US" sz="3400" b="1" dirty="0">
              <a:solidFill>
                <a:srgbClr val="002060"/>
              </a:solidFill>
              <a:latin typeface="+mj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Nidrayaalen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kanhkalhvegam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mooduka</a:t>
            </a:r>
            <a:endParaRPr lang="en-US" sz="3400" b="1" dirty="0">
              <a:solidFill>
                <a:srgbClr val="002060"/>
              </a:solidFill>
              <a:latin typeface="+mj-lt"/>
            </a:endParaRPr>
          </a:p>
          <a:p>
            <a:endParaRPr lang="en-US" sz="3400" b="1" dirty="0">
              <a:solidFill>
                <a:srgbClr val="002060"/>
              </a:solidFill>
              <a:latin typeface="+mj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j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Raamuzhuvanum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nindoothar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kaakattey</a:t>
            </a:r>
            <a:endParaRPr lang="en-US" sz="3400" b="1" dirty="0">
              <a:solidFill>
                <a:srgbClr val="002060"/>
              </a:solidFill>
              <a:latin typeface="+mj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Chirakavarenmèl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virichcheedattey</a:t>
            </a:r>
            <a:endParaRPr lang="en-US" sz="3400" b="1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0972027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0" y="762000"/>
            <a:ext cx="11811000" cy="2895600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സൂര്യോദയത്തോടെ ഞാനുണരട്ടെ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നിന്‍റെ ദൃഷ്ടിയില്‍ ഞാന്‍ ശുദ്ധനാകട്ടെ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താതനു മഹത്വം സുതനുമെന്നും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ആത്മനും അവ്വണ്ണം ഉണ്ടാകട്ടെന്നും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521FA5-7257-4BF8-A112-A3FE6A2D3FF0}"/>
              </a:ext>
            </a:extLst>
          </p:cNvPr>
          <p:cNvSpPr/>
          <p:nvPr/>
        </p:nvSpPr>
        <p:spPr>
          <a:xfrm>
            <a:off x="144780" y="3699034"/>
            <a:ext cx="120396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j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Sooryodayaththodey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unharattey</a:t>
            </a:r>
            <a:endParaRPr lang="en-US" sz="3400" b="1" dirty="0">
              <a:solidFill>
                <a:srgbClr val="002060"/>
              </a:solidFill>
              <a:latin typeface="+mj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j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Ninteydrishtiyil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shudhdhanaakattey</a:t>
            </a:r>
            <a:endParaRPr lang="en-US" sz="3400" b="1" dirty="0">
              <a:solidFill>
                <a:srgbClr val="002060"/>
              </a:solidFill>
              <a:latin typeface="+mj-lt"/>
            </a:endParaRPr>
          </a:p>
          <a:p>
            <a:endParaRPr lang="en-US" sz="3400" b="1" dirty="0">
              <a:solidFill>
                <a:srgbClr val="002060"/>
              </a:solidFill>
              <a:latin typeface="+mj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j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Thaathanu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mahathwam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Suthanum-ennum</a:t>
            </a:r>
            <a:endParaRPr lang="en-US" sz="3400" b="1" dirty="0">
              <a:solidFill>
                <a:srgbClr val="002060"/>
              </a:solidFill>
              <a:latin typeface="+mj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j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Aathmanum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avannham</a:t>
            </a:r>
            <a:r>
              <a:rPr lang="en-US" sz="34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j-lt"/>
              </a:rPr>
              <a:t>undaakattennum</a:t>
            </a:r>
            <a:endParaRPr lang="en-US" sz="3400" b="1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8056102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76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14 തീര്‍ന്നു പകല്ക്കാലം</vt:lpstr>
      <vt:lpstr>1 തീര്‍ന്നു പകല്ക്കാലം രാവണയുന്നു  കൂരിരുളിന്‍ ച്ഛായ വാനം മൂടുന്നു  2 താരക ഗണങ്ങള്‍ മിന്നുന്നോരോന്നായ്  സൃഷ്ടി ഗണമാകെ ഉറക്കത്തിലായ്</vt:lpstr>
      <vt:lpstr>3 ക്ഷീണിച്ചോനു യേശു! സ്വസ്ഥം നല്‍കുക  നിദ്രയാലെന്‍ കണ്‍കള്‍ വേഗം മൂടുക  4 രാമുഴുവനും നിന്‍ ദൂതര്‍ കാക്കട്ടെ  ചിറകവര്‍ എന്മേല്‍ വിരിച്ചീടട്ടെ</vt:lpstr>
      <vt:lpstr>5 സൂര്യോദയത്തോടെ ഞാനുണരട്ടെ  നിന്‍റെ ദൃഷ്ടിയില്‍ ഞാന്‍ ശുദ്ധനാകട്ടെ  6 താതനു മഹത്വം സുതനുമെന്നും  ആത്മനും അവ്വണ്ണം ഉണ്ടാകട്ടെന്നും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Theernnu pakalkaalam</dc:title>
  <dc:creator>Digital Input:; GM JOHN; Acsah Mathews</dc:creator>
  <cp:lastModifiedBy>Acsah Mathews</cp:lastModifiedBy>
  <cp:revision>247</cp:revision>
  <dcterms:created xsi:type="dcterms:W3CDTF">2013-04-19T09:19:07Z</dcterms:created>
  <dcterms:modified xsi:type="dcterms:W3CDTF">2018-12-03T19:37:37Z</dcterms:modified>
</cp:coreProperties>
</file>