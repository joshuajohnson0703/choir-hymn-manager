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4" r:id="rId3"/>
    <p:sldId id="279" r:id="rId4"/>
    <p:sldId id="276" r:id="rId5"/>
    <p:sldId id="280" r:id="rId6"/>
    <p:sldId id="277" r:id="rId7"/>
    <p:sldId id="281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5" d="100"/>
          <a:sy n="45" d="100"/>
        </p:scale>
        <p:origin x="48" y="91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1E29F9-D5DC-4D38-98C9-68BB5B9FE8AD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4B703E-163A-4C5F-95A5-4230AB5270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4B0A9F-CC03-440D-A454-BBF2B1113CDA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884912-C439-49E4-9145-FF823E9541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64E2D-DDE4-4B16-96F6-FEFE8DED0D96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037EB1-8DE1-4F87-80CD-834E5F1450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739A3F-CD85-49C1-8422-0716BA7A69C8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DAEABD-A059-44F6-B685-263D85CE81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441105-C434-410C-BC2E-8960BC6A201C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5B05FE-1DB1-4DC5-A31A-924686044F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136CCD-F63F-4D71-9CA0-7172F2B773F7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A63657-00E8-47F6-BC69-449457BCC2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C38B87-9718-48F3-9078-E9BBE96A7530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D8B6F9-BDD4-402E-B16C-1AD3146C98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5DCDF4-C8C4-434B-B841-980B7B431ADA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773FB4-1F5F-42BE-8E93-32049A6266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C1BC05-E867-4EB2-84F9-938FA5DDF9FC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B9D714-CEEF-4C71-9B57-02579AE3FE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6F5102-DF42-4C41-92FC-DFE4DF764978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7F835C-A4AB-4B5B-95AC-D05BD8A2AD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994AE9-3DD3-4814-B534-E6656A935E51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1CD1BD-3F27-4F4C-B8E5-E785DAE6E3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69AE572-8D1F-4E9A-8F51-FABFE959A6B4}" type="datetimeFigureOut">
              <a:rPr lang="en-US"/>
              <a:pPr>
                <a:defRPr/>
              </a:pPr>
              <a:t>10/24/2018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FAFB960-07F1-42A1-A71B-A56AD0A659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CEBC7-0F79-4100-A4DD-37C73783BD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17</a:t>
            </a:r>
            <a:br>
              <a:rPr lang="en-US" dirty="0"/>
            </a:br>
            <a:r>
              <a:rPr lang="ml-IN" b="1" dirty="0"/>
              <a:t>മന്നവനേ</a:t>
            </a:r>
            <a:r>
              <a:rPr lang="en-US" b="1" dirty="0"/>
              <a:t>!</a:t>
            </a:r>
            <a:r>
              <a:rPr lang="ml-IN" b="1" dirty="0"/>
              <a:t> മഹോന്നതാ</a:t>
            </a:r>
            <a:r>
              <a:rPr lang="en-US" b="1"/>
              <a:t>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59164E-69FA-446E-8BDF-55E67B2359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ea typeface="Times New Roman" panose="02020603050405020304" pitchFamily="18" charset="0"/>
                <a:cs typeface="Kartika" panose="02020503030404060203" pitchFamily="18" charset="0"/>
              </a:rPr>
              <a:t>Mannavaney!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  <a:ea typeface="Times New Roman" panose="02020603050405020304" pitchFamily="18" charset="0"/>
                <a:cs typeface="Kartika" panose="02020503030404060203" pitchFamily="18" charset="0"/>
              </a:rPr>
              <a:t>Mahonnatha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ea typeface="Times New Roman" panose="02020603050405020304" pitchFamily="18" charset="0"/>
                <a:cs typeface="Kartika" panose="02020503030404060203" pitchFamily="18" charset="0"/>
              </a:rPr>
              <a:t>!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4292853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90500" y="731838"/>
            <a:ext cx="11811000" cy="2697162"/>
          </a:xfrm>
        </p:spPr>
        <p:txBody>
          <a:bodyPr anchor="t"/>
          <a:lstStyle/>
          <a:p>
            <a:pPr defTabSz="231775"/>
            <a:r>
              <a:rPr lang="en-US" sz="3200" b="1" dirty="0"/>
              <a:t>1</a:t>
            </a:r>
            <a:br>
              <a:rPr lang="en-US" sz="3200" b="1" dirty="0"/>
            </a:br>
            <a:r>
              <a:rPr lang="en-US" sz="3200" b="1" dirty="0"/>
              <a:t>	</a:t>
            </a:r>
            <a:br>
              <a:rPr lang="en-US" sz="3200" b="1" dirty="0"/>
            </a:br>
            <a:r>
              <a:rPr lang="ml-IN" sz="3200" b="1" dirty="0"/>
              <a:t>മന്നവനേ</a:t>
            </a:r>
            <a:r>
              <a:rPr lang="en-US" sz="3200" b="1" dirty="0"/>
              <a:t>!</a:t>
            </a:r>
            <a:r>
              <a:rPr lang="ml-IN" sz="3200" b="1" dirty="0"/>
              <a:t> മഹോന്നതാ </a:t>
            </a:r>
            <a:r>
              <a:rPr lang="en-US" sz="3200" b="1" dirty="0"/>
              <a:t> </a:t>
            </a:r>
            <a:r>
              <a:rPr lang="ml-IN" sz="3200" b="1" dirty="0"/>
              <a:t>നിന്നെ ഞങ്ങൾ വന്ദിക്കുന്നു</a:t>
            </a:r>
            <a:br>
              <a:rPr lang="ml-IN" sz="3200" b="1" dirty="0"/>
            </a:br>
            <a:r>
              <a:rPr lang="ml-IN" sz="3200" b="1" dirty="0"/>
              <a:t>ഇദ്ധരയിൽ നീയൊഴിഞ്ഞല്ലാരുമേ-</a:t>
            </a:r>
            <a:r>
              <a:rPr lang="en-US" sz="3200" b="1" dirty="0"/>
              <a:t> </a:t>
            </a:r>
            <a:r>
              <a:rPr lang="ml-IN" sz="3200" b="1" dirty="0"/>
              <a:t>ഞങ്ങൾ</a:t>
            </a:r>
            <a:r>
              <a:rPr lang="en-US" sz="3200" b="1" dirty="0"/>
              <a:t>-</a:t>
            </a:r>
            <a:r>
              <a:rPr lang="ml-IN" sz="3200" b="1" dirty="0"/>
              <a:t>ക്കാശ്രയമായ് മേലിലും</a:t>
            </a:r>
            <a:r>
              <a:rPr lang="en-US" sz="3200" b="1" dirty="0"/>
              <a:t> </a:t>
            </a:r>
            <a:r>
              <a:rPr lang="ml-IN" sz="3200" b="1" dirty="0"/>
              <a:t>നീ മാത്രമേ</a:t>
            </a:r>
            <a:endParaRPr lang="en-US" sz="3200" b="1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62B7AB-FF43-4C06-B36A-A04677BA427A}"/>
              </a:ext>
            </a:extLst>
          </p:cNvPr>
          <p:cNvSpPr/>
          <p:nvPr/>
        </p:nvSpPr>
        <p:spPr>
          <a:xfrm>
            <a:off x="0" y="3822284"/>
            <a:ext cx="12192000" cy="1649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Mannavaney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mahonnatha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Ninney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njangalh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vandikunnu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+mj-lt"/>
              <a:ea typeface="Calibri" panose="020F0502020204030204" pitchFamily="34" charset="0"/>
              <a:cs typeface="Kartika" panose="02020503030404060203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   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Eedharayil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Neeyozhinjillaarumey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-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njangalh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-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+mj-lt"/>
              <a:ea typeface="Calibri" panose="020F0502020204030204" pitchFamily="34" charset="0"/>
              <a:cs typeface="Kartika" panose="02020503030404060203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   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kkaashrayamaai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mèlilum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Nee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maathramey</a:t>
            </a:r>
            <a:endParaRPr lang="en-US" sz="3200" dirty="0">
              <a:solidFill>
                <a:schemeClr val="tx2">
                  <a:lumMod val="75000"/>
                </a:schemeClr>
              </a:solidFill>
              <a:effectLst/>
              <a:latin typeface="+mj-lt"/>
              <a:ea typeface="Calibri" panose="020F0502020204030204" pitchFamily="34" charset="0"/>
              <a:cs typeface="Kartika" panose="020205030304040602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12191999" cy="2544762"/>
          </a:xfrm>
        </p:spPr>
        <p:txBody>
          <a:bodyPr anchor="t"/>
          <a:lstStyle/>
          <a:p>
            <a:pPr defTabSz="231775"/>
            <a:r>
              <a:rPr lang="en-US" sz="3200" b="1" dirty="0"/>
              <a:t>2	</a:t>
            </a:r>
            <a:br>
              <a:rPr lang="en-US" sz="3200" b="1" dirty="0"/>
            </a:br>
            <a:r>
              <a:rPr lang="ml-IN" sz="3200" b="1" dirty="0"/>
              <a:t>ദൈവദൂത സൈന്യം നിന്നെ നമിക്കുന്നു പരിശുദ്ധാ!</a:t>
            </a:r>
            <a:br>
              <a:rPr lang="ml-IN" sz="3200" b="1" dirty="0"/>
            </a:br>
            <a:r>
              <a:rPr lang="ml-IN" sz="3200" b="1" dirty="0"/>
              <a:t>ദോഷികളാം ഞങ്ങളതിനെന്തുള്ളൂ</a:t>
            </a:r>
            <a:r>
              <a:rPr lang="en-US" sz="3200" b="1" dirty="0"/>
              <a:t>-</a:t>
            </a:r>
            <a:r>
              <a:rPr lang="ml-IN" sz="3200" b="1" dirty="0"/>
              <a:t>ഓർത്താൽ</a:t>
            </a:r>
            <a:r>
              <a:rPr lang="en-US" sz="3200" b="1" dirty="0"/>
              <a:t> </a:t>
            </a:r>
            <a:br>
              <a:rPr lang="en-US" sz="3200" b="1" dirty="0"/>
            </a:br>
            <a:r>
              <a:rPr lang="ml-IN" sz="3200" b="1" dirty="0"/>
              <a:t>നിന്‍റെ നാമം ചൊല്ലിടാനും പോരായേ</a:t>
            </a:r>
            <a:endParaRPr lang="en-US" sz="3200" b="1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72FC92-F8F1-4FE6-B187-19C189B2E2D5}"/>
              </a:ext>
            </a:extLst>
          </p:cNvPr>
          <p:cNvSpPr/>
          <p:nvPr/>
        </p:nvSpPr>
        <p:spPr>
          <a:xfrm>
            <a:off x="0" y="3822284"/>
            <a:ext cx="12192000" cy="1649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Daivadootha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sainyam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Ninney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namikkunnu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parishudhdha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+mj-lt"/>
              <a:ea typeface="Times New Roman" panose="02020603050405020304" pitchFamily="18" charset="0"/>
              <a:cs typeface="Kartika" panose="02020503030404060203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  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Doshikalhaam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njangalhathinenthullhu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-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orththaal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-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  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Nintey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naamam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chollidaanum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poraayé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+mj-lt"/>
              <a:ea typeface="Times New Roman" panose="02020603050405020304" pitchFamily="18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8908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503238"/>
            <a:ext cx="12192000" cy="3154362"/>
          </a:xfrm>
        </p:spPr>
        <p:txBody>
          <a:bodyPr anchor="t"/>
          <a:lstStyle/>
          <a:p>
            <a:pPr defTabSz="231775"/>
            <a:r>
              <a:rPr lang="en-US" sz="3200" b="1" dirty="0"/>
              <a:t>3	</a:t>
            </a:r>
            <a:br>
              <a:rPr lang="en-US" sz="3200" b="1" dirty="0"/>
            </a:br>
            <a:r>
              <a:rPr lang="ml-IN" sz="3200" b="1" dirty="0"/>
              <a:t>മഹാദേവാ! മക്കൾ ഞങ്ങൾ-</a:t>
            </a:r>
            <a:r>
              <a:rPr lang="en-US" sz="3200" b="1" dirty="0"/>
              <a:t> </a:t>
            </a:r>
            <a:r>
              <a:rPr lang="ml-IN" sz="3200" b="1" dirty="0"/>
              <a:t>തിരുമുമ്പിൽ വണങ്ങുന്നു</a:t>
            </a:r>
            <a:br>
              <a:rPr lang="ml-IN" sz="3200" b="1" dirty="0"/>
            </a:br>
            <a:r>
              <a:rPr lang="ml-IN" sz="3200" b="1" dirty="0"/>
              <a:t>മാരിപോലിന്നനുഗ്രഹം നൽകണം-സർവ്വ</a:t>
            </a:r>
            <a:r>
              <a:rPr lang="en-US" sz="3200" b="1" dirty="0"/>
              <a:t> –</a:t>
            </a:r>
            <a:br>
              <a:rPr lang="en-US" sz="3200" b="1" dirty="0"/>
            </a:br>
            <a:r>
              <a:rPr lang="en-US" sz="3200" b="1" dirty="0"/>
              <a:t> </a:t>
            </a:r>
            <a:r>
              <a:rPr lang="ml-IN" sz="3200" b="1" dirty="0"/>
              <a:t>ഖേ‍ദവും തീർത്തു നീ ഞങ്ങൾക്കാകണം</a:t>
            </a:r>
            <a:endParaRPr lang="en-US" sz="32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326D05-07F1-4E64-907A-EB588D7BF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017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97B9D7-F99C-4252-AB93-28D09FBE12F7}"/>
              </a:ext>
            </a:extLst>
          </p:cNvPr>
          <p:cNvSpPr/>
          <p:nvPr/>
        </p:nvSpPr>
        <p:spPr>
          <a:xfrm>
            <a:off x="0" y="3822284"/>
            <a:ext cx="12192000" cy="1649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Mahaadeva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!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makkalh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njangalh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-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Thirumunbil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vanhangunnu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+mj-lt"/>
              <a:ea typeface="Times New Roman" panose="02020603050405020304" pitchFamily="18" charset="0"/>
              <a:cs typeface="Kartika" panose="02020503030404060203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  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Maaripolinn-anugraham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nalkenham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-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Sarva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-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  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khedavum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theerthu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Nee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njangalhkkaakenham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+mj-lt"/>
              <a:ea typeface="Times New Roman" panose="02020603050405020304" pitchFamily="18" charset="0"/>
              <a:cs typeface="Kartika" panose="020205030304040602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12191999" cy="3154362"/>
          </a:xfrm>
        </p:spPr>
        <p:txBody>
          <a:bodyPr anchor="t"/>
          <a:lstStyle/>
          <a:p>
            <a:pPr defTabSz="231775"/>
            <a:r>
              <a:rPr lang="en-US" sz="3200" b="1" dirty="0"/>
              <a:t>4	</a:t>
            </a:r>
            <a:br>
              <a:rPr lang="en-US" sz="3200" b="1" dirty="0"/>
            </a:br>
            <a:r>
              <a:rPr lang="ml-IN" sz="3200" b="1" dirty="0"/>
              <a:t>നിന്നെപ്പോലോർ ധനമില്ല നിന്നെപ്പോലോർ സുഖമില്ല</a:t>
            </a:r>
            <a:br>
              <a:rPr lang="ml-IN" sz="3200" b="1" dirty="0"/>
            </a:br>
            <a:r>
              <a:rPr lang="ml-IN" sz="3200" b="1" dirty="0"/>
              <a:t>എന്നെന്നേക്കും നിൻമുഖത്തിൽ വാഴുവാൻ</a:t>
            </a:r>
            <a:r>
              <a:rPr lang="en-US" sz="3200" b="1" dirty="0"/>
              <a:t> - </a:t>
            </a:r>
            <a:r>
              <a:rPr lang="ml-IN" sz="3200" b="1" dirty="0"/>
              <a:t>ദാസർക്കനുവാദം തന്നു മാർവ്വിൽ ചേർക്കേണം</a:t>
            </a:r>
            <a:endParaRPr lang="en-US" sz="32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326D05-07F1-4E64-907A-EB588D7BF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017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8B0B4C-3374-4EDF-A624-AEB5303A820A}"/>
              </a:ext>
            </a:extLst>
          </p:cNvPr>
          <p:cNvSpPr/>
          <p:nvPr/>
        </p:nvSpPr>
        <p:spPr>
          <a:xfrm>
            <a:off x="0" y="3822284"/>
            <a:ext cx="12192000" cy="1649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Ninneppolor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dhanamilla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Ninneppolor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sukhamilla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+mj-lt"/>
              <a:ea typeface="Times New Roman" panose="02020603050405020304" pitchFamily="18" charset="0"/>
              <a:cs typeface="Kartika" panose="02020503030404060203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  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Ennennekum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Ninmukhaththil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vaazhuvaan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– 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daasarkkanuvaadam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thannu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maarvil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cherkkenham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+mj-lt"/>
              <a:ea typeface="Times New Roman" panose="02020603050405020304" pitchFamily="18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810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12191999" cy="3154362"/>
          </a:xfrm>
        </p:spPr>
        <p:txBody>
          <a:bodyPr anchor="t"/>
          <a:lstStyle/>
          <a:p>
            <a:pPr defTabSz="231775"/>
            <a:r>
              <a:rPr lang="en-US" sz="3200" b="1" dirty="0"/>
              <a:t>5	</a:t>
            </a:r>
            <a:br>
              <a:rPr lang="en-US" sz="3200" b="1" dirty="0"/>
            </a:br>
            <a:r>
              <a:rPr lang="ml-IN" sz="3200" b="1" dirty="0"/>
              <a:t>പൊന്നുനാഥാ! പൊന്നുനാഥാ! </a:t>
            </a:r>
            <a:r>
              <a:rPr lang="en-US" sz="3200" b="1" dirty="0"/>
              <a:t> </a:t>
            </a:r>
            <a:r>
              <a:rPr lang="ml-IN" sz="3200" b="1" dirty="0"/>
              <a:t>നിന്മുഖം കണ്ടാനന്ദിപ്പാൻ</a:t>
            </a:r>
            <a:br>
              <a:rPr lang="ml-IN" sz="3200" b="1" dirty="0"/>
            </a:br>
            <a:r>
              <a:rPr lang="ml-IN" sz="3200" b="1" dirty="0"/>
              <a:t>സ്വർഗ്ഗദേശത്തെന്നു വന്നു ചേർന്നിടും-ലോക</a:t>
            </a:r>
            <a:r>
              <a:rPr lang="en-US" sz="3200" b="1" dirty="0"/>
              <a:t> </a:t>
            </a:r>
            <a:r>
              <a:rPr lang="ml-IN" sz="3200" b="1" dirty="0"/>
              <a:t>സങ്കടങ്ങളൊഴിഞ്ഞങ്ങു വാഴുവാൻ</a:t>
            </a:r>
            <a:endParaRPr lang="en-US" sz="16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63F4FA-ABB8-4362-B949-8475F9786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017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02D3F-4ABA-4769-9339-B94ADB1698DC}"/>
              </a:ext>
            </a:extLst>
          </p:cNvPr>
          <p:cNvSpPr/>
          <p:nvPr/>
        </p:nvSpPr>
        <p:spPr>
          <a:xfrm>
            <a:off x="0" y="3822284"/>
            <a:ext cx="12192000" cy="1649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Ponnu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Naathaa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!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ponnu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Naathaa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! Nin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mukham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kandaanandippaan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+mj-lt"/>
              <a:ea typeface="Times New Roman" panose="02020603050405020304" pitchFamily="18" charset="0"/>
              <a:cs typeface="Kartika" panose="02020503030404060203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  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Swarggadeshaththennu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vannuchernnidum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-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Loka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-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  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Sankadangalhozhinjangu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vaazhuvaan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+mj-lt"/>
              <a:ea typeface="Times New Roman" panose="02020603050405020304" pitchFamily="18" charset="0"/>
              <a:cs typeface="Kartika" panose="020205030304040602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12191999" cy="2761078"/>
          </a:xfrm>
        </p:spPr>
        <p:txBody>
          <a:bodyPr anchor="t"/>
          <a:lstStyle/>
          <a:p>
            <a:pPr defTabSz="231775"/>
            <a:r>
              <a:rPr lang="en-US" sz="3200" b="1" dirty="0"/>
              <a:t>6	</a:t>
            </a:r>
            <a:br>
              <a:rPr lang="en-US" sz="3200" b="1" dirty="0"/>
            </a:br>
            <a:r>
              <a:rPr lang="ml-IN" sz="3200" b="1" dirty="0"/>
              <a:t>ഭക്തന്മാരേ</a:t>
            </a:r>
            <a:r>
              <a:rPr lang="en-US" sz="3200" b="1" dirty="0"/>
              <a:t>!</a:t>
            </a:r>
            <a:r>
              <a:rPr lang="ml-IN" sz="3200" b="1" dirty="0"/>
              <a:t> രാപ്പകൽ നാം തിരുമുമ്പിലാരാധിപ്പാൻ</a:t>
            </a:r>
            <a:br>
              <a:rPr lang="ml-IN" sz="3200" b="1" dirty="0"/>
            </a:br>
            <a:r>
              <a:rPr lang="ml-IN" sz="3200" b="1" dirty="0"/>
              <a:t>എത്രവേഗം വാനരാജ്യേ പോയിടാം-സർവ്വ</a:t>
            </a:r>
            <a:r>
              <a:rPr lang="en-US" sz="3200" b="1" dirty="0"/>
              <a:t> </a:t>
            </a:r>
            <a:r>
              <a:rPr lang="ml-IN" sz="3200" b="1" dirty="0"/>
              <a:t>സമ്മോദവും ലഭിച്ചെന്നും പാർത്തീടാം</a:t>
            </a:r>
            <a:br>
              <a:rPr lang="en-US" sz="3200" b="1" dirty="0"/>
            </a:br>
            <a:r>
              <a:rPr lang="en-US" sz="3200" b="1" dirty="0"/>
              <a:t>																																				</a:t>
            </a:r>
            <a:r>
              <a:rPr lang="ml-IN" sz="1600" b="1" dirty="0"/>
              <a:t>(മൂത്താംപാക്കൽ കൊച്ചുകുഞ്ഞ്)</a:t>
            </a:r>
            <a:endParaRPr lang="en-US" sz="16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63F4FA-ABB8-4362-B949-8475F9786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017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A061F7-A163-49A0-A80B-A10611F8B85A}"/>
              </a:ext>
            </a:extLst>
          </p:cNvPr>
          <p:cNvSpPr/>
          <p:nvPr/>
        </p:nvSpPr>
        <p:spPr>
          <a:xfrm>
            <a:off x="0" y="3822284"/>
            <a:ext cx="12192000" cy="2176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Bhakthanmaarey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!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raappakal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naam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Thirumunbil-aaraadhippaan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+mj-lt"/>
              <a:ea typeface="Times New Roman" panose="02020603050405020304" pitchFamily="18" charset="0"/>
              <a:cs typeface="Kartika" panose="02020503030404060203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  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Ethravegam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vaanaraajye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poyidaam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-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Sarvva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  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Sammodavum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labhichennum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paartheedaam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								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(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Muthampakkal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Kochukunju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Upadeshi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44539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100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Kartika</vt:lpstr>
      <vt:lpstr>Times New Roman</vt:lpstr>
      <vt:lpstr>Office Theme</vt:lpstr>
      <vt:lpstr>17 മന്നവനേ! മഹോന്നതാ!</vt:lpstr>
      <vt:lpstr>1   മന്നവനേ! മഹോന്നതാ  നിന്നെ ഞങ്ങൾ വന്ദിക്കുന്നു ഇദ്ധരയിൽ നീയൊഴിഞ്ഞല്ലാരുമേ- ഞങ്ങൾ-ക്കാശ്രയമായ് മേലിലും നീ മാത്രമേ</vt:lpstr>
      <vt:lpstr>2  ദൈവദൂത സൈന്യം നിന്നെ നമിക്കുന്നു പരിശുദ്ധാ! ദോഷികളാം ഞങ്ങളതിനെന്തുള്ളൂ-ഓർത്താൽ  നിന്‍റെ നാമം ചൊല്ലിടാനും പോരായേ</vt:lpstr>
      <vt:lpstr>3  മഹാദേവാ! മക്കൾ ഞങ്ങൾ- തിരുമുമ്പിൽ വണങ്ങുന്നു മാരിപോലിന്നനുഗ്രഹം നൽകണം-സർവ്വ –  ഖേ‍ദവും തീർത്തു നീ ഞങ്ങൾക്കാകണം</vt:lpstr>
      <vt:lpstr>4  നിന്നെപ്പോലോർ ധനമില്ല നിന്നെപ്പോലോർ സുഖമില്ല എന്നെന്നേക്കും നിൻമുഖത്തിൽ വാഴുവാൻ - ദാസർക്കനുവാദം തന്നു മാർവ്വിൽ ചേർക്കേണം</vt:lpstr>
      <vt:lpstr>5  പൊന്നുനാഥാ! പൊന്നുനാഥാ!  നിന്മുഖം കണ്ടാനന്ദിപ്പാൻ സ്വർഗ്ഗദേശത്തെന്നു വന്നു ചേർന്നിടും-ലോക സങ്കടങ്ങളൊഴിഞ്ഞങ്ങു വാഴുവാൻ</vt:lpstr>
      <vt:lpstr>6  ഭക്തന്മാരേ! രാപ്പകൽ നാം തിരുമുമ്പിലാരാധിപ്പാൻ എത്രവേഗം വാനരാജ്യേ പോയിടാം-സർവ്വ സമ്മോദവും ലഭിച്ചെന്നും പാർത്തീടാം                                     (മൂത്താംപാക്കൽ കൊച്ചുകുഞ്ഞ്)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Mannavane Mahonnatha</dc:title>
  <dc:creator>Digital Input:;GM JOHN</dc:creator>
  <cp:lastModifiedBy>Acsah Mathews</cp:lastModifiedBy>
  <cp:revision>181</cp:revision>
  <dcterms:created xsi:type="dcterms:W3CDTF">2013-04-19T09:19:07Z</dcterms:created>
  <dcterms:modified xsi:type="dcterms:W3CDTF">2018-10-24T14:49:35Z</dcterms:modified>
</cp:coreProperties>
</file>