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2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24B85-28C8-4C2F-A26C-2ED9253067BF}" type="datetimeFigureOut">
              <a:rPr lang="en-US" smtClean="0"/>
              <a:t>11/15/2018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C3D8C-F7A6-469C-8C63-A8D4B3257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2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DC3D8C-F7A6-469C-8C63-A8D4B32572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4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C137F-2C59-46D7-8943-D7B3107B902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A97F5-9750-45CE-881F-591BD582D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5DB1-6F6B-417F-9B92-3D9258E6AFA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9E9735-346C-44AD-9277-6975FA681A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FE353-F58F-4954-B54A-0665CE24262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192A7-40C7-49A8-BA81-10E7F11A4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AD6D0-4FB7-4057-B153-99962042FE1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B9F80-4958-413B-97C4-12BBB944A1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F743B-AF56-43C1-807D-555A701F8E7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D943C-C942-4D5A-A9E8-DF6D9DE7BF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E9E61-8F96-44B9-BFFA-052A9276741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F87F0-7E1F-41FA-9649-03D57D6E09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B5166-9F78-444E-9FF8-31029D940F7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49C21-BECE-4467-9A65-9827FB4052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3E203-39F7-4A1C-B5AD-0838C047E80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CC877-4A90-4F3F-B954-33DA54B72C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7A512-8F2A-4D7A-A9C6-D5BB786F187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3306B-8425-4DCA-8592-7A1E6F14FC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49AD4-EF54-448A-8ED5-A01163CFDC6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EE9C0-2366-40B9-8E98-7969E02B52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E002-B0FC-4DA0-879E-714434A96DE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6C66-3D99-4253-9188-022D3CD9A6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8577BDC-9DCC-4F38-B229-50AEB357275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1CAD94-1F33-4D95-AE79-DCB00739C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81DF-98FB-4E35-B242-E569FABB4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വിശുദ്ധർകൂട്ടം രക്ഷകന്നു ചുറ്റും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6997B-BB79-4F31-825A-CD64A3102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86145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Vishudhdhar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koottam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600" i="1" dirty="0">
                <a:solidFill>
                  <a:schemeClr val="bg1">
                    <a:lumMod val="50000"/>
                  </a:schemeClr>
                </a:solidFill>
              </a:rPr>
              <a:t>Tune: My Jesus I Love Thee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D3CAF-A6FF-40E2-931B-A48B54EA483C}"/>
              </a:ext>
            </a:extLst>
          </p:cNvPr>
          <p:cNvSpPr/>
          <p:nvPr/>
        </p:nvSpPr>
        <p:spPr>
          <a:xfrm>
            <a:off x="8253145" y="5241864"/>
            <a:ext cx="21024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(P.I. </a:t>
            </a:r>
            <a:r>
              <a:rPr lang="en-US" sz="2000" dirty="0" err="1">
                <a:solidFill>
                  <a:schemeClr val="accent2"/>
                </a:solidFill>
              </a:rPr>
              <a:t>Pulikkodan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DA36B-0911-4B9D-8D17-1D24C29FEEDE}"/>
              </a:ext>
            </a:extLst>
          </p:cNvPr>
          <p:cNvSpPr/>
          <p:nvPr/>
        </p:nvSpPr>
        <p:spPr>
          <a:xfrm>
            <a:off x="1623745" y="5241864"/>
            <a:ext cx="419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(പി. ഐ. പുലിക്കോടൻ)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3521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വിശുദ്ധർകൂട്ടം രക്ഷകന്നു ചുറ്റും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നിന്നുന്നതങ്ങൾ സ്നേഹരത്നം ചൂടിക്കും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നേരം ആ മഹാസന്തോഷസമൂഹേ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Vishudhdhar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koottam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chuttum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sneharathnam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chudikkum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mahaasanthushta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samoohey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982224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ദൈവം തൻവിശുദ്ധർ കണ്ണുനീരെല്ലാം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തുടയ്ക്കുമന്നാളിൽ എനിക്കിഷ്ടരാം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ചേർക്കപ്പെട്ട വിശുദ്ധരോടുകൂടെ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vishudhdhar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neerellaam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Thudaikkumannaalhil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enikkishtaraam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Chèrkkapetta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vishuddharodu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04505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വീണകളെ ധരിച്ചുടൻ തൻമുമ്പിൽ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സന്തോഷപരിപൂർണ്ണരായ് ഉച്ചത്തിൽ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തന്നെ എന്നും സ്തുതിക്കുന്നവരോടെ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Veenhakalhey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dharichchudan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munbil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paripoornharaai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uchchaththil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sthuthikkunnavarodey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012358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കുഞ്ഞാടിൻ രക്തത്തിൽ കഴുകപ്പെട്ട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വെള്ളനിലയങ്കികളെ ധരിച്ചു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മഹാശോഭിതമായുള്ള സമൂഹേ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kazhukapetta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Vellhanilayankikalhey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Mahaashobhithamaayullha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samoohey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58288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കൈയിൽ കുരുത്തോ ലകളെ പിടിച്ചു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മഹാരക്ഷ നമ്മുടെ ദൈവത്തിന്നും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കുഞ്ഞാടിനും എന്നാർക്കും കൂട്ടരോടെ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Kayyil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kuruththo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lakalhey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pidichchu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Mahaaraksha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nammudey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Daivaththinnum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Kunjaadinum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ennaarkkum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koottarodey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86204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മഹത്ത്വം ജ്ഞാനം ശക്തി സ്തോത്രം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നമ്മുടെ ദേവനെന്നല്ലാ ദൂതന്മാരും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തൻമുമ്പിൽ കവിണു വീണാർക്കും 	കാലേ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gnaanam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Nammudey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Daivanennellaa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doothanmaarum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munpil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kavinhuveenhaarkkum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85370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399" y="1066800"/>
            <a:ext cx="11045825" cy="19050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മരണത്തോളം നീ വിശ്വസ്തനായാൽ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ചൊല്ലോർത്തു പ്രയാസം നീ സഹിച്ചാൽ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കൂടെയിരുത്തും താൻ നിന്നെ അപ്പൊഴെ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93F31-3E67-4F72-8050-0BD8189F5E9B}"/>
              </a:ext>
            </a:extLst>
          </p:cNvPr>
          <p:cNvSpPr/>
          <p:nvPr/>
        </p:nvSpPr>
        <p:spPr>
          <a:xfrm>
            <a:off x="0" y="3114551"/>
            <a:ext cx="12192000" cy="670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എന്നെയും കാണുമോ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?.... (3)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ചൊല്ലെൻ മനമേ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0421A-7B3E-4F74-9BCD-09311F4D46E0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43553-67F2-49CD-9BF0-191519268A36}"/>
              </a:ext>
            </a:extLst>
          </p:cNvPr>
          <p:cNvSpPr/>
          <p:nvPr/>
        </p:nvSpPr>
        <p:spPr>
          <a:xfrm>
            <a:off x="533399" y="3886201"/>
            <a:ext cx="10896601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Maranhaththolham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vishwasthanaayaal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chollôrththu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prayaasam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sahichchaal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Koodeyiruththum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appozhey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E905B-2805-40E2-84E5-7FA03AB3CCF3}"/>
              </a:ext>
            </a:extLst>
          </p:cNvPr>
          <p:cNvSpPr/>
          <p:nvPr/>
        </p:nvSpPr>
        <p:spPr>
          <a:xfrm>
            <a:off x="0" y="5861447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kaanhumo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?.......(3)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Chollen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276392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241</Words>
  <Application>Microsoft Office PowerPoint</Application>
  <PresentationFormat>Widescreen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285 വിശുദ്ധർകൂട്ടം രക്ഷകന്നു ചുറ്റും</vt:lpstr>
      <vt:lpstr>വിശുദ്ധർകൂട്ടം രക്ഷകന്നു ചുറ്റും  നിന്നുന്നതങ്ങൾ സ്നേഹരത്നം ചൂടിക്കും  നേരം ആ മഹാസന്തോഷസമൂഹേ </vt:lpstr>
      <vt:lpstr>ദൈവം തൻവിശുദ്ധർ കണ്ണുനീരെല്ലാം  തുടയ്ക്കുമന്നാളിൽ എനിക്കിഷ്ടരാം  ചേർക്കപ്പെട്ട വിശുദ്ധരോടുകൂടെ </vt:lpstr>
      <vt:lpstr>വീണകളെ ധരിച്ചുടൻ തൻമുമ്പിൽ  സന്തോഷപരിപൂർണ്ണരായ് ഉച്ചത്തിൽ  തന്നെ എന്നും സ്തുതിക്കുന്നവരോടെ</vt:lpstr>
      <vt:lpstr>കുഞ്ഞാടിൻ രക്തത്തിൽ കഴുകപ്പെട്ട  വെള്ളനിലയങ്കികളെ ധരിച്ചു  മഹാശോഭിതമായുള്ള സമൂഹേ </vt:lpstr>
      <vt:lpstr>കൈയിൽ കുരുത്തോ ലകളെ പിടിച്ചു  മഹാരക്ഷ നമ്മുടെ ദൈവത്തിന്നും  കുഞ്ഞാടിനും എന്നാർക്കും കൂട്ടരോടെ </vt:lpstr>
      <vt:lpstr>സ്തുതി മഹത്ത്വം ജ്ഞാനം ശക്തി സ്തോത്രം  നമ്മുടെ ദേവനെന്നല്ലാ ദൂതന്മാരും  തൻമുമ്പിൽ കവിണു വീണാർക്കും  കാലേ</vt:lpstr>
      <vt:lpstr>മരണത്തോളം നീ വിശ്വസ്തനായാൽ   തൻ ചൊല്ലോർത്തു പ്രയാസം നീ സഹിച്ചാൽ   കൂടെയിരുത്തും താൻ നിന്നെ അപ്പൊഴെ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Vishudhar kootam</dc:title>
  <dc:creator>Digital Input:; GM JOHN; Acsah Mathews</dc:creator>
  <cp:lastModifiedBy>Acsah Mathews</cp:lastModifiedBy>
  <cp:revision>308</cp:revision>
  <dcterms:created xsi:type="dcterms:W3CDTF">2013-04-19T09:19:07Z</dcterms:created>
  <dcterms:modified xsi:type="dcterms:W3CDTF">2018-11-15T17:24:02Z</dcterms:modified>
</cp:coreProperties>
</file>