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3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9C3A7-10C5-4D90-A84E-A167DE937BE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9B755-1AE3-4BB4-B53C-A8D03B28D1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4C696-24BB-48A2-947E-A311B131B35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399A3-8955-440D-9DC6-9BEBD0010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ABA86-A37C-482B-9567-A3C2D01FAC1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268D9-CBBA-47FA-A76A-648446ADF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78B0F-79B2-4ECD-ADBB-4B0D24F6FA7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2E720-5828-49AD-B748-12706121F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6C388-661A-4B4F-9BB3-04A8ACA29D6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9F766-16F2-41F0-A0B1-40BAB4A20F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CAC93-0AA3-42B4-96CB-569B11018D7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88212-4C5E-4277-B48B-5840B04229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57BF3-405F-48A4-A58B-3A778FB50C9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DCF54-E91B-40C9-932D-22E8A2F487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FE280-841C-493C-BEAA-F1528F3B279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A3576-3BB8-47DC-94F4-246E09543A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50D6A-E638-4BA6-A8F4-B005D45D9F1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34BDA-3BBC-4366-9207-0CE1E8FA8C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4565E-F1E9-4A67-8788-05D9887A3F2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9A100-4F36-4E02-A71C-EEE4EAA34D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F2FCA-3D7C-411F-B5E9-121A257B4F7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F06EE-048E-4574-A3D9-880569A317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9299157-F463-4E14-A1AE-917F0BEF590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241EDB9-417B-45E6-8026-A46D799CC2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DCDA-75A7-4D09-99A8-554EFAE1F7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306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പദം പദം ഉറച്ചു 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900F3-57AA-4279-922C-7D7899FDF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Padam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padam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urhachchu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naam</a:t>
            </a:r>
            <a:endParaRPr lang="en-US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4012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071285"/>
            <a:ext cx="12192000" cy="1524000"/>
          </a:xfrm>
        </p:spPr>
        <p:txBody>
          <a:bodyPr anchor="t"/>
          <a:lstStyle/>
          <a:p>
            <a:pPr algn="l" defTabSz="338138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പാപതന്ത്ര്യ ബദ്ധരാം ഭാരതീയ സോദരേ!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പാപഭാരം നീക്കിടും യേശുവിങ്കൽ ഓടി വാ!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A7F3F-6F34-4887-A1CB-5C90960A8A80}"/>
              </a:ext>
            </a:extLst>
          </p:cNvPr>
          <p:cNvSpPr/>
          <p:nvPr/>
        </p:nvSpPr>
        <p:spPr>
          <a:xfrm>
            <a:off x="0" y="721265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പദം പദം ഉറച്ചു നാം ക്രൂശുമേന്തി പോകണം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ജീവനെങ്കിൽ ജീവൻ വച്ചു ഭാരതം നേടിടണം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4FEEC-7FB6-45F5-8512-C62EB720C3B5}"/>
              </a:ext>
            </a:extLst>
          </p:cNvPr>
          <p:cNvSpPr/>
          <p:nvPr/>
        </p:nvSpPr>
        <p:spPr>
          <a:xfrm>
            <a:off x="0" y="3481072"/>
            <a:ext cx="121920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krrooshumenthi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naedeedanham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C36E8F-025D-408C-A418-4D40973FF77A}"/>
              </a:ext>
            </a:extLst>
          </p:cNvPr>
          <p:cNvSpPr/>
          <p:nvPr/>
        </p:nvSpPr>
        <p:spPr>
          <a:xfrm>
            <a:off x="0" y="4905926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badharaam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bharatheeya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sodare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16074"/>
            <a:ext cx="12192000" cy="1524000"/>
          </a:xfrm>
        </p:spPr>
        <p:txBody>
          <a:bodyPr anchor="t"/>
          <a:lstStyle/>
          <a:p>
            <a:pPr algn="l" defTabSz="338138">
              <a:lnSpc>
                <a:spcPct val="114000"/>
              </a:lnSpc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2	സ്വതന്ത്രമാർക്കും ലഭ്യമാം ക്രിസ്തുവിൻറെ ശക്തിയാൽ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സ്വതന്ത്രമിന്നു ഘോഷിക്കാം ഭാരതത്തിലെങ്ങുമെ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A7F3F-6F34-4887-A1CB-5C90960A8A80}"/>
              </a:ext>
            </a:extLst>
          </p:cNvPr>
          <p:cNvSpPr/>
          <p:nvPr/>
        </p:nvSpPr>
        <p:spPr>
          <a:xfrm>
            <a:off x="0" y="2039611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പദം പദം ഉറച്ചു നാം ക്രൂശുമേന്തി പോകണം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ജീവനെങ്കിൽ ജീവൻ വച്ചു ഭാരതം നേടിടണം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4FEEC-7FB6-45F5-8512-C62EB720C3B5}"/>
              </a:ext>
            </a:extLst>
          </p:cNvPr>
          <p:cNvSpPr/>
          <p:nvPr/>
        </p:nvSpPr>
        <p:spPr>
          <a:xfrm>
            <a:off x="0" y="5033196"/>
            <a:ext cx="121920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krrooshumenthi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naedeedanham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C36E8F-025D-408C-A418-4D40973FF77A}"/>
              </a:ext>
            </a:extLst>
          </p:cNvPr>
          <p:cNvSpPr/>
          <p:nvPr/>
        </p:nvSpPr>
        <p:spPr>
          <a:xfrm>
            <a:off x="0" y="3578851"/>
            <a:ext cx="1217676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Swathanthra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maargaam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labhyamam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kristhuvinte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     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Swathanthram-innu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ghoshikkaam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bhaarathaththil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engume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922038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A7F3F-6F34-4887-A1CB-5C90960A8A80}"/>
              </a:ext>
            </a:extLst>
          </p:cNvPr>
          <p:cNvSpPr/>
          <p:nvPr/>
        </p:nvSpPr>
        <p:spPr>
          <a:xfrm>
            <a:off x="0" y="2039611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പദം പദം ഉറച്ചു നാം ക്രൂശുമേന്തി പോകണം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ജീവനെങ്കിൽ ജീവൻ വച്ചു ഭാരതം നേടിടണം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4FEEC-7FB6-45F5-8512-C62EB720C3B5}"/>
              </a:ext>
            </a:extLst>
          </p:cNvPr>
          <p:cNvSpPr/>
          <p:nvPr/>
        </p:nvSpPr>
        <p:spPr>
          <a:xfrm>
            <a:off x="0" y="5033196"/>
            <a:ext cx="121920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krrooshumenthi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naedeedanham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9A1F81E-22AD-4851-BA69-03C5ED7B918E}"/>
              </a:ext>
            </a:extLst>
          </p:cNvPr>
          <p:cNvSpPr txBox="1">
            <a:spLocks/>
          </p:cNvSpPr>
          <p:nvPr/>
        </p:nvSpPr>
        <p:spPr bwMode="auto">
          <a:xfrm>
            <a:off x="0" y="762000"/>
            <a:ext cx="1219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38138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ജീവനെ ത്യജിച്ചതാം രക്തസാക്ഷി സംഘത്തിൽ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ആയുധത്തെ ഏന്തി നാം ആയോധനം ചെയ്തിടണം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D52858-98C7-4869-B4EF-B20283C0A757}"/>
              </a:ext>
            </a:extLst>
          </p:cNvPr>
          <p:cNvSpPr/>
          <p:nvPr/>
        </p:nvSpPr>
        <p:spPr>
          <a:xfrm>
            <a:off x="0" y="3701760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thyajichathaam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rakthasaakshi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sanghaththil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Aayudhaththe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aenthi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aayodhanam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Cheytheedanham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81273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A7F3F-6F34-4887-A1CB-5C90960A8A80}"/>
              </a:ext>
            </a:extLst>
          </p:cNvPr>
          <p:cNvSpPr/>
          <p:nvPr/>
        </p:nvSpPr>
        <p:spPr>
          <a:xfrm>
            <a:off x="0" y="2039611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പദം പദം ഉറച്ചു നാം ക്രൂശുമേന്തി പോകണം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ജീവനെങ്കിൽ ജീവൻ വച്ചു ഭാരതം നേടിടണം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4FEEC-7FB6-45F5-8512-C62EB720C3B5}"/>
              </a:ext>
            </a:extLst>
          </p:cNvPr>
          <p:cNvSpPr/>
          <p:nvPr/>
        </p:nvSpPr>
        <p:spPr>
          <a:xfrm>
            <a:off x="0" y="5033196"/>
            <a:ext cx="121920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krrooshumenthi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naedeedanham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9A1F81E-22AD-4851-BA69-03C5ED7B918E}"/>
              </a:ext>
            </a:extLst>
          </p:cNvPr>
          <p:cNvSpPr txBox="1">
            <a:spLocks/>
          </p:cNvSpPr>
          <p:nvPr/>
        </p:nvSpPr>
        <p:spPr bwMode="auto">
          <a:xfrm>
            <a:off x="0" y="762000"/>
            <a:ext cx="1219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38138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    </a:t>
            </a:r>
            <a:r>
              <a:rPr lang="ml-IN" sz="3400" b="1" dirty="0">
                <a:latin typeface="Kartika" panose="02020503030404060203" pitchFamily="18" charset="0"/>
              </a:rPr>
              <a:t>ചേരുവിൻ സഖാക്കളെ കൂടുവിൻ യുവാക്കളേ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</a:rPr>
              <a:t>ക്രിസ്തുനാഥൻ പോരിന്നായ് ഓടി ഓടി കൂടുവിൻ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D52858-98C7-4869-B4EF-B20283C0A757}"/>
              </a:ext>
            </a:extLst>
          </p:cNvPr>
          <p:cNvSpPr/>
          <p:nvPr/>
        </p:nvSpPr>
        <p:spPr>
          <a:xfrm>
            <a:off x="0" y="3701760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Cheruveen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sakhaakalhe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yuvaakkalhe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141107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A7F3F-6F34-4887-A1CB-5C90960A8A80}"/>
              </a:ext>
            </a:extLst>
          </p:cNvPr>
          <p:cNvSpPr/>
          <p:nvPr/>
        </p:nvSpPr>
        <p:spPr>
          <a:xfrm>
            <a:off x="0" y="2039611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പദം പദം ഉറച്ചു നാം ക്രൂശുമേന്തി പോകണം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ജീവനെങ്കിൽ ജീവൻ വച്ചു ഭാരതം നേടിടണം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4FEEC-7FB6-45F5-8512-C62EB720C3B5}"/>
              </a:ext>
            </a:extLst>
          </p:cNvPr>
          <p:cNvSpPr/>
          <p:nvPr/>
        </p:nvSpPr>
        <p:spPr>
          <a:xfrm>
            <a:off x="0" y="5033196"/>
            <a:ext cx="121920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krrooshumenthi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naedeedanham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9A1F81E-22AD-4851-BA69-03C5ED7B918E}"/>
              </a:ext>
            </a:extLst>
          </p:cNvPr>
          <p:cNvSpPr txBox="1">
            <a:spLocks/>
          </p:cNvSpPr>
          <p:nvPr/>
        </p:nvSpPr>
        <p:spPr bwMode="auto">
          <a:xfrm>
            <a:off x="0" y="762000"/>
            <a:ext cx="1219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381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സ്നേഹത്തിൻ ഇരിപ്പിടം ത്യാഗത്തിൻ വിളനിലം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രക്ഷയിൻ സങ്കേതവും യേശുരാജൻ തന്നെയാം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D52858-98C7-4869-B4EF-B20283C0A757}"/>
              </a:ext>
            </a:extLst>
          </p:cNvPr>
          <p:cNvSpPr/>
          <p:nvPr/>
        </p:nvSpPr>
        <p:spPr>
          <a:xfrm>
            <a:off x="0" y="3701760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irippidam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thyaagaththin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vilhanilam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sankethavum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yeshuraajan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thanneyaam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0533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A7F3F-6F34-4887-A1CB-5C90960A8A80}"/>
              </a:ext>
            </a:extLst>
          </p:cNvPr>
          <p:cNvSpPr/>
          <p:nvPr/>
        </p:nvSpPr>
        <p:spPr>
          <a:xfrm>
            <a:off x="0" y="2039611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പദം പദം ഉറച്ചു നാം ക്രൂശുമേന്തി പോകണം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ജീവനെങ്കിൽ ജീവൻ വച്ചു ഭാരതം നേടിടണം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4FEEC-7FB6-45F5-8512-C62EB720C3B5}"/>
              </a:ext>
            </a:extLst>
          </p:cNvPr>
          <p:cNvSpPr/>
          <p:nvPr/>
        </p:nvSpPr>
        <p:spPr>
          <a:xfrm>
            <a:off x="0" y="5033196"/>
            <a:ext cx="121920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krrooshumenthi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naedeedanham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9A1F81E-22AD-4851-BA69-03C5ED7B918E}"/>
              </a:ext>
            </a:extLst>
          </p:cNvPr>
          <p:cNvSpPr txBox="1">
            <a:spLocks/>
          </p:cNvSpPr>
          <p:nvPr/>
        </p:nvSpPr>
        <p:spPr bwMode="auto">
          <a:xfrm>
            <a:off x="0" y="762000"/>
            <a:ext cx="1219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381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ക്രിസ്തു ഏക നായകൻ ക്രിസ്തുവിന്‍റെ ശക്തിയാൽ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ലഭ്യമാകുമേവർക്കും തന്‍റെ പോർ ചെയ്തീടുവാൻ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D52858-98C7-4869-B4EF-B20283C0A757}"/>
              </a:ext>
            </a:extLst>
          </p:cNvPr>
          <p:cNvSpPr/>
          <p:nvPr/>
        </p:nvSpPr>
        <p:spPr>
          <a:xfrm>
            <a:off x="0" y="3701760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kristhuvinte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Labhyamaakum-evarkkum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cheitheeduvaan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590219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A7F3F-6F34-4887-A1CB-5C90960A8A80}"/>
              </a:ext>
            </a:extLst>
          </p:cNvPr>
          <p:cNvSpPr/>
          <p:nvPr/>
        </p:nvSpPr>
        <p:spPr>
          <a:xfrm>
            <a:off x="0" y="2039611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പദം പദം ഉറച്ചു നാം ക്രൂശുമേന്തി പോകണം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ജീവനെങ്കിൽ ജീവൻ വച്ചു ഭാരതം നേടിടണം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4FEEC-7FB6-45F5-8512-C62EB720C3B5}"/>
              </a:ext>
            </a:extLst>
          </p:cNvPr>
          <p:cNvSpPr/>
          <p:nvPr/>
        </p:nvSpPr>
        <p:spPr>
          <a:xfrm>
            <a:off x="0" y="5033196"/>
            <a:ext cx="121920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krrooshumenthi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naedeedanham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9A1F81E-22AD-4851-BA69-03C5ED7B918E}"/>
              </a:ext>
            </a:extLst>
          </p:cNvPr>
          <p:cNvSpPr txBox="1">
            <a:spLocks/>
          </p:cNvSpPr>
          <p:nvPr/>
        </p:nvSpPr>
        <p:spPr bwMode="auto">
          <a:xfrm>
            <a:off x="0" y="762000"/>
            <a:ext cx="1219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381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പീഡകൾ നടുവിലും പാലനം ചെയ്തിടുമേ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പാവനാത്മദായകൻ പാരിലേശു നായകൻ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D52858-98C7-4869-B4EF-B20283C0A757}"/>
              </a:ext>
            </a:extLst>
          </p:cNvPr>
          <p:cNvSpPr/>
          <p:nvPr/>
        </p:nvSpPr>
        <p:spPr>
          <a:xfrm>
            <a:off x="0" y="3701760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Peedakalh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naduvilum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cheitheedunna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Paavan-aathma-daayakan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paarileshu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11663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226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306 പദം പദം ഉറച്ചു നാം</vt:lpstr>
      <vt:lpstr>1 പാപതന്ത്ര്യ ബദ്ധരാം ഭാരതീയ സോദരേ!   പാപഭാരം നീക്കിടും യേശുവിങ്കൽ ഓടി വാ!</vt:lpstr>
      <vt:lpstr>2 സ്വതന്ത്രമാർക്കും ലഭ്യമാം ക്രിസ്തുവിൻറെ ശക്തിയാൽ   സ്വതന്ത്രമിന്നു ഘോഷിക്കാം ഭാരതത്തിലെങ്ങുമെ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Padam padam urachu naam</dc:title>
  <dc:creator>Digital Input:; GM JOHN; Acsah Mathews</dc:creator>
  <cp:lastModifiedBy>Acsah Mathews</cp:lastModifiedBy>
  <cp:revision>296</cp:revision>
  <dcterms:created xsi:type="dcterms:W3CDTF">2013-04-19T09:19:07Z</dcterms:created>
  <dcterms:modified xsi:type="dcterms:W3CDTF">2018-11-16T17:59:45Z</dcterms:modified>
</cp:coreProperties>
</file>