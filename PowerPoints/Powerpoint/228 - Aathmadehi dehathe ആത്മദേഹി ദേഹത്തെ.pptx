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8" r:id="rId3"/>
    <p:sldId id="262" r:id="rId4"/>
    <p:sldId id="263" r:id="rId5"/>
    <p:sldId id="267" r:id="rId6"/>
    <p:sldId id="264" r:id="rId7"/>
    <p:sldId id="268" r:id="rId8"/>
    <p:sldId id="265" r:id="rId9"/>
    <p:sldId id="269" r:id="rId10"/>
    <p:sldId id="266" r:id="rId11"/>
    <p:sldId id="270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72" y="7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E35652-D17B-495F-9682-EE9307C7AEFF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4B2C4E-1D78-4EC7-87BA-BDA8E27F44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EB919E-0A87-417F-9D50-B8F091B57E07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20976C-1DFE-434F-A365-C79B92B62F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0EBBB-5CB3-47DB-AE9A-7E42405E56EA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17881C-2D68-48CA-B491-833542C690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4BA3C-7897-452D-B062-FF4486C63113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40A785-77D0-4F7B-889F-191773343A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ABBCAB-47EE-4F7A-AD8D-72DB5420348C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05A92D-2F2B-45EA-BF16-83FC6C28B9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E8F940-C36E-4A5F-AD0B-31EDB695DE57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59B57-9474-4D31-86DE-F8CD39CE0F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A5E24A-26C2-4461-9B9F-2338ED7DF732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B4B629-C2C6-4265-AAE0-096935C68E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C201EC-2FD8-4C3F-9C51-66870FB20E07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2DCF3D-D469-4F09-91C9-84EF4CE791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6480D5-32E7-4927-9DE8-B98DA9710113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CD9C18-150F-4476-8D91-0000FD127A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51A183-6955-446A-A969-6B411B5EAF95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B6F995-4EAC-4290-8480-DDC1E81CF8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B97FBD-CDAA-413C-89FF-8B754A80AECE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960D96-B311-4378-AB26-F5EFEBFB25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17F053A-D0F0-4BF3-BA88-64446C17A150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0F340F3-710E-4108-A0EB-00D0F941F9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8BE0F-5715-4B79-9595-CCB5364572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228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ആത്മദേഹി ദേഹത്തെ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933D35-82D5-4649-91AD-2778D4624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470025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Aathma </a:t>
            </a:r>
            <a:r>
              <a:rPr lang="en-US" sz="4000" b="1" dirty="0" err="1">
                <a:solidFill>
                  <a:schemeClr val="tx2"/>
                </a:solidFill>
              </a:rPr>
              <a:t>dehi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dehaththey</a:t>
            </a:r>
            <a:endParaRPr lang="en-US" sz="4000" b="1" dirty="0">
              <a:solidFill>
                <a:schemeClr val="tx2"/>
              </a:solidFill>
            </a:endParaRPr>
          </a:p>
          <a:p>
            <a:r>
              <a:rPr lang="en-US" sz="3800" i="1" dirty="0">
                <a:solidFill>
                  <a:schemeClr val="bg1">
                    <a:lumMod val="65000"/>
                  </a:schemeClr>
                </a:solidFill>
              </a:rPr>
              <a:t>Tune: Loved with everlasting love</a:t>
            </a:r>
          </a:p>
        </p:txBody>
      </p:sp>
    </p:spTree>
    <p:extLst>
      <p:ext uri="{BB962C8B-B14F-4D97-AF65-F5344CB8AC3E}">
        <p14:creationId xmlns:p14="http://schemas.microsoft.com/office/powerpoint/2010/main" val="2599233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533399" y="990600"/>
            <a:ext cx="11646877" cy="2708031"/>
          </a:xfrm>
        </p:spPr>
        <p:txBody>
          <a:bodyPr anchor="t"/>
          <a:lstStyle/>
          <a:p>
            <a:pPr algn="l"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ആത്മദേഹി ദേഹത്തെ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കാഴ്ചയായ് വെക്കുന്നിതാ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നിൻമുമ്പിൽ ഞാൻ യേശുവേ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നിൻ വക ആവാൻ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5140F5-5F8A-4101-9209-79A7DBA1D359}"/>
              </a:ext>
            </a:extLst>
          </p:cNvPr>
          <p:cNvSpPr txBox="1"/>
          <p:nvPr/>
        </p:nvSpPr>
        <p:spPr>
          <a:xfrm>
            <a:off x="0" y="3385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9AC75B-2E34-4C25-956C-758B7D76C8F2}"/>
              </a:ext>
            </a:extLst>
          </p:cNvPr>
          <p:cNvSpPr/>
          <p:nvPr/>
        </p:nvSpPr>
        <p:spPr>
          <a:xfrm>
            <a:off x="-11724" y="3825987"/>
            <a:ext cx="1022252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Aathma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dehaththey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Kaazhchayaai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vakkunnithaa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Nin munbil njaan, Yeshuvey – 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ennum ninvaka aavaan 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-11724" y="644769"/>
            <a:ext cx="12180276" cy="2708031"/>
          </a:xfrm>
        </p:spPr>
        <p:txBody>
          <a:bodyPr anchor="t"/>
          <a:lstStyle/>
          <a:p>
            <a:pPr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  <a:defRPr/>
            </a:pPr>
            <a:r>
              <a:rPr lang="ml-IN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പീഠത്തിന്മേൽ എന്നെ ഞാൻ </a:t>
            </a:r>
            <a:br>
              <a:rPr lang="en-US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വെച്ചു തീക്കായ് കാക്കുന്നു</a:t>
            </a:r>
            <a:br>
              <a:rPr lang="en-US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കാത്തുകാത്തിരിക്കുന്നേ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തീ ഇറങ്ങാൻ നോക്കുന്നു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9AC75B-2E34-4C25-956C-758B7D76C8F2}"/>
              </a:ext>
            </a:extLst>
          </p:cNvPr>
          <p:cNvSpPr/>
          <p:nvPr/>
        </p:nvSpPr>
        <p:spPr>
          <a:xfrm>
            <a:off x="-11724" y="3505200"/>
            <a:ext cx="1220372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Peedaththinmel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,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vachchu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theekaai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kaakkunnu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Kaaththu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kaathirikkunney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Thee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irangaan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nokkunnu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7869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533399" y="990600"/>
            <a:ext cx="11646877" cy="2708031"/>
          </a:xfrm>
        </p:spPr>
        <p:txBody>
          <a:bodyPr anchor="t"/>
          <a:lstStyle/>
          <a:p>
            <a:pPr algn="l"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യാഗപീഠത്തിൽ നാഥാ -	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സമസ്തം നിൻ സ്വന്തം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നിന്‍റേതായ് കാത്തീടുക-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കുലുങ്ങാതെൻ വിശ്വാസം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5140F5-5F8A-4101-9209-79A7DBA1D359}"/>
              </a:ext>
            </a:extLst>
          </p:cNvPr>
          <p:cNvSpPr txBox="1"/>
          <p:nvPr/>
        </p:nvSpPr>
        <p:spPr>
          <a:xfrm>
            <a:off x="0" y="3385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9AC75B-2E34-4C25-956C-758B7D76C8F2}"/>
              </a:ext>
            </a:extLst>
          </p:cNvPr>
          <p:cNvSpPr/>
          <p:nvPr/>
        </p:nvSpPr>
        <p:spPr>
          <a:xfrm>
            <a:off x="-11724" y="3825987"/>
            <a:ext cx="1022252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Yaaga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peedathil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samastham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swantham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Ninteythaai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kaaththiduka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Kulungaathen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vishwaasam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0615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-11724" y="644769"/>
            <a:ext cx="12180276" cy="2708031"/>
          </a:xfrm>
        </p:spPr>
        <p:txBody>
          <a:bodyPr anchor="t"/>
          <a:lstStyle/>
          <a:p>
            <a:pPr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  <a:defRPr/>
            </a:pPr>
            <a:r>
              <a:rPr lang="ml-IN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പീഠത്തിന്മേൽ എന്നെ ഞാൻ </a:t>
            </a:r>
            <a:br>
              <a:rPr lang="en-US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വെച്ചു തീക്കായ് കാക്കുന്നു</a:t>
            </a:r>
            <a:br>
              <a:rPr lang="en-US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കാത്തുകാത്തിരിക്കുന്നേ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തീ ഇറങ്ങാൻ നോക്കുന്നു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9AC75B-2E34-4C25-956C-758B7D76C8F2}"/>
              </a:ext>
            </a:extLst>
          </p:cNvPr>
          <p:cNvSpPr/>
          <p:nvPr/>
        </p:nvSpPr>
        <p:spPr>
          <a:xfrm>
            <a:off x="-11724" y="3505200"/>
            <a:ext cx="1220372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Peedaththinmel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,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vachchu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theekaai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kaakkunnu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Kaaththu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kaathirikkunney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Thee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irangaan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nokkunnu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0161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533399" y="990600"/>
            <a:ext cx="11646877" cy="2708031"/>
          </a:xfrm>
        </p:spPr>
        <p:txBody>
          <a:bodyPr anchor="t"/>
          <a:lstStyle/>
          <a:p>
            <a:pPr algn="l"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 എൻ രക്ഷകാ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നാമം എന്നാശ്രയം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രക്ഷയ്ക്കായ് നോക്കുന്നിതാ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മൊഴി എൻ ശരണം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5140F5-5F8A-4101-9209-79A7DBA1D359}"/>
              </a:ext>
            </a:extLst>
          </p:cNvPr>
          <p:cNvSpPr txBox="1"/>
          <p:nvPr/>
        </p:nvSpPr>
        <p:spPr>
          <a:xfrm>
            <a:off x="0" y="3385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9AC75B-2E34-4C25-956C-758B7D76C8F2}"/>
              </a:ext>
            </a:extLst>
          </p:cNvPr>
          <p:cNvSpPr/>
          <p:nvPr/>
        </p:nvSpPr>
        <p:spPr>
          <a:xfrm>
            <a:off x="-11724" y="3825987"/>
            <a:ext cx="1022252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naamam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enaashrayam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Rakshakkaay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nokkunnithaa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mozhi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sharanham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5725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-11724" y="644769"/>
            <a:ext cx="12180276" cy="2708031"/>
          </a:xfrm>
        </p:spPr>
        <p:txBody>
          <a:bodyPr anchor="t"/>
          <a:lstStyle/>
          <a:p>
            <a:pPr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  <a:defRPr/>
            </a:pPr>
            <a:r>
              <a:rPr lang="ml-IN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പീഠത്തിന്മേൽ എന്നെ ഞാൻ </a:t>
            </a:r>
            <a:br>
              <a:rPr lang="en-US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വെച്ചു തീക്കായ് കാക്കുന്നു</a:t>
            </a:r>
            <a:br>
              <a:rPr lang="en-US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കാത്തുകാത്തിരിക്കുന്നേ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തീ ഇറങ്ങാൻ നോക്കുന്നു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9AC75B-2E34-4C25-956C-758B7D76C8F2}"/>
              </a:ext>
            </a:extLst>
          </p:cNvPr>
          <p:cNvSpPr/>
          <p:nvPr/>
        </p:nvSpPr>
        <p:spPr>
          <a:xfrm>
            <a:off x="-11724" y="3505200"/>
            <a:ext cx="1220372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Peedaththinmel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,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vachchu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theekaai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kaakkunnu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Kaaththu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kaathirikkunney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Thee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irangaan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nokkunnu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75187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533399" y="990600"/>
            <a:ext cx="11646877" cy="2708031"/>
          </a:xfrm>
        </p:spPr>
        <p:txBody>
          <a:bodyPr anchor="t"/>
          <a:lstStyle/>
          <a:p>
            <a:pPr algn="l"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പാപത്തിന്നധികാരം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തന്നിൽ നിന്നു വിട്ടു എൻ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അംഗങ്ങളെ നിൻ കരം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തന്നിൽ ഏല്പിച്ചിടുന്നേൻ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5140F5-5F8A-4101-9209-79A7DBA1D359}"/>
              </a:ext>
            </a:extLst>
          </p:cNvPr>
          <p:cNvSpPr txBox="1"/>
          <p:nvPr/>
        </p:nvSpPr>
        <p:spPr>
          <a:xfrm>
            <a:off x="0" y="3385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9AC75B-2E34-4C25-956C-758B7D76C8F2}"/>
              </a:ext>
            </a:extLst>
          </p:cNvPr>
          <p:cNvSpPr/>
          <p:nvPr/>
        </p:nvSpPr>
        <p:spPr>
          <a:xfrm>
            <a:off x="-11724" y="3825987"/>
            <a:ext cx="1022252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Paapathinadhikaaram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vittu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Angangalhey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elpichchidunnen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3923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-11724" y="644769"/>
            <a:ext cx="12180276" cy="2708031"/>
          </a:xfrm>
        </p:spPr>
        <p:txBody>
          <a:bodyPr anchor="t"/>
          <a:lstStyle/>
          <a:p>
            <a:pPr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  <a:defRPr/>
            </a:pPr>
            <a:r>
              <a:rPr lang="ml-IN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പീഠത്തിന്മേൽ എന്നെ ഞാൻ </a:t>
            </a:r>
            <a:br>
              <a:rPr lang="en-US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വെച്ചു തീക്കായ് കാക്കുന്നു</a:t>
            </a:r>
            <a:br>
              <a:rPr lang="en-US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കാത്തുകാത്തിരിക്കുന്നേ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തീ ഇറങ്ങാൻ നോക്കുന്നു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9AC75B-2E34-4C25-956C-758B7D76C8F2}"/>
              </a:ext>
            </a:extLst>
          </p:cNvPr>
          <p:cNvSpPr/>
          <p:nvPr/>
        </p:nvSpPr>
        <p:spPr>
          <a:xfrm>
            <a:off x="-11724" y="3505200"/>
            <a:ext cx="1220372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Peedaththinmel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,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vachchu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theekaai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kaakkunnu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Kaaththu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kaathirikkunney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Thee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irangaan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nokkunnu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72285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533399" y="990600"/>
            <a:ext cx="11646877" cy="2708031"/>
          </a:xfrm>
        </p:spPr>
        <p:txBody>
          <a:bodyPr anchor="t"/>
          <a:lstStyle/>
          <a:p>
            <a:pPr algn="l"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ദൈവസേവ ചെയ്‌വാനും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ജയമോടു പാപത്തെ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കാൽക്കീഴിൽ മെതിപ്പാനും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തൃക്കയ്യിൽ ഏല്പിക്കുന്നേ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5140F5-5F8A-4101-9209-79A7DBA1D359}"/>
              </a:ext>
            </a:extLst>
          </p:cNvPr>
          <p:cNvSpPr txBox="1"/>
          <p:nvPr/>
        </p:nvSpPr>
        <p:spPr>
          <a:xfrm>
            <a:off x="0" y="3385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9AC75B-2E34-4C25-956C-758B7D76C8F2}"/>
              </a:ext>
            </a:extLst>
          </p:cNvPr>
          <p:cNvSpPr/>
          <p:nvPr/>
        </p:nvSpPr>
        <p:spPr>
          <a:xfrm>
            <a:off x="-11724" y="3825987"/>
            <a:ext cx="1022252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seva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cheivaanum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jayamodu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paapaththey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Kaalkeezhil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methippaanum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Thrikkaiyyil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elpikkunney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123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-11724" y="644769"/>
            <a:ext cx="12180276" cy="2708031"/>
          </a:xfrm>
        </p:spPr>
        <p:txBody>
          <a:bodyPr anchor="t"/>
          <a:lstStyle/>
          <a:p>
            <a:pPr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  <a:defRPr/>
            </a:pPr>
            <a:r>
              <a:rPr lang="ml-IN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പീഠത്തിന്മേൽ എന്നെ ഞാൻ </a:t>
            </a:r>
            <a:br>
              <a:rPr lang="en-US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വെച്ചു തീക്കായ് കാക്കുന്നു</a:t>
            </a:r>
            <a:br>
              <a:rPr lang="en-US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കാത്തുകാത്തിരിക്കുന്നേ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തീ ഇറങ്ങാൻ നോക്കുന്നു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9AC75B-2E34-4C25-956C-758B7D76C8F2}"/>
              </a:ext>
            </a:extLst>
          </p:cNvPr>
          <p:cNvSpPr/>
          <p:nvPr/>
        </p:nvSpPr>
        <p:spPr>
          <a:xfrm>
            <a:off x="-11724" y="3505200"/>
            <a:ext cx="12203724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Peedaththinmel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,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vachchu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theekaai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kaakkunnu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Kaaththu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kaathirikkunney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Thee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irangaan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nokkunnu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16570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177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Kartika</vt:lpstr>
      <vt:lpstr>Office Theme</vt:lpstr>
      <vt:lpstr>228 ആത്മദേഹി ദേഹത്തെ</vt:lpstr>
      <vt:lpstr>ആത്മദേഹി ദേഹത്തെ  കാഴ്ചയായ് വെക്കുന്നിതാ നിൻമുമ്പിൽ ഞാൻ യേശുവേ  എന്നും നിൻ വക ആവാൻ</vt:lpstr>
      <vt:lpstr>പീഠത്തിന്മേൽ എന്നെ ഞാൻ  വെച്ചു തീക്കായ് കാക്കുന്നു കാത്തുകാത്തിരിക്കുന്നേ  തീ ഇറങ്ങാൻ നോക്കുന്നു</vt:lpstr>
      <vt:lpstr>യാഗപീഠത്തിൽ നാഥാ -   ഞാൻ സമസ്തം നിൻ സ്വന്തം  നിന്‍റേതായ് കാത്തീടുക- കുലുങ്ങാതെൻ വിശ്വാസം </vt:lpstr>
      <vt:lpstr>പീഠത്തിന്മേൽ എന്നെ ഞാൻ  വെച്ചു തീക്കായ് കാക്കുന്നു കാത്തുകാത്തിരിക്കുന്നേ  തീ ഇറങ്ങാൻ നോക്കുന്നു</vt:lpstr>
      <vt:lpstr>യേശുവേ എൻ രക്ഷകാ  നിൻ നാമം എന്നാശ്രയം രക്ഷയ്ക്കായ് നോക്കുന്നിതാ  നിന്‍ മൊഴി എൻ ശരണം</vt:lpstr>
      <vt:lpstr>പീഠത്തിന്മേൽ എന്നെ ഞാൻ  വെച്ചു തീക്കായ് കാക്കുന്നു കാത്തുകാത്തിരിക്കുന്നേ  തീ ഇറങ്ങാൻ നോക്കുന്നു</vt:lpstr>
      <vt:lpstr>പാപത്തിന്നധികാരം  തന്നിൽ നിന്നു വിട്ടു എൻ അംഗങ്ങളെ നിൻ കരം  തന്നിൽ ഏല്പിച്ചിടുന്നേൻ</vt:lpstr>
      <vt:lpstr>പീഠത്തിന്മേൽ എന്നെ ഞാൻ  വെച്ചു തീക്കായ് കാക്കുന്നു കാത്തുകാത്തിരിക്കുന്നേ  തീ ഇറങ്ങാൻ നോക്കുന്നു</vt:lpstr>
      <vt:lpstr>ദൈവസേവ ചെയ്‌വാനും  ജയമോടു പാപത്തെ കാൽക്കീഴിൽ മെതിപ്പാനും  തൃക്കയ്യിൽ ഏല്പിക്കുന്നേ</vt:lpstr>
      <vt:lpstr>പീഠത്തിന്മേൽ എന്നെ ഞാൻ  വെച്ചു തീക്കായ് കാക്കുന്നു കാത്തുകാത്തിരിക്കുന്നേ  തീ ഇറങ്ങാൻ നോക്കുന്നു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Aathma dehi dehathe</dc:title>
  <dc:creator>Digital Input:; GM JOHN; Acsah Mathews</dc:creator>
  <cp:lastModifiedBy>Acsah Mathews</cp:lastModifiedBy>
  <cp:revision>73</cp:revision>
  <dcterms:created xsi:type="dcterms:W3CDTF">2013-07-17T10:28:54Z</dcterms:created>
  <dcterms:modified xsi:type="dcterms:W3CDTF">2018-11-09T17:03:50Z</dcterms:modified>
</cp:coreProperties>
</file>