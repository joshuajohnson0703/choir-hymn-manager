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3" r:id="rId3"/>
    <p:sldId id="276" r:id="rId4"/>
    <p:sldId id="277" r:id="rId5"/>
    <p:sldId id="278" r:id="rId6"/>
    <p:sldId id="279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4" autoAdjust="0"/>
    <p:restoredTop sz="94660"/>
  </p:normalViewPr>
  <p:slideViewPr>
    <p:cSldViewPr>
      <p:cViewPr varScale="1">
        <p:scale>
          <a:sx n="43" d="100"/>
          <a:sy n="43" d="100"/>
        </p:scale>
        <p:origin x="54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AFCCC-5651-4A7D-A0C7-69CD837EE17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7BD81-8450-47FB-B4B1-F18B8F8316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1A623-47DA-4523-AAD7-BA18EFDE2ED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8BB6C-AAF6-41B0-A844-14B10FD388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3C6D0-E974-4F26-A414-97EBA5FE194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32F4A7-9DF8-430F-9B1B-174BB8AA14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CEF110-15BE-4CAA-A812-21843EF62DD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4EBC5-37C3-4FC0-89E3-03E235A814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A0C75-2D90-4DA0-A4A0-DFF83E1BD61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2A2817-6EA0-4258-9B47-C031977321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9FEFBB-E0E4-4A44-AB61-D15A8241CB7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57838A-0B7C-4791-94B9-05FE56E2F2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2455D-1D77-40A1-AA54-1FD4BB45A2A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C5DCC2-74CA-40B2-9FB7-1EBD00B9D4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F972E-3D29-4F62-B6DF-9F6699A424D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92534B-2B35-4AAB-9101-2761957470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75749-E798-4F01-9CBA-00E06572AE7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AAD84-31DE-4DA5-B549-72CD94A810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A1F77-31D3-4D2F-ABA8-3F863B293302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8132E-F81F-408B-A240-2180205739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DBF63-21AD-498B-878E-EB93172F11A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B3C86-A7C7-4B68-9FCD-F6F5385E42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80DBBF1-0F23-4421-9CFD-4C2DB9F9FCF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F983478-A067-4900-B121-9041631F0A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856B-4CB7-4922-A9BF-F8EB7B2FF0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262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തുണയെനിക്കേശുവാം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2A406-EAE9-49E3-A387-2CFE9FA6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Thunhayenikkeshuvaam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473EE7-12CB-4417-9874-4F556A4837B9}"/>
              </a:ext>
            </a:extLst>
          </p:cNvPr>
          <p:cNvSpPr/>
          <p:nvPr/>
        </p:nvSpPr>
        <p:spPr>
          <a:xfrm>
            <a:off x="1911898" y="4752945"/>
            <a:ext cx="3238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(എം. ഈ.  ചെറിയാൻ)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416BA4-14E9-4C68-BF1A-FBC3232D7A0A}"/>
              </a:ext>
            </a:extLst>
          </p:cNvPr>
          <p:cNvSpPr/>
          <p:nvPr/>
        </p:nvSpPr>
        <p:spPr>
          <a:xfrm>
            <a:off x="8468501" y="4752945"/>
            <a:ext cx="19207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(M.E. Cherian) </a:t>
            </a:r>
          </a:p>
        </p:txBody>
      </p:sp>
    </p:spTree>
    <p:extLst>
      <p:ext uri="{BB962C8B-B14F-4D97-AF65-F5344CB8AC3E}">
        <p14:creationId xmlns:p14="http://schemas.microsoft.com/office/powerpoint/2010/main" val="17725517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2128428"/>
            <a:ext cx="12192000" cy="1626230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1.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അവനെന്‍റെ സങ്കേതവും അവലംബവും കോട്ടയും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അവനിയിലാകുലത്തിൽ അവൻ മതിയാശ്രയിപ്പാൻ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തുണ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F960A5-55D1-4B0F-B4BC-B6E9139899CE}"/>
              </a:ext>
            </a:extLst>
          </p:cNvPr>
          <p:cNvSpPr/>
          <p:nvPr/>
        </p:nvSpPr>
        <p:spPr>
          <a:xfrm>
            <a:off x="0" y="663997"/>
            <a:ext cx="12192000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തുണയെനിക്കേശുവാം കുറവിനിയില്ലതാൽ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അനുദിനം തൻ നിഴലിൻ മറവിൽ വസിച്ചിടും ഞാൻ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B9268-BBF0-4236-A18D-53DBDA7DA16D}"/>
              </a:ext>
            </a:extLst>
          </p:cNvPr>
          <p:cNvSpPr/>
          <p:nvPr/>
        </p:nvSpPr>
        <p:spPr>
          <a:xfrm>
            <a:off x="0" y="3581400"/>
            <a:ext cx="1219200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Thunhayenikkeshuvaam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kuraviniyillathaal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pt-BR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Anudinam Than nizhalin maravil vasichchidum njaan 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70C3F-4D25-40DC-AD67-80D4674C775C}"/>
              </a:ext>
            </a:extLst>
          </p:cNvPr>
          <p:cNvSpPr/>
          <p:nvPr/>
        </p:nvSpPr>
        <p:spPr>
          <a:xfrm>
            <a:off x="0" y="4978626"/>
            <a:ext cx="1219200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Avanentey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sankèthavum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avalambavum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kôttayum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yilaakulaththil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mathiyaashrayippaan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thunha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-9293" y="728734"/>
            <a:ext cx="12192000" cy="1404866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2. പകയെന്‍റെ കണികളിലും പകരുന്ന വ്യാധിയിലും </a:t>
            </a:r>
            <a:b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പകലിലും രാവിലും താൻ പകർന്നിടും കൃപമഴപോൽ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F960A5-55D1-4B0F-B4BC-B6E9139899CE}"/>
              </a:ext>
            </a:extLst>
          </p:cNvPr>
          <p:cNvSpPr/>
          <p:nvPr/>
        </p:nvSpPr>
        <p:spPr>
          <a:xfrm>
            <a:off x="9293" y="2034188"/>
            <a:ext cx="12192000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തുണയെനിക്കേശുവാം കുറവിനിയില്ലതാൽ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അനുദിനം തൻ നിഴലിൻ മറവിൽ വസിച്ചിടും ഞാൻ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B9268-BBF0-4236-A18D-53DBDA7DA16D}"/>
              </a:ext>
            </a:extLst>
          </p:cNvPr>
          <p:cNvSpPr/>
          <p:nvPr/>
        </p:nvSpPr>
        <p:spPr>
          <a:xfrm>
            <a:off x="9293" y="5181600"/>
            <a:ext cx="1219200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Thunhayenikkeshuvaam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kuraviniyillathaal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pt-BR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Anudinam Than nizhalin maravil vasichchidum njaan 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70C3F-4D25-40DC-AD67-80D4674C775C}"/>
              </a:ext>
            </a:extLst>
          </p:cNvPr>
          <p:cNvSpPr/>
          <p:nvPr/>
        </p:nvSpPr>
        <p:spPr>
          <a:xfrm>
            <a:off x="9293" y="3834620"/>
            <a:ext cx="1219200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Pakayentey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kanhikalhilum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pakarunna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vyadhiyilum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Pakalilum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raavilum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pakarnnidum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mazhapol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34271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-9293" y="728734"/>
            <a:ext cx="12192000" cy="1404866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.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ശരണമവൻ തരും തൻ ചിറകുകളിൻ കീഴിൽ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പരിചയും പലകയുമാം പരമനിപ്പാരിടത്തിൽ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F960A5-55D1-4B0F-B4BC-B6E9139899CE}"/>
              </a:ext>
            </a:extLst>
          </p:cNvPr>
          <p:cNvSpPr/>
          <p:nvPr/>
        </p:nvSpPr>
        <p:spPr>
          <a:xfrm>
            <a:off x="9293" y="2034188"/>
            <a:ext cx="12192000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തുണയെനിക്കേശുവാം കുറവിനിയില്ലതാൽ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അനുദിനം തൻ നിഴലിൻ മറവിൽ വസിച്ചിടും ഞാൻ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B9268-BBF0-4236-A18D-53DBDA7DA16D}"/>
              </a:ext>
            </a:extLst>
          </p:cNvPr>
          <p:cNvSpPr/>
          <p:nvPr/>
        </p:nvSpPr>
        <p:spPr>
          <a:xfrm>
            <a:off x="9293" y="5181600"/>
            <a:ext cx="1219200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Thunhayenikkeshuvaam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kuraviniyillathaal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pt-BR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Anudinam Than nizhalin maravil vasichchidum njaan 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70C3F-4D25-40DC-AD67-80D4674C775C}"/>
              </a:ext>
            </a:extLst>
          </p:cNvPr>
          <p:cNvSpPr/>
          <p:nvPr/>
        </p:nvSpPr>
        <p:spPr>
          <a:xfrm>
            <a:off x="9293" y="3834620"/>
            <a:ext cx="1219200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Sharanhamavan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chirakukalhin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keezhil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Parichayum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palakayumaam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paramanippaaridaththil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491398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-9293" y="728734"/>
            <a:ext cx="12192000" cy="1404866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4. വലമിടമായിരങ്ങൾ വലിയവർ വീണാലും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വലയമായ് നിന്നെന്നെ വല്ലഭൻ കാത്തിടുമേ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F960A5-55D1-4B0F-B4BC-B6E9139899CE}"/>
              </a:ext>
            </a:extLst>
          </p:cNvPr>
          <p:cNvSpPr/>
          <p:nvPr/>
        </p:nvSpPr>
        <p:spPr>
          <a:xfrm>
            <a:off x="9293" y="2034188"/>
            <a:ext cx="12192000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തുണയെനിക്കേശുവാം കുറവിനിയില്ലതാൽ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അനുദിനം തൻ നിഴലിൻ മറവിൽ വസിച്ചിടും ഞാൻ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B9268-BBF0-4236-A18D-53DBDA7DA16D}"/>
              </a:ext>
            </a:extLst>
          </p:cNvPr>
          <p:cNvSpPr/>
          <p:nvPr/>
        </p:nvSpPr>
        <p:spPr>
          <a:xfrm>
            <a:off x="9293" y="5181600"/>
            <a:ext cx="1219200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Thunhayenikkeshuvaam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kuraviniyillathaal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pt-BR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Anudinam Than nizhalin maravil vasichchidum njaan 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70C3F-4D25-40DC-AD67-80D4674C775C}"/>
              </a:ext>
            </a:extLst>
          </p:cNvPr>
          <p:cNvSpPr/>
          <p:nvPr/>
        </p:nvSpPr>
        <p:spPr>
          <a:xfrm>
            <a:off x="9293" y="3834620"/>
            <a:ext cx="1219200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Valamidam-aayirangalh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valiyavar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veenhaalum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Valayamaai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vallabhan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kaaththidumey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071837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262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-9293" y="728734"/>
            <a:ext cx="12192000" cy="1404866"/>
          </a:xfrm>
        </p:spPr>
        <p:txBody>
          <a:bodyPr anchor="t"/>
          <a:lstStyle/>
          <a:p>
            <a:pPr algn="l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5. ആകുലവേളകളിൽ ആപത്തുനാളുകളിൽ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ആഗതനാമരികിൽ ആശ്വസിപ്പിച്ചീടുവാൻ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F960A5-55D1-4B0F-B4BC-B6E9139899CE}"/>
              </a:ext>
            </a:extLst>
          </p:cNvPr>
          <p:cNvSpPr/>
          <p:nvPr/>
        </p:nvSpPr>
        <p:spPr>
          <a:xfrm>
            <a:off x="9293" y="2034188"/>
            <a:ext cx="12192000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തുണയെനിക്കേശുവാം കുറവിനിയില്ലതാൽ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അനുദിനം തൻ നിഴലിൻ മറവിൽ വസിച്ചിടും ഞാൻ 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6B9268-BBF0-4236-A18D-53DBDA7DA16D}"/>
              </a:ext>
            </a:extLst>
          </p:cNvPr>
          <p:cNvSpPr/>
          <p:nvPr/>
        </p:nvSpPr>
        <p:spPr>
          <a:xfrm>
            <a:off x="9293" y="5181600"/>
            <a:ext cx="1219200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Thunhayenikkeshuvaam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kuraviniyillathaal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pt-BR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Anudinam Than nizhalin maravil vasichchidum njaan 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70C3F-4D25-40DC-AD67-80D4674C775C}"/>
              </a:ext>
            </a:extLst>
          </p:cNvPr>
          <p:cNvSpPr/>
          <p:nvPr/>
        </p:nvSpPr>
        <p:spPr>
          <a:xfrm>
            <a:off x="9293" y="3834620"/>
            <a:ext cx="12192000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Aakula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vèlhakalhil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aapaththu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naalhukalhil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Aagatha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naamarikil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aashwasippichcheeduvaan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800845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152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262 തുണയെനിക്കേശുവാം</vt:lpstr>
      <vt:lpstr>1. അവനെന്‍റെ സങ്കേതവും അവലംബവും കോട്ടയും        അവനിയിലാകുലത്തിൽ അവൻ മതിയാശ്രയിപ്പാൻ            -തുണ…</vt:lpstr>
      <vt:lpstr>2. പകയെന്‍റെ കണികളിലും പകരുന്ന വ്യാധിയിലും   പകലിലും രാവിലും താൻ പകർന്നിടും കൃപമഴപോൽ</vt:lpstr>
      <vt:lpstr>3.  ശരണമവൻ തരും തൻ ചിറകുകളിൻ കീഴിൽ       പരിചയും പലകയുമാം പരമനിപ്പാരിടത്തിൽ</vt:lpstr>
      <vt:lpstr>4. വലമിടമായിരങ്ങൾ വലിയവർ വീണാലും      വലയമായ് നിന്നെന്നെ വല്ലഭൻ കാത്തിടുമേ</vt:lpstr>
      <vt:lpstr>5. ആകുലവേളകളിൽ ആപത്തുനാളുകളിൽ      ആഗതനാമരികിൽ ആശ്വസിപ്പിച്ചീടുവാൻ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Thunayenikkeshuvaam</dc:title>
  <dc:creator>Digital Input:; GM JOHN; Acsah Mathews</dc:creator>
  <cp:lastModifiedBy>Acsah Mathews</cp:lastModifiedBy>
  <cp:revision>163</cp:revision>
  <dcterms:created xsi:type="dcterms:W3CDTF">2013-04-25T00:28:25Z</dcterms:created>
  <dcterms:modified xsi:type="dcterms:W3CDTF">2018-11-14T18:26:44Z</dcterms:modified>
</cp:coreProperties>
</file>