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0" r:id="rId3"/>
    <p:sldId id="274" r:id="rId4"/>
    <p:sldId id="275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78" y="8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DB999-4799-4523-84DC-016F23E21767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F5757-CD8B-4FE8-9163-CAD9BB0A0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240D1-7E63-4FFF-8839-9E7DDC60018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BCCD6-BC83-4F9B-B83B-F93B56DB0A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97BF-4872-430F-8829-F16951FB6387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FB4D3-4E9B-483D-98CC-EEBD624EA6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2E45D-2524-41D3-B062-023876E98E8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DD7F8-92E5-4A18-A00B-67F6223CC2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BFF61-C7F9-4757-96D8-41617C4375F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1BDFA-C5CD-4E0B-AA54-D2C16873C7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0D7E1-55DC-4A23-A044-A1944456C16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31BDB-9157-40EA-A7F2-E30788C79E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F7A50-848F-4CC5-8E99-C794A2B3A8C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04BA7-22A2-42F4-AD31-4D74AEB414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AC529-AAB9-40C6-8A9C-D1AA2EDD04A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610D7-A70F-4090-B8A9-1EBA541F5C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42915-0BEE-4094-8C39-C92A58AAF358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0228A-795C-4279-A9D4-B70AD52C7F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9DBB8-1F6F-43FB-AA44-1281C6245336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47D55-3B7F-40E7-B677-9838EABCBC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F9663-862F-4FA4-BE77-FCED94CAAF3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5A300-918D-48BC-A1C7-CAF6392210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899D9E5-41E1-4AD3-B622-226CD5091427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D311A44-0EF0-4EB5-A575-DC711BDDB8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171A-FF7D-4F08-B3B0-6CC0175C62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44</a:t>
            </a:r>
            <a:br>
              <a:rPr lang="en-US" dirty="0"/>
            </a:br>
            <a:r>
              <a:rPr lang="ml-IN" sz="4800" b="1" dirty="0">
                <a:latin typeface="Kartika" panose="02020503030404060203" pitchFamily="18" charset="0"/>
              </a:rPr>
              <a:t>ശ്രീയേശു നാമമേ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54DFD2-C52C-4939-97A7-FE9B09CD79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Shree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naamamey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9862558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0594" y="338554"/>
            <a:ext cx="12192000" cy="3175574"/>
          </a:xfrm>
        </p:spPr>
        <p:txBody>
          <a:bodyPr anchor="t"/>
          <a:lstStyle/>
          <a:p>
            <a:pPr defTabSz="401638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 നാമമേ തിരുനാമം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ഇതു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ഭൂലോകമെങ്ങും മോദം നല്‍കും നാമം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പാപികളെ രക്ഷചെയ്യും ദിവ്യനാമം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പരിതാപി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കള്‍ക്കാശ്വാസം നല്‍കും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തിരുനാമം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1741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B13A7-3126-4D9F-B113-EDCD98C7494C}"/>
              </a:ext>
            </a:extLst>
          </p:cNvPr>
          <p:cNvSpPr/>
          <p:nvPr/>
        </p:nvSpPr>
        <p:spPr>
          <a:xfrm>
            <a:off x="-20594" y="3852682"/>
            <a:ext cx="1222907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</a:t>
            </a:r>
          </a:p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Shree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bhoolokamengum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môtham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rakshacheyyum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parithaapi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kalhkkaashwaasam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119" y="0"/>
            <a:ext cx="12192000" cy="4062651"/>
          </a:xfrm>
        </p:spPr>
        <p:txBody>
          <a:bodyPr anchor="t"/>
          <a:lstStyle/>
          <a:p>
            <a:pPr defTabSz="401638">
              <a:defRPr/>
            </a:pP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എന്നിലെ പാപങ്ങളെല്ലാം തീര്‍ത്ത നാമം എന്‍റെ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മന്ദബുദ്ധി നീക്കി ശുദ്ധി ചെയ്ത നാമം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മല്ലനാം പിശാചിനെ ജയിച്ച നാമം എന്‍റെ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അല്ലലെല്ലാം തന്‍ ശിരസ്സിലേറ്റ നാമം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6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ജീവനെ പാപികള്‍ക്കായ് ചൊരിഞ്ഞ നാമം പുതു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 നല്‍കിയാശ്വസിപ്പിച്ച നാമം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1741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B13A7-3126-4D9F-B113-EDCD98C7494C}"/>
              </a:ext>
            </a:extLst>
          </p:cNvPr>
          <p:cNvSpPr/>
          <p:nvPr/>
        </p:nvSpPr>
        <p:spPr>
          <a:xfrm>
            <a:off x="-41189" y="3893374"/>
            <a:ext cx="1222907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Paapabhaaram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neekkidum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vishudhdha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spcAft>
                <a:spcPts val="1200"/>
              </a:spcAft>
            </a:pP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Bandhanam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thakarththidunna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Enniley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paapangalhellaam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entey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spcAft>
                <a:spcPts val="1200"/>
              </a:spcAft>
            </a:pP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mantha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budhdhi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shudhdhi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cheitha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Mallanaam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pishaachiney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jayichcha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entey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spcAft>
                <a:spcPts val="1200"/>
              </a:spcAft>
            </a:pP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allalellaam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shirassilètta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835285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476" y="135561"/>
            <a:ext cx="12192000" cy="3090446"/>
          </a:xfrm>
        </p:spPr>
        <p:txBody>
          <a:bodyPr anchor="t"/>
          <a:lstStyle/>
          <a:p>
            <a:pPr defTabSz="401638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നിത്യമോക്ഷപാതയെ തുറന്ന നാമം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സത്യഭക്തരില്‍ പ്രമോദം നല്‍കും നാമം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7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അക്ഷയാത്മമാരി ചൊരിഞ്ഞീടും നാമം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വക്ഷസ്സില്‍ പ്രജകളെ ചുമക്കും നാമം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1741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B13A7-3126-4D9F-B113-EDCD98C7494C}"/>
              </a:ext>
            </a:extLst>
          </p:cNvPr>
          <p:cNvSpPr/>
          <p:nvPr/>
        </p:nvSpPr>
        <p:spPr>
          <a:xfrm>
            <a:off x="16475" y="3631994"/>
            <a:ext cx="1217346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</a:t>
            </a:r>
          </a:p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Nithya moksha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paathaye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thuranna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bhaktharil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pramodam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8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Akshayaathma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chorinjeedum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vakshassil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prajakalhey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chumakkum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CAB705-A670-4BB7-95ED-A664771036E6}"/>
              </a:ext>
            </a:extLst>
          </p:cNvPr>
          <p:cNvSpPr/>
          <p:nvPr/>
        </p:nvSpPr>
        <p:spPr>
          <a:xfrm>
            <a:off x="9937411" y="3176902"/>
            <a:ext cx="2238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റ്റി. ജെ. വർക്കി)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2852A4-A2C4-4098-A825-7C2D27FF61BF}"/>
              </a:ext>
            </a:extLst>
          </p:cNvPr>
          <p:cNvSpPr/>
          <p:nvPr/>
        </p:nvSpPr>
        <p:spPr>
          <a:xfrm>
            <a:off x="10568674" y="6267348"/>
            <a:ext cx="1566134" cy="407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(T. J.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Varkey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  <a:cs typeface="Kartika" panose="02020503030404060203" pitchFamily="18" charset="0"/>
              </a:rPr>
              <a:t>) </a:t>
            </a:r>
            <a:endParaRPr lang="en-US" sz="2000" dirty="0">
              <a:solidFill>
                <a:schemeClr val="tx2">
                  <a:lumMod val="75000"/>
                </a:schemeClr>
              </a:solidFill>
              <a:effectLst/>
              <a:latin typeface="+mj-lt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7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106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Kartika</vt:lpstr>
      <vt:lpstr>Times New Roman</vt:lpstr>
      <vt:lpstr>Office Theme</vt:lpstr>
      <vt:lpstr>44 ശ്രീയേശു നാമമേ</vt:lpstr>
      <vt:lpstr>1 ശ്രീയേശു നാമമേ തിരുനാമം- ഇതു ഭൂലോകമെങ്ങും മോദം നല്‍കും നാമം 2 പാപികളെ രക്ഷചെയ്യും ദിവ്യനാമം പരിതാപി- കള്‍ക്കാശ്വാസം നല്‍കും തിരുനാമം</vt:lpstr>
      <vt:lpstr>3 എന്നിലെ പാപങ്ങളെല്ലാം തീര്‍ത്ത നാമം എന്‍റെ  മന്ദബുദ്ധി നീക്കി ശുദ്ധി ചെയ്ത നാമം 4 മല്ലനാം പിശാചിനെ ജയിച്ച നാമം എന്‍റെ  അല്ലലെല്ലാം തന്‍ ശിരസ്സിലേറ്റ നാമം 5 ജീവനെ പാപികള്‍ക്കായ് ചൊരിഞ്ഞ നാമം പുതു  ജീവനെ നല്‍കിയാശ്വസിപ്പിച്ച നാമം  </vt:lpstr>
      <vt:lpstr>6 നിത്യമോക്ഷപാതയെ തുറന്ന നാമം തന്‍റെ  സത്യഭക്തരില്‍ പ്രമോദം നല്‍കും നാമം  7 അക്ഷയാത്മമാരി ചൊരിഞ്ഞീടും നാമം തന്‍റെ  വക്ഷസ്സില്‍ പ്രജകളെ ചുമക്കും നാമം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Shreeyeshu naamame</dc:title>
  <dc:creator>Digital Input:;GM JOHN</dc:creator>
  <cp:lastModifiedBy>Acsah Mathews</cp:lastModifiedBy>
  <cp:revision>227</cp:revision>
  <dcterms:created xsi:type="dcterms:W3CDTF">2013-04-19T09:19:07Z</dcterms:created>
  <dcterms:modified xsi:type="dcterms:W3CDTF">2018-10-26T15:58:06Z</dcterms:modified>
</cp:coreProperties>
</file>