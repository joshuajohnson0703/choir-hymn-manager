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85" r:id="rId3"/>
    <p:sldId id="290" r:id="rId4"/>
    <p:sldId id="291" r:id="rId5"/>
    <p:sldId id="292" r:id="rId6"/>
    <p:sldId id="295" r:id="rId7"/>
    <p:sldId id="293" r:id="rId8"/>
    <p:sldId id="296" r:id="rId9"/>
    <p:sldId id="294" r:id="rId10"/>
    <p:sldId id="297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8D95A-3D0B-4B40-98B0-6DFA03C8106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C54F4-1678-4912-BF6B-44C1BC2299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10E03-D996-4A04-B4C8-4945CDE9D75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93A10-7DF1-4ED7-9218-A45990DFCF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FC5F6-E026-4277-9FED-1C33DAB3382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25FB3-C794-4143-9142-B5CFF88D42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4D4CD-681A-426F-BDB5-567B073648E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DEF36-154E-4B69-8232-E75F52758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2CCC8-DC9E-4F53-9389-A8634EDD3F9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7B756-4F9C-4586-B6ED-9B33A5E5A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B3D51-9993-45A5-A579-413958E0AEE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B71DC-02A8-4B96-B932-8808330210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BAADC-19FD-4C16-A491-F2A323F0836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6C6D4-C159-45C5-8276-405F1183A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1DBD6-B8C2-418B-8C12-1C0D9BDEC8E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CE11A-7204-48C0-A10C-8CEB44BDF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577BF-7A89-41C0-8327-142878E35D4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7FAD9-2B96-475D-B455-484C1895DF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CF243-A0DE-4508-BD16-5F42C18D518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F58B9-D2ED-4607-BE3D-5C34922246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5A32A-3A12-436E-B7CB-269583E94B2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6DA05-8621-44B8-980F-B891086D82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78AFEC-FDFD-49B2-BBD9-AAC509B0ADB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C4FD87-266F-4180-8133-17E27CEBBE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10AF-BA00-4B0F-8861-33A0F54F5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തിരുച്ചെവി ചായിക്കേണമേ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5A657-6EA8-47A1-AF47-ED88E7D68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Thiruchchevi </a:t>
            </a:r>
            <a:r>
              <a:rPr lang="en-US" sz="4000" b="1" dirty="0" err="1">
                <a:solidFill>
                  <a:srgbClr val="002060"/>
                </a:solidFill>
              </a:rPr>
              <a:t>chaayikkenhame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25890-1EFA-494C-A8D7-7AC15A0EAF33}"/>
              </a:ext>
            </a:extLst>
          </p:cNvPr>
          <p:cNvSpPr/>
          <p:nvPr/>
        </p:nvSpPr>
        <p:spPr>
          <a:xfrm>
            <a:off x="1834376" y="481819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F0F5A-42E7-4ED5-80DA-7D46E7649674}"/>
              </a:ext>
            </a:extLst>
          </p:cNvPr>
          <p:cNvSpPr/>
          <p:nvPr/>
        </p:nvSpPr>
        <p:spPr>
          <a:xfrm>
            <a:off x="8282438" y="4818195"/>
            <a:ext cx="24048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Mosha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vatsalam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6726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8059"/>
            <a:ext cx="12192000" cy="3884341"/>
          </a:xfrm>
        </p:spPr>
        <p:txBody>
          <a:bodyPr anchor="t"/>
          <a:lstStyle/>
          <a:p>
            <a:pPr defTabSz="463550"/>
            <a:r>
              <a:rPr lang="ml-IN" sz="22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തിരുച്ചെവി ചായിക്കേണമേ ദരിദ്രനാമെൻ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കരച്ചിലും നീ കേട്ടിടേണമേ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2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പരത്തിൽ ദൂതരിൻ പാട്ടുകൾ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മോദമായ് കേട്ടിടും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പെരുത്തുയർന്ന ക്രിസ്തേശുവേ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സങ്കടമാകയാൽ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തിരു...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304800" y="3810000"/>
            <a:ext cx="11887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+mn-lt"/>
              </a:rPr>
              <a:t>Thiruchchevi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chaayikkenhame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daridranaamen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Karachilum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paattukalh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Peruththuyarnna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kristheshuve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sankadamaakayaal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			 -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6934200" cy="6858000"/>
          </a:xfrm>
        </p:spPr>
        <p:txBody>
          <a:bodyPr anchor="t"/>
          <a:lstStyle/>
          <a:p>
            <a:pPr algn="l" defTabSz="463550">
              <a:lnSpc>
                <a:spcPct val="180000"/>
              </a:lnSpc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ശരണമെന്നു നിൻമുൻ വീഴുന്നേൻ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 എന്നെ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ഒരിക്കലും നീ കൈവെടിയല്ലേ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ഓരോ ദിനവും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ഇരുന്നു ഞാൻ കരഞ്ഞീടുന്നിതാ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തുറന്നു ഞാൻ പറഞ്ഞീടുന്നിതാ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ഉരുക്കമുള്ള എൻ നായകാ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പൊറുക്കുകെൻ പിഴയാകവേ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4724400" y="551017"/>
            <a:ext cx="6934200" cy="6306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Sharanhamennu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veezhunnen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enne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Orikkalum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kaivediyalle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Oro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dinavum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Irunnu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karanjeedunnithaa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Thurhannu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parhanjeedunnithaa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Urukkamullha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naayakaa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Porhukkuken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pizhayaakave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86796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69277"/>
            <a:ext cx="12192000" cy="3350941"/>
          </a:xfrm>
        </p:spPr>
        <p:txBody>
          <a:bodyPr anchor="t"/>
          <a:lstStyle/>
          <a:p>
            <a:pPr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തിരുച്ചെവി ചായിക്കേണമേ ദരിദ്രനാമെൻ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കരച്ചിലും നീ കേട്ടിടേണമേ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പരത്തിൽ ദൂതരിൻ പാട്ടുകൾ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മോദമായ് കേട്ടിടും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പെരുത്തുയർന്ന ക്രിസ്തേശുവേ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സങ്കടമാകയാൽ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0" y="3582412"/>
            <a:ext cx="121920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+mn-lt"/>
              </a:rPr>
              <a:t>Thiruchchevi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chaayikkenhame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daridranaamen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Karachilum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paattukalh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Peruththuyarnna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kristheshuve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sankadamaakayaal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72555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6553200" cy="6858000"/>
          </a:xfrm>
        </p:spPr>
        <p:txBody>
          <a:bodyPr anchor="t"/>
          <a:lstStyle/>
          <a:p>
            <a:pPr algn="l" defTabSz="463550">
              <a:lnSpc>
                <a:spcPct val="180000"/>
              </a:lnSpc>
            </a:pPr>
            <a:r>
              <a:rPr lang="ml-IN" sz="3000" b="1" dirty="0">
                <a:latin typeface="Kartika" panose="02020503030404060203" pitchFamily="18" charset="0"/>
              </a:rPr>
              <a:t>നിലവിളിക്കുന്നേൻ അടിയൻ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നീ കേൾക്കണമേ!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വലിയവനാമെൻ തമ്പുരാനേ!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നിലയില്ലയ്യോ!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അലയുവാൻ നിൻ അടിയനെ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അകലെ ഓടിച്ചീടരുതേ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സ്ഥലത്തിൽ വന്നെൻ ജപത്തിനു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ഫലം നീ കല്പിച്ചിടണമേ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4724400" y="551017"/>
            <a:ext cx="6934200" cy="6306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Nilavilhikkunen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adiyan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kelhkkenhame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Valiyavanaamen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thamburaane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Nilayillayyo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Alayuvaan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adiyane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Akale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odicheedaruthe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Sthalathil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japaththinu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Phalam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kalpichidenhame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6935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69277"/>
            <a:ext cx="12192000" cy="3350941"/>
          </a:xfrm>
        </p:spPr>
        <p:txBody>
          <a:bodyPr anchor="t"/>
          <a:lstStyle/>
          <a:p>
            <a:pPr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തിരുച്ചെവി ചായിക്കേണമേ ദരിദ്രനാമെൻ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കരച്ചിലും നീ കേട്ടിടേണമേ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പരത്തിൽ ദൂതരിൻ പാട്ടുകൾ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മോദമായ് കേട്ടിടും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പെരുത്തുയർന്ന ക്രിസ്തേശുവേ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സങ്കടമാകയാൽ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0" y="3582412"/>
            <a:ext cx="121920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+mn-lt"/>
              </a:rPr>
              <a:t>Thiruchchevi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chaayikkenhame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daridranaamen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Karachilum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paattukalh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Peruththuyarnna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kristheshuve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sankadamaakayaal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0061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6553200" cy="6858000"/>
          </a:xfrm>
        </p:spPr>
        <p:txBody>
          <a:bodyPr anchor="t"/>
          <a:lstStyle/>
          <a:p>
            <a:pPr algn="l" defTabSz="463550">
              <a:lnSpc>
                <a:spcPct val="180000"/>
              </a:lnSpc>
            </a:pPr>
            <a:r>
              <a:rPr lang="ml-IN" sz="3000" b="1" dirty="0">
                <a:latin typeface="Kartika" panose="02020503030404060203" pitchFamily="18" charset="0"/>
              </a:rPr>
              <a:t>നിനക്കു തുല്യം ദൈവങ്ങളില്ലേ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നിൻ ക്രിയയെല്ലാം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നിനച്ചറിവാൻ ബുദ്ധിമാനില്ലേ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മന്നവനീശോ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മനസ്സലിഞ്ഞീടേണം പരാ!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അനുഗ്രഹിച്ചീടേണം പരാ!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അനർത്ഥ നാളായിതേ പരാ!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നിനക്ക ഭയം വീഴുന്നിതാ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4724400" y="551017"/>
            <a:ext cx="6934200" cy="6306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Ninakku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thulyam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daivangalhille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kriyayellaam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Ninachcharhuvaan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budhimaanille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Mannavaneesho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Manassalinjeedenham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Anugrahicheedenham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Anardha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naalhaayithe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Ninakkabhayam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veezhunnithaa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55142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69277"/>
            <a:ext cx="12192000" cy="3350941"/>
          </a:xfrm>
        </p:spPr>
        <p:txBody>
          <a:bodyPr anchor="t"/>
          <a:lstStyle/>
          <a:p>
            <a:pPr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തിരുച്ചെവി ചായിക്കേണമേ ദരിദ്രനാമെൻ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കരച്ചിലും നീ കേട്ടിടേണമേ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പരത്തിൽ ദൂതരിൻ പാട്ടുകൾ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മോദമായ് കേട്ടിടും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പെരുത്തുയർന്ന ക്രിസ്തേശുവേ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സങ്കടമാകയാൽ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0" y="3582412"/>
            <a:ext cx="121920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+mn-lt"/>
              </a:rPr>
              <a:t>Thiruchchevi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chaayikkenhame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daridranaamen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Karachilum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paattukalh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Peruththuyarnna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kristheshuve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sankadamaakayaal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87531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6858000"/>
          </a:xfrm>
        </p:spPr>
        <p:txBody>
          <a:bodyPr anchor="t"/>
          <a:lstStyle/>
          <a:p>
            <a:pPr algn="l" defTabSz="463550">
              <a:lnSpc>
                <a:spcPct val="180000"/>
              </a:lnSpc>
            </a:pPr>
            <a:r>
              <a:rPr lang="ml-IN" sz="3000" b="1" dirty="0">
                <a:latin typeface="Kartika" panose="02020503030404060203" pitchFamily="18" charset="0"/>
              </a:rPr>
              <a:t>പെരുത്തു പാപവ്യാധിയെന്നുള്ളിൽ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നിൻ നന്മകൾക്കു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ഒരിക്കലും ഞാൻ യോഗ്യനല്ലയ്യോ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എൻ രക്ഷിതാവേ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പെരുത്ത തിന്മയാലിതാ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വരുത്താ മുള്ളോ രടിയനെ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നിറുത്തി നിൻ മുൻ വരും വരെ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കരത്തിനാൽ താങ്ങീടേണമേ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4724400" y="551017"/>
            <a:ext cx="6934200" cy="6306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paapavyaadhiyennullhil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nanmakalhkku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Orikkalum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yogyanallayyo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rakshithaave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thinmayaalithaa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Varuththamullhoradiyane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Nirhuththi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6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Karaththinaal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thaangeedenhame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11860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69277"/>
            <a:ext cx="12192000" cy="3350941"/>
          </a:xfrm>
        </p:spPr>
        <p:txBody>
          <a:bodyPr anchor="t"/>
          <a:lstStyle/>
          <a:p>
            <a:pPr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തിരുച്ചെവി ചായിക്കേണമേ ദരിദ്രനാമെൻ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കരച്ചിലും നീ കേട്ടിടേണമേ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പരത്തിൽ ദൂതരിൻ പാട്ടുകൾ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മോദമായ് കേട്ടിടും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പെരുത്തുയർന്ന ക്രിസ്തേശുവേ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 സങ്കടമാകയാൽ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A15-B370-43F9-87C0-99E98D836A2C}"/>
              </a:ext>
            </a:extLst>
          </p:cNvPr>
          <p:cNvSpPr/>
          <p:nvPr/>
        </p:nvSpPr>
        <p:spPr>
          <a:xfrm>
            <a:off x="0" y="3582412"/>
            <a:ext cx="121920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+mn-lt"/>
              </a:rPr>
              <a:t>Thiruchchevi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chaayikkenhame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daridranaamen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Karachilum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paattukalh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kettidum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Peruththuyarnna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kristheshuve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Niranja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sankadamaakayaal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124981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204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339 തിരുച്ചെവി ചായിക്കേണമേ</vt:lpstr>
      <vt:lpstr>പല്ലവി  തിരുച്ചെവി ചായിക്കേണമേ ദരിദ്രനാമെൻ  കരച്ചിലും നീ കേട്ടിടേണമേ  അനുപല്ലവി  പരത്തിൽ ദൂതരിൻ പാട്ടുകൾ  പെരുത്ത മോദമായ് കേട്ടിടും  പെരുത്തുയർന്ന ക്രിസ്തേശുവേ  നിറഞ്ഞ സങ്കടമാകയാൽ  - തിരു...</vt:lpstr>
      <vt:lpstr>ശരണമെന്നു നിൻമുൻ വീഴുന്നേൻ  പരനേ എന്നെ  ഒരിക്കലും നീ കൈവെടിയല്ലേ  ഓരോ ദിനവും  ഇരുന്നു ഞാൻ കരഞ്ഞീടുന്നിതാ തുറന്നു ഞാൻ പറഞ്ഞീടുന്നിതാ ഉരുക്കമുള്ള എൻ നായകാ  പൊറുക്കുകെൻ പിഴയാകവേ </vt:lpstr>
      <vt:lpstr>തിരുച്ചെവി ചായിക്കേണമേ ദരിദ്രനാമെൻ  കരച്ചിലും നീ കേട്ടിടേണമേ   പരത്തിൽ ദൂതരിൻ പാട്ടുകൾ  പെരുത്ത മോദമായ് കേട്ടിടും  പെരുത്തുയർന്ന ക്രിസ്തേശുവേ  നിറഞ്ഞ സങ്കടമാകയാൽ</vt:lpstr>
      <vt:lpstr>നിലവിളിക്കുന്നേൻ അടിയൻ  നീ കേൾക്കണമേ! വലിയവനാമെൻ തമ്പുരാനേ! നിലയില്ലയ്യോ! അലയുവാൻ നിൻ അടിയനെ  അകലെ ഓടിച്ചീടരുതേ സ്ഥലത്തിൽ വന്നെൻ ജപത്തിനു  ഫലം നീ കല്പിച്ചിടണമേ</vt:lpstr>
      <vt:lpstr>തിരുച്ചെവി ചായിക്കേണമേ ദരിദ്രനാമെൻ  കരച്ചിലും നീ കേട്ടിടേണമേ   പരത്തിൽ ദൂതരിൻ പാട്ടുകൾ  പെരുത്ത മോദമായ് കേട്ടിടും  പെരുത്തുയർന്ന ക്രിസ്തേശുവേ  നിറഞ്ഞ സങ്കടമാകയാൽ</vt:lpstr>
      <vt:lpstr>നിനക്കു തുല്യം ദൈവങ്ങളില്ലേ  നിൻ ക്രിയയെല്ലാം  നിനച്ചറിവാൻ ബുദ്ധിമാനില്ലേ  മന്നവനീശോ  മനസ്സലിഞ്ഞീടേണം പരാ! അനുഗ്രഹിച്ചീടേണം പരാ! അനർത്ഥ നാളായിതേ പരാ! നിനക്ക ഭയം വീഴുന്നിതാ</vt:lpstr>
      <vt:lpstr>തിരുച്ചെവി ചായിക്കേണമേ ദരിദ്രനാമെൻ  കരച്ചിലും നീ കേട്ടിടേണമേ   പരത്തിൽ ദൂതരിൻ പാട്ടുകൾ  പെരുത്ത മോദമായ് കേട്ടിടും  പെരുത്തുയർന്ന ക്രിസ്തേശുവേ  നിറഞ്ഞ സങ്കടമാകയാൽ</vt:lpstr>
      <vt:lpstr>പെരുത്തു പാപവ്യാധിയെന്നുള്ളിൽ  നിൻ നന്മകൾക്കു  ഒരിക്കലും ഞാൻ യോഗ്യനല്ലയ്യോ  എൻ രക്ഷിതാവേ  പെരുത്ത തിന്മയാലിതാ  വരുത്താ മുള്ളോ രടിയനെ  നിറുത്തി നിൻ മുൻ വരും വരെ  കരത്തിനാൽ താങ്ങീടേണമേ </vt:lpstr>
      <vt:lpstr>തിരുച്ചെവി ചായിക്കേണമേ ദരിദ്രനാമെൻ  കരച്ചിലും നീ കേട്ടിടേണമേ   പരത്തിൽ ദൂതരിൻ പാട്ടുകൾ  പെരുത്ത മോദമായ് കേട്ടിടും  പെരുത്തുയർന്ന ക്രിസ്തേശുവേ  നിറഞ്ഞ സങ്കടമാകയാൽ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Thiruchevi chaayikename</dc:title>
  <dc:creator>Digital Input:; GM JOHN; Acsah Mathews</dc:creator>
  <cp:lastModifiedBy>Acsah Mathews</cp:lastModifiedBy>
  <cp:revision>486</cp:revision>
  <dcterms:created xsi:type="dcterms:W3CDTF">2013-04-19T09:19:07Z</dcterms:created>
  <dcterms:modified xsi:type="dcterms:W3CDTF">2018-11-20T15:33:48Z</dcterms:modified>
</cp:coreProperties>
</file>