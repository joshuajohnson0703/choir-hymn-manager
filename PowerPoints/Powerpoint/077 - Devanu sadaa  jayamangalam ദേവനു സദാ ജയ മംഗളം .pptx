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2" r:id="rId3"/>
    <p:sldId id="276" r:id="rId4"/>
    <p:sldId id="277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6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D732A-094D-453F-A12C-7C474437813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45419-6D2B-4BFE-821D-31049972A6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D8A0B-8C74-4848-9F9B-7F1729E29BA8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E69456-D03B-47A7-B9AE-7A7D96F72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D16AD-ED5F-4F67-B6BD-8DA78F75C88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6667B-806E-4036-A1AC-065A68275A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34ED2-722D-4C53-B5BF-39FB944DD84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BF84F-D63F-4897-9203-4F90995504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68D95-366E-4447-BA27-9DE58353505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65DE8-6F1D-4642-8D32-32CD87D8F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351AC9-04C8-498F-92CA-1AC96B76D10D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5BAAD-3D88-4BA2-B8FF-17D4A2FAE6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07389-1AF6-4F38-83FB-68428175A8E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6CCFF-5A23-41CA-A631-592822D51A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DE008-360E-4E4C-9CBA-73FD3B26611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86F3B-2D5D-4F42-8780-D6004AC275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17D23-B567-40D5-924D-022384F86B8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0F8F90-F7AD-427D-9368-2534E53411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8804C-A4A0-4F3E-AE5E-33B591070B2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113D2-F1B7-4212-AD18-0793AFE558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7BA43-49D0-4E5E-A190-022CF473DBB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4D904-AACD-432C-A312-2955F7A055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06EF375-7F29-4BE6-BB5F-58561F9B912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8F1ABC2-D620-4DEF-9EE8-C193E093BE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DF20-DDD8-4399-AA80-0DFCDC35C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ദേവനു സദാ ജയ മംഗളം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17997-641A-4168-BEAB-2701B9B4B6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1F497D">
                    <a:lumMod val="75000"/>
                  </a:srgbClr>
                </a:solidFill>
              </a:rPr>
              <a:t>Devanu</a:t>
            </a:r>
            <a:r>
              <a:rPr lang="en-US" sz="4000" b="1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4000" b="1" dirty="0" err="1">
                <a:solidFill>
                  <a:srgbClr val="1F497D">
                    <a:lumMod val="75000"/>
                  </a:srgbClr>
                </a:solidFill>
              </a:rPr>
              <a:t>sadaa</a:t>
            </a:r>
            <a:r>
              <a:rPr lang="en-US" sz="4000" b="1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4000" b="1" dirty="0" err="1">
                <a:solidFill>
                  <a:srgbClr val="1F497D">
                    <a:lumMod val="75000"/>
                  </a:srgbClr>
                </a:solidFill>
              </a:rPr>
              <a:t>jaya</a:t>
            </a:r>
            <a:r>
              <a:rPr lang="en-US" sz="4000" b="1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4000" b="1" dirty="0" err="1">
                <a:solidFill>
                  <a:srgbClr val="1F497D">
                    <a:lumMod val="75000"/>
                  </a:srgbClr>
                </a:solidFill>
              </a:rPr>
              <a:t>mangalam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6105600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443602"/>
            <a:ext cx="12192000" cy="1816983"/>
          </a:xfrm>
        </p:spPr>
        <p:txBody>
          <a:bodyPr anchor="t"/>
          <a:lstStyle/>
          <a:p>
            <a:pPr algn="l" defTabSz="465138"/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വാനവുമിഹലോകവുമതിലുള്ളതഖിലവും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ഊനമെന്യേ സൃഷ്ടിച്ച താതനാം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ദേവനു...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01066F-DA1A-4772-9652-2D26162E9616}"/>
              </a:ext>
            </a:extLst>
          </p:cNvPr>
          <p:cNvSpPr/>
          <p:nvPr/>
        </p:nvSpPr>
        <p:spPr>
          <a:xfrm>
            <a:off x="0" y="338554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ദേവനു സദാ ജയ മംഗളം ശുഭം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ദേവനു സദാ ഭവതു മംഗളം....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B6E8AA-6F08-4959-AE0C-C246AA94932C}"/>
              </a:ext>
            </a:extLst>
          </p:cNvPr>
          <p:cNvSpPr/>
          <p:nvPr/>
        </p:nvSpPr>
        <p:spPr>
          <a:xfrm>
            <a:off x="15240" y="4713982"/>
            <a:ext cx="121767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Vaanavum-ihalokavum-athilullhathakhilavum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Oonamenye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srishticha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thaathanam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…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60AFD-9829-4BAC-ACE6-EB64C97FC2A3}"/>
              </a:ext>
            </a:extLst>
          </p:cNvPr>
          <p:cNvSpPr/>
          <p:nvPr/>
        </p:nvSpPr>
        <p:spPr>
          <a:xfrm>
            <a:off x="15240" y="3644383"/>
            <a:ext cx="121767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Devanu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sadaa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jaya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mangalam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shubham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Devanu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sadaa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bhavathu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mangalam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193609"/>
            <a:ext cx="12192000" cy="1482791"/>
          </a:xfrm>
        </p:spPr>
        <p:txBody>
          <a:bodyPr anchor="t"/>
          <a:lstStyle/>
          <a:p>
            <a:pPr algn="l" defTabSz="465138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പാപതിമിര നീതിമിഹിരനായനുസരണം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പൂർത്തിയാക്കുവാൻ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വന്നപുത്രനാം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01066F-DA1A-4772-9652-2D26162E9616}"/>
              </a:ext>
            </a:extLst>
          </p:cNvPr>
          <p:cNvSpPr/>
          <p:nvPr/>
        </p:nvSpPr>
        <p:spPr>
          <a:xfrm>
            <a:off x="0" y="15751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ദേവനു സദാ ജയ മംഗളം ശുഭം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ദേവനു സദാ ഭവതു മംഗളം....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B6E8AA-6F08-4959-AE0C-C246AA94932C}"/>
              </a:ext>
            </a:extLst>
          </p:cNvPr>
          <p:cNvSpPr/>
          <p:nvPr/>
        </p:nvSpPr>
        <p:spPr>
          <a:xfrm>
            <a:off x="22860" y="3657600"/>
            <a:ext cx="12176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Paapathimira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neethimihiranaayanu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saranham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Poorthiyaakkuvaan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puthranaam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60AFD-9829-4BAC-ACE6-EB64C97FC2A3}"/>
              </a:ext>
            </a:extLst>
          </p:cNvPr>
          <p:cNvSpPr/>
          <p:nvPr/>
        </p:nvSpPr>
        <p:spPr>
          <a:xfrm>
            <a:off x="-7620" y="4673263"/>
            <a:ext cx="12176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Devanu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sadaa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jaya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mangalam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shubham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Devanu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sadaa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bhavathu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mangalam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E4AAB9B-45E4-4ED4-B3FA-0592680F55CA}"/>
              </a:ext>
            </a:extLst>
          </p:cNvPr>
          <p:cNvSpPr txBox="1">
            <a:spLocks/>
          </p:cNvSpPr>
          <p:nvPr/>
        </p:nvSpPr>
        <p:spPr bwMode="auto">
          <a:xfrm>
            <a:off x="22860" y="2209800"/>
            <a:ext cx="12192000" cy="1482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465138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പാപവഴിയെ വിട്ടൊഴിവതിനായ് നരന്നുസദാ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പാപബോധം നൽകുന്നോരാത്മാവാം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– ദേവനു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C54703-38A0-4C58-9071-C301A85B0558}"/>
              </a:ext>
            </a:extLst>
          </p:cNvPr>
          <p:cNvSpPr/>
          <p:nvPr/>
        </p:nvSpPr>
        <p:spPr>
          <a:xfrm>
            <a:off x="-7620" y="5648728"/>
            <a:ext cx="12176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Paapavazhiye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vittozhivathinai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naranu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sadaa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Paapabodham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nalkunnoraathmavam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devanu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1614356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381000"/>
            <a:ext cx="12192000" cy="1482791"/>
          </a:xfrm>
        </p:spPr>
        <p:txBody>
          <a:bodyPr anchor="t"/>
          <a:lstStyle/>
          <a:p>
            <a:pPr algn="l" defTabSz="465138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/>
              <a:t>നാക ഭവനത്തിങ്കലഖിലമർത്യരണയുവാൻ </a:t>
            </a:r>
            <a:br>
              <a:rPr lang="ml-IN" sz="3200" b="1" dirty="0"/>
            </a:br>
            <a:r>
              <a:rPr lang="ml-IN" sz="3200" b="1" dirty="0"/>
              <a:t>നന്നായിച്ഛിക്കും ഏകത്രയിയാം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01066F-DA1A-4772-9652-2D26162E9616}"/>
              </a:ext>
            </a:extLst>
          </p:cNvPr>
          <p:cNvSpPr/>
          <p:nvPr/>
        </p:nvSpPr>
        <p:spPr>
          <a:xfrm>
            <a:off x="22860" y="1981200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ദേവനു സദാ ജയ മംഗളം ശുഭം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ദേവനു സദാ ഭവതു മംഗളം....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B6E8AA-6F08-4959-AE0C-C246AA94932C}"/>
              </a:ext>
            </a:extLst>
          </p:cNvPr>
          <p:cNvSpPr/>
          <p:nvPr/>
        </p:nvSpPr>
        <p:spPr>
          <a:xfrm>
            <a:off x="15240" y="3868758"/>
            <a:ext cx="12176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Naakabhavanathinkal-akhilamarthyaranhayuvaan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Nannayichchikkum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ekathrayiyaam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60AFD-9829-4BAC-ACE6-EB64C97FC2A3}"/>
              </a:ext>
            </a:extLst>
          </p:cNvPr>
          <p:cNvSpPr/>
          <p:nvPr/>
        </p:nvSpPr>
        <p:spPr>
          <a:xfrm>
            <a:off x="-7620" y="5049753"/>
            <a:ext cx="12176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Devanu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sadaa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jaya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mangalam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shubham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Devanu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sadaa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bhavathu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mangalam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5668131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90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77 ദേവനു സദാ ജയ മംഗളം</vt:lpstr>
      <vt:lpstr>1  വാനവുമിഹലോകവുമതിലുള്ളതഖിലവും  ഊനമെന്യേ സൃഷ്ടിച്ച താതനാം       - ദേവനു...</vt:lpstr>
      <vt:lpstr>2  പാപതിമിര നീതിമിഹിരനായനുസരണം  പൂർത്തിയാക്കുവാൻ  വന്നപുത്രനാം </vt:lpstr>
      <vt:lpstr>4  നാക ഭവനത്തിങ്കലഖിലമർത്യരണയുവാൻ  നന്നായിച്ഛിക്കും ഏകത്രയിയാം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Devanu sadaa jaya mangalam</dc:title>
  <dc:creator>Digital Input:; GM JOHN; Acsah Mathews</dc:creator>
  <cp:lastModifiedBy>Acsah Mathews</cp:lastModifiedBy>
  <cp:revision>232</cp:revision>
  <dcterms:created xsi:type="dcterms:W3CDTF">2013-04-19T09:19:07Z</dcterms:created>
  <dcterms:modified xsi:type="dcterms:W3CDTF">2018-10-31T23:21:46Z</dcterms:modified>
</cp:coreProperties>
</file>