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67" r:id="rId3"/>
    <p:sldId id="271" r:id="rId4"/>
    <p:sldId id="272" r:id="rId5"/>
    <p:sldId id="273" r:id="rId6"/>
    <p:sldId id="274" r:id="rId7"/>
    <p:sldId id="275" r:id="rId8"/>
    <p:sldId id="276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8" d="100"/>
          <a:sy n="48" d="100"/>
        </p:scale>
        <p:origin x="54" y="83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5A5C5-21F9-4DA1-BD4C-FEA494CFF03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DBADBC-E739-4771-8073-2413912654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3B932-EFA8-4EAB-8FD9-6C2C4BC57EC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DE3CA1-03F9-4F27-A0F8-30147E7537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93CE26-D4F1-44B5-8DFE-16BE5FB70537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1D4594-9FFB-4EE8-A8B8-48C58494E9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D8934-2674-453F-8F3F-5B444ACC2128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2A7A86-153D-4677-92EC-FA7D6149B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13D82E-6EA3-4EE4-98F1-2D9655E04B0C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67768A-C878-419C-A0E3-EE855C998A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79275-DF8F-4DE9-834E-043780E57E8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B2775-702B-46BA-9979-6064F0B025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A7759-F71E-4834-8DF3-C7623632DC8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F6A8A-3D16-4BB1-8939-07BBB28307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7CCE4-5D3F-4468-80A5-737B00DD5F9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DBE6F7-11B4-49F4-BBF6-7966FA75D0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4A8F01-615F-48FD-88DF-2813C329938C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35982-F3B5-4203-BB36-FE3175302A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0C912E-067B-45D5-AB9A-2B61E43899D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B94C3-B957-4A16-B7ED-9BCD16B12C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F039FF-1079-4B53-9C5E-FBC57BA3F8C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C4748-BBB1-4E79-9F7C-D98D54091C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4CB237D-B887-48DE-A916-0148C1A10C2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84399D3-64AC-4F39-80BE-164F919E0C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CD03-D826-46C3-81E6-77F6FDA899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369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പ്രാർത്ഥന കേൾക്കണമേ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9596D-5A7F-4A8B-8D9E-34CC45E62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593825"/>
            <a:ext cx="8534400" cy="9144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Prarthana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Kelhkkenhame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B87787-24E9-428C-A557-FAE4EE315466}"/>
              </a:ext>
            </a:extLst>
          </p:cNvPr>
          <p:cNvSpPr/>
          <p:nvPr/>
        </p:nvSpPr>
        <p:spPr>
          <a:xfrm>
            <a:off x="8557193" y="4308170"/>
            <a:ext cx="18060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(T. J. </a:t>
            </a:r>
            <a:r>
              <a:rPr lang="en-US" sz="2000" b="1" dirty="0" err="1">
                <a:solidFill>
                  <a:schemeClr val="accent2"/>
                </a:solidFill>
                <a:latin typeface="Arial" panose="020B0604020202020204" pitchFamily="34" charset="0"/>
              </a:rPr>
              <a:t>Varkey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0EBF41-D9A2-4CDA-B4C7-D562AEB6AF04}"/>
              </a:ext>
            </a:extLst>
          </p:cNvPr>
          <p:cNvSpPr/>
          <p:nvPr/>
        </p:nvSpPr>
        <p:spPr>
          <a:xfrm>
            <a:off x="1318193" y="4308170"/>
            <a:ext cx="2372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Calibri" panose="020F0502020204030204" pitchFamily="34" charset="0"/>
              </a:rPr>
              <a:t>(റ്റി. ജെ. വർക്കി)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26807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3"/>
          <p:cNvSpPr txBox="1">
            <a:spLocks noChangeArrowheads="1"/>
          </p:cNvSpPr>
          <p:nvPr/>
        </p:nvSpPr>
        <p:spPr bwMode="auto">
          <a:xfrm>
            <a:off x="11642703" y="6626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369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-19880" y="1673087"/>
            <a:ext cx="12168809" cy="17526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519113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പുത്രന്‍റെ നാമത്തിൽ ചോദിക്കും കാര്യങ്ങൾ-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ക്കുത്തരം തന്നരുളാമെന്നുള്ളൊരു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വാഗ്ദത്തംപോൽ ദയവായ്-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CD7FB1-2A74-4AD2-B4DF-65E0CB934BA5}"/>
              </a:ext>
            </a:extLst>
          </p:cNvPr>
          <p:cNvSpPr/>
          <p:nvPr/>
        </p:nvSpPr>
        <p:spPr>
          <a:xfrm>
            <a:off x="23190" y="315363"/>
            <a:ext cx="12125739" cy="1367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പ്രാർത്ഥന കേൾക്കണമേ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കർത്താവേ എൻ യാചന നൽകണമേ!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67595D-63B7-40D1-A529-89013B50BB2E}"/>
              </a:ext>
            </a:extLst>
          </p:cNvPr>
          <p:cNvSpPr/>
          <p:nvPr/>
        </p:nvSpPr>
        <p:spPr>
          <a:xfrm>
            <a:off x="-1" y="3352253"/>
            <a:ext cx="1216881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Prarthana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Kelhkkenhame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Karththave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yaachana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nalkanhame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FE11EB-5870-49DC-9335-51317A4A7698}"/>
              </a:ext>
            </a:extLst>
          </p:cNvPr>
          <p:cNvSpPr/>
          <p:nvPr/>
        </p:nvSpPr>
        <p:spPr>
          <a:xfrm>
            <a:off x="23190" y="4723248"/>
            <a:ext cx="12168810" cy="184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chodikkum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kaaryangalh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Kkuththaram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thannarulhaamennullhoru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Vaagdaththam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pol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dayavaay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3"/>
          <p:cNvSpPr txBox="1">
            <a:spLocks noChangeArrowheads="1"/>
          </p:cNvSpPr>
          <p:nvPr/>
        </p:nvSpPr>
        <p:spPr bwMode="auto">
          <a:xfrm>
            <a:off x="11642703" y="6626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369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11595" y="762000"/>
            <a:ext cx="12168809" cy="1752600"/>
          </a:xfrm>
        </p:spPr>
        <p:txBody>
          <a:bodyPr anchor="t"/>
          <a:lstStyle/>
          <a:p>
            <a:pPr algn="l">
              <a:tabLst>
                <a:tab pos="519113" algn="l"/>
              </a:tabLst>
            </a:pPr>
            <a:r>
              <a:rPr lang="en-US" sz="3400" b="1" dirty="0">
                <a:latin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</a:rPr>
              <a:t>താതനും മാതാവും നീയെനിയ്ക്കല്ലാതെ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ഭൂതലം തന്നിലില്ലേ വേറാരുമെൻ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ആതങ്കം നീക്കിടുവാൻ-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CD7FB1-2A74-4AD2-B4DF-65E0CB934BA5}"/>
              </a:ext>
            </a:extLst>
          </p:cNvPr>
          <p:cNvSpPr/>
          <p:nvPr/>
        </p:nvSpPr>
        <p:spPr>
          <a:xfrm>
            <a:off x="23190" y="2282258"/>
            <a:ext cx="1204291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പ്രാർത്ഥന കേൾക്കണമേ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കർത്താവേ എൻ യാചന നൽകണമേ!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67595D-63B7-40D1-A529-89013B50BB2E}"/>
              </a:ext>
            </a:extLst>
          </p:cNvPr>
          <p:cNvSpPr/>
          <p:nvPr/>
        </p:nvSpPr>
        <p:spPr>
          <a:xfrm>
            <a:off x="23190" y="5566827"/>
            <a:ext cx="1117821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Prarthana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Kelhkkenhame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Karththave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yaachana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nalkanhame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FE11EB-5870-49DC-9335-51317A4A7698}"/>
              </a:ext>
            </a:extLst>
          </p:cNvPr>
          <p:cNvSpPr/>
          <p:nvPr/>
        </p:nvSpPr>
        <p:spPr>
          <a:xfrm>
            <a:off x="23190" y="3867315"/>
            <a:ext cx="12168810" cy="184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Thaathanum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maathaavum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neeyenikkallathe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Bhoothalam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thannilille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verhaarumen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Aathangam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neekkiduvaan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074988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3"/>
          <p:cNvSpPr txBox="1">
            <a:spLocks noChangeArrowheads="1"/>
          </p:cNvSpPr>
          <p:nvPr/>
        </p:nvSpPr>
        <p:spPr bwMode="auto">
          <a:xfrm>
            <a:off x="11642703" y="6626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369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11595" y="762000"/>
            <a:ext cx="12168809" cy="1752600"/>
          </a:xfrm>
        </p:spPr>
        <p:txBody>
          <a:bodyPr anchor="t"/>
          <a:lstStyle/>
          <a:p>
            <a:pPr algn="l">
              <a:tabLst>
                <a:tab pos="519113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നിത്യതയിൽ നിന്നുള്ളത്യന്ത സ്നേഹത്താൽ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ശത്രുതയെ അകറ്റി എനിക്കു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പുത്രത്വം തന്നതിനാൽ-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CD7FB1-2A74-4AD2-B4DF-65E0CB934BA5}"/>
              </a:ext>
            </a:extLst>
          </p:cNvPr>
          <p:cNvSpPr/>
          <p:nvPr/>
        </p:nvSpPr>
        <p:spPr>
          <a:xfrm>
            <a:off x="23190" y="2282258"/>
            <a:ext cx="1204291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പ്രാർത്ഥന കേൾക്കണമേ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കർത്താവേ എൻ യാചന നൽകണമേ!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67595D-63B7-40D1-A529-89013B50BB2E}"/>
              </a:ext>
            </a:extLst>
          </p:cNvPr>
          <p:cNvSpPr/>
          <p:nvPr/>
        </p:nvSpPr>
        <p:spPr>
          <a:xfrm>
            <a:off x="23190" y="5526613"/>
            <a:ext cx="1117821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Prarthana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Kelhkkenhame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Karththave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yaachana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nalkanhame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FE11EB-5870-49DC-9335-51317A4A7698}"/>
              </a:ext>
            </a:extLst>
          </p:cNvPr>
          <p:cNvSpPr/>
          <p:nvPr/>
        </p:nvSpPr>
        <p:spPr>
          <a:xfrm>
            <a:off x="23190" y="3867315"/>
            <a:ext cx="12168810" cy="184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Nithyathayil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ninnullhathyantha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snehaththaal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Shathruthaye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akatti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enikku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Puthrathvam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thannathinaal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065334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3"/>
          <p:cNvSpPr txBox="1">
            <a:spLocks noChangeArrowheads="1"/>
          </p:cNvSpPr>
          <p:nvPr/>
        </p:nvSpPr>
        <p:spPr bwMode="auto">
          <a:xfrm>
            <a:off x="11642703" y="6626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369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11595" y="762000"/>
            <a:ext cx="12168809" cy="1752600"/>
          </a:xfrm>
        </p:spPr>
        <p:txBody>
          <a:bodyPr anchor="t"/>
          <a:lstStyle/>
          <a:p>
            <a:pPr algn="l">
              <a:tabLst>
                <a:tab pos="519113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സ്വന്തകുമാരനെ ആദരിയാതെന്മേൽ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സിന്ധുസമം കനിഞ്ഞ സംപ്രീതിയോ 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ർത്തന്തികേ ചേർന്നിടുന്നേൻ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CD7FB1-2A74-4AD2-B4DF-65E0CB934BA5}"/>
              </a:ext>
            </a:extLst>
          </p:cNvPr>
          <p:cNvSpPr/>
          <p:nvPr/>
        </p:nvSpPr>
        <p:spPr>
          <a:xfrm>
            <a:off x="23190" y="2282258"/>
            <a:ext cx="1204291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പ്രാർത്ഥന കേൾക്കണമേ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കർത്താവേ എൻ യാചന നൽകണമേ!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67595D-63B7-40D1-A529-89013B50BB2E}"/>
              </a:ext>
            </a:extLst>
          </p:cNvPr>
          <p:cNvSpPr/>
          <p:nvPr/>
        </p:nvSpPr>
        <p:spPr>
          <a:xfrm>
            <a:off x="23190" y="5526613"/>
            <a:ext cx="1117821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Prarthana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Kelhkkenhame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Karththave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yaachana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nalkanhame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FE11EB-5870-49DC-9335-51317A4A7698}"/>
              </a:ext>
            </a:extLst>
          </p:cNvPr>
          <p:cNvSpPr/>
          <p:nvPr/>
        </p:nvSpPr>
        <p:spPr>
          <a:xfrm>
            <a:off x="23190" y="3867315"/>
            <a:ext cx="12168810" cy="184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Swantha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kumaarane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aadariyaathenmel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Sindusamam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kaninja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sampreethiyo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rththanthike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chernnidunnen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352831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3"/>
          <p:cNvSpPr txBox="1">
            <a:spLocks noChangeArrowheads="1"/>
          </p:cNvSpPr>
          <p:nvPr/>
        </p:nvSpPr>
        <p:spPr bwMode="auto">
          <a:xfrm>
            <a:off x="11642703" y="6626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369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11595" y="762000"/>
            <a:ext cx="12168809" cy="1752600"/>
          </a:xfrm>
        </p:spPr>
        <p:txBody>
          <a:bodyPr anchor="t"/>
          <a:lstStyle/>
          <a:p>
            <a:pPr algn="l">
              <a:tabLst>
                <a:tab pos="519113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ഭൃത്യരനേകരിൻ പ്രാർത്ഥന കേട്ടു നീ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ഉത്തരം നൽകിയതോർത്തത്യാദരം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തൃപ്പാദം തേടിടുന്നേൻ-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CD7FB1-2A74-4AD2-B4DF-65E0CB934BA5}"/>
              </a:ext>
            </a:extLst>
          </p:cNvPr>
          <p:cNvSpPr/>
          <p:nvPr/>
        </p:nvSpPr>
        <p:spPr>
          <a:xfrm>
            <a:off x="23190" y="2282258"/>
            <a:ext cx="1204291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പ്രാർത്ഥന കേൾക്കണമേ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കർത്താവേ എൻ യാചന നൽകണമേ!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67595D-63B7-40D1-A529-89013B50BB2E}"/>
              </a:ext>
            </a:extLst>
          </p:cNvPr>
          <p:cNvSpPr/>
          <p:nvPr/>
        </p:nvSpPr>
        <p:spPr>
          <a:xfrm>
            <a:off x="23190" y="5526613"/>
            <a:ext cx="1117821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Prarthana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Kelhkkenhame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Karththave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yaachana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nalkanhame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FE11EB-5870-49DC-9335-51317A4A7698}"/>
              </a:ext>
            </a:extLst>
          </p:cNvPr>
          <p:cNvSpPr/>
          <p:nvPr/>
        </p:nvSpPr>
        <p:spPr>
          <a:xfrm>
            <a:off x="23190" y="3867315"/>
            <a:ext cx="12168810" cy="184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Brithyaranekarin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praarthana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kettu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Uththaram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nalkiyathorththathyaadaram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Thrippaadam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thedidunnen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48577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3"/>
          <p:cNvSpPr txBox="1">
            <a:spLocks noChangeArrowheads="1"/>
          </p:cNvSpPr>
          <p:nvPr/>
        </p:nvSpPr>
        <p:spPr bwMode="auto">
          <a:xfrm>
            <a:off x="11642703" y="6626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369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11595" y="762000"/>
            <a:ext cx="12168809" cy="1752600"/>
          </a:xfrm>
        </p:spPr>
        <p:txBody>
          <a:bodyPr anchor="t"/>
          <a:lstStyle/>
          <a:p>
            <a:pPr algn="l">
              <a:tabLst>
                <a:tab pos="519113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കള്ളന്‍റെ യാചന കേട്ടുള്ളലിഞ്ഞ നിൻ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തുല്യമില്ലാ ദയയോർത്തിതാ വന്നേൻ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നല്ലവനേ സദയം-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CD7FB1-2A74-4AD2-B4DF-65E0CB934BA5}"/>
              </a:ext>
            </a:extLst>
          </p:cNvPr>
          <p:cNvSpPr/>
          <p:nvPr/>
        </p:nvSpPr>
        <p:spPr>
          <a:xfrm>
            <a:off x="23190" y="2282258"/>
            <a:ext cx="1204291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പ്രാർത്ഥന കേൾക്കണമേ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കർത്താവേ എൻ യാചന നൽകണമേ!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67595D-63B7-40D1-A529-89013B50BB2E}"/>
              </a:ext>
            </a:extLst>
          </p:cNvPr>
          <p:cNvSpPr/>
          <p:nvPr/>
        </p:nvSpPr>
        <p:spPr>
          <a:xfrm>
            <a:off x="23190" y="5526613"/>
            <a:ext cx="1117821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Prarthana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Kelhkkenhame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Karththave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yaachana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nalkanhame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FE11EB-5870-49DC-9335-51317A4A7698}"/>
              </a:ext>
            </a:extLst>
          </p:cNvPr>
          <p:cNvSpPr/>
          <p:nvPr/>
        </p:nvSpPr>
        <p:spPr>
          <a:xfrm>
            <a:off x="23190" y="3867315"/>
            <a:ext cx="12168810" cy="184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Kallhante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yaachana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kettullhalinja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Thulyamillaadayayorththithaavannen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Nallavane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Sadayam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979691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3"/>
          <p:cNvSpPr txBox="1">
            <a:spLocks noChangeArrowheads="1"/>
          </p:cNvSpPr>
          <p:nvPr/>
        </p:nvSpPr>
        <p:spPr bwMode="auto">
          <a:xfrm>
            <a:off x="11642703" y="6626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369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1" name="Title 3"/>
          <p:cNvSpPr>
            <a:spLocks noGrp="1"/>
          </p:cNvSpPr>
          <p:nvPr>
            <p:ph type="ctrTitle"/>
          </p:nvPr>
        </p:nvSpPr>
        <p:spPr>
          <a:xfrm>
            <a:off x="11595" y="762000"/>
            <a:ext cx="12168809" cy="1752600"/>
          </a:xfrm>
        </p:spPr>
        <p:txBody>
          <a:bodyPr anchor="t"/>
          <a:lstStyle/>
          <a:p>
            <a:pPr algn="l">
              <a:tabLst>
                <a:tab pos="519113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മൂലമെൻ യാചന നൽകുമെ-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ന്നാശയിൽ കെഞ്ചിടുന്നേ അല്ലാതെന്നിൽ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ലേശവും നന്മയില്ലേ-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CD7FB1-2A74-4AD2-B4DF-65E0CB934BA5}"/>
              </a:ext>
            </a:extLst>
          </p:cNvPr>
          <p:cNvSpPr/>
          <p:nvPr/>
        </p:nvSpPr>
        <p:spPr>
          <a:xfrm>
            <a:off x="23190" y="2282258"/>
            <a:ext cx="1204291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പ്രാർത്ഥന കേൾക്കണമേ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കർത്താവേ എൻ യാചന നൽകണമേ!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67595D-63B7-40D1-A529-89013B50BB2E}"/>
              </a:ext>
            </a:extLst>
          </p:cNvPr>
          <p:cNvSpPr/>
          <p:nvPr/>
        </p:nvSpPr>
        <p:spPr>
          <a:xfrm>
            <a:off x="23190" y="5526613"/>
            <a:ext cx="1117821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Prarthana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Kelhkkenhame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Karththave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yaachana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nalkanhame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FE11EB-5870-49DC-9335-51317A4A7698}"/>
              </a:ext>
            </a:extLst>
          </p:cNvPr>
          <p:cNvSpPr/>
          <p:nvPr/>
        </p:nvSpPr>
        <p:spPr>
          <a:xfrm>
            <a:off x="23190" y="3867315"/>
            <a:ext cx="12168810" cy="184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7.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moolamen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yaachana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nalkumen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kenjidunnenallathennil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Leshavum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nanmayille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098304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188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369 പ്രാർത്ഥന കേൾക്കണമേ</vt:lpstr>
      <vt:lpstr>1 പുത്രന്‍റെ നാമത്തിൽ ചോദിക്കും കാര്യങ്ങൾ-   ക്കുത്തരം തന്നരുളാമെന്നുള്ളൊരു   വാഗ്ദത്തംപോൽ ദയവായ്-</vt:lpstr>
      <vt:lpstr>2 താതനും മാതാവും നീയെനിയ്ക്കല്ലാതെ   ഭൂതലം തന്നിലില്ലേ വേറാരുമെൻ  ആതങ്കം നീക്കിടുവാൻ-</vt:lpstr>
      <vt:lpstr>3 നിത്യതയിൽ നിന്നുള്ളത്യന്ത സ്നേഹത്താൽ   ശത്രുതയെ അകറ്റി എനിക്കു നീ  പുത്രത്വം തന്നതിനാൽ-</vt:lpstr>
      <vt:lpstr>4 സ്വന്തകുമാരനെ ആദരിയാതെന്മേൽ  സിന്ധുസമം കനിഞ്ഞ സംപ്രീതിയോ -  ർത്തന്തികേ ചേർന്നിടുന്നേൻ</vt:lpstr>
      <vt:lpstr>5 ഭൃത്യരനേകരിൻ പ്രാർത്ഥന കേട്ടു നീ   ഉത്തരം നൽകിയതോർത്തത്യാദരം  തൃപ്പാദം തേടിടുന്നേൻ-</vt:lpstr>
      <vt:lpstr>6 കള്ളന്‍റെ യാചന കേട്ടുള്ളലിഞ്ഞ നിൻ   തുല്യമില്ലാ ദയയോർത്തിതാ വന്നേൻ  നല്ലവനേ സദയം-</vt:lpstr>
      <vt:lpstr>7 യേശുവിൻ മൂലമെൻ യാചന നൽകുമെ-   ന്നാശയിൽ കെഞ്ചിടുന്നേ അല്ലാതെന്നിൽ  ലേശവും നന്മയില്ലേ-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Prarthana kelkkename</dc:title>
  <dc:creator>Digital Input:;GM JOHN</dc:creator>
  <cp:lastModifiedBy>Acsah Mathews</cp:lastModifiedBy>
  <cp:revision>80</cp:revision>
  <dcterms:created xsi:type="dcterms:W3CDTF">2013-04-19T09:19:07Z</dcterms:created>
  <dcterms:modified xsi:type="dcterms:W3CDTF">2018-11-23T15:50:19Z</dcterms:modified>
</cp:coreProperties>
</file>