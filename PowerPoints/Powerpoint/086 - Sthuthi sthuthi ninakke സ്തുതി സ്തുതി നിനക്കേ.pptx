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70" r:id="rId3"/>
    <p:sldId id="273" r:id="rId4"/>
    <p:sldId id="278" r:id="rId5"/>
    <p:sldId id="274" r:id="rId6"/>
    <p:sldId id="279" r:id="rId7"/>
    <p:sldId id="275" r:id="rId8"/>
    <p:sldId id="280" r:id="rId9"/>
    <p:sldId id="277" r:id="rId10"/>
    <p:sldId id="281" r:id="rId11"/>
    <p:sldId id="276" r:id="rId12"/>
    <p:sldId id="282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78CE5-6958-487C-852F-F9ADCDFA8CCD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2E664F-3948-470C-9391-CF85EE2A85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DF791-EC34-43C6-A0C7-10CC535FC5B7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98063-DDBA-421B-B49F-0F1DC4B120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6A1F63-0DC8-47C6-92C1-05210496A1D6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D277CE-A2E9-4157-BCA6-04F713FD4B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CF45E6-A121-4547-8795-36BB5CFBED5C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E863FB-DA1E-4186-AAB4-00141CA85F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77CF3-EF25-45EA-8448-35B44F9FB6DE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7C9A63-111F-4122-B13D-8FCF1E41ED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4CEB11-31E3-4A2E-AB3E-CE7C1386837C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8EAE59-1E7A-45DF-B61B-DEFEA18152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97DF2-4091-4507-8D4C-79026378E5C4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FC5009-9208-4D67-BB26-928E58EEAA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CB070-FEC4-4F81-9DF6-4B0D2E0D50FA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DE23CD-1F45-4F8F-9239-4C2D3CB1D0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A29723-E9DD-40A4-8777-4FECF881C359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5E4CA5-B7F0-4D04-A0E5-7CC8F9F808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B6CC60-4678-4925-98FD-344ACE1D34DD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9C3CEE-DBD3-4C6E-9671-93130C9165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764A4-9C1B-4E0D-810A-7336CBBE4A17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C33AD2-7CCC-40CD-8F06-3544C61E84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B738E93-A236-4545-B9BB-E3FB52F76D83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26CEFAB-DF33-4E4D-8A37-79E892DBC9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7A8B7-27DE-489D-A3BB-B9BDECC63C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86</a:t>
            </a:r>
            <a:br>
              <a:rPr lang="en-US" dirty="0"/>
            </a:br>
            <a:r>
              <a:rPr lang="ml-IN" b="1" spc="-150" dirty="0">
                <a:latin typeface="Kartika" panose="02020503030404060203" pitchFamily="18" charset="0"/>
              </a:rPr>
              <a:t>സ്തുതി സ്തുതി നിനക്കേ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F93968-23F0-49EF-B52F-DF441252C3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Sthuthi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sthuthi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Ninakke</a:t>
            </a:r>
            <a:endParaRPr lang="en-US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3BED24-F9C9-412A-ADD5-C5CACD32D58D}"/>
              </a:ext>
            </a:extLst>
          </p:cNvPr>
          <p:cNvSpPr/>
          <p:nvPr/>
        </p:nvSpPr>
        <p:spPr>
          <a:xfrm>
            <a:off x="879231" y="5764015"/>
            <a:ext cx="22685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(മോശവത്സലം)</a:t>
            </a:r>
            <a:endParaRPr lang="en-US" sz="2000" b="1" dirty="0">
              <a:solidFill>
                <a:schemeClr val="accent2">
                  <a:lumMod val="75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EB8296-8915-4D27-BE14-4827291FBA33}"/>
              </a:ext>
            </a:extLst>
          </p:cNvPr>
          <p:cNvSpPr/>
          <p:nvPr/>
        </p:nvSpPr>
        <p:spPr>
          <a:xfrm>
            <a:off x="9525000" y="5764015"/>
            <a:ext cx="22637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2000" b="1" i="1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Moshavatsalam</a:t>
            </a:r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286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7585" y="1335016"/>
            <a:ext cx="12192000" cy="2093984"/>
          </a:xfrm>
        </p:spPr>
        <p:txBody>
          <a:bodyPr anchor="t"/>
          <a:lstStyle/>
          <a:p>
            <a:pPr defTabSz="401638">
              <a:defRPr/>
            </a:pPr>
            <a:r>
              <a:rPr lang="ml-IN" sz="3400" b="1" spc="-150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സ്തുതി സ്തുതി നിനക്കേ- എന്നും ചൊല്ലീടുവാൻ</a:t>
            </a:r>
            <a:b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ദോഷച്ചുമടൊഴിച്ചു രക്ഷ തന്നവനേ!</a:t>
            </a:r>
            <a:b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സ്തുതി സ്തുതി നിനക്ക്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CFFB7B-CCF6-47E5-81E4-A534F0860A24}"/>
              </a:ext>
            </a:extLst>
          </p:cNvPr>
          <p:cNvSpPr/>
          <p:nvPr/>
        </p:nvSpPr>
        <p:spPr>
          <a:xfrm>
            <a:off x="-5862" y="3779278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Ninakke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cholleeduvaan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Doshachumadozhichu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raksha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thannavaney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Ninakku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364324"/>
            <a:ext cx="11881338" cy="2093984"/>
          </a:xfrm>
        </p:spPr>
        <p:txBody>
          <a:bodyPr anchor="t"/>
          <a:lstStyle/>
          <a:p>
            <a:pPr algn="l" defTabSz="401638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ആത്മവിചാരം-ഇല്ലാതെ കിടന്നേൻ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അരുളി ഉണർച്ച ഭവാൻ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ഹല്ലെലുയ്യ! ഹല്ലെലുയ്യ!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സ്തുതി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CFFB7B-CCF6-47E5-81E4-A534F0860A24}"/>
              </a:ext>
            </a:extLst>
          </p:cNvPr>
          <p:cNvSpPr/>
          <p:nvPr/>
        </p:nvSpPr>
        <p:spPr>
          <a:xfrm>
            <a:off x="304800" y="3779278"/>
            <a:ext cx="11881338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Aathmavichaaram-illaathey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kidannen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Arulhi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unharcha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bhavaan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Haalelujah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Haalelujah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			 -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6F7CD2-FB67-4BEF-8E44-3C0C8AC669BA}"/>
              </a:ext>
            </a:extLst>
          </p:cNvPr>
          <p:cNvSpPr txBox="1"/>
          <p:nvPr/>
        </p:nvSpPr>
        <p:spPr>
          <a:xfrm>
            <a:off x="0" y="38100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</a:p>
        </p:txBody>
      </p:sp>
    </p:spTree>
    <p:extLst>
      <p:ext uri="{BB962C8B-B14F-4D97-AF65-F5344CB8AC3E}">
        <p14:creationId xmlns:p14="http://schemas.microsoft.com/office/powerpoint/2010/main" val="1602174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7585" y="1335016"/>
            <a:ext cx="12192000" cy="2093984"/>
          </a:xfrm>
        </p:spPr>
        <p:txBody>
          <a:bodyPr anchor="t"/>
          <a:lstStyle/>
          <a:p>
            <a:pPr defTabSz="401638">
              <a:defRPr/>
            </a:pPr>
            <a:r>
              <a:rPr lang="ml-IN" sz="3400" b="1" spc="-150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സ്തുതി സ്തുതി നിനക്കേ- എന്നും ചൊല്ലീടുവാൻ</a:t>
            </a:r>
            <a:b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ദോഷച്ചുമടൊഴിച്ചു രക്ഷ തന്നവനേ!</a:t>
            </a:r>
            <a:b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സ്തുതി സ്തുതി നിനക്ക്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CFFB7B-CCF6-47E5-81E4-A534F0860A24}"/>
              </a:ext>
            </a:extLst>
          </p:cNvPr>
          <p:cNvSpPr/>
          <p:nvPr/>
        </p:nvSpPr>
        <p:spPr>
          <a:xfrm>
            <a:off x="-5862" y="3779278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Ninakke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cholleeduvaan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Doshachumadozhichu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raksha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thannavaney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Ninakku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549022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364324"/>
            <a:ext cx="11881338" cy="2093984"/>
          </a:xfrm>
        </p:spPr>
        <p:txBody>
          <a:bodyPr anchor="t"/>
          <a:lstStyle/>
          <a:p>
            <a:pPr algn="l" defTabSz="401638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ശാന്തം ഇല്ലാതെ ബാധിച്ച മനസ്സിൽ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തന്നു സന്തോഷം ഭവാൻ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ഹല്ലെലുയ്യ! ഹല്ലെലുയ്യ!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– സ്തുതി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CFFB7B-CCF6-47E5-81E4-A534F0860A24}"/>
              </a:ext>
            </a:extLst>
          </p:cNvPr>
          <p:cNvSpPr/>
          <p:nvPr/>
        </p:nvSpPr>
        <p:spPr>
          <a:xfrm>
            <a:off x="304800" y="3779278"/>
            <a:ext cx="11881338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Shaantham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illaathey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baadhichamanassil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santhosham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bhavaan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Haalelujah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Haalelujah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			 -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6F7CD2-FB67-4BEF-8E44-3C0C8AC669BA}"/>
              </a:ext>
            </a:extLst>
          </p:cNvPr>
          <p:cNvSpPr txBox="1"/>
          <p:nvPr/>
        </p:nvSpPr>
        <p:spPr>
          <a:xfrm>
            <a:off x="0" y="38100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4577200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7585" y="1335016"/>
            <a:ext cx="12192000" cy="2093984"/>
          </a:xfrm>
        </p:spPr>
        <p:txBody>
          <a:bodyPr anchor="t"/>
          <a:lstStyle/>
          <a:p>
            <a:pPr defTabSz="401638">
              <a:defRPr/>
            </a:pPr>
            <a:r>
              <a:rPr lang="ml-IN" sz="3400" b="1" spc="-150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സ്തുതി സ്തുതി നിനക്കേ- എന്നും ചൊല്ലീടുവാൻ</a:t>
            </a:r>
            <a:b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ദോഷച്ചുമടൊഴിച്ചു രക്ഷ തന്നവനേ!</a:t>
            </a:r>
            <a:b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സ്തുതി സ്തുതി നിനക്ക്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CFFB7B-CCF6-47E5-81E4-A534F0860A24}"/>
              </a:ext>
            </a:extLst>
          </p:cNvPr>
          <p:cNvSpPr/>
          <p:nvPr/>
        </p:nvSpPr>
        <p:spPr>
          <a:xfrm>
            <a:off x="-5862" y="3779278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Ninakke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cholleeduvaan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Doshachumadozhichu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raksha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thannavaney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Ninakku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381057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364324"/>
            <a:ext cx="11881338" cy="2093984"/>
          </a:xfrm>
        </p:spPr>
        <p:txBody>
          <a:bodyPr anchor="t"/>
          <a:lstStyle/>
          <a:p>
            <a:pPr algn="l" defTabSz="401638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ഭ്രമിച്ചു ഞാൻ കിടന്നേൻ- കൃപയോടു നീയെ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പരശാന്തി കൽപ്പിച്ചു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ഹല്ലെലുയ്യ! ഹല്ലെലുയ്യ!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സ്തുതി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CFFB7B-CCF6-47E5-81E4-A534F0860A24}"/>
              </a:ext>
            </a:extLst>
          </p:cNvPr>
          <p:cNvSpPr/>
          <p:nvPr/>
        </p:nvSpPr>
        <p:spPr>
          <a:xfrm>
            <a:off x="304800" y="3779278"/>
            <a:ext cx="11881338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Bhramichu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kidannen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kripayodu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neeye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Parashaanthi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kalpichchu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Haalelujah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Haalelujah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			 -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6F7CD2-FB67-4BEF-8E44-3C0C8AC669BA}"/>
              </a:ext>
            </a:extLst>
          </p:cNvPr>
          <p:cNvSpPr txBox="1"/>
          <p:nvPr/>
        </p:nvSpPr>
        <p:spPr>
          <a:xfrm>
            <a:off x="0" y="38100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8124047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7585" y="1335016"/>
            <a:ext cx="12192000" cy="2093984"/>
          </a:xfrm>
        </p:spPr>
        <p:txBody>
          <a:bodyPr anchor="t"/>
          <a:lstStyle/>
          <a:p>
            <a:pPr defTabSz="401638">
              <a:defRPr/>
            </a:pPr>
            <a:r>
              <a:rPr lang="ml-IN" sz="3400" b="1" spc="-150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സ്തുതി സ്തുതി നിനക്കേ- എന്നും ചൊല്ലീടുവാൻ</a:t>
            </a:r>
            <a:b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ദോഷച്ചുമടൊഴിച്ചു രക്ഷ തന്നവനേ!</a:t>
            </a:r>
            <a:b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സ്തുതി സ്തുതി നിനക്ക്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CFFB7B-CCF6-47E5-81E4-A534F0860A24}"/>
              </a:ext>
            </a:extLst>
          </p:cNvPr>
          <p:cNvSpPr/>
          <p:nvPr/>
        </p:nvSpPr>
        <p:spPr>
          <a:xfrm>
            <a:off x="-5862" y="3779278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Ninakke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cholleeduvaan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Doshachumadozhichu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raksha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thannavaney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Ninakku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548614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364324"/>
            <a:ext cx="11881338" cy="2093984"/>
          </a:xfrm>
        </p:spPr>
        <p:txBody>
          <a:bodyPr anchor="t"/>
          <a:lstStyle/>
          <a:p>
            <a:pPr algn="l" defTabSz="401638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നന്ദി, സന്തോഷം, ലജ്ജ, വിസ്മയവും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നന്നെ നിറയുന്നെന്നുള്ളിൽ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ഹല്ലെലുയ്യ! ഹല്ലെലുയ്യ!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സ്തുതി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CFFB7B-CCF6-47E5-81E4-A534F0860A24}"/>
              </a:ext>
            </a:extLst>
          </p:cNvPr>
          <p:cNvSpPr/>
          <p:nvPr/>
        </p:nvSpPr>
        <p:spPr>
          <a:xfrm>
            <a:off x="304800" y="3779278"/>
            <a:ext cx="11881338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santhosham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lajja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vismayam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nirayunnullhil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Haalelujah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Haalelujah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			 -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6F7CD2-FB67-4BEF-8E44-3C0C8AC669BA}"/>
              </a:ext>
            </a:extLst>
          </p:cNvPr>
          <p:cNvSpPr txBox="1"/>
          <p:nvPr/>
        </p:nvSpPr>
        <p:spPr>
          <a:xfrm>
            <a:off x="0" y="38100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6679739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7585" y="1335016"/>
            <a:ext cx="12192000" cy="2093984"/>
          </a:xfrm>
        </p:spPr>
        <p:txBody>
          <a:bodyPr anchor="t"/>
          <a:lstStyle/>
          <a:p>
            <a:pPr defTabSz="401638">
              <a:defRPr/>
            </a:pPr>
            <a:r>
              <a:rPr lang="ml-IN" sz="3400" b="1" spc="-150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സ്തുതി സ്തുതി നിനക്കേ- എന്നും ചൊല്ലീടുവാൻ</a:t>
            </a:r>
            <a:b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ദോഷച്ചുമടൊഴിച്ചു രക്ഷ തന്നവനേ!</a:t>
            </a:r>
            <a:b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സ്തുതി സ്തുതി നിനക്ക്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CFFB7B-CCF6-47E5-81E4-A534F0860A24}"/>
              </a:ext>
            </a:extLst>
          </p:cNvPr>
          <p:cNvSpPr/>
          <p:nvPr/>
        </p:nvSpPr>
        <p:spPr>
          <a:xfrm>
            <a:off x="-5862" y="3779278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Ninakke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cholleeduvaan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Doshachumadozhichu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raksha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thannavaney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Ninakku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758911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364324"/>
            <a:ext cx="11881338" cy="2093984"/>
          </a:xfrm>
        </p:spPr>
        <p:txBody>
          <a:bodyPr anchor="t"/>
          <a:lstStyle/>
          <a:p>
            <a:pPr algn="l" defTabSz="401638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ഏറെ പിഴച്ചു ഞാൻ ഏറെ മോചിച്ചു നീ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 നിൻ അടിമ ഞാൻ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ഹല്ലെലുയ്യ! ഹല്ലെലുയ്യ!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സ്തുതി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CFFB7B-CCF6-47E5-81E4-A534F0860A24}"/>
              </a:ext>
            </a:extLst>
          </p:cNvPr>
          <p:cNvSpPr/>
          <p:nvPr/>
        </p:nvSpPr>
        <p:spPr>
          <a:xfrm>
            <a:off x="304800" y="3779278"/>
            <a:ext cx="11881338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Erey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pizhachu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Erey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mochichu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</a:t>
            </a: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adima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Haalelujah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Haalelujah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			 -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6F7CD2-FB67-4BEF-8E44-3C0C8AC669BA}"/>
              </a:ext>
            </a:extLst>
          </p:cNvPr>
          <p:cNvSpPr txBox="1"/>
          <p:nvPr/>
        </p:nvSpPr>
        <p:spPr>
          <a:xfrm>
            <a:off x="0" y="38100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9830865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7585" y="1335016"/>
            <a:ext cx="12192000" cy="2093984"/>
          </a:xfrm>
        </p:spPr>
        <p:txBody>
          <a:bodyPr anchor="t"/>
          <a:lstStyle/>
          <a:p>
            <a:pPr defTabSz="401638">
              <a:defRPr/>
            </a:pPr>
            <a:r>
              <a:rPr lang="ml-IN" sz="3400" b="1" spc="-150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സ്തുതി സ്തുതി നിനക്കേ- എന്നും ചൊല്ലീടുവാൻ</a:t>
            </a:r>
            <a:b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ദോഷച്ചുമടൊഴിച്ചു രക്ഷ തന്നവനേ!</a:t>
            </a:r>
            <a:b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accent1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സ്തുതി സ്തുതി നിനക്ക്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CFFB7B-CCF6-47E5-81E4-A534F0860A24}"/>
              </a:ext>
            </a:extLst>
          </p:cNvPr>
          <p:cNvSpPr/>
          <p:nvPr/>
        </p:nvSpPr>
        <p:spPr>
          <a:xfrm>
            <a:off x="-5862" y="3779278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Ninakke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cholleeduvaan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Doshachumadozhichu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raksha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thannavaney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Ninakku</a:t>
            </a: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4439D3-BCED-424E-939E-90620D12BECA}"/>
              </a:ext>
            </a:extLst>
          </p:cNvPr>
          <p:cNvSpPr/>
          <p:nvPr/>
        </p:nvSpPr>
        <p:spPr>
          <a:xfrm>
            <a:off x="10103063" y="3088976"/>
            <a:ext cx="2053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(മോശവത്സലം)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A68EA2-35F7-4E18-87ED-9123BECD03F9}"/>
              </a:ext>
            </a:extLst>
          </p:cNvPr>
          <p:cNvSpPr/>
          <p:nvPr/>
        </p:nvSpPr>
        <p:spPr>
          <a:xfrm>
            <a:off x="10202449" y="5531749"/>
            <a:ext cx="1954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n-US" i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Moshavatsalam</a:t>
            </a:r>
            <a:r>
              <a:rPr lang="en-US" i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03560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215</Words>
  <Application>Microsoft Office PowerPoint</Application>
  <PresentationFormat>Widescreen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Kartika</vt:lpstr>
      <vt:lpstr>Times New Roman</vt:lpstr>
      <vt:lpstr>Office Theme</vt:lpstr>
      <vt:lpstr>86 സ്തുതി സ്തുതി നിനക്കേ</vt:lpstr>
      <vt:lpstr>സ്തുതി സ്തുതി നിനക്കേ- എന്നും ചൊല്ലീടുവാൻ ദോഷച്ചുമടൊഴിച്ചു രക്ഷ തന്നവനേ! സ്തുതി സ്തുതി നിനക്ക്</vt:lpstr>
      <vt:lpstr>ആത്മവിചാരം-ഇല്ലാതെ കിടന്നേൻ അരുളി ഉണർച്ച ഭവാൻ ഹല്ലെലുയ്യ! ഹല്ലെലുയ്യ!     - സ്തുതി</vt:lpstr>
      <vt:lpstr>സ്തുതി സ്തുതി നിനക്കേ- എന്നും ചൊല്ലീടുവാൻ ദോഷച്ചുമടൊഴിച്ചു രക്ഷ തന്നവനേ! സ്തുതി സ്തുതി നിനക്ക്</vt:lpstr>
      <vt:lpstr>ശാന്തം ഇല്ലാതെ ബാധിച്ച മനസ്സിൽ തന്നു സന്തോഷം ഭവാൻ ഹല്ലെലുയ്യ! ഹല്ലെലുയ്യ!   – സ്തുതി</vt:lpstr>
      <vt:lpstr>സ്തുതി സ്തുതി നിനക്കേ- എന്നും ചൊല്ലീടുവാൻ ദോഷച്ചുമടൊഴിച്ചു രക്ഷ തന്നവനേ! സ്തുതി സ്തുതി നിനക്ക്</vt:lpstr>
      <vt:lpstr>ഭ്രമിച്ചു ഞാൻ കിടന്നേൻ- കൃപയോടു നീയെ പരശാന്തി കൽപ്പിച്ചു ഹല്ലെലുയ്യ! ഹല്ലെലുയ്യ!   - സ്തുതി</vt:lpstr>
      <vt:lpstr>സ്തുതി സ്തുതി നിനക്കേ- എന്നും ചൊല്ലീടുവാൻ ദോഷച്ചുമടൊഴിച്ചു രക്ഷ തന്നവനേ! സ്തുതി സ്തുതി നിനക്ക്</vt:lpstr>
      <vt:lpstr>നന്ദി, സന്തോഷം, ലജ്ജ, വിസ്മയവും നന്നെ നിറയുന്നെന്നുള്ളിൽ ഹല്ലെലുയ്യ! ഹല്ലെലുയ്യ!   - സ്തുതി</vt:lpstr>
      <vt:lpstr>സ്തുതി സ്തുതി നിനക്കേ- എന്നും ചൊല്ലീടുവാൻ ദോഷച്ചുമടൊഴിച്ചു രക്ഷ തന്നവനേ! സ്തുതി സ്തുതി നിനക്ക്</vt:lpstr>
      <vt:lpstr>ഏറെ പിഴച്ചു ഞാൻ ഏറെ മോചിച്ചു നീ എന്നും നിൻ അടിമ ഞാൻ ഹല്ലെലുയ്യ! ഹല്ലെലുയ്യ!   - സ്തുതി</vt:lpstr>
      <vt:lpstr>സ്തുതി സ്തുതി നിനക്കേ- എന്നും ചൊല്ലീടുവാൻ ദോഷച്ചുമടൊഴിച്ചു രക്ഷ തന്നവനേ! സ്തുതി സ്തുതി നിനക്ക്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Sthuthi sthuthi ninakke</dc:title>
  <dc:creator>Digital Input:;GM JOHN</dc:creator>
  <cp:lastModifiedBy>Acsah Mathews</cp:lastModifiedBy>
  <cp:revision>237</cp:revision>
  <dcterms:created xsi:type="dcterms:W3CDTF">2013-04-19T09:19:07Z</dcterms:created>
  <dcterms:modified xsi:type="dcterms:W3CDTF">2018-11-01T15:43:23Z</dcterms:modified>
</cp:coreProperties>
</file>