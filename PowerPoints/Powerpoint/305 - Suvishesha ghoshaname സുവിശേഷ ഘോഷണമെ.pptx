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9" r:id="rId4"/>
    <p:sldId id="264" r:id="rId5"/>
    <p:sldId id="260" r:id="rId6"/>
    <p:sldId id="265" r:id="rId7"/>
    <p:sldId id="261" r:id="rId8"/>
    <p:sldId id="266" r:id="rId9"/>
    <p:sldId id="262" r:id="rId10"/>
    <p:sldId id="267" r:id="rId11"/>
    <p:sldId id="263" r:id="rId12"/>
    <p:sldId id="268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48" y="79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452ED-AB21-4256-977E-495F748F00C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3A28E-E8AD-4E9B-A9F5-8EED55B8D9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0D30C7-3BA9-4D35-BBFD-AD65565FC1D7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A5E40-9FAD-48E0-A33F-F2F802914D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7E395-234A-4DC4-8A65-560B1E3AC69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63504D-F47F-4515-A27A-5ADD0DD0AF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7D8D9-D022-4D58-A28E-9014383F42A0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524F04-8A54-46BD-9DE0-12553172D4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DB53B-6CB2-4EBF-9312-54C6BCAB5C0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4C5A5-B2E4-4251-8EB6-9BF4ABE5BC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E4D29E-8D96-4322-A49B-7DD98546E6F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E8942-D40D-4999-B91F-23B19EE529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BB4B2-0E38-4011-A889-BBA6CA9AF160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8CC84-DA01-46BB-A54A-18795F0DC8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39ED-F111-411A-8C5D-A1D7DED9396A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FD159-B846-4EA6-AD95-7F4E717E3B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806CF-E69A-4316-8D1E-80FD242596BC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AB45C-158C-4249-9B51-A739D374C9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9482E2-5AD4-41F0-A33B-0E122F8D98E0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A20DA-7530-4874-BA9A-53A961BD58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9625BC-875B-4E94-8267-C7DE80F0137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A4A361-EB19-478C-9740-9AF1DD14A3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F819CCB-68AD-4805-AE2B-6A2640A4E7BA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CD8ADD1-578C-4FC7-8866-EBFA98FD9D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C177-46EB-46E5-8A3F-6386491E36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305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സുവിശേഷ ഘോഷണമെ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1F2C9-6595-4A80-BDE3-6279B11DB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Suvishesha </a:t>
            </a:r>
            <a:r>
              <a:rPr lang="en-US" sz="4000" b="1" dirty="0" err="1">
                <a:solidFill>
                  <a:srgbClr val="002060"/>
                </a:solidFill>
              </a:rPr>
              <a:t>ghoshanhame</a:t>
            </a:r>
            <a:endParaRPr lang="en-US" sz="4000" b="1" dirty="0">
              <a:solidFill>
                <a:srgbClr val="002060"/>
              </a:solidFill>
            </a:endParaRP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5275354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877662"/>
            <a:ext cx="12192000" cy="2562224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സുവിശേഷ ഘോഷണമെ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സുതന്‍ യേശുവിന്‍ കല്പനയെ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ദൈവസ്നേഹത്തിന്‍ വചനവുമേ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അവന്‍ രക്ഷയിന്‍ ക്ഷണമതുമെ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63221" y="0"/>
            <a:ext cx="72877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BBFED-DB1A-42B5-BE6C-C14F94411A4C}"/>
              </a:ext>
            </a:extLst>
          </p:cNvPr>
          <p:cNvSpPr/>
          <p:nvPr/>
        </p:nvSpPr>
        <p:spPr>
          <a:xfrm>
            <a:off x="0" y="36576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Suvishesha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ghoshanhame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kalpanaye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Daivasnehaththin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vachanavume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kshanhamathume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28600" y="1143000"/>
            <a:ext cx="11963400" cy="2562224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നമ്മള്‍ പാപങ്ങള്‍ നിമിത്തമേ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ഭൂമിയില്‍ വന്നതുമേ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ക്രൂശു തോളില്‍ ചുമന്നതുമേ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രുധിരമതു ചൊരിഞ്ഞതുമേ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63221" y="0"/>
            <a:ext cx="72877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BBFED-DB1A-42B5-BE6C-C14F94411A4C}"/>
              </a:ext>
            </a:extLst>
          </p:cNvPr>
          <p:cNvSpPr/>
          <p:nvPr/>
        </p:nvSpPr>
        <p:spPr>
          <a:xfrm>
            <a:off x="152400" y="3810000"/>
            <a:ext cx="10744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Nammalh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nimiththame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bhoomiyi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vannathume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Krushu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chumannathume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Rudhiramathu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chorinjathume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4E449-27B9-4E6B-AE47-E81F4FA31B9C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5793471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877662"/>
            <a:ext cx="12192000" cy="2562224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സുവിശേഷ ഘോഷണമെ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സുതന്‍ യേശുവിന്‍ കല്പനയെ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ദൈവസ്നേഹത്തിന്‍ വചനവുമേ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അവന്‍ രക്ഷയിന്‍ ക്ഷണമതുമെ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63221" y="0"/>
            <a:ext cx="72877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BBFED-DB1A-42B5-BE6C-C14F94411A4C}"/>
              </a:ext>
            </a:extLst>
          </p:cNvPr>
          <p:cNvSpPr/>
          <p:nvPr/>
        </p:nvSpPr>
        <p:spPr>
          <a:xfrm>
            <a:off x="0" y="36576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Suvishesha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ghoshanhame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kalpanaye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Daivasnehaththin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vachanavume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kshanhamathume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667929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28600" y="1143000"/>
            <a:ext cx="11963400" cy="2562224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 ഭാരങ്ങളാലുമേ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പാരിന്‍ ക്ലേശങ്ങളാലുമേ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പാത വിട്ടിഹെ  ഉഴലുന്നോരേ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പ്രിയന്‍ യേശുവിന്‍ അരികില്‍ വാ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63221" y="0"/>
            <a:ext cx="72877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BBFED-DB1A-42B5-BE6C-C14F94411A4C}"/>
              </a:ext>
            </a:extLst>
          </p:cNvPr>
          <p:cNvSpPr/>
          <p:nvPr/>
        </p:nvSpPr>
        <p:spPr>
          <a:xfrm>
            <a:off x="152400" y="3810000"/>
            <a:ext cx="10744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bhaarangalhaalume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kleshangalhaalume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vittihe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uzhalunnore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arikil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4E449-27B9-4E6B-AE47-E81F4FA31B9C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5637885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877662"/>
            <a:ext cx="12192000" cy="2562224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സുവിശേഷ ഘോഷണമെ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സുതന്‍ യേശുവിന്‍ കല്പനയെ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ദൈവസ്നേഹത്തിന്‍ വചനവുമേ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അവന്‍ രക്ഷയിന്‍ ക്ഷണമതുമെ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63221" y="0"/>
            <a:ext cx="72877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BBFED-DB1A-42B5-BE6C-C14F94411A4C}"/>
              </a:ext>
            </a:extLst>
          </p:cNvPr>
          <p:cNvSpPr/>
          <p:nvPr/>
        </p:nvSpPr>
        <p:spPr>
          <a:xfrm>
            <a:off x="0" y="36576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Suvishesha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ghoshanhame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kalpanaye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Daivasnehaththin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vachanavume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kshanhamathume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926314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28600" y="1143000"/>
            <a:ext cx="11963400" cy="2562224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തെരുവീഥികൾ വഴികളിലും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മലകൾ താഴ്വരകളിലും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തിരുവചനം മുഴുക്കി നാം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പരൻ വാക്കിനു വലയിറക്കാം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63221" y="0"/>
            <a:ext cx="72877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BBFED-DB1A-42B5-BE6C-C14F94411A4C}"/>
              </a:ext>
            </a:extLst>
          </p:cNvPr>
          <p:cNvSpPr/>
          <p:nvPr/>
        </p:nvSpPr>
        <p:spPr>
          <a:xfrm>
            <a:off x="152400" y="3810000"/>
            <a:ext cx="10744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veedhikalh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vazhikalhilum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malakal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thaazh-varakalhilum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muzhakki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vaakkinnu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valayirrakkaam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4E449-27B9-4E6B-AE47-E81F4FA31B9C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1053875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877662"/>
            <a:ext cx="12192000" cy="2562224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സുവിശേഷ ഘോഷണമെ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സുതന്‍ യേശുവിന്‍ കല്പനയെ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ദൈവസ്നേഹത്തിന്‍ വചനവുമേ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അവന്‍ രക്ഷയിന്‍ ക്ഷണമതുമെ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63221" y="0"/>
            <a:ext cx="72877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BBFED-DB1A-42B5-BE6C-C14F94411A4C}"/>
              </a:ext>
            </a:extLst>
          </p:cNvPr>
          <p:cNvSpPr/>
          <p:nvPr/>
        </p:nvSpPr>
        <p:spPr>
          <a:xfrm>
            <a:off x="0" y="36576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Suvishesha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ghoshanhame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kalpanaye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Daivasnehaththin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vachanavume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kshanhamathume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09826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28600" y="1143000"/>
            <a:ext cx="11963400" cy="2562224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മഴയോ വെയിലോ പുഴയോ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മതഭേദം എന്ന പഴിയോ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കണ്ണീരിൽ നാം വിതച്ചീടുകിൽ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കൊയ്‌തീടുമതവൻ നാളിൽ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63221" y="0"/>
            <a:ext cx="72877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BBFED-DB1A-42B5-BE6C-C14F94411A4C}"/>
              </a:ext>
            </a:extLst>
          </p:cNvPr>
          <p:cNvSpPr/>
          <p:nvPr/>
        </p:nvSpPr>
        <p:spPr>
          <a:xfrm>
            <a:off x="152400" y="3810000"/>
            <a:ext cx="10744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Mazhayo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veyilo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puzhayo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bhedam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pazhiyo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Kannheeril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vithachcheedukil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koitheedumathavan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4E449-27B9-4E6B-AE47-E81F4FA31B9C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1824019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877662"/>
            <a:ext cx="12192000" cy="2562224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സുവിശേഷ ഘോഷണമെ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സുതന്‍ യേശുവിന്‍ കല്പനയെ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ദൈവസ്നേഹത്തിന്‍ വചനവുമേ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അവന്‍ രക്ഷയിന്‍ ക്ഷണമതുമെ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63221" y="0"/>
            <a:ext cx="72877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BBFED-DB1A-42B5-BE6C-C14F94411A4C}"/>
              </a:ext>
            </a:extLst>
          </p:cNvPr>
          <p:cNvSpPr/>
          <p:nvPr/>
        </p:nvSpPr>
        <p:spPr>
          <a:xfrm>
            <a:off x="0" y="36576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Suvishesha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ghoshanhame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kalpanaye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Daivasnehaththin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vachanavume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kshanhamathume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029890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228600" y="1143000"/>
            <a:ext cx="11963400" cy="2562224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</a:pPr>
            <a:r>
              <a:rPr lang="ml-IN" sz="3400" b="1" dirty="0">
                <a:latin typeface="Kartika" panose="02020503030404060203" pitchFamily="18" charset="0"/>
              </a:rPr>
              <a:t>എല്ലാ ജാതി ജനങ്ങളുമേ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നല്ല രാജനെ വണങ്ങീടുമേ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അല്ലലെല്ലാമകന്നീടുമേ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ഹല്ലേലുയ്യാ നാം പാടിടുമേ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63221" y="0"/>
            <a:ext cx="72877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BBFED-DB1A-42B5-BE6C-C14F94411A4C}"/>
              </a:ext>
            </a:extLst>
          </p:cNvPr>
          <p:cNvSpPr/>
          <p:nvPr/>
        </p:nvSpPr>
        <p:spPr>
          <a:xfrm>
            <a:off x="152400" y="3810000"/>
            <a:ext cx="10744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jaathi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jangalhume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vanhangeedume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Allalellaam-akanneedume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Hallelujah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paadeedume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4E449-27B9-4E6B-AE47-E81F4FA31B9C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8078887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877662"/>
            <a:ext cx="12192000" cy="2562224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80168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സുവിശേഷ ഘോഷണമെ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സുതന്‍ യേശുവിന്‍ കല്പനയെ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ദൈവസ്നേഹത്തിന്‍ വചനവുമേ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അവന്‍ രക്ഷയിന്‍ ക്ഷണമതുമെ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463221" y="0"/>
            <a:ext cx="72877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BBFED-DB1A-42B5-BE6C-C14F94411A4C}"/>
              </a:ext>
            </a:extLst>
          </p:cNvPr>
          <p:cNvSpPr/>
          <p:nvPr/>
        </p:nvSpPr>
        <p:spPr>
          <a:xfrm>
            <a:off x="0" y="36576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Suvishesha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ghoshanhame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kalpanaye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Daivasnehaththin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vachanavume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kshanhamathume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260152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161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305 സുവിശേഷ ഘോഷണമെ</vt:lpstr>
      <vt:lpstr>സുവിശേഷ ഘോഷണമെ  സുതന്‍ യേശുവിന്‍ കല്പനയെ  ദൈവസ്നേഹത്തിന്‍ വചനവുമേ അവന്‍ രക്ഷയിന്‍ ക്ഷണമതുമെ</vt:lpstr>
      <vt:lpstr>നമ്മള്‍ പാപങ്ങള്‍ നിമിത്തമേ യേശു ഭൂമിയില്‍ വന്നതുമേ ക്രൂശു തോളില്‍ ചുമന്നതുമേ രുധിരമതു ചൊരിഞ്ഞതുമേ</vt:lpstr>
      <vt:lpstr>സുവിശേഷ ഘോഷണമെ  സുതന്‍ യേശുവിന്‍ കല്പനയെ  ദൈവസ്നേഹത്തിന്‍ വചനവുമേ അവന്‍ രക്ഷയിന്‍ ക്ഷണമതുമെ</vt:lpstr>
      <vt:lpstr>പാപ ഭാരങ്ങളാലുമേ പാരിന്‍ ക്ലേശങ്ങളാലുമേ പാത വിട്ടിഹെ  ഉഴലുന്നോരേ പ്രിയന്‍ യേശുവിന്‍ അരികില്‍ വാ </vt:lpstr>
      <vt:lpstr>സുവിശേഷ ഘോഷണമെ  സുതന്‍ യേശുവിന്‍ കല്പനയെ  ദൈവസ്നേഹത്തിന്‍ വചനവുമേ അവന്‍ രക്ഷയിന്‍ ക്ഷണമതുമെ</vt:lpstr>
      <vt:lpstr>തെരുവീഥികൾ വഴികളിലും  മലകൾ താഴ്വരകളിലും  തിരുവചനം മുഴുക്കി നാം  പരൻ വാക്കിനു വലയിറക്കാം</vt:lpstr>
      <vt:lpstr>സുവിശേഷ ഘോഷണമെ  സുതന്‍ യേശുവിന്‍ കല്പനയെ  ദൈവസ്നേഹത്തിന്‍ വചനവുമേ അവന്‍ രക്ഷയിന്‍ ക്ഷണമതുമെ</vt:lpstr>
      <vt:lpstr>മഴയോ വെയിലോ പുഴയോ  മതഭേദം എന്ന പഴിയോ  കണ്ണീരിൽ നാം വിതച്ചീടുകിൽ  കൊയ്‌തീടുമതവൻ നാളിൽ</vt:lpstr>
      <vt:lpstr>സുവിശേഷ ഘോഷണമെ  സുതന്‍ യേശുവിന്‍ കല്പനയെ  ദൈവസ്നേഹത്തിന്‍ വചനവുമേ അവന്‍ രക്ഷയിന്‍ ക്ഷണമതുമെ</vt:lpstr>
      <vt:lpstr>എല്ലാ ജാതി ജനങ്ങളുമേ  നല്ല രാജനെ വണങ്ങീടുമേ  അല്ലലെല്ലാമകന്നീടുമേ  ഹല്ലേലുയ്യാ നാം പാടിടുമേ</vt:lpstr>
      <vt:lpstr>സുവിശേഷ ഘോഷണമെ  സുതന്‍ യേശുവിന്‍ കല്പനയെ  ദൈവസ്നേഹത്തിന്‍ വചനവുമേ അവന്‍ രക്ഷയിന്‍ ക്ഷണമതുമെ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Suvishesha ghoshaname</dc:title>
  <dc:creator>Digital Input:; GM JOHN; Acsah Mathews</dc:creator>
  <cp:lastModifiedBy>Acsah Mathews</cp:lastModifiedBy>
  <cp:revision>60</cp:revision>
  <dcterms:created xsi:type="dcterms:W3CDTF">2013-07-17T10:28:54Z</dcterms:created>
  <dcterms:modified xsi:type="dcterms:W3CDTF">2018-11-16T17:05:31Z</dcterms:modified>
</cp:coreProperties>
</file>