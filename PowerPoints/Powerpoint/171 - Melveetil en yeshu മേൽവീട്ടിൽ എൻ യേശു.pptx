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8" r:id="rId3"/>
    <p:sldId id="276" r:id="rId4"/>
    <p:sldId id="277" r:id="rId5"/>
    <p:sldId id="282" r:id="rId6"/>
    <p:sldId id="279" r:id="rId7"/>
    <p:sldId id="283" r:id="rId8"/>
    <p:sldId id="280" r:id="rId9"/>
    <p:sldId id="284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8" d="100"/>
          <a:sy n="38" d="100"/>
        </p:scale>
        <p:origin x="84" y="91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0940CE-7400-4AFE-8054-BF909B05250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645FBD-F967-48F9-B422-CF16C8922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224B48-3216-4621-8FD1-47AA30880E6D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ED7492-E6E1-4B1F-828A-3F906C9A3B6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944244-F4FE-48B1-911D-2C434073F22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19BBF-EBB9-4FC1-98B7-3C2270DD20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4D105-7A9A-4D34-8034-E1767932F47A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79E496-092D-4B7C-ADFF-8FFC243935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77691D-C5E7-4B89-B2C4-7FB96F4781C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D6BBBC-BF1D-4935-AAFD-5D296032E8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F6FD4-28F1-4958-A935-C2EC9CEECB8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DA0E7-01FA-46AD-9FD2-7ED1EA214C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3D2F24-010C-42FC-A703-73800AC3CBB8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21539-F6BE-4D9B-AF92-C6F75F1E7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0AF98-4921-449B-9071-7E1AA83341B7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F84D4D-A0E2-4C0B-8DD3-B0DE7B7943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D6D7AE-7872-497C-B83A-B011AF84F89C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61F72A-B0C6-467A-BA6D-1C081D19495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95DA6-F0BB-4352-87CA-CCF5128D1825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9C4FC3-3370-4B79-A44B-B12895FDBC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857061-930E-4B89-A4ED-116DF38D3D61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F404C-2EA2-4F58-A426-DD5259A316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4398F5C-5B3B-49D4-A285-C5397105A644}" type="datetimeFigureOut">
              <a:rPr lang="en-US"/>
              <a:pPr>
                <a:defRPr/>
              </a:pPr>
              <a:t>11/6/2018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A3CD212-DC47-45BB-8053-CFABBCFC9F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B786D-4FC4-44D7-BFE6-80FB63D139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മേൽവീട്ടിൽ എൻ യേശു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0BB5B6-9190-44F8-A7A0-08E722354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470025"/>
          </a:xfrm>
        </p:spPr>
        <p:txBody>
          <a:bodyPr/>
          <a:lstStyle/>
          <a:p>
            <a:r>
              <a:rPr lang="fi-FI" sz="4000" b="1" dirty="0">
                <a:solidFill>
                  <a:schemeClr val="tx2"/>
                </a:solidFill>
              </a:rPr>
              <a:t>Melveettil enneshu</a:t>
            </a:r>
          </a:p>
          <a:p>
            <a:r>
              <a:rPr lang="fi-FI" sz="4000" i="1" dirty="0">
                <a:solidFill>
                  <a:schemeClr val="tx2"/>
                </a:solidFill>
              </a:rPr>
              <a:t>Jesus is tenderly calling – Fanny J. Crosby</a:t>
            </a:r>
            <a:endParaRPr lang="en-US" sz="4000" i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3E8178-EFE8-4239-A1A3-E01131F54879}"/>
              </a:ext>
            </a:extLst>
          </p:cNvPr>
          <p:cNvSpPr/>
          <p:nvPr/>
        </p:nvSpPr>
        <p:spPr>
          <a:xfrm>
            <a:off x="2362200" y="5356225"/>
            <a:ext cx="2861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(വിവ: മോശവത്സലം)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A52150-6869-4394-989F-2FE6E54D761C}"/>
              </a:ext>
            </a:extLst>
          </p:cNvPr>
          <p:cNvSpPr/>
          <p:nvPr/>
        </p:nvSpPr>
        <p:spPr>
          <a:xfrm>
            <a:off x="7068196" y="5356225"/>
            <a:ext cx="3279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(Translation: </a:t>
            </a:r>
            <a:r>
              <a:rPr lang="en-US" dirty="0" err="1">
                <a:solidFill>
                  <a:schemeClr val="accent2"/>
                </a:solidFill>
              </a:rPr>
              <a:t>Moshavatsalam</a:t>
            </a:r>
            <a:r>
              <a:rPr lang="en-US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4072348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43000"/>
            <a:ext cx="11811000" cy="28956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മേൽ വീട്ടിൽ എൻ യേശു ഹാ!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സ്നേഹമായ് വിളിക്കുന്നു വിളിക്കുന്നു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പ്രകാശം വിട്ടകന്നോനായ്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ദൂരെ പോകുന്നതെന്ത്‌!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1" y="37338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Melveettil enneshu ha!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Snehamai vilhikkunnu vilhikkunnu </a:t>
            </a:r>
          </a:p>
          <a:p>
            <a:pPr algn="r">
              <a:lnSpc>
                <a:spcPct val="125000"/>
              </a:lnSpc>
            </a:pPr>
            <a:r>
              <a:rPr lang="en-US" sz="3600" b="1" dirty="0">
                <a:solidFill>
                  <a:schemeClr val="tx2"/>
                </a:solidFill>
                <a:latin typeface="+mn-lt"/>
              </a:rPr>
              <a:t>Sneha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prakaasham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vittakonnanai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>
              <a:lnSpc>
                <a:spcPct val="125000"/>
              </a:lnSpc>
            </a:pP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doore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</a:rPr>
              <a:t>pokunnathenthu</a:t>
            </a:r>
            <a:r>
              <a:rPr lang="en-US" sz="3600" b="1" dirty="0">
                <a:solidFill>
                  <a:schemeClr val="tx2"/>
                </a:solidFill>
                <a:latin typeface="+mn-lt"/>
              </a:rPr>
              <a:t>!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F4E84-B713-44BF-8347-DE60B7E29F98}"/>
              </a:ext>
            </a:extLst>
          </p:cNvPr>
          <p:cNvSpPr/>
          <p:nvPr/>
        </p:nvSpPr>
        <p:spPr>
          <a:xfrm>
            <a:off x="0" y="316346"/>
            <a:ext cx="1219199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925630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1811000" cy="2895600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ഇന്നു വാ, നീ ഇന്നു വാ,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ഹാ! സ്നേഹമായ്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വിളിക്കുന്നു - ഇന്നു വാ-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0" y="3733800"/>
            <a:ext cx="12191999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Nee innu vaa, nee innu vaa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Kri-sthu haa! snehamaai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vilhikunnu innu vaa-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7425567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43000"/>
            <a:ext cx="11811000" cy="28956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ക്ഷീണിച്ചോനെ യേശു സ്വസ്തമാക്കും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വിളിക്കുന്നു - വിളിക്കുന്നു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പാപഭാരം കൊണ്ടു ചെല്ലുക നീ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ആട്ടുകയില്ല നിന്നെ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1" y="37338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Ksheenichone yeshu swasthamaakkum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vilhikunnu - vilhikkunnu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Paapabhaaram kondu chelluka nee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aattukayilla ninne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F4E84-B713-44BF-8347-DE60B7E29F98}"/>
              </a:ext>
            </a:extLst>
          </p:cNvPr>
          <p:cNvSpPr/>
          <p:nvPr/>
        </p:nvSpPr>
        <p:spPr>
          <a:xfrm>
            <a:off x="0" y="316346"/>
            <a:ext cx="1219199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470455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1811000" cy="2895600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ഇന്നു വാ, നീ ഇന്നു വാ,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ഹാ! സ്നേഹമായ്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വിളിക്കുന്നു - ഇന്നു വാ-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0" y="3733800"/>
            <a:ext cx="12191999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Nee innu vaa, nee innu vaa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Kri-sthu haa! snehamaai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vilhikunnu innu vaa-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42142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43000"/>
            <a:ext cx="11811000" cy="28956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കാത്തുനിൽക്കുന്നേശു നീ ഇന്നു വാ!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നിന്നെ കാത്തു നില്ക്കുന്നു ഹേ!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പാപവും കൊണ്ടു തിരുമുമ്പിൽ വാ!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താമസിയാതെ നീ വാ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1" y="37338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Kaathu nilkkunneshu nee innuvaa!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Ninne kaathu nilkunnu he!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Paapavum kondu thirumumbil vaa!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Thaamasikkaathe nee vaa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F4E84-B713-44BF-8347-DE60B7E29F98}"/>
              </a:ext>
            </a:extLst>
          </p:cNvPr>
          <p:cNvSpPr/>
          <p:nvPr/>
        </p:nvSpPr>
        <p:spPr>
          <a:xfrm>
            <a:off x="0" y="316346"/>
            <a:ext cx="1219199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0394387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1811000" cy="2895600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ഇന്നു വാ, നീ ഇന്നു വാ,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ഹാ! സ്നേഹമായ്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വിളിക്കുന്നു - ഇന്നു വാ-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0" y="3733800"/>
            <a:ext cx="12191999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Nee innu vaa, nee innu vaa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Kri-sthu haa! snehamaai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vilhikunnu innu vaa-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1275864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1000" y="1143000"/>
            <a:ext cx="11811000" cy="2895600"/>
          </a:xfrm>
        </p:spPr>
        <p:txBody>
          <a:bodyPr anchor="t"/>
          <a:lstStyle/>
          <a:p>
            <a:pPr algn="l"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ശ്രദ്ധിക്കേശുവിൻ മദ്ധ്യസ്ഥ ശബ്ദം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ശ്രദ്ധിക്ക നീ ശ്രദ്ധിക്ക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വിശ്വസ്തർക്കേശുവിൻ ആനന്ദവും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കിട്ടുമേ ഇന്നു കേൾക്ക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1" y="3733800"/>
            <a:ext cx="1089660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Shredhikkeshuvin madhyastha shabdam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nee shradhikka nee shradhikka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Vishwastharkkeshuvin aanandavum </a:t>
            </a:r>
          </a:p>
          <a:p>
            <a:pPr algn="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kittume innu kelhkka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2F4E84-B713-44BF-8347-DE60B7E29F98}"/>
              </a:ext>
            </a:extLst>
          </p:cNvPr>
          <p:cNvSpPr/>
          <p:nvPr/>
        </p:nvSpPr>
        <p:spPr>
          <a:xfrm>
            <a:off x="0" y="316346"/>
            <a:ext cx="12191999" cy="733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75033662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066800"/>
            <a:ext cx="11811000" cy="2895600"/>
          </a:xfrm>
        </p:spPr>
        <p:txBody>
          <a:bodyPr anchor="t"/>
          <a:lstStyle/>
          <a:p>
            <a:pPr defTabSz="461963">
              <a:lnSpc>
                <a:spcPct val="125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നീ ഇന്നു വാ, നീ ഇന്നു വാ,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ക്രിസ്തു ഹാ! സ്നേഹമായ്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വിളിക്കുന്നു - ഇന്നു വാ-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1D3668-9379-44E0-A864-8B35B7564199}"/>
              </a:ext>
            </a:extLst>
          </p:cNvPr>
          <p:cNvSpPr/>
          <p:nvPr/>
        </p:nvSpPr>
        <p:spPr>
          <a:xfrm>
            <a:off x="0" y="3733800"/>
            <a:ext cx="12191999" cy="21185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Nee innu vaa, nee innu vaa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Kri-sthu haa! snehamaai </a:t>
            </a:r>
          </a:p>
          <a:p>
            <a:pPr algn="ctr">
              <a:lnSpc>
                <a:spcPct val="125000"/>
              </a:lnSpc>
            </a:pPr>
            <a:r>
              <a:rPr lang="fi-FI" sz="3600" b="1" dirty="0">
                <a:solidFill>
                  <a:schemeClr val="tx2"/>
                </a:solidFill>
                <a:latin typeface="+mn-lt"/>
              </a:rPr>
              <a:t>vilhikunnu innu vaa-</a:t>
            </a:r>
            <a:endParaRPr lang="en-US" sz="3600" b="1" dirty="0">
              <a:solidFill>
                <a:schemeClr val="tx2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0915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984</TotalTime>
  <Words>194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171 മേൽവീട്ടിൽ എൻ യേശു</vt:lpstr>
      <vt:lpstr>മേൽ വീട്ടിൽ എൻ യേശു ഹാ!  സ്നേഹമായ് വിളിക്കുന്നു വിളിക്കുന്നു സ്നേഹ പ്രകാശം വിട്ടകന്നോനായ്  ദൂരെ പോകുന്നതെന്ത്‌!</vt:lpstr>
      <vt:lpstr>നീ ഇന്നു വാ, നീ ഇന്നു വാ,  ക്രിസ്തു ഹാ! സ്നേഹമായ്   വിളിക്കുന്നു - ഇന്നു വാ-</vt:lpstr>
      <vt:lpstr>ക്ഷീണിച്ചോനെ യേശു സ്വസ്തമാക്കും  വിളിക്കുന്നു - വിളിക്കുന്നു പാപഭാരം കൊണ്ടു ചെല്ലുക നീ  ആട്ടുകയില്ല നിന്നെ</vt:lpstr>
      <vt:lpstr>നീ ഇന്നു വാ, നീ ഇന്നു വാ,  ക്രിസ്തു ഹാ! സ്നേഹമായ്   വിളിക്കുന്നു - ഇന്നു വാ-</vt:lpstr>
      <vt:lpstr>കാത്തുനിൽക്കുന്നേശു നീ ഇന്നു വാ!  നിന്നെ കാത്തു നില്ക്കുന്നു ഹേ! പാപവും കൊണ്ടു തിരുമുമ്പിൽ വാ!  താമസിയാതെ നീ വാ </vt:lpstr>
      <vt:lpstr>നീ ഇന്നു വാ, നീ ഇന്നു വാ,  ക്രിസ്തു ഹാ! സ്നേഹമായ്   വിളിക്കുന്നു - ഇന്നു വാ-</vt:lpstr>
      <vt:lpstr>ശ്രദ്ധിക്കേശുവിൻ മദ്ധ്യസ്ഥ ശബ്ദം  നീ ശ്രദ്ധിക്ക നീ ശ്രദ്ധിക്ക വിശ്വസ്തർക്കേശുവിൻ ആനന്ദവും  കിട്ടുമേ ഇന്നു കേൾക്ക </vt:lpstr>
      <vt:lpstr>നീ ഇന്നു വാ, നീ ഇന്നു വാ,  ക്രിസ്തു ഹാ! സ്നേഹമായ്   വിളിക്കുന്നു - ഇന്നു വാ-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Melveettil en yeshu</dc:title>
  <dc:creator>Digital Input:;GM JOHN</dc:creator>
  <cp:lastModifiedBy>Acsah Mathews</cp:lastModifiedBy>
  <cp:revision>319</cp:revision>
  <dcterms:created xsi:type="dcterms:W3CDTF">2013-04-19T09:19:07Z</dcterms:created>
  <dcterms:modified xsi:type="dcterms:W3CDTF">2018-11-06T19:09:29Z</dcterms:modified>
</cp:coreProperties>
</file>