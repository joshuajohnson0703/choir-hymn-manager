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70" r:id="rId3"/>
    <p:sldId id="275" r:id="rId4"/>
    <p:sldId id="276" r:id="rId5"/>
    <p:sldId id="277" r:id="rId6"/>
    <p:sldId id="278" r:id="rId7"/>
    <p:sldId id="279" r:id="rId8"/>
    <p:sldId id="281" r:id="rId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39" d="100"/>
          <a:sy n="39" d="100"/>
        </p:scale>
        <p:origin x="78" y="89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FAFB0E-7769-4DEE-AEBA-EA09E2BF69A7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0391BD-E7D2-484D-ADDE-0D1A4A271F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18CE44-FB2B-442D-A155-A8A1C7881A8B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E101F3-583B-46EF-9AF9-44E982EDE1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264788-1F13-48BF-BC7A-378A1AC30BB5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4A04DF-B599-49F7-A18A-EFCF53C44D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F2D792-F473-4183-A3B5-6841195F2D80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876247-553C-4934-8185-4F8B89E9FD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BD0E82-513D-4D62-8134-7E3AB32D22B6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ADA5D3-874E-4DA1-8939-9FBD2A393C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E3F86F-0EAA-478D-B129-5E0C3CF08570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6A3610-EB01-4FB0-82FB-1708964439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BF8296-95B6-4F7A-91BC-137D3E8D28F3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8E7F0-270A-4519-85D9-29ECD7CFA2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5BF816-38FF-41C7-90F5-9EB544466709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FFBCBA-BDF7-4754-A7E0-54079DDC0F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C0B15F-48DE-4E9D-BC70-F5A70C6DCCCD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C3E486-FDDD-4014-9715-6F14BCAE4F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7F2021-F547-4823-9BBB-707FAF6B686B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A693DC-ABD2-473A-9FF4-9F4992FC07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E8A22A-5A65-4ED3-A7B8-D2A9002D9350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E3A53F-BD0E-46E4-B092-238C68E80C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2C41A2A-E3B3-4663-ACC5-702514BDA875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1CE959E-9EC7-42C7-8365-CC161C8ED8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87346-8428-497F-B18C-92B83FFA1F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940440"/>
            <a:ext cx="10363200" cy="1470025"/>
          </a:xfrm>
        </p:spPr>
        <p:txBody>
          <a:bodyPr/>
          <a:lstStyle/>
          <a:p>
            <a:r>
              <a:rPr lang="en-US" dirty="0"/>
              <a:t>37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യേശുമഹേശനെ ഞാൻ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9B2D8E-0BFD-481A-9415-23DFB756BD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Yeshumaheshaney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njaan</a:t>
            </a:r>
            <a:endParaRPr lang="en-US" sz="4000" b="1" dirty="0">
              <a:solidFill>
                <a:schemeClr val="tx2">
                  <a:lumMod val="75000"/>
                </a:schemeClr>
              </a:solidFill>
            </a:endParaRP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55166246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280261"/>
            <a:ext cx="12192000" cy="1695271"/>
          </a:xfrm>
        </p:spPr>
        <p:txBody>
          <a:bodyPr anchor="t"/>
          <a:lstStyle/>
          <a:p>
            <a:pPr defTabSz="457200"/>
            <a:r>
              <a:rPr lang="ml-IN" sz="2400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യേശുമഹേശനെ ഞാൻ ചിന്തിപ്പതെൻ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ഉള്ളത്തിന്നാനന്ദമേ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037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FC9850-3672-4866-A4A9-D0BDCBC18005}"/>
              </a:ext>
            </a:extLst>
          </p:cNvPr>
          <p:cNvSpPr/>
          <p:nvPr/>
        </p:nvSpPr>
        <p:spPr>
          <a:xfrm>
            <a:off x="0" y="1752600"/>
            <a:ext cx="12192000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2400" i="1" dirty="0">
                <a:latin typeface="Kartika" panose="02020503030404060203" pitchFamily="18" charset="0"/>
                <a:cs typeface="Kartika" panose="02020503030404060203" pitchFamily="18" charset="0"/>
              </a:rPr>
              <a:t>ചരണങ്ങൾ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ഈശനുടെ തിരുസന്നിധി ചേർന്നിനീ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വിശ്രമം ചെയ്തു തന്‍റെ തിരുമുഖം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കാണ്‍മതത്യാനന്ദമേ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 യേശു....</a:t>
            </a:r>
            <a:endParaRPr lang="en-US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76B774-E8BB-46B9-AA51-DB70A2A892E6}"/>
              </a:ext>
            </a:extLst>
          </p:cNvPr>
          <p:cNvSpPr/>
          <p:nvPr/>
        </p:nvSpPr>
        <p:spPr>
          <a:xfrm>
            <a:off x="0" y="3581400"/>
            <a:ext cx="12192000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i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Pallavi</a:t>
            </a: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Yeshumaheshaney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njaan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chinthippathen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ullhaththin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aanandamey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r>
              <a:rPr lang="en-US" sz="2800" i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Charanangal</a:t>
            </a:r>
            <a:endParaRPr lang="en-US" sz="2800" i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1.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Eeshanudey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thirusannidhi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chernnini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Vishramam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cheithu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thantey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thirumukham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Kaanhmath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athyaanandamey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				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yeshu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...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059" y="2567511"/>
            <a:ext cx="12192000" cy="1090089"/>
          </a:xfrm>
        </p:spPr>
        <p:txBody>
          <a:bodyPr anchor="t"/>
          <a:lstStyle/>
          <a:p>
            <a:pPr defTabSz="457200"/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യേശുമഹേശനെ ഞാൻ ചിന്തിപ്പതെൻ </a:t>
            </a:r>
            <a:b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ഉള്ളത്തിന്നാനന്ദമേ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037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FC9850-3672-4866-A4A9-D0BDCBC18005}"/>
              </a:ext>
            </a:extLst>
          </p:cNvPr>
          <p:cNvSpPr/>
          <p:nvPr/>
        </p:nvSpPr>
        <p:spPr>
          <a:xfrm>
            <a:off x="0" y="729832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2.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വാനസൈന്യങ്ങൾക്കും മാനുഷജാതിക്കും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ഊനമില്ലാതെ നിന്നെ വർണ്ണിക്കുവാൻ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സാധ്യമതാകയില്ലേ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</a:t>
            </a:r>
            <a:endParaRPr lang="en-US" sz="3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76B774-E8BB-46B9-AA51-DB70A2A892E6}"/>
              </a:ext>
            </a:extLst>
          </p:cNvPr>
          <p:cNvSpPr/>
          <p:nvPr/>
        </p:nvSpPr>
        <p:spPr>
          <a:xfrm>
            <a:off x="304800" y="3810000"/>
            <a:ext cx="1186454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Vaana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sainyangalhkkum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maanusha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jaathikkum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Oonamillaathey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varnhikkuvaan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saadhyamathaakayilla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		</a:t>
            </a:r>
          </a:p>
          <a:p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Yeshumaheshaney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chinthippathen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ullhaththin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aanandamey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6225406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059" y="2567511"/>
            <a:ext cx="12192000" cy="1090089"/>
          </a:xfrm>
        </p:spPr>
        <p:txBody>
          <a:bodyPr anchor="t"/>
          <a:lstStyle/>
          <a:p>
            <a:pPr defTabSz="457200"/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യേശുമഹേശനെ ഞാൻ ചിന്തിപ്പതെൻ </a:t>
            </a:r>
            <a:b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ഉള്ളത്തിന്നാനന്ദമേ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037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FC9850-3672-4866-A4A9-D0BDCBC18005}"/>
              </a:ext>
            </a:extLst>
          </p:cNvPr>
          <p:cNvSpPr/>
          <p:nvPr/>
        </p:nvSpPr>
        <p:spPr>
          <a:xfrm>
            <a:off x="0" y="729832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3.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മാനുഷ രക്ഷകാ! നിന്നുടെ നാമം പോൽ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വാനിലും ഭൂമിയിലും ഇല്ലേ ഒരു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നാമം നിനപ്പതിന്നു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</a:t>
            </a:r>
            <a:endParaRPr lang="en-US" sz="3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76B774-E8BB-46B9-AA51-DB70A2A892E6}"/>
              </a:ext>
            </a:extLst>
          </p:cNvPr>
          <p:cNvSpPr/>
          <p:nvPr/>
        </p:nvSpPr>
        <p:spPr>
          <a:xfrm>
            <a:off x="304800" y="3810000"/>
            <a:ext cx="1186454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Maanusha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rakshakaa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Ninnudey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pol</a:t>
            </a: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Vaanilum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bhoomiyilum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illey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oru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ninappathinu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Yeshumaheshaney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chinthippathen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ullhaththin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aanandamey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5056842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059" y="2567511"/>
            <a:ext cx="12192000" cy="1090089"/>
          </a:xfrm>
        </p:spPr>
        <p:txBody>
          <a:bodyPr anchor="t"/>
          <a:lstStyle/>
          <a:p>
            <a:pPr defTabSz="457200"/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യേശുമഹേശനെ ഞാൻ ചിന്തിപ്പതെൻ </a:t>
            </a:r>
            <a:b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ഉള്ളത്തിന്നാനന്ദമേ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037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FC9850-3672-4866-A4A9-D0BDCBC18005}"/>
              </a:ext>
            </a:extLst>
          </p:cNvPr>
          <p:cNvSpPr/>
          <p:nvPr/>
        </p:nvSpPr>
        <p:spPr>
          <a:xfrm>
            <a:off x="0" y="729832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4.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ഉള്ളം നുറുങ്ങിയോർക്കുള്ള പ്രത്യാശയും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നല്ല പ്രസാദവും നീ സർവ്വേശ്വരാ!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സൗമ്യതയുള്ളവർക്കേ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</a:t>
            </a:r>
            <a:endParaRPr lang="en-US" sz="3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76B774-E8BB-46B9-AA51-DB70A2A892E6}"/>
              </a:ext>
            </a:extLst>
          </p:cNvPr>
          <p:cNvSpPr/>
          <p:nvPr/>
        </p:nvSpPr>
        <p:spPr>
          <a:xfrm>
            <a:off x="304800" y="3810000"/>
            <a:ext cx="11864546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4.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Ullham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nurungiyorkkullha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prathyaashayum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Nalla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prasaadavum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sarveshwaraa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Soumyathayullhavarkey</a:t>
            </a:r>
            <a:endParaRPr lang="en-US" sz="2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endParaRPr lang="en-US" sz="2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Yeshumaheshaney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chinthippathen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ullhaththin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aanandamey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0102140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059" y="2567511"/>
            <a:ext cx="12192000" cy="1090089"/>
          </a:xfrm>
        </p:spPr>
        <p:txBody>
          <a:bodyPr anchor="t"/>
          <a:lstStyle/>
          <a:p>
            <a:pPr defTabSz="457200"/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യേശുമഹേശനെ ഞാൻ ചിന്തിപ്പതെൻ </a:t>
            </a:r>
            <a:b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ഉള്ളത്തിന്നാനന്ദമേ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037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FC9850-3672-4866-A4A9-D0BDCBC18005}"/>
              </a:ext>
            </a:extLst>
          </p:cNvPr>
          <p:cNvSpPr/>
          <p:nvPr/>
        </p:nvSpPr>
        <p:spPr>
          <a:xfrm>
            <a:off x="0" y="729832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5.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എത്ര ദയാപരൻ വീഴുന്നവർക്കേശു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എത്ര നല്ലഗുണവാൻ തേടീടുന്ന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മർത്യഗണങ്ങൾക്കു താൻ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</a:t>
            </a:r>
            <a:endParaRPr lang="en-US" sz="3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76B774-E8BB-46B9-AA51-DB70A2A892E6}"/>
              </a:ext>
            </a:extLst>
          </p:cNvPr>
          <p:cNvSpPr/>
          <p:nvPr/>
        </p:nvSpPr>
        <p:spPr>
          <a:xfrm>
            <a:off x="304800" y="3810000"/>
            <a:ext cx="11864546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5.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Ethradayaaparan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veezhunnavarkkeshu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Ethra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nallagunhavaan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thedidunna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Marthya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ganhangalhkku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than</a:t>
            </a:r>
          </a:p>
          <a:p>
            <a:endParaRPr lang="en-US" sz="2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Yeshumaheshaney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chinthippathen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ullhaththin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aanandamey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3324633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059" y="2567511"/>
            <a:ext cx="12192000" cy="1090089"/>
          </a:xfrm>
        </p:spPr>
        <p:txBody>
          <a:bodyPr anchor="t"/>
          <a:lstStyle/>
          <a:p>
            <a:pPr defTabSz="457200"/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യേശുമഹേശനെ ഞാൻ ചിന്തിപ്പതെൻ </a:t>
            </a:r>
            <a:b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ഉള്ളത്തിന്നാനന്ദമേ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037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FC9850-3672-4866-A4A9-D0BDCBC18005}"/>
              </a:ext>
            </a:extLst>
          </p:cNvPr>
          <p:cNvSpPr/>
          <p:nvPr/>
        </p:nvSpPr>
        <p:spPr>
          <a:xfrm>
            <a:off x="0" y="729832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6. 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കണ്ടീടും മാനവർക്കെന്തോരാഹ്ലാദം നീ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	ഉണ്ടൊ നാവും പേനയും വർണ്ണിക്കുവാൻ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	ആ നല്ല സന്ദർഭത്തെ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</a:t>
            </a:r>
            <a:endParaRPr lang="en-US" sz="3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76B774-E8BB-46B9-AA51-DB70A2A892E6}"/>
              </a:ext>
            </a:extLst>
          </p:cNvPr>
          <p:cNvSpPr/>
          <p:nvPr/>
        </p:nvSpPr>
        <p:spPr>
          <a:xfrm>
            <a:off x="304800" y="3810000"/>
            <a:ext cx="11864546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6.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Kandeedum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maanavark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enthoraahlaadam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nee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Undonaavum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penayum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varnnhikkuvaan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 Aa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nalla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sandarbhaththey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endParaRPr lang="en-US" sz="2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Yeshumaheshaney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chinthippathen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ullhaththin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aanandamey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7859641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059" y="2567511"/>
            <a:ext cx="12192000" cy="1090089"/>
          </a:xfrm>
        </p:spPr>
        <p:txBody>
          <a:bodyPr anchor="t"/>
          <a:lstStyle/>
          <a:p>
            <a:pPr defTabSz="457200"/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യേശുമഹേശനെ ഞാൻ ചിന്തിപ്പതെൻ </a:t>
            </a:r>
            <a:b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ഉള്ളത്തിന്നാനന്ദമേ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037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FC9850-3672-4866-A4A9-D0BDCBC18005}"/>
              </a:ext>
            </a:extLst>
          </p:cNvPr>
          <p:cNvSpPr/>
          <p:nvPr/>
        </p:nvSpPr>
        <p:spPr>
          <a:xfrm>
            <a:off x="0" y="729832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7. 	</a:t>
            </a:r>
            <a:r>
              <a:rPr lang="ml-IN" sz="3200" b="1" spc="-150" dirty="0"/>
              <a:t> </a:t>
            </a:r>
            <a:r>
              <a:rPr lang="ml-IN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യേശുവിൻ സ്നേഹമതെന്തെന്നു ചൊല്ലുവാൻ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ആസ്വദിച്ചോർക്കല്ലാതെ മറ്റാർക്കുമ-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സാദ്ധ്യമറിഞ്ഞീടുവാൻ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</a:t>
            </a:r>
            <a:endParaRPr lang="en-US" sz="3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76B774-E8BB-46B9-AA51-DB70A2A892E6}"/>
              </a:ext>
            </a:extLst>
          </p:cNvPr>
          <p:cNvSpPr/>
          <p:nvPr/>
        </p:nvSpPr>
        <p:spPr>
          <a:xfrm>
            <a:off x="304800" y="3810000"/>
            <a:ext cx="11864546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7.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Yeshuvin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sneham-athenthennu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cholluvaan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Aaswadichhorkkallaathey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mattaarkkuma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Saadhyamaarinjeeduvaan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endParaRPr lang="en-US" sz="2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Yeshumaheshaney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chinthippathen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ullhaththin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aanandamey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660694-2728-46F2-9749-9617C6744C63}"/>
              </a:ext>
            </a:extLst>
          </p:cNvPr>
          <p:cNvSpPr/>
          <p:nvPr/>
        </p:nvSpPr>
        <p:spPr>
          <a:xfrm>
            <a:off x="9679544" y="3549134"/>
            <a:ext cx="22076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/>
              <a:t>(റവ. റ്റി. കോശി)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F561D6-BCBF-4F76-B81E-1AD61F206280}"/>
              </a:ext>
            </a:extLst>
          </p:cNvPr>
          <p:cNvSpPr/>
          <p:nvPr/>
        </p:nvSpPr>
        <p:spPr>
          <a:xfrm>
            <a:off x="10279221" y="6128168"/>
            <a:ext cx="149367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Rev. T. Koshy</a:t>
            </a:r>
          </a:p>
        </p:txBody>
      </p:sp>
    </p:spTree>
    <p:extLst>
      <p:ext uri="{BB962C8B-B14F-4D97-AF65-F5344CB8AC3E}">
        <p14:creationId xmlns:p14="http://schemas.microsoft.com/office/powerpoint/2010/main" val="369915490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</TotalTime>
  <Words>162</Words>
  <Application>Microsoft Office PowerPoint</Application>
  <PresentationFormat>Widescreen</PresentationFormat>
  <Paragraphs>68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Kartika</vt:lpstr>
      <vt:lpstr>Office Theme</vt:lpstr>
      <vt:lpstr>37 യേശുമഹേശനെ ഞാൻ</vt:lpstr>
      <vt:lpstr>പല്ലവി  യേശുമഹേശനെ ഞാൻ ചിന്തിപ്പതെൻ   ഉള്ളത്തിന്നാനന്ദമേ</vt:lpstr>
      <vt:lpstr> യേശുമഹേശനെ ഞാൻ ചിന്തിപ്പതെൻ   ഉള്ളത്തിന്നാനന്ദമേ </vt:lpstr>
      <vt:lpstr> യേശുമഹേശനെ ഞാൻ ചിന്തിപ്പതെൻ   ഉള്ളത്തിന്നാനന്ദമേ </vt:lpstr>
      <vt:lpstr> യേശുമഹേശനെ ഞാൻ ചിന്തിപ്പതെൻ   ഉള്ളത്തിന്നാനന്ദമേ </vt:lpstr>
      <vt:lpstr> യേശുമഹേശനെ ഞാൻ ചിന്തിപ്പതെൻ   ഉള്ളത്തിന്നാനന്ദമേ </vt:lpstr>
      <vt:lpstr> യേശുമഹേശനെ ഞാൻ ചിന്തിപ്പതെൻ   ഉള്ളത്തിന്നാനന്ദമേ </vt:lpstr>
      <vt:lpstr> യേശുമഹേശനെ ഞാൻ ചിന്തിപ്പതെൻ   ഉള്ളത്തിന്നാനന്ദമേ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Yeshumaheshane njan</dc:title>
  <dc:creator>Digital Input:;GM JOHN</dc:creator>
  <cp:lastModifiedBy>Acsah Mathews</cp:lastModifiedBy>
  <cp:revision>196</cp:revision>
  <dcterms:created xsi:type="dcterms:W3CDTF">2013-04-19T09:19:07Z</dcterms:created>
  <dcterms:modified xsi:type="dcterms:W3CDTF">2018-10-26T15:40:21Z</dcterms:modified>
</cp:coreProperties>
</file>