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CB3FD-F358-4E6B-AC4B-36B8D567B2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E33E5D-1875-4D6B-9FC6-5142BEA708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08566-7216-4967-B10C-E447F430B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8115-369D-4727-A582-2CA6892C94D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0A231-E28B-454C-9BA6-3EEECA03F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5FB16-0625-48E5-BF23-08BB12021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552F3-ABD9-47B2-855D-7CAA3AC4B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658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C74E9-A714-49C7-96A3-11F13DF20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5EB95-EC0D-4C1F-AA4B-79F80B336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C6DB6-7394-4D12-9BF5-CC16CBA9C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8115-369D-4727-A582-2CA6892C94D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A7A93-A518-4E39-989A-798D49949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B9B4D-82EC-4101-B801-26E964F6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552F3-ABD9-47B2-855D-7CAA3AC4B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213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E83A-C35B-46C5-ABB9-E88878D37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8A0F1-FB39-4188-8F30-5E8E0537B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89E69-C068-4B08-8745-3C443A22B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8115-369D-4727-A582-2CA6892C94D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D554E-166E-49CA-AA2E-03AB7164D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74B06-8854-4D32-9000-DA6E1D02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552F3-ABD9-47B2-855D-7CAA3AC4B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488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A525F-7811-45DE-AC7E-E2E61C77C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E9272-8651-4A18-B8CD-F07B5FFF4F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09777-FE53-486F-81B4-7FAD3D21F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3A465-C803-40B8-8251-1D9B82B4F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8115-369D-4727-A582-2CA6892C94D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6C273-99D7-40F4-8D74-D55A2162E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A2DF88-65CB-437B-A3BF-A771DB5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552F3-ABD9-47B2-855D-7CAA3AC4B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06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8DCA6-21A5-447C-82EB-D6A0ABDED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80D9E-5BCD-4BA3-BAF7-1A068A2E2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08D0B-3E0E-4E67-9B4F-447C86724C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7E458-8293-4D2F-9ADF-F801C2BD60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EAD2FD-6D1E-4FA7-B752-D038B371DE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AAC35B-027C-4BEE-BD68-6193F19D0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8115-369D-4727-A582-2CA6892C94D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FC6A4-67BF-46DF-AC44-F37A7C8F3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3CDC4-68F4-4945-8262-C32874D0E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552F3-ABD9-47B2-855D-7CAA3AC4B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117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7E265-7E73-4CC6-AE61-B8274DDEB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62C65-2AC4-4585-9330-ED919C81C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8115-369D-4727-A582-2CA6892C94D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3581A-D9ED-476D-9E87-7F82D6804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608253-245E-4B24-AF88-90DC9483F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552F3-ABD9-47B2-855D-7CAA3AC4B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04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5D5784-13C1-4E17-A63F-194F3F10A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8115-369D-4727-A582-2CA6892C94D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995CD3-E765-423F-A924-C79247191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2407A-8EB6-488A-B376-57B9E3A8B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552F3-ABD9-47B2-855D-7CAA3AC4B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222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C7F26-8F3C-436E-9F50-5DD8F475B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03D2B-A71D-4E1B-A759-C5C26A15C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A616B7-CCDE-49B5-9A59-6093377FA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5B8DA2-D1ED-49D1-A0AB-6ED27B58E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8115-369D-4727-A582-2CA6892C94D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6CAE4-19FA-43CA-B9AF-4B751125B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848A5-48D1-46A3-ABF1-FE212DE3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552F3-ABD9-47B2-855D-7CAA3AC4B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4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22A26-42C5-4A26-8EF3-A88C82FB9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74B9E3-198F-4E83-9195-176E24D4E4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56853-E534-4F64-9149-5BBA8BA5E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E7444-9791-4A80-9A58-D62BB9F36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8115-369D-4727-A582-2CA6892C94D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75311-6A09-4E62-A895-BC992EDE0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CBA72-9242-4341-A5E8-6979CED80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552F3-ABD9-47B2-855D-7CAA3AC4B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184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4F2AB-87D8-40E7-8EE1-A37CB1043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E35E5E-0C55-4D57-9D1D-DA7D3C561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70BCA-BF72-4290-B1CB-F975FBD96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8115-369D-4727-A582-2CA6892C94D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FC4F5-E95E-4221-B942-608FA7758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6B931-70FA-437A-80D7-A6BE663B4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552F3-ABD9-47B2-855D-7CAA3AC4B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596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821FAB-06CA-4BED-A05C-DDBB044DA6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B1783E-269A-4CF1-B040-D38E5D995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E7AB1-54D5-4C59-B112-ED5219A8A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8115-369D-4727-A582-2CA6892C94D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EA0D5-1B36-4EC5-9EEA-BC4C4BE54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E8D6C-C340-4CEC-8711-75B66E82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552F3-ABD9-47B2-855D-7CAA3AC4B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987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427572-E9F4-4B37-9FA8-7B7CDDBA9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72FA9-16B4-4484-9A27-83AED7FDC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73AEB-BDB7-47D6-B658-97DD4DD6C2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D8115-369D-4727-A582-2CA6892C94D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937BF-3FEC-4E9C-9335-133FCA70B4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FB6A4-E6F1-465D-8E38-60016ABD6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E552F3-ABD9-47B2-855D-7CAA3AC4B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810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CCBF0-6A2B-4450-917B-9FBF39CE7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1999" cy="2387600"/>
          </a:xfrm>
        </p:spPr>
        <p:txBody>
          <a:bodyPr>
            <a:normAutofit/>
          </a:bodyPr>
          <a:lstStyle/>
          <a:p>
            <a:r>
              <a:rPr lang="en-US" dirty="0"/>
              <a:t>455</a:t>
            </a:r>
            <a:br>
              <a:rPr lang="en-US" dirty="0"/>
            </a:br>
            <a:r>
              <a:rPr lang="ml-IN" sz="53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എനിക്കല്ല ഞാൻ ക്രിസ്തുവിനത്രേ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727262-4C03-4AA4-80B9-844BDC49FE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66309"/>
            <a:ext cx="9144000" cy="805839"/>
          </a:xfrm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002060"/>
                </a:solidFill>
              </a:rPr>
              <a:t>Enikalla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njan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kristhuvinathre</a:t>
            </a:r>
            <a:endParaRPr lang="en-US" sz="4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46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FE0CFF-59EE-4BA2-9F3A-A35EA0BEBEE3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E4B568-4F0F-4C4D-8858-5203B2C8BEA6}"/>
              </a:ext>
            </a:extLst>
          </p:cNvPr>
          <p:cNvSpPr/>
          <p:nvPr/>
        </p:nvSpPr>
        <p:spPr>
          <a:xfrm>
            <a:off x="0" y="992692"/>
            <a:ext cx="12192000" cy="2603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എനിക്കല്ല ഞാൻ ക്രിസ്തുവിനത്രേ </a:t>
            </a:r>
          </a:p>
          <a:p>
            <a:pPr algn="ctr"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അവന്നായിതാ സമർപ്പിക്കുന്നേ </a:t>
            </a:r>
          </a:p>
          <a:p>
            <a:pPr algn="ctr"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അവൻ നടത്തിപ്പും കാവൽകൊണ്ടോരോ നിമിഷവും</a:t>
            </a:r>
          </a:p>
          <a:p>
            <a:pPr algn="ctr"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നടത്തുന്നെന്നെ വഴിയെ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2A28E5-9802-4F4A-B832-D01915F891DD}"/>
              </a:ext>
            </a:extLst>
          </p:cNvPr>
          <p:cNvSpPr/>
          <p:nvPr/>
        </p:nvSpPr>
        <p:spPr>
          <a:xfrm>
            <a:off x="23448" y="3613120"/>
            <a:ext cx="12168552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Enikalla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kristhuvinathre</a:t>
            </a:r>
            <a:endParaRPr lang="en-US" sz="34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Avanaayithaa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samarpikkunne</a:t>
            </a:r>
            <a:endParaRPr lang="en-US" sz="34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Avan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nadathippum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kaavalkondoro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nimishavum</a:t>
            </a:r>
            <a:endParaRPr lang="en-US" sz="34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Nadathunnenne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vazhiye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440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-23447" y="846229"/>
            <a:ext cx="12215448" cy="2603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എല്ലാ പാപങ്ങളുമകറ്റി 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നീച പാപിയെന്നെ രക്ഷിച്ച  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തിരുരക്തത്തിൻ ശക്തിയാൽ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തീർത്തിടും വെണ്മയായ്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സ്വർഭാഗ്യം ചേരുവോളം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281357" y="3657747"/>
            <a:ext cx="10949350" cy="2561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>
                <a:solidFill>
                  <a:srgbClr val="002060"/>
                </a:solidFill>
              </a:rPr>
              <a:t>Ellaa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paapangalum-akatti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Neecha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paapiyenne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rakshicha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20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Thiru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rakthathin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shakthiyaal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theerthidum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venmayayi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20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Swarbhaagyam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cheruvolam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455</a:t>
            </a:r>
          </a:p>
        </p:txBody>
      </p:sp>
    </p:spTree>
    <p:extLst>
      <p:ext uri="{BB962C8B-B14F-4D97-AF65-F5344CB8AC3E}">
        <p14:creationId xmlns:p14="http://schemas.microsoft.com/office/powerpoint/2010/main" val="2509175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FE0CFF-59EE-4BA2-9F3A-A35EA0BEBEE3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E4B568-4F0F-4C4D-8858-5203B2C8BEA6}"/>
              </a:ext>
            </a:extLst>
          </p:cNvPr>
          <p:cNvSpPr/>
          <p:nvPr/>
        </p:nvSpPr>
        <p:spPr>
          <a:xfrm>
            <a:off x="0" y="992692"/>
            <a:ext cx="12192000" cy="2603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എനിക്കല്ല ഞാൻ ക്രിസ്തുവിനത്രേ </a:t>
            </a:r>
          </a:p>
          <a:p>
            <a:pPr algn="ctr"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അവന്നായിതാ സമർപ്പിക്കുന്നേ </a:t>
            </a:r>
          </a:p>
          <a:p>
            <a:pPr algn="ctr"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അവൻ നടത്തിപ്പും കാവൽകൊണ്ടോരോ നിമിഷവും</a:t>
            </a:r>
          </a:p>
          <a:p>
            <a:pPr algn="ctr"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നടത്തുന്നെന്നെ വഴിയെ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2A28E5-9802-4F4A-B832-D01915F891DD}"/>
              </a:ext>
            </a:extLst>
          </p:cNvPr>
          <p:cNvSpPr/>
          <p:nvPr/>
        </p:nvSpPr>
        <p:spPr>
          <a:xfrm>
            <a:off x="23448" y="3613120"/>
            <a:ext cx="12168552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Enikalla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kristhuvinathre</a:t>
            </a:r>
            <a:endParaRPr lang="en-US" sz="34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Avanaayithaa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samarpikkunne</a:t>
            </a:r>
            <a:endParaRPr lang="en-US" sz="34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Avan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nadathippum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kaavalkondoro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nimishavum</a:t>
            </a:r>
            <a:endParaRPr lang="en-US" sz="34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Nadathunnenne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vazhiye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578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-23447" y="846229"/>
            <a:ext cx="12215448" cy="2603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ഈയെൻ കൈകളെ സമർപ്പിക്കുന്നേ  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സേവയ്ക്കായ് എൻ ജീവനെയും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കാൽകൾ ഓടട്ടെ നിൻ പാതെ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ചേരട്ടെ എൻ ചിന്ത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തിരുരാജ്യ വ്യാപ്തിക്കായി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281357" y="3657747"/>
            <a:ext cx="10949350" cy="2561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Ee-en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kaikalhe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samarpikkunne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Sevakkai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jeevaneyum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Kaalkalh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odatte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nin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paathe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cheratte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chintha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Thiru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raajya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vyaapthikkaayi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455</a:t>
            </a:r>
          </a:p>
        </p:txBody>
      </p:sp>
    </p:spTree>
    <p:extLst>
      <p:ext uri="{BB962C8B-B14F-4D97-AF65-F5344CB8AC3E}">
        <p14:creationId xmlns:p14="http://schemas.microsoft.com/office/powerpoint/2010/main" val="4002368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FE0CFF-59EE-4BA2-9F3A-A35EA0BEBEE3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E4B568-4F0F-4C4D-8858-5203B2C8BEA6}"/>
              </a:ext>
            </a:extLst>
          </p:cNvPr>
          <p:cNvSpPr/>
          <p:nvPr/>
        </p:nvSpPr>
        <p:spPr>
          <a:xfrm>
            <a:off x="0" y="992692"/>
            <a:ext cx="12192000" cy="2603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എനിക്കല്ല ഞാൻ ക്രിസ്തുവിനത്രേ </a:t>
            </a:r>
          </a:p>
          <a:p>
            <a:pPr algn="ctr"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അവന്നായിതാ സമർപ്പിക്കുന്നേ </a:t>
            </a:r>
          </a:p>
          <a:p>
            <a:pPr algn="ctr"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അവൻ നടത്തിപ്പും കാവൽകൊണ്ടോരോ നിമിഷവും</a:t>
            </a:r>
          </a:p>
          <a:p>
            <a:pPr algn="ctr"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നടത്തുന്നെന്നെ വഴിയെ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2A28E5-9802-4F4A-B832-D01915F891DD}"/>
              </a:ext>
            </a:extLst>
          </p:cNvPr>
          <p:cNvSpPr/>
          <p:nvPr/>
        </p:nvSpPr>
        <p:spPr>
          <a:xfrm>
            <a:off x="23448" y="3613120"/>
            <a:ext cx="12168552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Enikalla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kristhuvinathre</a:t>
            </a:r>
            <a:endParaRPr lang="en-US" sz="34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Avanaayithaa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samarpikkunne</a:t>
            </a:r>
            <a:endParaRPr lang="en-US" sz="34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Avan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nadathippum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kaavalkondoro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nimishavum</a:t>
            </a:r>
            <a:endParaRPr lang="en-US" sz="34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Nadathunnenne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vazhiye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783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132</Words>
  <Application>Microsoft Office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Kartika</vt:lpstr>
      <vt:lpstr>Office Theme</vt:lpstr>
      <vt:lpstr>455 എനിക്കല്ല ഞാൻ ക്രിസ്തുവിനത്രേ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Enikalla njan kristhuvinathre</dc:title>
  <dc:creator>Acsah Mathews</dc:creator>
  <cp:lastModifiedBy>Acsah Mathews</cp:lastModifiedBy>
  <cp:revision>1</cp:revision>
  <dcterms:created xsi:type="dcterms:W3CDTF">2018-11-30T13:57:25Z</dcterms:created>
  <dcterms:modified xsi:type="dcterms:W3CDTF">2018-11-30T14:02:35Z</dcterms:modified>
</cp:coreProperties>
</file>