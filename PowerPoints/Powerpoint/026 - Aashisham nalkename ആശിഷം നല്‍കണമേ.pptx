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4" r:id="rId3"/>
    <p:sldId id="279" r:id="rId4"/>
    <p:sldId id="280" r:id="rId5"/>
    <p:sldId id="281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E477D-7D6F-48BE-B1A2-320468B8B151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16EDA-C4F5-452A-A541-54C449F8BF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0962D-7124-4C06-BAEB-E849344510E6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702D2-805A-49DB-8D52-38BCC4F7C1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3EF5-2E7A-4593-B87D-8C864D3DB75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D0871-BAA8-4073-B478-FA2D1675A7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AE1F7-3E62-4A4A-BD2B-160FCD8938F8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4794C-E359-4189-8DDE-CD74651FC5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84CF2-602C-47D9-9192-AF919E0A2AE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9DB37-17F2-4D21-9C3E-9EBA5716C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072F4-A35D-436D-BF9B-49EC6134578A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70E93-36EF-4D6A-87CF-D67C2C912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0F302-8752-4AB1-9019-C92CB27DFE1F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0FB07-D6E4-45E3-8017-79EC0FE1C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E2DB9-A184-4134-9C30-03959B1404D6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13F22-F0A6-41F0-8A34-2E2B44BBB9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1BC70-9A76-4165-92A8-773CED921228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E9D59-FAA8-4582-AA2B-7C20819E4D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08917-006F-433D-A12C-B61103E5F4A1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21426-9754-49BA-AD07-F0C464E028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6FF3F-1912-4F32-845F-6A33DA0A513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A141F-579A-4DCD-B849-1D1A4815A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6C4B797-199C-4D14-856D-784E9B5596F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EF8C849-14AB-4614-B4E9-E5E1DBD3B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E66B-6E15-4F46-8A80-A860084E2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ആശിഷം നല്‍കണമേ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74AA9-103F-4EB0-BE28-AE35EE1C22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Aashisham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nalkenhamey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127582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381000"/>
            <a:ext cx="11658600" cy="1371600"/>
          </a:xfrm>
        </p:spPr>
        <p:txBody>
          <a:bodyPr anchor="t"/>
          <a:lstStyle/>
          <a:p>
            <a:pPr defTabSz="490538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0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 – മശിഹായേ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799" y="-3689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3BD04-1164-48F2-AA7C-61D26A34A7C1}"/>
              </a:ext>
            </a:extLst>
          </p:cNvPr>
          <p:cNvSpPr/>
          <p:nvPr/>
        </p:nvSpPr>
        <p:spPr>
          <a:xfrm>
            <a:off x="150341" y="1752600"/>
            <a:ext cx="1150825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ചരണങ്ങൾ </a:t>
            </a:r>
            <a:endParaRPr lang="en-US" sz="2400" b="1" i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ഈശനേ! നീയെന്യേ ആശ്രയമാരുള്ളൂ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ആശ്രിതവത്സലനേ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അനുഗ്രഹമാരി അയക്കണമേ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-ആശി.. 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95CD0B-7D19-4157-93A4-701806E55575}"/>
              </a:ext>
            </a:extLst>
          </p:cNvPr>
          <p:cNvSpPr/>
          <p:nvPr/>
        </p:nvSpPr>
        <p:spPr>
          <a:xfrm>
            <a:off x="0" y="3599258"/>
            <a:ext cx="12191999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Mashihaayey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24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Charanangal</a:t>
            </a:r>
            <a:endParaRPr lang="en-US" sz="24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Neeyenye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Aashrayamaarullhu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Aashritha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vathsalaney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Anugrahamaari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ayakkanhamey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799" y="-3689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3BD04-1164-48F2-AA7C-61D26A34A7C1}"/>
              </a:ext>
            </a:extLst>
          </p:cNvPr>
          <p:cNvSpPr/>
          <p:nvPr/>
        </p:nvSpPr>
        <p:spPr>
          <a:xfrm>
            <a:off x="-4119" y="308563"/>
            <a:ext cx="121919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ആഗ്രഹിക്കുന്നവര്‍-ക്കായി നിന്നെത്തന്നെ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ശീഘ്രം നീ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 </a:t>
            </a:r>
          </a:p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നല്‍കിടുമേ- സന്ദേഹമില്ലോര്‍ത്തിതാ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കെഞ്ചിടുന്നേൻ				         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-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ആശി..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ആശ്രയം നീ തന്നെ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ദാസരാം ഞങ്ങള്‍ക്കു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വിശ്രുത വന്ദിതനേ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നിന്നെത്തന്നെ ശീഘ്രം നീ നല്‍കേണമേ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							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95CD0B-7D19-4157-93A4-701806E55575}"/>
              </a:ext>
            </a:extLst>
          </p:cNvPr>
          <p:cNvSpPr/>
          <p:nvPr/>
        </p:nvSpPr>
        <p:spPr>
          <a:xfrm>
            <a:off x="0" y="3657867"/>
            <a:ext cx="1219199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Aagrahikkunnavar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kaayi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Ninneythanney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Sheeghram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nalkeedumey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Sandehamillorththithaa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kenchidunnen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			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Aashrayam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njangalhku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Vishrutha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vandithaney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Ninneythanney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sheeghram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nalkanhamey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		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20E05-A44D-49C3-BA89-A2F8A5E959D9}"/>
              </a:ext>
            </a:extLst>
          </p:cNvPr>
          <p:cNvSpPr/>
          <p:nvPr/>
        </p:nvSpPr>
        <p:spPr>
          <a:xfrm>
            <a:off x="0" y="279323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 - മശിഹായേ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0402A-A2B0-4520-88A1-58A68C964F1F}"/>
              </a:ext>
            </a:extLst>
          </p:cNvPr>
          <p:cNvSpPr/>
          <p:nvPr/>
        </p:nvSpPr>
        <p:spPr>
          <a:xfrm>
            <a:off x="-4120" y="57661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Mashihaayey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31053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799" y="-3689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3BD04-1164-48F2-AA7C-61D26A34A7C1}"/>
              </a:ext>
            </a:extLst>
          </p:cNvPr>
          <p:cNvSpPr/>
          <p:nvPr/>
        </p:nvSpPr>
        <p:spPr>
          <a:xfrm>
            <a:off x="-4119" y="308563"/>
            <a:ext cx="121919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കാശിനു പോലുമീ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ദാസര്‍ക്കില്ലേ വില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മാശില്ലാ വല്ലഭനേ!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നിന്‍നാമത്തില്‍ ദാസരെ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കേള്‍ക്കേണമേ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ആശി..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രാജകുമാരനെ!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പൂജിത പൂര്‍ണ്ണനേ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 ജനേശ്വരനെ!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അനാരതം കാത്തരുളും പരനേ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									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95CD0B-7D19-4157-93A4-701806E55575}"/>
              </a:ext>
            </a:extLst>
          </p:cNvPr>
          <p:cNvSpPr/>
          <p:nvPr/>
        </p:nvSpPr>
        <p:spPr>
          <a:xfrm>
            <a:off x="0" y="3708499"/>
            <a:ext cx="1219199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Kaashinu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polumee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Daasarkilley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vila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Maashillaa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vallabhaney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kelhkenhamey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			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Raajakumaaraney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Poojitha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poornhaney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janeshwaraney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Anaaratham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kaaththarulhum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20E05-A44D-49C3-BA89-A2F8A5E959D9}"/>
              </a:ext>
            </a:extLst>
          </p:cNvPr>
          <p:cNvSpPr/>
          <p:nvPr/>
        </p:nvSpPr>
        <p:spPr>
          <a:xfrm>
            <a:off x="0" y="274346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 - മശിഹായേ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0402A-A2B0-4520-88A1-58A68C964F1F}"/>
              </a:ext>
            </a:extLst>
          </p:cNvPr>
          <p:cNvSpPr/>
          <p:nvPr/>
        </p:nvSpPr>
        <p:spPr>
          <a:xfrm>
            <a:off x="-4120" y="57661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Mashihaayey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749984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799" y="-3689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3BD04-1164-48F2-AA7C-61D26A34A7C1}"/>
              </a:ext>
            </a:extLst>
          </p:cNvPr>
          <p:cNvSpPr/>
          <p:nvPr/>
        </p:nvSpPr>
        <p:spPr>
          <a:xfrm>
            <a:off x="4120" y="806918"/>
            <a:ext cx="121919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തേജസ്സിനാല്‍ നിന്‍റെ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ദാസരെയാകെ നീ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ആശ്ചര്യമായ് – നിറയ്ക്ക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നാമത്തെ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വാഴ്ത്തിപ്പുകഴ്ത്തീടുവാൻ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95CD0B-7D19-4157-93A4-701806E55575}"/>
              </a:ext>
            </a:extLst>
          </p:cNvPr>
          <p:cNvSpPr/>
          <p:nvPr/>
        </p:nvSpPr>
        <p:spPr>
          <a:xfrm>
            <a:off x="0" y="3708499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Thejassinaal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Daasareyaakey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Aasharyamaai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niraikka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pukazhththiduvaan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20E05-A44D-49C3-BA89-A2F8A5E959D9}"/>
              </a:ext>
            </a:extLst>
          </p:cNvPr>
          <p:cNvSpPr/>
          <p:nvPr/>
        </p:nvSpPr>
        <p:spPr>
          <a:xfrm>
            <a:off x="-4120" y="2284246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 - മശിഹായേ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ആശിഷം നല്‍കണമേ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0402A-A2B0-4520-88A1-58A68C964F1F}"/>
              </a:ext>
            </a:extLst>
          </p:cNvPr>
          <p:cNvSpPr/>
          <p:nvPr/>
        </p:nvSpPr>
        <p:spPr>
          <a:xfrm>
            <a:off x="-4120" y="513275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Mashihaayey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Aashisham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0A170-4B99-417C-BD32-C89C191865D7}"/>
              </a:ext>
            </a:extLst>
          </p:cNvPr>
          <p:cNvSpPr/>
          <p:nvPr/>
        </p:nvSpPr>
        <p:spPr>
          <a:xfrm>
            <a:off x="10017093" y="3059668"/>
            <a:ext cx="2170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(റ്റി. ജെ. വർക്കി)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D2C42-3F09-4CCB-ACC6-C6AD1EA74036}"/>
              </a:ext>
            </a:extLst>
          </p:cNvPr>
          <p:cNvSpPr/>
          <p:nvPr/>
        </p:nvSpPr>
        <p:spPr>
          <a:xfrm>
            <a:off x="10622381" y="5638800"/>
            <a:ext cx="1385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T.J.Varkey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3784642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136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26 ആശിഷം നല്‍കണമേ</vt:lpstr>
      <vt:lpstr>പല്ലവി ആശിഷം നല്‍കണമേ – മശിഹായേ ആശിഷം നല്‍കണമേ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Aashisham nalkename</dc:title>
  <dc:creator>Digital Input:;GM JOHN</dc:creator>
  <cp:lastModifiedBy>Acsah Mathews</cp:lastModifiedBy>
  <cp:revision>98</cp:revision>
  <dcterms:created xsi:type="dcterms:W3CDTF">2013-04-19T09:19:07Z</dcterms:created>
  <dcterms:modified xsi:type="dcterms:W3CDTF">2018-10-25T16:08:32Z</dcterms:modified>
</cp:coreProperties>
</file>