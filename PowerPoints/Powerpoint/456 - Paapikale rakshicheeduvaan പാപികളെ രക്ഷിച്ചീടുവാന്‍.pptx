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84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9455-A592-4950-ADC7-8EDB8DF29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9B42E-B817-408D-A196-D2549820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66FC-350F-4A6C-BE5F-E6C0BC03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71136-9FFA-4488-B6B1-BC0735851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F5814-814A-419A-9EF8-E2FBD69F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0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ACBC-9205-49F5-AA54-51B4F382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4800D-B0FE-476B-97E8-9EC5A6982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4ED9E-CB7A-4793-824F-968F8EE9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EB9E9-2540-46BA-8CA7-0D0FE5721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10580-F5A6-45F0-9984-5ABB033A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49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60D3-B2CF-4C2B-B310-A625E511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8619D-2414-455F-A0C3-C1F71ECFD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30CDD-3A19-49F9-B55E-2D8B64A7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65590-9C26-45A8-8C0A-DF2A887B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E60D-05C2-4D81-8400-09C539A2A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7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4D52-1459-441F-AFF2-6907CFDA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5BB8B-C239-4662-BFAC-D1D0F153C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7572D-C5A5-447A-A828-7EE7E9F3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6ACE6-5A59-456B-BF0F-21BE6870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870D5-2DA4-4EEE-AD3F-BBCFF385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1E897-D424-4B20-ADB0-247EA6E2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8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B548-784C-4B4C-B175-04B83343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2A73B-111B-4B0B-94DD-85700FC91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11AC7-3E25-4B08-8FFE-706D8EF46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6BBEC-1EAC-4DA2-B86F-56E80DA8E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4DC53-6390-4F1A-B309-29B9987A2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9D136-C230-4ACF-B522-48D5CEBF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54E95-95AA-4D38-95CA-14911DC2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238DA-995D-42ED-B26C-659A1F33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0777-06CB-4CD6-B85D-F52F1600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0F023-42D7-4FD0-BE13-4D2095E1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8042A-0AE8-4143-AE70-33AC400A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67F89-DD05-4FDB-93B9-A577E99B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6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D3934-1083-4B73-9373-C8575D13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7BCED-31D7-4239-BAF0-34FBC8A1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D2604-E964-4EB7-926D-899E6CED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7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815A-F76B-485B-8B90-1D7032D72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B21A-13F5-4088-8BE4-74AA72AC2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26DDE-54DD-4268-9EAE-698F02676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1A55E-3942-4B12-ABE7-BE570E49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24FA0-6E70-46DA-AD69-B9FD869A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CBE6E-FD1D-4C51-A2C7-2705E345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3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472A-B07A-484A-B395-6955C5ED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0EEE1-4E55-481D-9B4C-A564DFCF7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8853D-DB49-4245-9716-16328430C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6609F-79D0-4116-BD1E-BBD154DD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73303-CB9F-468E-9900-ADA45C61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B2B1A-10B7-4B86-BE56-6C2ACB9B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7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F88D-E659-4DFA-BBE0-947FA2E7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80551-0119-4A24-A90C-74BE084C2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F2E2A-C8AE-4FA3-99A5-12A6D4CA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C57FD-9646-4162-9F88-79AE986B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B0A03-B4FD-4F5E-83AC-E7DBA551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8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4ED63-271E-4049-9900-50CCE7B11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FF811-0C01-4AD3-BAE7-C4B623719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9F763-B1E1-4A75-A5A6-2F9D03A2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FDAE0-DFE4-4C29-AB10-5051E618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30160-D98E-4F2B-BDB6-4947F5BB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1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34EE9-3D99-4A2B-BDA2-54486EB6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0EE96-766D-44D9-A8D7-C546EB26D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EB2D0-2B96-4640-82F6-F099C4D95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666DB-84EB-47CA-8B6C-4C0807D7BB6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4FDB4-9F72-4887-B135-BB97061E2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37082-5F4E-46CE-AD23-7123C15EA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C4D6F-D006-42A5-8B37-936B6EEE3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9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1999" cy="2387600"/>
          </a:xfrm>
        </p:spPr>
        <p:txBody>
          <a:bodyPr>
            <a:normAutofit/>
          </a:bodyPr>
          <a:lstStyle/>
          <a:p>
            <a:r>
              <a:rPr lang="en-US" dirty="0"/>
              <a:t>456</a:t>
            </a:r>
            <a:br>
              <a:rPr lang="en-US" dirty="0"/>
            </a:br>
            <a:r>
              <a:rPr lang="ml-IN" sz="53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പാപികളെ രക്ഷിച്ചീടുവാന്‍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6309"/>
            <a:ext cx="9144000" cy="157941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Paapikalhe </a:t>
            </a:r>
            <a:r>
              <a:rPr lang="en-US" sz="4000" b="1" dirty="0" err="1">
                <a:solidFill>
                  <a:srgbClr val="002060"/>
                </a:solidFill>
              </a:rPr>
              <a:t>rakshicheeduvaan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Almost persuaded now to believe </a:t>
            </a:r>
            <a:r>
              <a:rPr lang="en-US" sz="3600" i="1" dirty="0">
                <a:solidFill>
                  <a:srgbClr val="002060"/>
                </a:solidFill>
              </a:rPr>
              <a:t>– P.P. Bliss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17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-23448" y="632953"/>
            <a:ext cx="1221544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പാപികളെ രക്ഷിച്ചീടുവാന്‍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ഇപ്പാരില്‍ വന്ന ദൈവസുതൻ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ശ്രീയേശുക്രിസ്തുവിൽ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വിശ്വസിക്കുകില്‍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പാപം സർവ്വവും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നീങ്ങി പോകും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81356" y="3657747"/>
            <a:ext cx="11324489" cy="3189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Paapikalhe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rakshicheeduvaan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Ippaaril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vanna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daivasuthan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Shreeyeshu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kristhuvil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vishwasikkukil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paapam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sarvavum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neengipokum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17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-23448" y="632953"/>
            <a:ext cx="1221544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സ്നേഹിച്ചു പാപീ നിന്നെ അവൻ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ജീവനേകി നിന്‍ പെര്‍ക്കഹോ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എണ്ണം ഇല്ലാത്തതാം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ദണ്ഡങ്ങള്‍ ഏറ്റു പിന്‍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പ്രാണന്‍ വിട്ടവന്‍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വൻ ക്രൂശിന്മേൽ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81356" y="3657747"/>
            <a:ext cx="11324489" cy="3189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Snehichu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papee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,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avan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Than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jeevaneki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perkkaho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Ennham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illathathaam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Dhannhangalh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ettu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pin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Than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praanhan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vittavan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van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krooshinmel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216593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17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-23448" y="632953"/>
            <a:ext cx="1221544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അത്യത്ഭുതമാം സ്നേഹം ഇത്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ഒര്‍ത്തങ്ങനുതാപത്തോടിപ്പോള്‍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അൻപുള്ള രക്ഷകൻ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മുമ്പിൽ നീ വീഴുക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പാപമോചനം നൽകും അവൻ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81356" y="3657747"/>
            <a:ext cx="11324489" cy="3189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Athyathbuthamaam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sneham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ithu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Orthanganuthaapathodippolh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Anpullha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rakshakan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Mumbil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veezhuka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paapa-mochanam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nalkum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avan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2371472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17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-23448" y="632953"/>
            <a:ext cx="1221544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ആണിപ്പഴുതുള്ള കൈകളാൽ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 അവൻ വിളിക്കുന്നിതാ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വേഗം വരിക നീ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സ്നേഹത്തിന്‍ മാര്‍വ്വില്‍ താന്‍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 അണയ്ക്കുമെ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എന്നേക്കുമായ്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81356" y="3657747"/>
            <a:ext cx="11324489" cy="3189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Aanhippazhuthullha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kaikalhaal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avan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vilhikkunnithaa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Vegam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varika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Snehathin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maarvvil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anhakkume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ennekkumai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225029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456 പാപികളെ രക്ഷിച്ചീടുവാന്‍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Paapikale rakshicheeduvaan</dc:title>
  <dc:creator>Acsah Mathews</dc:creator>
  <cp:lastModifiedBy>Acsah Mathews</cp:lastModifiedBy>
  <cp:revision>1</cp:revision>
  <dcterms:created xsi:type="dcterms:W3CDTF">2018-11-30T14:05:31Z</dcterms:created>
  <dcterms:modified xsi:type="dcterms:W3CDTF">2018-11-30T14:07:58Z</dcterms:modified>
</cp:coreProperties>
</file>