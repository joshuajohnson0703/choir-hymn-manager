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83" r:id="rId3"/>
    <p:sldId id="288" r:id="rId4"/>
    <p:sldId id="289" r:id="rId5"/>
    <p:sldId id="290" r:id="rId6"/>
    <p:sldId id="291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6" d="100"/>
          <a:sy n="46" d="100"/>
        </p:scale>
        <p:origin x="38" y="8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C181-2B1C-4736-ACB4-B658239516BC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0107A-67AC-4384-8742-6081BF8A12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DF180-747D-4347-9B42-9A558A9832A3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736B1-EB1D-435B-8E0A-3542E9E5EF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D45B0-D56F-414D-B5AA-BE62DBE3DD45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E4C10-1AD4-446A-8667-06ED1EC847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D7969-3A5E-49F8-8AF9-57C23F4C6732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6411C-838A-4D98-9EE4-1799A825B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5B214-F3D2-45FC-BDA8-D9C979A2D52B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2DCD1F-7CCC-4F7B-BCE8-4D8FCB036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E5F5F-B18C-44A7-ACC1-DF14E0546D08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6D7F4-C149-4B58-A484-753469588A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6B402-E453-44BF-8D07-9D9CF2988BA7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512903-0F3D-4341-95D1-4F9453C5D0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97A5C-2ADA-468A-96B2-A8437B260C61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00D38-980A-4589-8F36-DA84DB2ABB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6B94F-03ED-425E-A30E-A707166B7D26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6896-D947-4EFE-AA24-5A11909DBB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994F4-F245-4A16-904D-84272022C061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62D60-581C-4890-8DA9-C9189D83D9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EAEFE-66F6-4CC4-93AB-88CC7BB4F7A0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85DF1-72A4-45EE-ADDC-6BA7C00EA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54E4444-FFC6-488D-B9D9-B209CAFCE005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746FD7E-679B-4EBB-8E20-42177A1B1D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315</a:t>
            </a:r>
            <a:br>
              <a:rPr lang="en-US" dirty="0" smtClean="0"/>
            </a:br>
            <a:r>
              <a:rPr lang="ml-IN" b="1" dirty="0" smtClean="0"/>
              <a:t>സ്നേഹ വിരുന്നനുഭവിപ്പാൻ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Snehavirunnanubhavippaan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1832956" y="4668228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(മോശവത്സലം)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20255" y="4686239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Moshavatsalam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85007582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5240"/>
            <a:ext cx="12192000" cy="3718560"/>
          </a:xfrm>
        </p:spPr>
        <p:txBody>
          <a:bodyPr anchor="t"/>
          <a:lstStyle/>
          <a:p>
            <a:pPr defTabSz="463550"/>
            <a:r>
              <a:rPr lang="ml-IN" sz="2000" b="1" dirty="0" smtClean="0"/>
              <a:t>പല്ലവി</a:t>
            </a:r>
            <a:r>
              <a:rPr lang="en-US" sz="3400" b="1" dirty="0"/>
              <a:t/>
            </a:r>
            <a:br>
              <a:rPr lang="en-US" sz="3400" b="1" dirty="0"/>
            </a:br>
            <a:r>
              <a:rPr lang="ml-IN" sz="3400" b="1" spc="-300" dirty="0" smtClean="0"/>
              <a:t>സ്നേഹ </a:t>
            </a:r>
            <a:r>
              <a:rPr lang="ml-IN" sz="3400" b="1" spc="-300" dirty="0"/>
              <a:t>വിരുന്ന </a:t>
            </a:r>
            <a:r>
              <a:rPr lang="ml-IN" sz="3400" b="1" spc="-300" dirty="0" smtClean="0"/>
              <a:t>നുഭവിപ്പാൻ</a:t>
            </a:r>
            <a:r>
              <a:rPr lang="en-US" sz="3400" b="1" spc="-300" dirty="0" smtClean="0"/>
              <a:t> </a:t>
            </a:r>
            <a:r>
              <a:rPr lang="ml-IN" sz="3400" b="1" spc="-300" dirty="0" smtClean="0"/>
              <a:t>-</a:t>
            </a:r>
            <a:r>
              <a:rPr lang="en-US" sz="3400" b="1" spc="-300" dirty="0" smtClean="0"/>
              <a:t> </a:t>
            </a:r>
            <a:r>
              <a:rPr lang="ml-IN" sz="3400" b="1" spc="-300" dirty="0" smtClean="0"/>
              <a:t>സ്നേഹ-</a:t>
            </a:r>
            <a:r>
              <a:rPr lang="ml-IN" sz="3400" b="1" dirty="0"/>
              <a:t/>
            </a:r>
            <a:br>
              <a:rPr lang="ml-IN" sz="3400" b="1" dirty="0"/>
            </a:br>
            <a:r>
              <a:rPr lang="ml-IN" sz="3400" b="1" dirty="0"/>
              <a:t>ദൈവ മക്ക ളെല്ലാരും </a:t>
            </a:r>
            <a:r>
              <a:rPr lang="ml-IN" sz="3400" b="1" dirty="0" smtClean="0"/>
              <a:t>കൂടുവിൻ</a:t>
            </a:r>
            <a:r>
              <a:rPr lang="en-US" sz="3400" b="1" dirty="0" smtClean="0"/>
              <a:t> </a:t>
            </a:r>
            <a:r>
              <a:rPr lang="ml-IN" sz="3400" b="1" dirty="0" smtClean="0"/>
              <a:t>ജയം </a:t>
            </a:r>
            <a:r>
              <a:rPr lang="ml-IN" sz="3400" b="1" dirty="0"/>
              <a:t>ജയം നമുക്കേ!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ml-IN" sz="1200" dirty="0"/>
              <a:t/>
            </a:r>
            <a:br>
              <a:rPr lang="ml-IN" sz="1200" dirty="0"/>
            </a:br>
            <a:r>
              <a:rPr lang="ml-IN" sz="2000" b="1" dirty="0" smtClean="0"/>
              <a:t>അനുപല്ലവി</a:t>
            </a:r>
            <a:r>
              <a:rPr lang="ml-IN" sz="3400" b="1" dirty="0" smtClean="0"/>
              <a:t> </a:t>
            </a:r>
            <a:r>
              <a:rPr lang="en-US" sz="3400" b="1" dirty="0"/>
              <a:t/>
            </a:r>
            <a:br>
              <a:rPr lang="en-US" sz="3400" b="1" dirty="0"/>
            </a:br>
            <a:r>
              <a:rPr lang="ml-IN" sz="3400" b="1" dirty="0" smtClean="0"/>
              <a:t>പക </a:t>
            </a:r>
            <a:r>
              <a:rPr lang="ml-IN" sz="3400" b="1" dirty="0"/>
              <a:t>തിങ്ങി ലോക മക്കൾ </a:t>
            </a:r>
            <a:br>
              <a:rPr lang="ml-IN" sz="3400" b="1" dirty="0"/>
            </a:br>
            <a:r>
              <a:rPr lang="ml-IN" sz="3400" b="1" dirty="0" smtClean="0"/>
              <a:t>പല </a:t>
            </a:r>
            <a:r>
              <a:rPr lang="ml-IN" sz="3400" b="1" dirty="0"/>
              <a:t>കുലം </a:t>
            </a:r>
            <a:r>
              <a:rPr lang="ml-IN" sz="3400" b="1" dirty="0" smtClean="0"/>
              <a:t>ജാതികളായ്</a:t>
            </a:r>
            <a:r>
              <a:rPr lang="en-US" sz="3400" b="1" dirty="0" smtClean="0"/>
              <a:t> </a:t>
            </a:r>
            <a:r>
              <a:rPr lang="ml-IN" sz="3400" b="1" dirty="0" smtClean="0"/>
              <a:t>പിരിഞ്ഞു </a:t>
            </a:r>
            <a:r>
              <a:rPr lang="ml-IN" sz="3400" b="1" dirty="0"/>
              <a:t>നാൾക്കുനാൾ </a:t>
            </a:r>
            <a:br>
              <a:rPr lang="ml-IN" sz="3400" b="1" dirty="0"/>
            </a:br>
            <a:r>
              <a:rPr lang="ml-IN" sz="3400" b="1" dirty="0" smtClean="0"/>
              <a:t>പരനോടെതിർക്കുന്നു </a:t>
            </a:r>
            <a:r>
              <a:rPr lang="ml-IN" sz="3400" b="1" spc="-300" dirty="0"/>
              <a:t>- സ്നേഹ....</a:t>
            </a:r>
            <a:r>
              <a:rPr lang="ml-IN" sz="3400" b="1" dirty="0"/>
              <a:t/>
            </a:r>
            <a:br>
              <a:rPr lang="ml-IN" sz="3400" b="1" dirty="0"/>
            </a:br>
            <a:endParaRPr lang="en-US" sz="3400" b="1" dirty="0"/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315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581400"/>
            <a:ext cx="12192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i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Pallavi</a:t>
            </a:r>
            <a:endParaRPr lang="en-US" sz="2000" i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Snehavirunnanubhavippaan 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Daivamakkalhellaavarum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kooduvin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nammukkey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2000" i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Anupallavi</a:t>
            </a:r>
            <a:endParaRPr lang="en-US" sz="2000" i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Pakathingi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makkalh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Pala kulam jaathikalhaay pirinju naalhkkunaalh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Paranodethirkkunnu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12192000" cy="3261360"/>
          </a:xfrm>
        </p:spPr>
        <p:txBody>
          <a:bodyPr anchor="t"/>
          <a:lstStyle/>
          <a:p>
            <a:pPr algn="l" defTabSz="463550"/>
            <a:r>
              <a:rPr lang="en-US" sz="3400" b="1" dirty="0"/>
              <a:t>1	</a:t>
            </a:r>
            <a:r>
              <a:rPr lang="ml-IN" sz="3400" b="1" dirty="0"/>
              <a:t>നമുക്കൊരു പിതാവു </a:t>
            </a:r>
            <a:r>
              <a:rPr lang="ml-IN" sz="3400" b="1" dirty="0" smtClean="0"/>
              <a:t>തന്നെ</a:t>
            </a:r>
            <a:r>
              <a:rPr lang="en-US" sz="3400" b="1" dirty="0" smtClean="0"/>
              <a:t> </a:t>
            </a:r>
            <a:br>
              <a:rPr lang="en-US" sz="3400" b="1" dirty="0" smtClean="0"/>
            </a:br>
            <a:r>
              <a:rPr lang="en-US" sz="3400" b="1" dirty="0" smtClean="0"/>
              <a:t>	</a:t>
            </a:r>
            <a:r>
              <a:rPr lang="ml-IN" sz="3400" b="1" dirty="0" smtClean="0"/>
              <a:t>നമുക്കേവർക്കും</a:t>
            </a:r>
            <a:r>
              <a:rPr lang="en-US" sz="3400" b="1" dirty="0" smtClean="0"/>
              <a:t> </a:t>
            </a:r>
            <a:r>
              <a:rPr lang="ml-IN" sz="3400" b="1" dirty="0" smtClean="0"/>
              <a:t>ജീവൻ</a:t>
            </a:r>
            <a:r>
              <a:rPr lang="en-US" sz="3400" b="1" dirty="0" smtClean="0"/>
              <a:t> </a:t>
            </a:r>
            <a:br>
              <a:rPr lang="en-US" sz="3400" b="1" dirty="0" smtClean="0"/>
            </a:br>
            <a:r>
              <a:rPr lang="en-US" sz="3400" b="1" dirty="0"/>
              <a:t>	</a:t>
            </a:r>
            <a:r>
              <a:rPr lang="ml-IN" sz="3400" b="1" spc="-300" dirty="0" smtClean="0"/>
              <a:t>അരുളിടുന്നതും </a:t>
            </a:r>
            <a:r>
              <a:rPr lang="ml-IN" sz="3400" b="1" spc="-300" dirty="0"/>
              <a:t>ദൈവാത്മാവു തന്നെ </a:t>
            </a:r>
            <a:r>
              <a:rPr lang="ml-IN" sz="3400" b="1" dirty="0"/>
              <a:t/>
            </a:r>
            <a:br>
              <a:rPr lang="ml-IN" sz="3400" b="1" dirty="0"/>
            </a:br>
            <a:r>
              <a:rPr lang="en-US" sz="3400" b="1" dirty="0"/>
              <a:t>	</a:t>
            </a:r>
            <a:r>
              <a:rPr lang="ml-IN" sz="3400" b="1" dirty="0"/>
              <a:t>നമുക്കേക </a:t>
            </a:r>
            <a:r>
              <a:rPr lang="ml-IN" sz="3400" b="1" dirty="0" smtClean="0"/>
              <a:t>രക്ഷകനാം</a:t>
            </a:r>
            <a:r>
              <a:rPr lang="en-US" sz="3400" b="1" dirty="0" smtClean="0"/>
              <a:t> (2)</a:t>
            </a:r>
            <a:r>
              <a:rPr lang="ml-IN" sz="3400" b="1" dirty="0"/>
              <a:t/>
            </a:r>
            <a:br>
              <a:rPr lang="ml-IN" sz="3400" b="1" dirty="0"/>
            </a:br>
            <a:r>
              <a:rPr lang="en-US" sz="3400" b="1" dirty="0"/>
              <a:t>	</a:t>
            </a:r>
            <a:r>
              <a:rPr lang="ml-IN" sz="3400" b="1" dirty="0"/>
              <a:t>നമുക്കേവർക്കും </a:t>
            </a:r>
            <a:r>
              <a:rPr lang="ml-IN" sz="3400" b="1" dirty="0" smtClean="0"/>
              <a:t>കൂടി</a:t>
            </a:r>
            <a:r>
              <a:rPr lang="en-US" sz="3400" b="1" dirty="0" smtClean="0"/>
              <a:t> </a:t>
            </a:r>
            <a:r>
              <a:rPr lang="ml-IN" sz="3400" b="1" dirty="0" smtClean="0"/>
              <a:t>ഇരുപ്പതിന്നിനി-</a:t>
            </a:r>
            <a:r>
              <a:rPr lang="en-US" sz="3400" b="1" dirty="0" smtClean="0"/>
              <a:t/>
            </a:r>
            <a:br>
              <a:rPr lang="en-US" sz="3400" b="1" dirty="0" smtClean="0"/>
            </a:br>
            <a:r>
              <a:rPr lang="en-US" sz="3400" b="1" dirty="0"/>
              <a:t>	</a:t>
            </a:r>
            <a:r>
              <a:rPr lang="ml-IN" sz="3400" b="1" dirty="0" smtClean="0"/>
              <a:t>സ്വർഗ്ഗം</a:t>
            </a:r>
            <a:r>
              <a:rPr lang="en-US" sz="3400" b="1" dirty="0" smtClean="0"/>
              <a:t> </a:t>
            </a:r>
            <a:r>
              <a:rPr lang="ml-IN" sz="3400" b="1" dirty="0" smtClean="0"/>
              <a:t>ഒന്നു </a:t>
            </a:r>
            <a:r>
              <a:rPr lang="ml-IN" sz="3400" b="1" dirty="0"/>
              <a:t>തന്നെ</a:t>
            </a:r>
            <a:endParaRPr lang="en-US" sz="3400" b="1" dirty="0"/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315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084" y="3794760"/>
            <a:ext cx="112776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Namukkoru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Pithaavu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Namukkevarkkum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endParaRPr lang="en-US" sz="34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arulhidunnathum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daivaathmaavu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Namukkeka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Namukkevarkum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koodiyirippathini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swargam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47346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12192000" cy="3261360"/>
          </a:xfrm>
        </p:spPr>
        <p:txBody>
          <a:bodyPr anchor="t"/>
          <a:lstStyle/>
          <a:p>
            <a:pPr algn="l" defTabSz="463550"/>
            <a:r>
              <a:rPr lang="ml-IN" sz="3400" b="1" dirty="0"/>
              <a:t>2	നമുക്കേക ഭോജനമേ </a:t>
            </a:r>
            <a:br>
              <a:rPr lang="ml-IN" sz="3400" b="1" dirty="0"/>
            </a:br>
            <a:r>
              <a:rPr lang="ml-IN" sz="3400" b="1" dirty="0"/>
              <a:t>	നമുക്കേവർക്കും നിഴൽ </a:t>
            </a:r>
            <a:br>
              <a:rPr lang="ml-IN" sz="3400" b="1" dirty="0"/>
            </a:br>
            <a:r>
              <a:rPr lang="ml-IN" sz="3400" b="1" dirty="0"/>
              <a:t>	വെളിച്ച ത്തൂണതും യേശു നായകനേ </a:t>
            </a:r>
            <a:br>
              <a:rPr lang="ml-IN" sz="3400" b="1" dirty="0"/>
            </a:br>
            <a:r>
              <a:rPr lang="ml-IN" sz="3400" b="1" dirty="0"/>
              <a:t>	വഴി വാതിൽ സ്നാനമൊന്നേ....2 </a:t>
            </a:r>
            <a:br>
              <a:rPr lang="ml-IN" sz="3400" b="1" dirty="0"/>
            </a:br>
            <a:r>
              <a:rPr lang="ml-IN" sz="3400" b="1" dirty="0"/>
              <a:t>	ക്രിസ്തു വിധി ചൊല്ലുന്നേരം-	</a:t>
            </a:r>
            <a:r>
              <a:rPr lang="en-US" sz="3400" b="1" dirty="0" smtClean="0"/>
              <a:t/>
            </a:r>
            <a:br>
              <a:rPr lang="en-US" sz="3400" b="1" dirty="0" smtClean="0"/>
            </a:br>
            <a:r>
              <a:rPr lang="en-US" sz="3400" b="1" dirty="0"/>
              <a:t>	</a:t>
            </a:r>
            <a:r>
              <a:rPr lang="ml-IN" sz="3400" b="1" dirty="0" smtClean="0"/>
              <a:t>നമുക്കെല്ലാവർക്കും വലത്തു</a:t>
            </a:r>
            <a:r>
              <a:rPr lang="en-US" sz="3400" b="1" dirty="0"/>
              <a:t> </a:t>
            </a:r>
            <a:r>
              <a:rPr lang="ml-IN" sz="3400" b="1" dirty="0" smtClean="0"/>
              <a:t>ഭാഗമൊന്നേ</a:t>
            </a:r>
            <a:endParaRPr lang="en-US" sz="3400" b="1" dirty="0"/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315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084" y="3642360"/>
            <a:ext cx="112776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Namukkeka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bhojanamey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Namukkevarkum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nizhal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endParaRPr lang="en-US" sz="34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velhichaththunhathum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snaanamonney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(2)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vidhi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chollunneram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namukkellaavarkkum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valaththubhaagamonney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37840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12192000" cy="3261360"/>
          </a:xfrm>
        </p:spPr>
        <p:txBody>
          <a:bodyPr anchor="t"/>
          <a:lstStyle/>
          <a:p>
            <a:pPr algn="l" defTabSz="463550"/>
            <a:r>
              <a:rPr lang="ml-IN" sz="3400" b="1" dirty="0"/>
              <a:t>3	സ്നേഹക്കുറി തൊട്ടീടണം നാം </a:t>
            </a:r>
            <a:br>
              <a:rPr lang="ml-IN" sz="3400" b="1" dirty="0"/>
            </a:br>
            <a:r>
              <a:rPr lang="ml-IN" sz="3400" b="1" dirty="0"/>
              <a:t>	നിയമം </a:t>
            </a:r>
            <a:r>
              <a:rPr lang="ml-IN" sz="3400" b="1" dirty="0" smtClean="0"/>
              <a:t>ഇതേശുവിൻ</a:t>
            </a:r>
            <a:r>
              <a:rPr lang="en-US" sz="3400" b="1" dirty="0" smtClean="0"/>
              <a:t> </a:t>
            </a:r>
            <a:r>
              <a:rPr lang="ml-IN" sz="3400" b="1" dirty="0" smtClean="0"/>
              <a:t>ജനങ്ങൾക്കേവർക്കും</a:t>
            </a:r>
            <a:r>
              <a:rPr lang="en-US" sz="3400" b="1" dirty="0" smtClean="0"/>
              <a:t> </a:t>
            </a:r>
            <a:r>
              <a:rPr lang="ml-IN" sz="3400" b="1" dirty="0" smtClean="0"/>
              <a:t>	നിയമിച്ചേശു </a:t>
            </a:r>
            <a:r>
              <a:rPr lang="ml-IN" sz="3400" b="1" dirty="0"/>
              <a:t>പരൻ </a:t>
            </a:r>
            <a:br>
              <a:rPr lang="ml-IN" sz="3400" b="1" dirty="0"/>
            </a:br>
            <a:r>
              <a:rPr lang="ml-IN" sz="3400" b="1" dirty="0"/>
              <a:t>	പക പേയുടെ </a:t>
            </a:r>
            <a:r>
              <a:rPr lang="ml-IN" sz="3400" b="1" dirty="0" smtClean="0"/>
              <a:t>കുറിയാം</a:t>
            </a:r>
            <a:r>
              <a:rPr lang="en-US" sz="3400" b="1" dirty="0" smtClean="0"/>
              <a:t> (2)</a:t>
            </a:r>
            <a:r>
              <a:rPr lang="ml-IN" sz="3400" b="1" dirty="0" smtClean="0"/>
              <a:t> </a:t>
            </a:r>
            <a:r>
              <a:rPr lang="ml-IN" sz="3400" b="1" dirty="0"/>
              <a:t/>
            </a:r>
            <a:br>
              <a:rPr lang="ml-IN" sz="3400" b="1" dirty="0"/>
            </a:br>
            <a:r>
              <a:rPr lang="ml-IN" sz="3400" b="1" dirty="0"/>
              <a:t>	പരനേറെ സങ്കടം കോപവും വരും </a:t>
            </a:r>
            <a:br>
              <a:rPr lang="ml-IN" sz="3400" b="1" dirty="0"/>
            </a:br>
            <a:r>
              <a:rPr lang="ml-IN" sz="3400" b="1" dirty="0"/>
              <a:t>	പിണങ്ങും ലോകരോടെ</a:t>
            </a:r>
            <a:endParaRPr lang="en-US" sz="3400" b="1" dirty="0"/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315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084" y="3642360"/>
            <a:ext cx="1119031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Sneha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kurithottidenham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Niyamamitheshuvin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jananghalkkevarkkum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endParaRPr lang="en-US" sz="34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niyamichcheshu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pèyudey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sankadam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kopavum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pinhangum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lokarodey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01221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12192000" cy="3261360"/>
          </a:xfrm>
        </p:spPr>
        <p:txBody>
          <a:bodyPr anchor="t"/>
          <a:lstStyle/>
          <a:p>
            <a:pPr algn="l" defTabSz="463550"/>
            <a:r>
              <a:rPr lang="ml-IN" sz="3400" b="1" dirty="0"/>
              <a:t>4	ക്രിസ്തൻ തിരുചിന്ത ധരിപ്പിൻ </a:t>
            </a:r>
            <a:br>
              <a:rPr lang="ml-IN" sz="3400" b="1" dirty="0"/>
            </a:br>
            <a:r>
              <a:rPr lang="ml-IN" sz="3400" b="1" dirty="0"/>
              <a:t>	കുരിശെടുത്തു താഴ്മയോടവൻ </a:t>
            </a:r>
            <a:br>
              <a:rPr lang="ml-IN" sz="3400" b="1" dirty="0"/>
            </a:br>
            <a:r>
              <a:rPr lang="ml-IN" sz="3400" b="1" dirty="0"/>
              <a:t>	</a:t>
            </a:r>
            <a:r>
              <a:rPr lang="ml-IN" sz="3400" b="1" dirty="0" smtClean="0"/>
              <a:t>പിൻചെല്ലുവിൻ</a:t>
            </a:r>
            <a:r>
              <a:rPr lang="en-US" sz="3400" b="1" dirty="0" smtClean="0"/>
              <a:t> </a:t>
            </a:r>
            <a:r>
              <a:rPr lang="ml-IN" sz="3400" b="1" dirty="0" smtClean="0"/>
              <a:t>തിരു </a:t>
            </a:r>
            <a:r>
              <a:rPr lang="ml-IN" sz="3400" b="1" dirty="0"/>
              <a:t>കൃപ ലഭിപ്പാൻ </a:t>
            </a:r>
            <a:br>
              <a:rPr lang="ml-IN" sz="3400" b="1" dirty="0"/>
            </a:br>
            <a:r>
              <a:rPr lang="ml-IN" sz="3400" b="1" dirty="0"/>
              <a:t>	ഏകമനസ്സോടെ </a:t>
            </a:r>
            <a:r>
              <a:rPr lang="ml-IN" sz="3400" b="1" dirty="0" smtClean="0"/>
              <a:t>ജപിപ്പിൻ</a:t>
            </a:r>
            <a:r>
              <a:rPr lang="en-US" sz="3400" b="1" dirty="0" smtClean="0"/>
              <a:t> (2)</a:t>
            </a:r>
            <a:r>
              <a:rPr lang="ml-IN" sz="3400" b="1" dirty="0"/>
              <a:t/>
            </a:r>
            <a:br>
              <a:rPr lang="ml-IN" sz="3400" b="1" dirty="0"/>
            </a:br>
            <a:r>
              <a:rPr lang="ml-IN" sz="3400" b="1" dirty="0"/>
              <a:t>	അവസാനത്തോളവും നില </a:t>
            </a:r>
            <a:br>
              <a:rPr lang="ml-IN" sz="3400" b="1" dirty="0"/>
            </a:br>
            <a:r>
              <a:rPr lang="ml-IN" sz="3400" b="1" dirty="0"/>
              <a:t>	നിന്നീടുവിൻ വരും </a:t>
            </a:r>
            <a:r>
              <a:rPr lang="ml-IN" sz="3400" b="1" dirty="0" smtClean="0"/>
              <a:t>ഭാഗ്യം </a:t>
            </a:r>
            <a:r>
              <a:rPr lang="ml-IN" sz="3400" b="1" dirty="0"/>
              <a:t>നമുക്കേ</a:t>
            </a:r>
            <a:endParaRPr lang="en-US" sz="3400" b="1" dirty="0"/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315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084" y="3642360"/>
            <a:ext cx="11037916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thiruchintha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dharippin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thaazhmayodavan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endParaRPr lang="en-US" sz="34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pinchelluvin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thirukripa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labhippan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Ekamanasoddey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japippin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Avasaanaththolhavum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nilaninneduvin</a:t>
            </a:r>
            <a:endParaRPr lang="en-US" sz="34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varam</a:t>
            </a:r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05502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113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315 സ്നേഹ വിരുന്നനുഭവിപ്പാൻ</vt:lpstr>
      <vt:lpstr>പല്ലവി സ്നേഹ വിരുന്ന നുഭവിപ്പാൻ - സ്നേഹ- ദൈവ മക്ക ളെല്ലാരും കൂടുവിൻ ജയം ജയം നമുക്കേ!  അനുപല്ലവി  പക തിങ്ങി ലോക മക്കൾ  പല കുലം ജാതികളായ് പിരിഞ്ഞു നാൾക്കുനാൾ  പരനോടെതിർക്കുന്നു - സ്നേഹ.... </vt:lpstr>
      <vt:lpstr>1 നമുക്കൊരു പിതാവു തന്നെ   നമുക്കേവർക്കും ജീവൻ   അരുളിടുന്നതും ദൈവാത്മാവു തന്നെ   നമുക്കേക രക്ഷകനാം (2)  നമുക്കേവർക്കും കൂടി ഇരുപ്പതിന്നിനി-  സ്വർഗ്ഗം ഒന്നു തന്നെ</vt:lpstr>
      <vt:lpstr>2 നമുക്കേക ഭോജനമേ   നമുക്കേവർക്കും നിഴൽ   വെളിച്ച ത്തൂണതും യേശു നായകനേ   വഴി വാതിൽ സ്നാനമൊന്നേ....2   ക്രിസ്തു വിധി ചൊല്ലുന്നേരം-   നമുക്കെല്ലാവർക്കും വലത്തു ഭാഗമൊന്നേ</vt:lpstr>
      <vt:lpstr>3 സ്നേഹക്കുറി തൊട്ടീടണം നാം   നിയമം ഇതേശുവിൻ ജനങ്ങൾക്കേവർക്കും  നിയമിച്ചേശു പരൻ   പക പേയുടെ കുറിയാം (2)   പരനേറെ സങ്കടം കോപവും വരും   പിണങ്ങും ലോകരോടെ</vt:lpstr>
      <vt:lpstr>4 ക്രിസ്തൻ തിരുചിന്ത ധരിപ്പിൻ   കുരിശെടുത്തു താഴ്മയോടവൻ   പിൻചെല്ലുവിൻ തിരു കൃപ ലഭിപ്പാൻ   ഏകമനസ്സോടെ ജപിപ്പിൻ (2)  അവസാനത്തോളവും നില   നിന്നീടുവിൻ വരും ഭാഗ്യം നമുക്കേ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Snehavirunnanubhavippan</dc:title>
  <dc:creator>Digital Input; GM JOHN; Acsah Mathews</dc:creator>
  <cp:lastModifiedBy>Projector Admin</cp:lastModifiedBy>
  <cp:revision>437</cp:revision>
  <dcterms:created xsi:type="dcterms:W3CDTF">2013-04-19T09:19:07Z</dcterms:created>
  <dcterms:modified xsi:type="dcterms:W3CDTF">2018-11-18T17:50:54Z</dcterms:modified>
</cp:coreProperties>
</file>