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4" r:id="rId2"/>
    <p:sldId id="270" r:id="rId3"/>
    <p:sldId id="272" r:id="rId4"/>
    <p:sldId id="271" r:id="rId5"/>
    <p:sldId id="273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32C77B-8C7E-4032-AA4A-68812525C803}" type="datetimeFigureOut">
              <a:rPr lang="en-US" smtClean="0"/>
              <a:t>10/31/2018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D8AE-235E-43BF-8165-F059D9545E8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D8AE-235E-43BF-8165-F059D9545E8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D8AE-235E-43BF-8165-F059D9545E8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395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40D1F0-DAFE-470E-875D-7BC245DE9ECC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BA9350-5025-4D2B-8997-AD9D2B71DD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A94649-813A-4CF0-95C8-5C078F70076F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379B5-C986-4B32-AB89-FDA9D866EA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E36890-FAD0-4E19-9F5E-2202354B4F2D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3731E-4717-49B7-A711-8C8676B92B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4FA348-A186-42FF-A13A-6CA50A5267D0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B3452-C101-4374-9A2D-62C1DEBD0D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95C6F-A4CD-4EAF-805F-ECBE8ED73C75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17347-3267-4106-9A28-7BA0B3FA26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6AC807-BCF5-4058-8C1D-77D3C5461A44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CB201-9CED-43F3-B65A-E2073D1857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23EF4-BEF7-4C77-867C-F277EBEA7EC2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1F4A15-2127-43E8-82BA-1366B66E3F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E83FF-44E6-43F2-9688-B26F5420A9E7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001E5A-BEBB-442D-A9C7-2FE701948C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9BAB7-BFF7-4E5A-B50E-1FC2935B304A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39965-AC02-4554-B266-881A884C56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3C2769-4A7E-4DED-B388-F42B042FD581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ECAF1-F2B6-43FC-A99B-71CD5F94F9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DEFF54-4476-4E4D-BFC4-0B565F637E00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3569C1-AA80-4E3A-92DA-04A3314ABF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29F4621-B438-4DA4-9515-5061C845775F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D176DD0-8FD2-46D6-BBC7-9CDA9F40F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D0566-5933-4358-9C8E-09B7D3528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524000"/>
            <a:ext cx="10363200" cy="2076451"/>
          </a:xfrm>
        </p:spPr>
        <p:txBody>
          <a:bodyPr/>
          <a:lstStyle/>
          <a:p>
            <a:r>
              <a:rPr lang="en-US" sz="5400" dirty="0"/>
              <a:t>67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എന്നോടുള്ള നിന്‍ സര്‍വ്വ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561B7-938C-47EE-8351-31A1291CB8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Ennodullha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Nin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sarvva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87139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90500" y="685800"/>
            <a:ext cx="11811000" cy="2743200"/>
          </a:xfrm>
        </p:spPr>
        <p:txBody>
          <a:bodyPr anchor="t"/>
          <a:lstStyle/>
          <a:p>
            <a:pPr algn="l" defTabSz="287338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എന്നോടുള്ള നിന്‍ സര്‍വ്വനന്മകള്‍ക്കായി ഞാന്‍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എന്തുചെയ്യേണ്ടു നിനക്കേശുപരാ!—ഇപ്പോള്‍</a:t>
            </a:r>
            <a:r>
              <a:rPr lang="en-US" sz="30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0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എന്തു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നന്ദി കൊണ്ടെന്‍റെ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ഉള്ളം നന്നെ നിറയുന്നെ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സന്നാഹമോടെ സ്തുതി പാടീടുന്നേന്‍—ദേവാ</a:t>
            </a:r>
            <a:r>
              <a:rPr lang="en-US" sz="30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0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സന്നാ</a:t>
            </a:r>
            <a:endParaRPr lang="ml-IN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709176" y="0"/>
            <a:ext cx="4828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067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E6C0CA-E773-4C71-8084-3C38B7C2655D}"/>
              </a:ext>
            </a:extLst>
          </p:cNvPr>
          <p:cNvSpPr/>
          <p:nvPr/>
        </p:nvSpPr>
        <p:spPr>
          <a:xfrm>
            <a:off x="190500" y="3553691"/>
            <a:ext cx="11811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Ennodullha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nanmakalhkaayi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cheyyendu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Yeshuparaa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ippolh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 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Enthu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</a:b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kondentey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ullham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nirayunna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Sannaahamodey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paadidunnen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Deva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Sannaa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90500" y="685800"/>
            <a:ext cx="12001500" cy="2743200"/>
          </a:xfrm>
        </p:spPr>
        <p:txBody>
          <a:bodyPr anchor="t"/>
          <a:lstStyle/>
          <a:p>
            <a:pPr algn="l" defTabSz="287338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പാപത്തില്‍ നിന്നു എന്നെ കോരിയെടുപ്പാനായ്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ശാപശിക്ഷകളേറ്റ ദേവാത്മജാ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—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മഹാ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ശാപ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അന്‍പോടു ദിനംതോറും നടത്തുന്ന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പൊന്നിടയനനന്തം വന്ദനമെ—എന്‍റെ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പൊന്നി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709176" y="0"/>
            <a:ext cx="4828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067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A1E0B2-88EC-442D-8FCA-41E00CCE11A9}"/>
              </a:ext>
            </a:extLst>
          </p:cNvPr>
          <p:cNvSpPr/>
          <p:nvPr/>
        </p:nvSpPr>
        <p:spPr>
          <a:xfrm>
            <a:off x="190500" y="3646852"/>
            <a:ext cx="11811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Paapaththil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kôriyeduppaanaai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Shaapa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shikshakalhetta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Dèvaathamaja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Shaapa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anpodu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thorum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nadaththunna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Ponnidayan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anantham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vandanamey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Ponnidayan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4147640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743200"/>
          </a:xfrm>
        </p:spPr>
        <p:txBody>
          <a:bodyPr anchor="t"/>
          <a:lstStyle/>
          <a:p>
            <a:pPr algn="l" defTabSz="287338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അന്ത്യംവരെയും എന്നെ കാവല്‍ ചെയ്തീടുവാന്‍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അന്തികെയുള്ള മഹല്‍ ശക്തി നീയേ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—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നാഥാ!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അന്തി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താതന്‍ സന്നിധിയിലെന്‍-പേര്‍ക്കു സദാ പക്ഷ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—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വാദം ചെയ്യുന്ന മമ ജീവനാഥാ!—പക്ഷ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വാദം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8E3819-0854-413B-ABE7-9F1BC3257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09176" y="0"/>
            <a:ext cx="4828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067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8A781C-1327-4E78-8041-9861A700B468}"/>
              </a:ext>
            </a:extLst>
          </p:cNvPr>
          <p:cNvSpPr/>
          <p:nvPr/>
        </p:nvSpPr>
        <p:spPr>
          <a:xfrm>
            <a:off x="190500" y="3646852"/>
            <a:ext cx="11811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Anthyam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vareyummenney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Kaaval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cheitheeduvaan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Anthikeyullha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mahal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shakthi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neeyé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Anthikeyullha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Thaathan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sannidhiyilen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Pèrkku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sadaa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paksha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Vaadam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cheyyunna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mama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jeevanaatha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paksha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Vaadam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743200"/>
          </a:xfrm>
        </p:spPr>
        <p:txBody>
          <a:bodyPr anchor="t"/>
          <a:lstStyle/>
          <a:p>
            <a:pPr algn="l" defTabSz="287338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7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കുറ്റംകൂടാതെയെന്നെ തേജസ്സിന്‍ മുമ്പാകെ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മുറ്റും നിറുത്താന്‍ കഴിവുള്ളവനേ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—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മുറ്റും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8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മന്നിടത്തിലടിയന്‍ ജീവിക്കും നാളെന്നും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വന്ദനം ചെയ്യും തിരുനാമത്തിനു—ദേവാ!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വന്ദ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8E3819-0854-413B-ABE7-9F1BC3257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09176" y="0"/>
            <a:ext cx="4828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067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79AB3D-73FB-4D15-BDF5-0B0DB0AEF435}"/>
              </a:ext>
            </a:extLst>
          </p:cNvPr>
          <p:cNvSpPr/>
          <p:nvPr/>
        </p:nvSpPr>
        <p:spPr>
          <a:xfrm>
            <a:off x="139588" y="3750761"/>
            <a:ext cx="11811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7.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Kuttam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koodaathey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Thejassin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munbaakey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Muttum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niruththaankazhivullhavaney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Muttum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8.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Mannidaththil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adiyan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Jeevikkum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naalhennum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Vandanam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cheyyun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naamaththinu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Vanda…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5AA782-D2BB-46CD-B333-CB885C47541D}"/>
              </a:ext>
            </a:extLst>
          </p:cNvPr>
          <p:cNvSpPr/>
          <p:nvPr/>
        </p:nvSpPr>
        <p:spPr>
          <a:xfrm>
            <a:off x="9829800" y="3117987"/>
            <a:ext cx="2514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(</a:t>
            </a:r>
            <a:r>
              <a:rPr lang="ml-IN" b="1" dirty="0">
                <a:latin typeface="Kartika" panose="02020503030404060203" pitchFamily="18" charset="0"/>
                <a:cs typeface="Kartika" panose="02020503030404060203" pitchFamily="18" charset="0"/>
              </a:rPr>
              <a:t>പി. വി. തൊമ്മി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25023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118</Words>
  <Application>Microsoft Office PowerPoint</Application>
  <PresentationFormat>Widescreen</PresentationFormat>
  <Paragraphs>32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67 എന്നോടുള്ള നിന്‍ സര്‍വ്വ</vt:lpstr>
      <vt:lpstr>1 എന്നോടുള്ള നിന്‍ സര്‍വ്വനന്മകള്‍ക്കായി ഞാന്‍  എന്തുചെയ്യേണ്ടു നിനക്കേശുപരാ!—ഇപ്പോള്‍ - എന്തു  2 നന്ദി കൊണ്ടെന്‍റെ  ഉള്ളം നന്നെ നിറയുന്നെ  സന്നാഹമോടെ സ്തുതി പാടീടുന്നേന്‍—ദേവാ - സന്നാ</vt:lpstr>
      <vt:lpstr>3 പാപത്തില്‍ നിന്നു എന്നെ കോരിയെടുപ്പാനായ്  ശാപശിക്ഷകളേറ്റ ദേവാത്മജാ — മഹാ - ശാപ  4 എന്നെ അന്‍പോടു ദിനംതോറും നടത്തുന്ന  പൊന്നിടയനനന്തം വന്ദനമെ—എന്‍റെ – പൊന്നി</vt:lpstr>
      <vt:lpstr>5 അന്ത്യംവരെയും എന്നെ കാവല്‍ ചെയ്തീടുവാന്‍  അന്തികെയുള്ള മഹല്‍ ശക്തി നീയേ—നാഥാ! - അന്തി  6 താതന്‍ സന്നിധിയിലെന്‍-പേര്‍ക്കു സദാ പക്ഷ—  വാദം ചെയ്യുന്ന മമ ജീവനാഥാ!—പക്ഷ - വാദം</vt:lpstr>
      <vt:lpstr>7 കുറ്റംകൂടാതെയെന്നെ തേജസ്സിന്‍ മുമ്പാകെ  മുറ്റും നിറുത്താന്‍ കഴിവുള്ളവനേ—എന്നെ - മുറ്റും   8 മന്നിടത്തിലടിയന്‍ ജീവിക്കും നാളെന്നും  വന്ദനം ചെയ്യും തിരുനാമത്തിനു—ദേവാ! – വന്ദ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Ennodulla nin sarva</dc:title>
  <dc:creator>Digital Input:; GM JOHN; Acsah</dc:creator>
  <cp:lastModifiedBy>Acsah Mathews</cp:lastModifiedBy>
  <cp:revision>113</cp:revision>
  <dcterms:created xsi:type="dcterms:W3CDTF">2013-04-19T09:19:07Z</dcterms:created>
  <dcterms:modified xsi:type="dcterms:W3CDTF">2018-10-31T15:49:40Z</dcterms:modified>
</cp:coreProperties>
</file>