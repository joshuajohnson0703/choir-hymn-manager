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2" r:id="rId3"/>
    <p:sldId id="274" r:id="rId4"/>
    <p:sldId id="278" r:id="rId5"/>
    <p:sldId id="275" r:id="rId6"/>
    <p:sldId id="279" r:id="rId7"/>
    <p:sldId id="276" r:id="rId8"/>
    <p:sldId id="280" r:id="rId9"/>
    <p:sldId id="277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48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4373E-389A-4AE0-9FA2-959AFE86795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592D5-D0A9-49E5-8F04-BEAC1166CD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33049-BEC8-42B2-AA2F-8D99D983599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8717FF-79CA-4453-8403-6EBCFF614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0265D-F7DC-4F55-84B4-07320E57989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AB20A-45E0-4020-B852-678E6DD6E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A3391-259F-423E-8603-B063E1874F7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8E121-8F10-4062-A216-D6887951C8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C855E-8E05-401D-912E-8A481DFEAC0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0A062-5D73-4071-BB16-057C6EEBAC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2C9A1C-71F2-46FE-97E3-3D09A0B5859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BAA0C-9E1B-4E46-9AD9-6985C0B3AB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47274-E705-4E80-A87A-BD7A73DBA266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1B9B9-05D1-46A5-84BE-52138F05CA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4C112-7AD3-4791-8F36-78A8A0E88FE1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EC678-5B58-4E26-BBC0-58C101B9DC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42F32-CEDF-4C2C-B0AB-D31E332B79A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546BC-5B68-456E-9E7E-B285F5271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437CE-F56B-491F-95C6-499982B0381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A5172E-173B-46F8-BEEC-F65211B791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F70E7-8CED-4D21-A814-B4FCA2C179D6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1EA38D-120B-49C4-8122-1B23D455D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440F2FE-92A7-4133-B7E0-0B859BFF09D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11486DE-2B35-4F2D-8645-4637506AF4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A3D5-2432-4ECB-8E85-6806D3061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385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വിശ്വാസികളെ! </a:t>
            </a:r>
            <a:r>
              <a:rPr lang="ml-IN" b="1">
                <a:latin typeface="Kartika" panose="02020503030404060203" pitchFamily="18" charset="0"/>
              </a:rPr>
              <a:t>വിശ്വാസികളെ!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BFB47-EED9-4140-9E29-0695EEB9D1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Vishwaasikalhe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  <a:r>
              <a:rPr lang="en-US" sz="4000" b="1" dirty="0" err="1">
                <a:solidFill>
                  <a:srgbClr val="002060"/>
                </a:solidFill>
              </a:rPr>
              <a:t>Vishwaasikalhe</a:t>
            </a:r>
            <a:r>
              <a:rPr lang="en-US" sz="4000" b="1" dirty="0">
                <a:solidFill>
                  <a:srgbClr val="002060"/>
                </a:solidFill>
              </a:rPr>
              <a:t>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454503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282575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വിശ്വാസികളെ! വിശ്വാസികളെ!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ഉയര്‍ത്തിടുവീന്‍ ജയത്തിന്‍ കൊടികൾ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ധ്വനിപ്പാന്‍ കാലമായ്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മല്‍പ്രിയന്‍ വരുന്നു (2)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വിശ്വാ....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5CE79-777D-4EB2-A8AA-2C807446F296}"/>
              </a:ext>
            </a:extLst>
          </p:cNvPr>
          <p:cNvSpPr/>
          <p:nvPr/>
        </p:nvSpPr>
        <p:spPr>
          <a:xfrm>
            <a:off x="228600" y="3733800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Uyartheeduveen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dhwanippan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Malpriyan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282575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നിരന്നീടുവിന്‍ നിരന്നീടുവിന്‍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പോര്‍ വീരരായ് നാം സുധീരരായ് നാം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ധരിപ്പിന്‍ ധരിപ്പിന്‍ സര്‍വ്വായുധ വര്‍ഗ്ഗം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ആത്മാവില്‍ ധരിപ്പിന്‍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5CE79-777D-4EB2-A8AA-2C807446F296}"/>
              </a:ext>
            </a:extLst>
          </p:cNvPr>
          <p:cNvSpPr/>
          <p:nvPr/>
        </p:nvSpPr>
        <p:spPr>
          <a:xfrm>
            <a:off x="228600" y="3733800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Niranneeduveen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niranneeduveen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Porveeraraai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sudheeraraayi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Dharippin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sarvvayudhavarggam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dharippin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4461503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2825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വിശ്വാസികളെ! വിശ്വാസികളെ!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ഉയര്‍ത്തിടുവീന്‍ ജയത്തിന്‍ കൊടികൾ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ധ്വനിപ്പാന്‍ കാലമായ്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മല്‍പ്രിയന്‍ വരുന്നു (2)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വിശ്വാ....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5CE79-777D-4EB2-A8AA-2C807446F296}"/>
              </a:ext>
            </a:extLst>
          </p:cNvPr>
          <p:cNvSpPr/>
          <p:nvPr/>
        </p:nvSpPr>
        <p:spPr>
          <a:xfrm>
            <a:off x="228600" y="3733800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Uyartheeduveen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dhwanippan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Malpriyan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24661477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2825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സമാധാനമാം സമാധാനമാം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സുവിശേഷം ധരിപ്പിന്‍ കാലിനു ധരിപ്പിന്‍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എല്ലാറ്റിനും മീതെ തീ അമ്പെ കെടുപ്പീന്‍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 അമ്പെ കെടുപ്പീന്‍ (2)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5CE79-777D-4EB2-A8AA-2C807446F296}"/>
              </a:ext>
            </a:extLst>
          </p:cNvPr>
          <p:cNvSpPr/>
          <p:nvPr/>
        </p:nvSpPr>
        <p:spPr>
          <a:xfrm>
            <a:off x="228600" y="3733800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Samaadhaanamaam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samaadhaanamaam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Suvishesham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dharippin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dharippin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Ellattinum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meethe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ambe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keduppeen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Thee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ambe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keduppeen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6653122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2825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വിശ്വാസികളെ! വിശ്വാസികളെ!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ഉയര്‍ത്തിടുവീന്‍ ജയത്തിന്‍ കൊടികൾ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ധ്വനിപ്പാന്‍ കാലമായ്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മല്‍പ്രിയന്‍ വരുന്നു (2)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വിശ്വാ....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5CE79-777D-4EB2-A8AA-2C807446F296}"/>
              </a:ext>
            </a:extLst>
          </p:cNvPr>
          <p:cNvSpPr/>
          <p:nvPr/>
        </p:nvSpPr>
        <p:spPr>
          <a:xfrm>
            <a:off x="228600" y="3733800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Uyartheeduveen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dhwanippan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Malpriyan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11070681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2825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പോരാട്ടമുള്ളത് പോരാട്ടമുള്ളത്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ലോകരോടല്ല ജഡീകരോടല്ല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സ്വര്‍ലോകങ്ങളിൽ ഉള്ള വാഴ്ചകളോടും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 സൈന്യത്തോടും (2)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5CE79-777D-4EB2-A8AA-2C807446F296}"/>
              </a:ext>
            </a:extLst>
          </p:cNvPr>
          <p:cNvSpPr/>
          <p:nvPr/>
        </p:nvSpPr>
        <p:spPr>
          <a:xfrm>
            <a:off x="228600" y="3733800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Poraattamullhathu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porattamullhathu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lokarodalla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jadeekarodalla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Swarlokangalhil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vaazhchakalhodum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Dushta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sainyaththodum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89606080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2825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വിശ്വാസികളെ! വിശ്വാസികളെ!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ഉയര്‍ത്തിടുവീന്‍ ജയത്തിന്‍ കൊടികൾ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ധ്വനിപ്പാന്‍ കാലമായ്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മല്‍പ്രിയന്‍ വരുന്നു (2)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വിശ്വാ....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5CE79-777D-4EB2-A8AA-2C807446F296}"/>
              </a:ext>
            </a:extLst>
          </p:cNvPr>
          <p:cNvSpPr/>
          <p:nvPr/>
        </p:nvSpPr>
        <p:spPr>
          <a:xfrm>
            <a:off x="228600" y="3733800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Uyartheeduveen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dhwanippan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Malpriyan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423421770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2825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ക്ഷീണം തീർന്നുപോം ക്ഷീണം തീർന്നുപോം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ക്ഷീണങ്ങൾ തീർന്നു പോം മല്‍പ്രിയന്‍ വരുമ്പോൾ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ആനന്ദം ആനന്ദം നിത്യാനന്ദമുണ്ട്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ജയം നമുക്കുണ്ട് (2)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5CE79-777D-4EB2-A8AA-2C807446F296}"/>
              </a:ext>
            </a:extLst>
          </p:cNvPr>
          <p:cNvSpPr/>
          <p:nvPr/>
        </p:nvSpPr>
        <p:spPr>
          <a:xfrm>
            <a:off x="228600" y="3733800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theernnupom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theernnupom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Ksheenhangalh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theernnupom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malpriyan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nithyaanandamundu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nammukkundu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401743093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2825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വിശ്വാസികളെ! വിശ്വാസികളെ!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ഉയര്‍ത്തിടുവീന്‍ ജയത്തിന്‍ കൊടികൾ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എക്കാളം ധ്വനിപ്പാന്‍ കാലമായ്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മല്‍പ്രിയന്‍ വരുന്നു (2)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വിശ്വാ....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5CE79-777D-4EB2-A8AA-2C807446F296}"/>
              </a:ext>
            </a:extLst>
          </p:cNvPr>
          <p:cNvSpPr/>
          <p:nvPr/>
        </p:nvSpPr>
        <p:spPr>
          <a:xfrm>
            <a:off x="228600" y="3733800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Uyartheeduveen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ekkaalham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dhwanippan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Malpriyan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5989001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203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385 വിശ്വാസികളെ! വിശ്വാസികളെ!</vt:lpstr>
      <vt:lpstr>1  വിശ്വാസികളെ! വിശ്വാസികളെ!   ഉയര്‍ത്തിടുവീന്‍ ജയത്തിന്‍ കൊടികൾ   എക്കാളം  എക്കാളം ധ്വനിപ്പാന്‍ കാലമായ്‌   മല്‍പ്രിയന്‍ വരുന്നു (2)             - വിശ്വാ....</vt:lpstr>
      <vt:lpstr>2  നിരന്നീടുവിന്‍ നിരന്നീടുവിന്‍    പോര്‍ വീരരായ് നാം സുധീരരായ് നാം   ധരിപ്പിന്‍ ധരിപ്പിന്‍ സര്‍വ്വായുധ വര്‍ഗ്ഗം   ആത്മാവില്‍ ധരിപ്പിന്‍ (2)</vt:lpstr>
      <vt:lpstr>വിശ്വാസികളെ! വിശ്വാസികളെ!  ഉയര്‍ത്തിടുവീന്‍ ജയത്തിന്‍ കൊടികൾ  എക്കാളം  എക്കാളം ധ്വനിപ്പാന്‍ കാലമായ്‌  മല്‍പ്രിയന്‍ വരുന്നു (2)             - വിശ്വാ....</vt:lpstr>
      <vt:lpstr>3  സമാധാനമാം സമാധാനമാം   സുവിശേഷം ധരിപ്പിന്‍ കാലിനു ധരിപ്പിന്‍   എല്ലാറ്റിനും മീതെ തീ അമ്പെ കെടുപ്പീന്‍   തീ അമ്പെ കെടുപ്പീന്‍ (2) </vt:lpstr>
      <vt:lpstr>വിശ്വാസികളെ! വിശ്വാസികളെ!  ഉയര്‍ത്തിടുവീന്‍ ജയത്തിന്‍ കൊടികൾ  എക്കാളം  എക്കാളം ധ്വനിപ്പാന്‍ കാലമായ്‌  മല്‍പ്രിയന്‍ വരുന്നു (2)             - വിശ്വാ....</vt:lpstr>
      <vt:lpstr>4  പോരാട്ടമുള്ളത് പോരാട്ടമുള്ളത്   ഈ ലോകരോടല്ല ജഡീകരോടല്ല   സ്വര്‍ലോകങ്ങളിൽ ഉള്ള വാഴ്ചകളോടും   ദുഷ്ട സൈന്യത്തോടും (2) </vt:lpstr>
      <vt:lpstr>വിശ്വാസികളെ! വിശ്വാസികളെ!  ഉയര്‍ത്തിടുവീന്‍ ജയത്തിന്‍ കൊടികൾ  എക്കാളം  എക്കാളം ധ്വനിപ്പാന്‍ കാലമായ്‌  മല്‍പ്രിയന്‍ വരുന്നു (2)             - വിശ്വാ....</vt:lpstr>
      <vt:lpstr>5 ക്ഷീണം തീർന്നുപോം ക്ഷീണം തീർന്നുപോം   ക്ഷീണങ്ങൾ തീർന്നു പോം മല്‍പ്രിയന്‍ വരുമ്പോൾ   ആനന്ദം ആനന്ദം നിത്യാനന്ദമുണ്ട്   ജയം നമുക്കുണ്ട് (2) </vt:lpstr>
      <vt:lpstr>വിശ്വാസികളെ! വിശ്വാസികളെ!  ഉയര്‍ത്തിടുവീന്‍ ജയത്തിന്‍ കൊടികൾ  എക്കാളം  എക്കാളം ധ്വനിപ്പാന്‍ കാലമായ്‌  മല്‍പ്രിയന്‍ വരുന്നു (2)             - വിശ്വാ....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Vishwasikale vishwasikale</dc:title>
  <dc:creator>Digital Input:; GM JOHN; Acsah Mathews</dc:creator>
  <cp:lastModifiedBy>Acsah Mathews</cp:lastModifiedBy>
  <cp:revision>235</cp:revision>
  <dcterms:created xsi:type="dcterms:W3CDTF">2013-04-19T09:19:07Z</dcterms:created>
  <dcterms:modified xsi:type="dcterms:W3CDTF">2018-11-23T19:57:26Z</dcterms:modified>
</cp:coreProperties>
</file>