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3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78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3D4C-CE23-4F3C-9DC0-3ACE75105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5252E-AD39-4534-81A3-A762315BE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255AE-2FDF-484C-9288-28980D0CF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B8423-EF47-45CF-B930-6052ECA61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8F479-AB06-4006-9CBD-ED8102CAC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B6E1-3568-4887-9AB9-F156AE32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BAFF1-C6C9-4D1D-BCDA-D1A0E50B4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51191-3479-48A2-B935-94F473E9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69125-27C5-4B2B-907F-E64D78ED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E6D8A-ADC0-4262-8571-5289FFCE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6D9AC-9D63-480E-8142-44C32819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25DD5-9EFA-4388-86DB-1790CA7D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C516D-7535-45E6-895F-98D96558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9269-E9C4-4CCC-A31C-8F6747A3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C093A-A807-4264-A73A-9FFBEAC0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4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9DB85-179E-4516-9FA2-2242CE4A2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6562-AD4B-465B-8774-710AB194E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991D2-F111-4FCF-A540-6D3BBBA80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43291-C5A5-4EE1-BCE9-FF1B5A335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EC6EB-6A81-40D7-84D9-5CA7D886E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6B399-776B-4340-B201-69BD5061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8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6A1DB-9242-4407-82CA-7E8C95A67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8573B-4C26-4648-AE6E-851E0A2E7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F18ED-A52A-4B1A-9682-B2F0491D8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5C20C-9091-47B8-AC03-067868EF0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2910A-3578-4684-9CD4-9D8ED1BA3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B9C48-9F2A-4D80-B817-7E6A2689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FE5D83-FCDF-442B-B4E0-06FBCEC1F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17FF56-0FBE-4A58-8E7F-08C86E43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39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2921-3BEE-4C2E-983A-DBC32FC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705B51-CF9A-453C-A05E-7EF700ED4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26F0E-21FC-4D13-90E7-FA9231F1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7B0D7-1CD2-4024-8BAF-1F042604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824721-70EB-4B7D-9933-5EEC508B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971AF0-4306-424B-A9BF-C6A29762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38AAA-4924-4C7D-811C-42E89C91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52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BCCE8-EFA7-4FB1-A106-01BAB032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41538-1CC9-470E-A235-FD4FF64C4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C31E11-47D7-48A5-B29D-998873660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3DB2F-EE07-4D2E-9F17-E942F245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819126-9114-472D-ADFE-63BBFFB4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68D1A-7A58-4547-9E6B-4B652DA9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5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B76D6-5CEC-4F56-ABDA-39262452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E8084-C507-447A-B8D9-EB3E90DAF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8F96D-535F-4443-B2DB-926AF252A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B9DB1-EE2A-45C7-ADEC-95B20772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438C5-F953-492A-BD5E-BF104B16E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C2231-A6FD-4DC3-8EB8-CE38F4E0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086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2D2E-D2D5-450D-AD89-5B4718AF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158C49-74FD-49A5-A8E1-A4B996C10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A9D7A-E702-49E2-9099-170B3E1CC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01126-EC58-4496-B004-AF895504E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C9B5A-F45F-47B8-965E-4159CA4B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1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07962-5B8A-4D24-9327-BC08198EA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EFD84-EA2A-4BCF-BAFC-3F4956731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C4316-79C8-402E-8A3B-504C7B257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17964-9B8F-4AA9-893F-533FBDDB9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7AE4-6693-460F-8028-BD87D4D0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25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D3C567-B598-4781-ADDF-0B7488D8D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B6910-755C-41F7-9983-2FE067FA7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390BA-35CA-4DD2-8004-C43EBE787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762B8-55A4-432D-9837-BE25AC0E1A3D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53301-6B99-4E12-9FC9-E082DADAC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CE0C-05F3-4B0C-830B-F2F3FB771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3378A-19FD-4136-9CF2-D4E15ABC8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61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A1B9-F086-43BD-8B00-7DDB3016A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476</a:t>
            </a:r>
            <a:br>
              <a:rPr lang="en-US" dirty="0"/>
            </a:br>
            <a:r>
              <a:rPr lang="ml-IN" sz="5300" b="1" dirty="0">
                <a:solidFill>
                  <a:srgbClr val="000000"/>
                </a:solidFill>
                <a:latin typeface="Kartika" panose="02020503030404060203" pitchFamily="18" charset="0"/>
              </a:rPr>
              <a:t>സേനയിന്നധിപൻ ദേവനിലതിയായ്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25566-5E51-45A7-9A64-DDEEC82E5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56055"/>
            <a:ext cx="9144000" cy="8527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Senayinnadhipan </a:t>
            </a:r>
            <a:r>
              <a:rPr lang="en-US" sz="4000" b="1" dirty="0" err="1">
                <a:solidFill>
                  <a:srgbClr val="002060"/>
                </a:solidFill>
              </a:rPr>
              <a:t>devanilathiyaai</a:t>
            </a:r>
            <a:endParaRPr lang="en-US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407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63360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സേനയിന്നധിപൻ ദേവനിലതിയായ്</a:t>
            </a:r>
          </a:p>
          <a:p>
            <a:r>
              <a:rPr lang="en-US" sz="34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        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ആശ്രയമെവനുണ്ടോ?</a:t>
            </a:r>
            <a:r>
              <a:rPr lang="en-US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ആയവൻ ഏവരിലുമതി ധന്യൻ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യാഹിൻ വാസമെന്തതി കാമ്യം ... ആ  .. ആ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വാഞ്ചിച്ചു മോഹിക്കുന്നെന്നുള്ളം</a:t>
            </a:r>
          </a:p>
          <a:p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ഘോഷിക്കുന്നെൻ ഹൃദയം ജഡവും..  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B59C64-0B1F-4A90-A66B-070D683CAA76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0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</a:rPr>
              <a:t>Senayinnadhipan </a:t>
            </a:r>
            <a:r>
              <a:rPr lang="en-US" sz="3400" b="1" dirty="0" err="1">
                <a:solidFill>
                  <a:srgbClr val="002060"/>
                </a:solidFill>
              </a:rPr>
              <a:t>devanilathiyaai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Aashrayamevanundo</a:t>
            </a:r>
            <a:r>
              <a:rPr lang="en-US" sz="3400" b="1" dirty="0">
                <a:solidFill>
                  <a:srgbClr val="002060"/>
                </a:solidFill>
              </a:rPr>
              <a:t>? </a:t>
            </a:r>
            <a:r>
              <a:rPr lang="en-US" sz="3400" b="1" dirty="0" err="1">
                <a:solidFill>
                  <a:srgbClr val="002060"/>
                </a:solidFill>
              </a:rPr>
              <a:t>Aayavan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aevarilumathi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dhanyan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Yaahin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vaasamenthathikaamyam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aa..aa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Vaanchichu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mohikkunnennullham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Ghoshikkunnen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hridayam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jadavum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330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430613"/>
            <a:ext cx="12192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	കുരികിൽ തനിക്കൊരു വീടും മീവൽ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പറവതൻ കുഞ്ഞുങ്ങൾക്കായ്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നല്ലൊരു കൂടും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കണ്ടെത്തിയല്ലൊ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നിന്തിരു ബലി പീഠ൦ തന്നെ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ആ ... 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ധന്യർ നിന്നാലയത്തിൽ വസിപ്പോർ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നിത്യം സ്തുതിക്കുമവർ നിന്നെ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0" y="3575539"/>
            <a:ext cx="11910644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</a:rPr>
              <a:t>Kurikil </a:t>
            </a:r>
            <a:r>
              <a:rPr lang="en-US" sz="3400" b="1" dirty="0" err="1">
                <a:solidFill>
                  <a:srgbClr val="002060"/>
                </a:solidFill>
              </a:rPr>
              <a:t>thanikkoru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meeval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Parhava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kunjungalkaai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Nalloru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koodum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kandeththiyallo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</a:rPr>
              <a:t>thiru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balipeedam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aa..aa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Dhanyar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ninnaalayaththil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vasippor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Nithyam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sthuthikkumavar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ninne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B9D09-05E4-49CD-80BF-2759EC5F7804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752026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574027"/>
            <a:ext cx="12192000" cy="285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സേനയിന്നധിപൻ ദേവനിലതിയായ്</a:t>
            </a:r>
          </a:p>
          <a:p>
            <a:pPr algn="ctr">
              <a:lnSpc>
                <a:spcPct val="112000"/>
              </a:lnSpc>
            </a:pP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ആശ്രയമെവനുണ്ടോ?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ആയവൻ ഏവരിലുമതി ധന്യൻ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യാഹിൻ വാസമെന്തതികാമ്യം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 .. ആ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വാഞ്ചിച്ചു മോഹിക്കുന്നെന്നുള്ളം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ഘോഷിക്കുന്നെൻ ഹൃദയം ജഡവും.. 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-1" y="3575539"/>
            <a:ext cx="12191999" cy="299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Senayinnadhipan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devanilathiyaai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Aashrayamevanundo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?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aevarilumathi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dhanyan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Yaahin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vaasamenthathikaamyam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aa..aa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Vaanchichu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mohikkunnennullham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Ghoshikkunnen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jadavum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CB302-6308-4FAC-AE3F-E29DD176AB68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218827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57402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3	ബലം നിന്നിലുള്ളോർ ഭാഗ്യം നിറഞ്ഞോർ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നിശ്ചയമാണെന്നും താഴ്ച ഭവിക്കുകയില്ലെങ്ങും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ഈ വിധമുള്ളോർ  മനസുകളിൽ ... ആ  ... 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നിർണ്ണയമുണ്ടു നിരന്തരമായ്‌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സീയോൻ നഗരിയിൻ പെരുവഴികൾ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0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>
                <a:solidFill>
                  <a:srgbClr val="002060"/>
                </a:solidFill>
              </a:rPr>
              <a:t>Balam </a:t>
            </a:r>
            <a:r>
              <a:rPr lang="en-US" sz="3400" b="1" dirty="0" err="1">
                <a:solidFill>
                  <a:srgbClr val="002060"/>
                </a:solidFill>
              </a:rPr>
              <a:t>ninnilullhor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bhagyam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nirhanjor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Nishchayamaanhennum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thaazhcha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bhavikkukayillennum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vidhamullhor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manassukalhil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aa..aa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Nirnhayamundu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nirantharamaai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Seeyon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nagariyil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peruvazhikalh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ABE2E-A9D8-4DB8-BD9B-928DDB4A4F71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790525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574027"/>
            <a:ext cx="12192000" cy="285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സേനയിന്നധിപൻ ദേവനിലതിയായ്</a:t>
            </a:r>
          </a:p>
          <a:p>
            <a:pPr algn="ctr">
              <a:lnSpc>
                <a:spcPct val="112000"/>
              </a:lnSpc>
            </a:pP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ആശ്രയമെവനുണ്ടോ?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ആയവൻ ഏവരിലുമതി ധന്യൻ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യാഹിൻ വാസമെന്തതികാമ്യം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 .. ആ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വാഞ്ചിച്ചു മോഹിക്കുന്നെന്നുള്ളം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ഘോഷിക്കുന്നെൻ ഹൃദയം ജഡവും.. 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-1" y="3575539"/>
            <a:ext cx="12191999" cy="299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Senayinnadhipan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devanilathiyaai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Aashrayamevanundo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?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aevarilumathi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dhanyan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Yaahin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vaasamenthathikaamyam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aa..aa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Vaanchichu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mohikkunnennullham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Ghoshikkunnen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jadavum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CB302-6308-4FAC-AE3F-E29DD176AB68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3268404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574027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4	കണ്ണുനീർ തഴ്വരയതുവഴിയായവർ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യാനം ചെയ്യുമ്പോൾ - ആയതുമാറും ജലാശയമായ്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മുന്മഴയനുഗ്രഹപൂർണ്ണമതായ് ... ആ .... ആ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പ്രാപിക്കും ബലമവർ ബലത്തിനുമേൽ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	ചെന്നെത്തുമേവരും സീയോനിൽ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0" y="3575539"/>
            <a:ext cx="11910644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Kannhuneer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thaazhvarayathu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vazhiyaayavar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Yaanam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cheyyumbolh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aayathu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maarhum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jalaashayamaai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Munmazhayanugraha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poornnhamathaai</a:t>
            </a:r>
            <a:r>
              <a:rPr lang="en-US" sz="3400" b="1" dirty="0">
                <a:solidFill>
                  <a:srgbClr val="002060"/>
                </a:solidFill>
              </a:rPr>
              <a:t> aa...aa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Praapikkum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balamavar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balaththinumel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Chennethumevarum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seeyonil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68743-42FE-4283-B9AB-358CA8CAEB1C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857523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DD107C-9FED-484A-9180-169F8C4A3D85}"/>
              </a:ext>
            </a:extLst>
          </p:cNvPr>
          <p:cNvSpPr/>
          <p:nvPr/>
        </p:nvSpPr>
        <p:spPr>
          <a:xfrm>
            <a:off x="0" y="574027"/>
            <a:ext cx="12192000" cy="285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സേനയിന്നധിപൻ ദേവനിലതിയായ്</a:t>
            </a:r>
          </a:p>
          <a:p>
            <a:pPr algn="ctr">
              <a:lnSpc>
                <a:spcPct val="112000"/>
              </a:lnSpc>
            </a:pP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ആശ്രയമെവനുണ്ടോ?</a:t>
            </a:r>
            <a:r>
              <a:rPr lang="en-US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ആയവൻ ഏവരിലുമതി ധന്യൻ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യാഹിൻ വാസമെന്തതികാമ്യം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 .. ആ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വാഞ്ചിച്ചു മോഹിക്കുന്നെന്നുള്ളം</a:t>
            </a:r>
          </a:p>
          <a:p>
            <a:pPr algn="ctr">
              <a:lnSpc>
                <a:spcPct val="112000"/>
              </a:lnSpc>
            </a:pP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ഘോഷിക്കുന്നെൻ ഹൃദയം ജഡവും..  </a:t>
            </a:r>
            <a:r>
              <a:rPr lang="en-US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സേന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695F81-90DB-42DD-B3FD-3AAB7DBAD397}"/>
              </a:ext>
            </a:extLst>
          </p:cNvPr>
          <p:cNvSpPr/>
          <p:nvPr/>
        </p:nvSpPr>
        <p:spPr>
          <a:xfrm>
            <a:off x="-1" y="3575539"/>
            <a:ext cx="12191999" cy="2990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Senayinnadhipan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devanilathiyaai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Aashrayamevanundo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?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Aayavan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aevarilumathi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dhanyan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Yaahin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vaasamenthathikaamyam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	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aa..aa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Vaanchichu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mohikkunnennullham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12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Ghoshikkunnen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hridayam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</a:rPr>
              <a:t>jadavum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CB302-6308-4FAC-AE3F-E29DD176AB68}"/>
              </a:ext>
            </a:extLst>
          </p:cNvPr>
          <p:cNvSpPr txBox="1"/>
          <p:nvPr/>
        </p:nvSpPr>
        <p:spPr>
          <a:xfrm>
            <a:off x="10949354" y="-1"/>
            <a:ext cx="1242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476</a:t>
            </a:r>
          </a:p>
        </p:txBody>
      </p:sp>
    </p:spTree>
    <p:extLst>
      <p:ext uri="{BB962C8B-B14F-4D97-AF65-F5344CB8AC3E}">
        <p14:creationId xmlns:p14="http://schemas.microsoft.com/office/powerpoint/2010/main" val="2160615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Kartika</vt:lpstr>
      <vt:lpstr>Office Theme</vt:lpstr>
      <vt:lpstr>476 സേനയിന്നധിപൻ ദേവനിലതിയായ്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Senayinnadhipan devanilathiyaai</dc:title>
  <dc:creator>Acsah Mathews</dc:creator>
  <cp:lastModifiedBy>Acsah Mathews</cp:lastModifiedBy>
  <cp:revision>2</cp:revision>
  <dcterms:created xsi:type="dcterms:W3CDTF">2018-11-30T19:15:10Z</dcterms:created>
  <dcterms:modified xsi:type="dcterms:W3CDTF">2018-11-30T19:20:40Z</dcterms:modified>
</cp:coreProperties>
</file>