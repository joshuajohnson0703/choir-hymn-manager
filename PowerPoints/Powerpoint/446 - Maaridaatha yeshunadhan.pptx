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0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AAC11-81E3-4FFA-AD91-431C687AC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6EE2BD-F64B-422A-82F5-2B6EF4D77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6C718-75DE-4601-9A79-3D4FE3761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3231-012E-47C6-AB8B-A7B77150A21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8A8C8-0378-4D35-8B33-604DE9D83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5CA0C-2D3E-4319-8E3D-5BED59FC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04BC-26E6-448E-BBA8-57128363E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687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26D44-E540-4AA2-82FA-E9A7ABAD0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4DEAC-EE93-45D8-A19B-DB5DEF1F2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C5C88-CB3F-4A53-AAF5-5A61B6265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3231-012E-47C6-AB8B-A7B77150A21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6D40A-6675-4125-894B-84472B74A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9AA56-E715-459A-B380-4C9C677AB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04BC-26E6-448E-BBA8-57128363E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219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1410-C19E-4173-B1AC-37F44399F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B1906-3916-4E83-B07E-F6A60329D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8CD0-3891-47C4-9996-76EECCBE7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3231-012E-47C6-AB8B-A7B77150A21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93FCB-DB2B-44E8-BC9F-7A669E129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42E66-8922-4A61-9FAE-EAD043ECA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04BC-26E6-448E-BBA8-57128363E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91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A0CE6-1841-4381-8787-6337DC261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A9833-0DA2-4BBF-8AF2-847249756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333F5-A32A-4B9D-8842-9A6445F86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0C062-64DB-4AF8-908D-D33A97B23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3231-012E-47C6-AB8B-A7B77150A21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92601-3CD6-4488-8C87-CBC22F535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80F3CC-C216-4B55-A470-3A40AB6FD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04BC-26E6-448E-BBA8-57128363E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664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8E56-4319-4685-9A07-700701EF5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CBB4F-9022-4B23-BD71-88E65058A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632B6-353D-48A4-9B29-539A72DA4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F445E1-AF1F-464C-BD49-9453DD30DE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7A15AE-7C5D-462B-AB0E-36613468A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AD3C4B-A04B-47FC-8A13-68E6EB818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3231-012E-47C6-AB8B-A7B77150A21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9EA0E4-2EF3-4468-9F4A-75BE6EE2C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34A3E2-C0F1-4502-A624-333FEE591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04BC-26E6-448E-BBA8-57128363E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045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8D038-55EA-405E-A3D4-1E28F62F4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5F910A-A81D-4E6B-9F92-4C951C895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3231-012E-47C6-AB8B-A7B77150A21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6B70B9-9D78-4FFC-B76C-4EFC6FED6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3DCC4C-C409-47AA-A34A-D7B09B7C9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04BC-26E6-448E-BBA8-57128363E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1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B837FC-F610-4579-B032-558D87EAB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3231-012E-47C6-AB8B-A7B77150A21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0D061E-2575-4804-9506-02465AB7B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309F5-86D7-44D4-BAF7-A65B86300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04BC-26E6-448E-BBA8-57128363E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804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DE792-517A-465D-A126-C8E55DF7C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B8A31-483B-44ED-B080-ED3F4EE43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B0ED03-2560-4F17-AF4C-5CEC3205F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9533E-4B6A-4029-9B08-CEB62CCC3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3231-012E-47C6-AB8B-A7B77150A21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84CB9-846F-437F-8FF1-D0B1A2B51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F6F20-3F98-4AA1-ACB6-D5EE4262D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04BC-26E6-448E-BBA8-57128363E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594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6F171-5CDA-4873-87A0-B64BEAF46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54C548-65D2-4789-86FA-C72FAE3F47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5FFB77-3B56-426B-B08B-B7FB27CDF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60A919-01B7-4EEA-83E4-4EA4243C2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3231-012E-47C6-AB8B-A7B77150A21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23F80-69EC-425F-85F6-B8B67D182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1983C-47F4-4947-B8A2-425CEE54B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04BC-26E6-448E-BBA8-57128363E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180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57034-4654-4581-9023-D63534904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820359-96EA-42A8-9C45-D2A44E2CD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FC6AC-EFC1-4152-84E0-C11BCC6CF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3231-012E-47C6-AB8B-A7B77150A21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E2C74-BED9-4C2C-B2EB-E3F34718B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0F1A2-8E1F-419E-AF45-AD495AD84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04BC-26E6-448E-BBA8-57128363E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660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EE14C6-0EC6-4472-B967-4AE4D9C467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04F72-CEF3-4217-AFD7-AFA10CEF8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DBD23-FBF0-4AEF-8277-5941A843D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3231-012E-47C6-AB8B-A7B77150A21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D89F3-0C65-4E52-A92B-ED78157D4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30BC3-1A49-4706-A8C0-BFC664D4D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04BC-26E6-448E-BBA8-57128363E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669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689EE-4DB5-495C-90EC-C2F188753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30EA4D-5F1E-4AE8-B406-049A23868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67DC7-342D-4EC0-A01C-DEFE419E3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1BFB-6B7C-4D94-B413-4786C16D61F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CD8A4-769F-43E1-AD4B-5F79F2D09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C7417-1D67-4BED-959A-E50A70335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E8203-F18C-4523-A697-2B63344FE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5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BDD1E-41E6-4B1F-8FC6-5CE4870E3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F6FD9-76DE-4284-A10E-4496F67AF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89E65-EE70-4875-AD16-3897201B3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1BFB-6B7C-4D94-B413-4786C16D61F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67623-A0CE-4056-B890-B69EC394F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7FA24-D7C6-431D-B4D1-6080C0BCA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E8203-F18C-4523-A697-2B63344FE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36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1E4E-2E38-4860-A739-F900F154E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EE865-14D2-48D1-905F-9052D152D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77BE5-4700-4B93-8776-5BBA6883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1BFB-6B7C-4D94-B413-4786C16D61F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F28B4-9131-4DA3-9317-CFECB726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60813-7E90-4F7C-A26C-D81C048B8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E8203-F18C-4523-A697-2B63344FE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898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FFCE5-9EB7-4374-87A5-6F3DA30B4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5C6EE-A741-4EB3-BDCB-C3B4A6E2DC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08951-2E15-464E-8ACC-8CD426BD1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91DACE-30A8-4A42-9AED-9D62131C7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1BFB-6B7C-4D94-B413-4786C16D61F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1F074-B97F-437A-B6D6-CC53B6AE9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9C4B4F-D11F-4BFB-A892-7E77C0A51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E8203-F18C-4523-A697-2B63344FE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9635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2E66F-5557-4AAE-B5AC-65A17DEF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3CCE3-761A-4DAC-8BFE-20A1E0D70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AC135D-66B2-49DE-A71C-2D160628E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9B6CCA-8D22-4737-A2EA-C7D14EE41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658230-8819-4F02-8164-7FF6C35B53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B8597D-888F-42A5-B870-3F0DF50AD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1BFB-6B7C-4D94-B413-4786C16D61F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D9102B-2EC7-4DAF-973A-6A235AF0A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9CFDDA-2E57-4F08-9594-BD8DBFDC2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E8203-F18C-4523-A697-2B63344FE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087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1AE56-3467-4A58-8987-2ED9F558E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1E45E2-6643-4074-B9CB-D86DCC554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1BFB-6B7C-4D94-B413-4786C16D61F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487BB-44D3-46BE-84B8-2EEA04E63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6D292-8EE9-4058-9615-F3CCC251D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E8203-F18C-4523-A697-2B63344FE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1562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039F02-C12E-499E-AAC4-7E98B1AFB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1BFB-6B7C-4D94-B413-4786C16D61F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C99B5E-3D80-4A50-948F-4586E03E5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EB64A-1817-4310-AF25-C5F1A0EFC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E8203-F18C-4523-A697-2B63344FE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5973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7DD80-A782-426D-A3B2-56BCDF8E1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704CF-D8FE-419A-850D-B99F1ABFA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AEBEA7-74AE-4621-8117-7B8BE4CAE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DBF7B-7F1A-4EA9-A066-C0F007FFB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1BFB-6B7C-4D94-B413-4786C16D61F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C47A2-11E4-416E-B4AD-B38112C6D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B145D-A385-4075-B62E-FAE06FD50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E8203-F18C-4523-A697-2B63344FE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3433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336D4-E4EA-46FB-818B-7B202B80C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385AA-49DA-47AF-9C1A-2B20EE4DEB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3BF7C3-5C9A-4D35-A98D-FF0D21E467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AB661-B95E-4206-8761-2D981A157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1BFB-6B7C-4D94-B413-4786C16D61F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ACA22-F942-4F3D-894F-BD3CCF728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A4E3B6-289B-4ACF-A68D-891A92FA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E8203-F18C-4523-A697-2B63344FE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0001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A462-A1E5-4407-BBEA-EBA0212D6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901F09-9A8F-4A22-87F9-316F051B4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A62EB-2D14-4CDA-9A70-056AC7929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1BFB-6B7C-4D94-B413-4786C16D61F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12EC2-9DBC-4275-BF3C-BD7A21854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A1506-0F1B-4F5C-B1AE-F029F69CC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E8203-F18C-4523-A697-2B63344FE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627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3488DD-9A83-400E-A7E9-A08534AD9E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12BF4-216A-432F-A48D-3C844F21A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86F28-3590-46DD-87A1-8AB39A7DD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1BFB-6B7C-4D94-B413-4786C16D61F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854A6-BFBB-4D76-9B2E-231EECC2B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5E1EC-8A9A-4DED-A3FA-7B17BE5B5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E8203-F18C-4523-A697-2B63344FE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932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3224D0-F56E-46FB-93D4-558C832BC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00088-66EF-46F3-BC6A-2DC20367F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5A81F-3161-4514-B4A0-7D53DBC41F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43231-012E-47C6-AB8B-A7B77150A21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673A1-7B8E-4462-876B-ECB8DD446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A7FF0-15A8-44A6-BF6F-E02A55BE3B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804BC-26E6-448E-BBA8-57128363E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95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AA3153-C8A2-44A7-A874-C0A64A5B6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64036-FA2E-4D5E-B97B-DE65630E9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E285F-20B4-40A4-9C08-5AFDF3788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C1BFB-6B7C-4D94-B413-4786C16D61F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2A9B4-B734-4E49-A433-8E410F68E1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E1F8-64D4-435A-9A35-466755624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DE8203-F18C-4523-A697-2B63344FE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970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706F7-4164-4D33-9AFD-EE595E795D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446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മാറിടാത്ത യേശുനാഥൻ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F4751D-8C95-489D-815A-75F77F9DEA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Maarhidaaththa </a:t>
            </a:r>
            <a:r>
              <a:rPr lang="en-US" sz="4000" b="1" dirty="0" err="1">
                <a:solidFill>
                  <a:srgbClr val="002060"/>
                </a:solidFill>
              </a:rPr>
              <a:t>yeshunaadhan</a:t>
            </a:r>
            <a:endParaRPr lang="en-US" sz="4000" b="1" dirty="0">
              <a:solidFill>
                <a:srgbClr val="002060"/>
              </a:solidFill>
            </a:endParaRP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799941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E00C53-3E6C-43B0-B503-C0CF2088B171}"/>
              </a:ext>
            </a:extLst>
          </p:cNvPr>
          <p:cNvSpPr txBox="1"/>
          <p:nvPr/>
        </p:nvSpPr>
        <p:spPr>
          <a:xfrm>
            <a:off x="11066584" y="0"/>
            <a:ext cx="1125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446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647DF-E43C-4B16-A1A7-C7D38053FF9D}"/>
              </a:ext>
            </a:extLst>
          </p:cNvPr>
          <p:cNvSpPr txBox="1"/>
          <p:nvPr/>
        </p:nvSpPr>
        <p:spPr>
          <a:xfrm>
            <a:off x="0" y="50107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3C7284-C7AB-418C-B8F3-49B787B45197}"/>
              </a:ext>
            </a:extLst>
          </p:cNvPr>
          <p:cNvSpPr/>
          <p:nvPr/>
        </p:nvSpPr>
        <p:spPr>
          <a:xfrm>
            <a:off x="375138" y="538594"/>
            <a:ext cx="7760678" cy="23945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മാറിടാത്ത യേശുനാഥൻ </a:t>
            </a:r>
          </a:p>
          <a:p>
            <a:pPr lvl="0"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മാറ്റും നിന്‍റെ വേദന</a:t>
            </a:r>
          </a:p>
          <a:p>
            <a:pPr lvl="0"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പാപത്താലും രോഗത്താലും </a:t>
            </a:r>
          </a:p>
          <a:p>
            <a:pPr lvl="0"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കലങ്ങിടേണ്ട കടന്നുവാ</a:t>
            </a: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rtika" panose="02020503030404060203" pitchFamily="18" charset="0"/>
              <a:ea typeface="+mn-ea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348990-399B-453B-A10B-7FAD6235685F}"/>
              </a:ext>
            </a:extLst>
          </p:cNvPr>
          <p:cNvSpPr/>
          <p:nvPr/>
        </p:nvSpPr>
        <p:spPr>
          <a:xfrm>
            <a:off x="375138" y="3618913"/>
            <a:ext cx="9003323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en-US" sz="3400" b="1" dirty="0">
                <a:solidFill>
                  <a:srgbClr val="002060"/>
                </a:solidFill>
              </a:rPr>
              <a:t>Maarhidaaththa </a:t>
            </a:r>
            <a:r>
              <a:rPr lang="en-US" sz="3400" b="1" dirty="0" err="1">
                <a:solidFill>
                  <a:srgbClr val="002060"/>
                </a:solidFill>
              </a:rPr>
              <a:t>yeshunaadhan</a:t>
            </a:r>
            <a:endParaRPr lang="en-US" sz="3400" b="1" dirty="0">
              <a:solidFill>
                <a:srgbClr val="002060"/>
              </a:solidFill>
            </a:endParaRPr>
          </a:p>
          <a:p>
            <a:pPr lvl="0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Maattum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vedana</a:t>
            </a:r>
            <a:endParaRPr lang="en-US" sz="3400" b="1" dirty="0">
              <a:solidFill>
                <a:srgbClr val="002060"/>
              </a:solidFill>
            </a:endParaRPr>
          </a:p>
          <a:p>
            <a:pPr lvl="0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Paapaththaalum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rogaththaalum</a:t>
            </a:r>
            <a:endParaRPr lang="en-US" sz="3400" b="1" dirty="0">
              <a:solidFill>
                <a:srgbClr val="002060"/>
              </a:solidFill>
            </a:endParaRPr>
          </a:p>
          <a:p>
            <a:pPr lvl="0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Kalangeedenda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kandannu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vaa</a:t>
            </a: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16E39A-EB97-48B5-AD99-F2BD80545348}"/>
              </a:ext>
            </a:extLst>
          </p:cNvPr>
          <p:cNvSpPr/>
          <p:nvPr/>
        </p:nvSpPr>
        <p:spPr>
          <a:xfrm>
            <a:off x="3352800" y="2444608"/>
            <a:ext cx="872196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കടന്നുവാ കടന്നു വാ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യേശു നിന്നെ വിളിക്കുന്നു (2)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C07775-844C-42B2-88C4-E17F7C3CD70B}"/>
              </a:ext>
            </a:extLst>
          </p:cNvPr>
          <p:cNvSpPr/>
          <p:nvPr/>
        </p:nvSpPr>
        <p:spPr>
          <a:xfrm>
            <a:off x="46893" y="5426686"/>
            <a:ext cx="11769969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0000"/>
              </a:lnSpc>
            </a:pPr>
            <a:r>
              <a:rPr lang="fi-FI" sz="3400" b="1" dirty="0">
                <a:solidFill>
                  <a:schemeClr val="accent1">
                    <a:lumMod val="75000"/>
                  </a:schemeClr>
                </a:solidFill>
              </a:rPr>
              <a:t>Kadannu vaa kadannu vaa</a:t>
            </a:r>
          </a:p>
          <a:p>
            <a:pPr lvl="0" algn="r">
              <a:lnSpc>
                <a:spcPct val="110000"/>
              </a:lnSpc>
            </a:pPr>
            <a:r>
              <a:rPr lang="fi-FI" sz="3400" b="1" dirty="0">
                <a:solidFill>
                  <a:schemeClr val="accent1">
                    <a:lumMod val="75000"/>
                  </a:schemeClr>
                </a:solidFill>
              </a:rPr>
              <a:t>Yeshu ninne vilhikkunnu (2)</a:t>
            </a: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10892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E00C53-3E6C-43B0-B503-C0CF2088B171}"/>
              </a:ext>
            </a:extLst>
          </p:cNvPr>
          <p:cNvSpPr txBox="1"/>
          <p:nvPr/>
        </p:nvSpPr>
        <p:spPr>
          <a:xfrm>
            <a:off x="11066584" y="0"/>
            <a:ext cx="1125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446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647DF-E43C-4B16-A1A7-C7D38053FF9D}"/>
              </a:ext>
            </a:extLst>
          </p:cNvPr>
          <p:cNvSpPr txBox="1"/>
          <p:nvPr/>
        </p:nvSpPr>
        <p:spPr>
          <a:xfrm>
            <a:off x="0" y="50107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3C7284-C7AB-418C-B8F3-49B787B45197}"/>
              </a:ext>
            </a:extLst>
          </p:cNvPr>
          <p:cNvSpPr/>
          <p:nvPr/>
        </p:nvSpPr>
        <p:spPr>
          <a:xfrm>
            <a:off x="375138" y="538594"/>
            <a:ext cx="7760678" cy="23945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ലോകത്തിൻ ഭാരം ചുമക്കും </a:t>
            </a:r>
          </a:p>
          <a:p>
            <a:pPr lvl="0"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യേശുവിങ്കൽ നീ കടന്നു വാ</a:t>
            </a:r>
          </a:p>
          <a:p>
            <a:pPr lvl="0"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തളർന്ന നിന്‍റെ അന്തരാത്മ </a:t>
            </a:r>
          </a:p>
          <a:p>
            <a:pPr lvl="0"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ക്ലേശം നീക്കും കടന്നു വാ</a:t>
            </a: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rtika" panose="02020503030404060203" pitchFamily="18" charset="0"/>
              <a:ea typeface="+mn-ea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348990-399B-453B-A10B-7FAD6235685F}"/>
              </a:ext>
            </a:extLst>
          </p:cNvPr>
          <p:cNvSpPr/>
          <p:nvPr/>
        </p:nvSpPr>
        <p:spPr>
          <a:xfrm>
            <a:off x="375138" y="3618913"/>
            <a:ext cx="9003323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Lokaththin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bhaaram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chumakkum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lvl="0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Yeshuvinkal</a:t>
            </a:r>
            <a:r>
              <a:rPr lang="en-US" sz="3400" b="1" dirty="0">
                <a:solidFill>
                  <a:srgbClr val="002060"/>
                </a:solidFill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</a:rPr>
              <a:t>kadannu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vaa</a:t>
            </a:r>
            <a:endParaRPr lang="en-US" sz="3400" b="1" dirty="0">
              <a:solidFill>
                <a:srgbClr val="002060"/>
              </a:solidFill>
            </a:endParaRPr>
          </a:p>
          <a:p>
            <a:pPr lvl="0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Thalharnna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antharaathma</a:t>
            </a:r>
            <a:r>
              <a:rPr lang="en-US" sz="3400" b="1" dirty="0">
                <a:solidFill>
                  <a:srgbClr val="002060"/>
                </a:solidFill>
              </a:rPr>
              <a:t>-</a:t>
            </a:r>
          </a:p>
          <a:p>
            <a:pPr lvl="0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Klesham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neekkum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kadannu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vaa</a:t>
            </a: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16E39A-EB97-48B5-AD99-F2BD80545348}"/>
              </a:ext>
            </a:extLst>
          </p:cNvPr>
          <p:cNvSpPr/>
          <p:nvPr/>
        </p:nvSpPr>
        <p:spPr>
          <a:xfrm>
            <a:off x="3352800" y="2444608"/>
            <a:ext cx="872196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കടന്നുവാ കടന്നു വാ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യേശു നിന്നെ വിളിക്കുന്നു (2)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C07775-844C-42B2-88C4-E17F7C3CD70B}"/>
              </a:ext>
            </a:extLst>
          </p:cNvPr>
          <p:cNvSpPr/>
          <p:nvPr/>
        </p:nvSpPr>
        <p:spPr>
          <a:xfrm>
            <a:off x="46893" y="5426686"/>
            <a:ext cx="11769969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0000"/>
              </a:lnSpc>
            </a:pPr>
            <a:r>
              <a:rPr lang="fi-FI" sz="3400" b="1" dirty="0">
                <a:solidFill>
                  <a:schemeClr val="accent1">
                    <a:lumMod val="75000"/>
                  </a:schemeClr>
                </a:solidFill>
              </a:rPr>
              <a:t>Kadannu vaa kadannu vaa</a:t>
            </a:r>
          </a:p>
          <a:p>
            <a:pPr lvl="0" algn="r">
              <a:lnSpc>
                <a:spcPct val="110000"/>
              </a:lnSpc>
            </a:pPr>
            <a:r>
              <a:rPr lang="fi-FI" sz="3400" b="1" dirty="0">
                <a:solidFill>
                  <a:schemeClr val="accent1">
                    <a:lumMod val="75000"/>
                  </a:schemeClr>
                </a:solidFill>
              </a:rPr>
              <a:t>Yeshu ninne vilhikkunnu (2)</a:t>
            </a: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97420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E00C53-3E6C-43B0-B503-C0CF2088B171}"/>
              </a:ext>
            </a:extLst>
          </p:cNvPr>
          <p:cNvSpPr txBox="1"/>
          <p:nvPr/>
        </p:nvSpPr>
        <p:spPr>
          <a:xfrm>
            <a:off x="11066584" y="0"/>
            <a:ext cx="1125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446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647DF-E43C-4B16-A1A7-C7D38053FF9D}"/>
              </a:ext>
            </a:extLst>
          </p:cNvPr>
          <p:cNvSpPr txBox="1"/>
          <p:nvPr/>
        </p:nvSpPr>
        <p:spPr>
          <a:xfrm>
            <a:off x="0" y="50107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3C7284-C7AB-418C-B8F3-49B787B45197}"/>
              </a:ext>
            </a:extLst>
          </p:cNvPr>
          <p:cNvSpPr/>
          <p:nvPr/>
        </p:nvSpPr>
        <p:spPr>
          <a:xfrm>
            <a:off x="375138" y="538594"/>
            <a:ext cx="7760678" cy="23945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ലോകബന്ധം കൈവെടിയും</a:t>
            </a:r>
          </a:p>
          <a:p>
            <a:pPr lvl="0"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ദ്രോഹിച്ചു നിന്നെ പുറം തള്ളും</a:t>
            </a:r>
          </a:p>
          <a:p>
            <a:pPr lvl="0"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പാവനൻ താൻ സ്നേഹത്തോടെ</a:t>
            </a:r>
          </a:p>
          <a:p>
            <a:pPr lvl="0"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അരികിലുണ്ട് കടന്നുവാ</a:t>
            </a: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rtika" panose="02020503030404060203" pitchFamily="18" charset="0"/>
              <a:ea typeface="+mn-ea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348990-399B-453B-A10B-7FAD6235685F}"/>
              </a:ext>
            </a:extLst>
          </p:cNvPr>
          <p:cNvSpPr/>
          <p:nvPr/>
        </p:nvSpPr>
        <p:spPr>
          <a:xfrm>
            <a:off x="375138" y="3618913"/>
            <a:ext cx="9003323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Lokabandham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kaivediyum</a:t>
            </a:r>
            <a:endParaRPr lang="en-US" sz="3400" b="1" dirty="0">
              <a:solidFill>
                <a:srgbClr val="002060"/>
              </a:solidFill>
            </a:endParaRPr>
          </a:p>
          <a:p>
            <a:pPr lvl="0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Drohichu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puram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thallhum</a:t>
            </a:r>
            <a:endParaRPr lang="en-US" sz="3400" b="1" dirty="0">
              <a:solidFill>
                <a:srgbClr val="002060"/>
              </a:solidFill>
            </a:endParaRPr>
          </a:p>
          <a:p>
            <a:pPr lvl="0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Paavanan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snehaththode</a:t>
            </a:r>
            <a:endParaRPr lang="en-US" sz="3400" b="1" dirty="0">
              <a:solidFill>
                <a:srgbClr val="002060"/>
              </a:solidFill>
            </a:endParaRPr>
          </a:p>
          <a:p>
            <a:pPr lvl="0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Arikilundu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kadannu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vaa</a:t>
            </a: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16E39A-EB97-48B5-AD99-F2BD80545348}"/>
              </a:ext>
            </a:extLst>
          </p:cNvPr>
          <p:cNvSpPr/>
          <p:nvPr/>
        </p:nvSpPr>
        <p:spPr>
          <a:xfrm>
            <a:off x="3352800" y="2444608"/>
            <a:ext cx="872196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കടന്നുവാ കടന്നു വാ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യേശു നിന്നെ വിളിക്കുന്നു (2)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C07775-844C-42B2-88C4-E17F7C3CD70B}"/>
              </a:ext>
            </a:extLst>
          </p:cNvPr>
          <p:cNvSpPr/>
          <p:nvPr/>
        </p:nvSpPr>
        <p:spPr>
          <a:xfrm>
            <a:off x="46893" y="5426686"/>
            <a:ext cx="11769969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0000"/>
              </a:lnSpc>
            </a:pPr>
            <a:r>
              <a:rPr lang="fi-FI" sz="3400" b="1" dirty="0">
                <a:solidFill>
                  <a:schemeClr val="accent1">
                    <a:lumMod val="75000"/>
                  </a:schemeClr>
                </a:solidFill>
              </a:rPr>
              <a:t>Kadannu vaa kadannu vaa</a:t>
            </a:r>
          </a:p>
          <a:p>
            <a:pPr lvl="0" algn="r">
              <a:lnSpc>
                <a:spcPct val="110000"/>
              </a:lnSpc>
            </a:pPr>
            <a:r>
              <a:rPr lang="fi-FI" sz="3400" b="1" dirty="0">
                <a:solidFill>
                  <a:schemeClr val="accent1">
                    <a:lumMod val="75000"/>
                  </a:schemeClr>
                </a:solidFill>
              </a:rPr>
              <a:t>Yeshu ninne vilhikkunnu (2)</a:t>
            </a: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6717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118</Words>
  <Application>Microsoft Office PowerPoint</Application>
  <PresentationFormat>Widescreen</PresentationFormat>
  <Paragraphs>44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Kartika</vt:lpstr>
      <vt:lpstr>Office Theme</vt:lpstr>
      <vt:lpstr>1_Office Theme</vt:lpstr>
      <vt:lpstr>446 മാറിടാത്ത യേശുനാഥൻ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Maaridaatha yeshunadhan</dc:title>
  <dc:creator>Acsah Mathews</dc:creator>
  <cp:lastModifiedBy>Acsah Mathews</cp:lastModifiedBy>
  <cp:revision>2</cp:revision>
  <dcterms:created xsi:type="dcterms:W3CDTF">2018-11-29T17:13:08Z</dcterms:created>
  <dcterms:modified xsi:type="dcterms:W3CDTF">2018-11-29T17:19:21Z</dcterms:modified>
</cp:coreProperties>
</file>