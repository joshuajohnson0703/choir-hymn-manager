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5" r:id="rId4"/>
    <p:sldId id="276" r:id="rId5"/>
    <p:sldId id="279" r:id="rId6"/>
    <p:sldId id="277" r:id="rId7"/>
    <p:sldId id="28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3" autoAdjust="0"/>
    <p:restoredTop sz="94660"/>
  </p:normalViewPr>
  <p:slideViewPr>
    <p:cSldViewPr>
      <p:cViewPr varScale="1">
        <p:scale>
          <a:sx n="42" d="100"/>
          <a:sy n="42" d="100"/>
        </p:scale>
        <p:origin x="78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800D1-B338-433B-905C-0C2EEED2405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3FFAB-E1D3-49A1-9452-E5CF18118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171AE-A4AF-49A1-84B9-8F106730334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20B3C-5DF1-4933-A8E3-0BB88C64A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4CDCD-6C6E-4F29-90CE-52689D335C2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BF286-D2D9-4F56-B277-984E06DDA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7B042-83F6-463E-9B64-165D39AE7CC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25621-5D6F-4F0D-8EFB-3CD605EEB0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4C435-E5D9-4F7D-8A42-1C383C40CDC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D34D1-B4B4-440A-A2B9-67BC7198F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8987C-3E13-40C5-BF79-28E90BB9863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7B405-3026-43C5-83E9-3E6563C3E8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13E35-63B6-48C4-97C2-84A9493BDD0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63876-0878-4FBE-8962-4FD602D9E9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9B50C-03D1-482F-A80B-D36855499CC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CB633-831D-4156-B4B7-97E2CE662A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6A57C-D343-4CAC-9F45-2B318778B38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1B802-3BFA-43A1-8B34-9FBD394389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FC53C-593C-4B35-B45F-0CFE2BDDB46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F04CD-D0EF-4244-8D9C-6BD7EA3523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673C4-AD81-445A-B91F-5A0C886DA96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4F564-6C60-462E-A603-3885DC381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B2ABB2F-88CD-44D7-A7ED-E5FE1FCA126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654DC2-1708-44C2-9F47-BC1007FADF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8C0C-8D69-4BEC-BA17-FC4C4AC54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പാരിടം മംഗള ഗീതിയാൽ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FCAA8-3D4D-47EB-89ED-8A19DE009F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Paaridam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mangalha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geethiyaal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49F25-D985-4DE3-A05D-6AAD331E407B}"/>
              </a:ext>
            </a:extLst>
          </p:cNvPr>
          <p:cNvSpPr txBox="1"/>
          <p:nvPr/>
        </p:nvSpPr>
        <p:spPr>
          <a:xfrm>
            <a:off x="8458200" y="472440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Stanley Hutton</a:t>
            </a:r>
          </a:p>
        </p:txBody>
      </p:sp>
    </p:spTree>
    <p:extLst>
      <p:ext uri="{BB962C8B-B14F-4D97-AF65-F5344CB8AC3E}">
        <p14:creationId xmlns:p14="http://schemas.microsoft.com/office/powerpoint/2010/main" val="406171789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887200" cy="2133600"/>
          </a:xfrm>
        </p:spPr>
        <p:txBody>
          <a:bodyPr anchor="t"/>
          <a:lstStyle/>
          <a:p>
            <a:pPr algn="l" defTabSz="406400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പാരിടം മംഗള ഗീതിയാൽ നിറഞ്ഞു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പാരിച്ച ആനന്ദ മാധുര്യം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ബേത്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ലഹേം ആലയിൽ ദിവ്യ പൈതലിനെ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ഭക്തിയോടെ നരർ വീക്ഷിച്ചു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5CF26-2EDB-444E-A398-8C11E67E6416}"/>
              </a:ext>
            </a:extLst>
          </p:cNvPr>
          <p:cNvSpPr/>
          <p:nvPr/>
        </p:nvSpPr>
        <p:spPr>
          <a:xfrm>
            <a:off x="304800" y="3505200"/>
            <a:ext cx="11887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Paaridam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mangalha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geethiyaal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niranju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Paarichcha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maadhuryam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Bethlehem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aalayil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paithaliney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Bhakthiyodey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veekshichchu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FF233-D6C9-465A-855B-037ED6D61D04}"/>
              </a:ext>
            </a:extLst>
          </p:cNvPr>
          <p:cNvSpPr/>
          <p:nvPr/>
        </p:nvSpPr>
        <p:spPr>
          <a:xfrm>
            <a:off x="0" y="33855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887200" cy="2133600"/>
          </a:xfrm>
        </p:spPr>
        <p:txBody>
          <a:bodyPr anchor="t"/>
          <a:lstStyle/>
          <a:p>
            <a:pPr defTabSz="4064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വാഴ്ത്തുന്നു സംഘമായ്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ദൂതന്മാർ വാനത്തിലിമ്പമായ്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ചേർന്നിടാം സാദരം ഗാന മണ്ഡലെ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5CF26-2EDB-444E-A398-8C11E67E6416}"/>
              </a:ext>
            </a:extLst>
          </p:cNvPr>
          <p:cNvSpPr/>
          <p:nvPr/>
        </p:nvSpPr>
        <p:spPr>
          <a:xfrm>
            <a:off x="0" y="35766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sanghamaay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Doothanmaar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vaanaththilimbamaay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manhdaley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Chèlezhum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vandikkaam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166171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887200" cy="2133600"/>
          </a:xfrm>
        </p:spPr>
        <p:txBody>
          <a:bodyPr anchor="t"/>
          <a:lstStyle/>
          <a:p>
            <a:pPr algn="l" defTabSz="406400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മൂവരാം നൃപന്മാർ എത്തി നിന്നരികിൽ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മൂകമായ് കാഴ്ചകൾ അർപ്പിച്ചു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നക്ഷത്ര ജാലങ്ങൾ നോക്കി പുഞ്ചിരിച്ചു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നവ്യ മോദരംഗം കാണ്‍കയാൽ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5CF26-2EDB-444E-A398-8C11E67E6416}"/>
              </a:ext>
            </a:extLst>
          </p:cNvPr>
          <p:cNvSpPr/>
          <p:nvPr/>
        </p:nvSpPr>
        <p:spPr>
          <a:xfrm>
            <a:off x="304800" y="3505200"/>
            <a:ext cx="11887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Moovaraam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nripanmaar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ninnarikil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Mookamaay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kaazhchakalh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arpichchu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Nakshathra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jaalangalh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punchirichchu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Navya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modarangam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kaankayaal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FF233-D6C9-465A-855B-037ED6D61D04}"/>
              </a:ext>
            </a:extLst>
          </p:cNvPr>
          <p:cNvSpPr/>
          <p:nvPr/>
        </p:nvSpPr>
        <p:spPr>
          <a:xfrm>
            <a:off x="0" y="33855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53275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887200" cy="2133600"/>
          </a:xfrm>
        </p:spPr>
        <p:txBody>
          <a:bodyPr anchor="t"/>
          <a:lstStyle/>
          <a:p>
            <a:pPr defTabSz="4064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വാഴ്ത്തുന്നു സംഘമായ്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ദൂതന്മാർ വാനത്തിലിമ്പമായ്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ചേർന്നിടാം സാദരം ഗാന മണ്ഡലെ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5CF26-2EDB-444E-A398-8C11E67E6416}"/>
              </a:ext>
            </a:extLst>
          </p:cNvPr>
          <p:cNvSpPr/>
          <p:nvPr/>
        </p:nvSpPr>
        <p:spPr>
          <a:xfrm>
            <a:off x="0" y="35766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sanghamaay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Doothanmaar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vaanaththilimbamaay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manhdaley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Chèlezhum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vandikkaam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75792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887200" cy="2133600"/>
          </a:xfrm>
        </p:spPr>
        <p:txBody>
          <a:bodyPr anchor="t"/>
          <a:lstStyle/>
          <a:p>
            <a:pPr algn="l" defTabSz="406400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സ്വർഗ്ഗീയ മാഹാത്മ്യം  വിട്ടുതാണിറങ്ങി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സ്വന്തമാം മക്കളെ രക്ഷിപ്പാൻ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ജീർണ്ണമാം ശീലകൾ ഇതിൻ സാക്ഷികളായ്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ജീവിച്ചു മാതൃകാപരമായ്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5CF26-2EDB-444E-A398-8C11E67E6416}"/>
              </a:ext>
            </a:extLst>
          </p:cNvPr>
          <p:cNvSpPr/>
          <p:nvPr/>
        </p:nvSpPr>
        <p:spPr>
          <a:xfrm>
            <a:off x="304800" y="3505200"/>
            <a:ext cx="11887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Swargeeya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mahaathmyam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vittuthaanhirangi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Swanthamaam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makkalhey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Jeernhamaam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sheelakalh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saakshikalhaayi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Jeevichchu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mathrukaparamay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FF233-D6C9-465A-855B-037ED6D61D04}"/>
              </a:ext>
            </a:extLst>
          </p:cNvPr>
          <p:cNvSpPr/>
          <p:nvPr/>
        </p:nvSpPr>
        <p:spPr>
          <a:xfrm>
            <a:off x="0" y="338554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890084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887200" cy="2133600"/>
          </a:xfrm>
        </p:spPr>
        <p:txBody>
          <a:bodyPr anchor="t"/>
          <a:lstStyle/>
          <a:p>
            <a:pPr defTabSz="4064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വാഴ്ത്തുന്നു സംഘമായ്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ദൂതന്മാർ വാനത്തിലിമ്പമായ്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ചേർന്നിടാം സാദരം ഗാന മണ്ഡലെ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5CF26-2EDB-444E-A398-8C11E67E6416}"/>
              </a:ext>
            </a:extLst>
          </p:cNvPr>
          <p:cNvSpPr/>
          <p:nvPr/>
        </p:nvSpPr>
        <p:spPr>
          <a:xfrm>
            <a:off x="0" y="35766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sanghamaay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Doothanmaar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vaanaththilimbamaay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manhdaley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Chèlezhum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vandikkaam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09293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102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119 പാരിടം മംഗള ഗീതിയാൽ</vt:lpstr>
      <vt:lpstr>പാരിടം മംഗള ഗീതിയാൽ നിറഞ്ഞു  പാരിച്ച ആനന്ദ മാധുര്യം  ബേത് ലഹേം ആലയിൽ ദിവ്യ പൈതലിനെ  ഭക്തിയോടെ നരർ വീക്ഷിച്ചു</vt:lpstr>
      <vt:lpstr> വാഴ്ത്തുന്നു സംഘമായ്   ദൂതന്മാർ വാനത്തിലിമ്പമായ്   ചേർന്നിടാം സാദരം ഗാന മണ്ഡലെ നാം   ചേലെഴും പാദങ്ങൾ വന്ദിക്കാം</vt:lpstr>
      <vt:lpstr>മൂവരാം നൃപന്മാർ എത്തി നിന്നരികിൽ  മൂകമായ് കാഴ്ചകൾ അർപ്പിച്ചു  നക്ഷത്ര ജാലങ്ങൾ നോക്കി പുഞ്ചിരിച്ചു  നവ്യ മോദരംഗം കാണ്‍കയാൽ</vt:lpstr>
      <vt:lpstr> വാഴ്ത്തുന്നു സംഘമായ്   ദൂതന്മാർ വാനത്തിലിമ്പമായ്   ചേർന്നിടാം സാദരം ഗാന മണ്ഡലെ നാം   ചേലെഴും പാദങ്ങൾ വന്ദിക്കാം</vt:lpstr>
      <vt:lpstr>സ്വർഗ്ഗീയ മാഹാത്മ്യം  വിട്ടുതാണിറങ്ങി സ്വന്തമാം മക്കളെ രക്ഷിപ്പാൻ  ജീർണ്ണമാം ശീലകൾ ഇതിൻ സാക്ഷികളായ്  ജീവിച്ചു മാതൃകാപരമായ്</vt:lpstr>
      <vt:lpstr> വാഴ്ത്തുന്നു സംഘമായ്   ദൂതന്മാർ വാനത്തിലിമ്പമായ്   ചേർന്നിടാം സാദരം ഗാന മണ്ഡലെ നാം   ചേലെഴും പാദങ്ങൾ വന്ദിക്കാം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Paaridam mangala geethiyaal</dc:title>
  <dc:creator>Digital Input:; GM JOHN; Acsah Mathews</dc:creator>
  <cp:lastModifiedBy>Acsah Mathews</cp:lastModifiedBy>
  <cp:revision>346</cp:revision>
  <dcterms:created xsi:type="dcterms:W3CDTF">2013-04-19T09:19:07Z</dcterms:created>
  <dcterms:modified xsi:type="dcterms:W3CDTF">2018-11-02T17:21:55Z</dcterms:modified>
</cp:coreProperties>
</file>