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4" r:id="rId3"/>
    <p:sldId id="276" r:id="rId4"/>
    <p:sldId id="277" r:id="rId5"/>
    <p:sldId id="278" r:id="rId6"/>
    <p:sldId id="279" r:id="rId7"/>
    <p:sldId id="280" r:id="rId8"/>
    <p:sldId id="281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96" autoAdjust="0"/>
    <p:restoredTop sz="94660"/>
  </p:normalViewPr>
  <p:slideViewPr>
    <p:cSldViewPr>
      <p:cViewPr varScale="1">
        <p:scale>
          <a:sx n="38" d="100"/>
          <a:sy n="38" d="100"/>
        </p:scale>
        <p:origin x="60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65593-D831-4E28-A972-C45895C83C9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21AFC-1181-4504-948E-C7A71E41BA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86A57-3470-4FEC-9CBC-02DE2E7B3001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364CA-56BE-45D6-9B56-999A3AF06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7F9F7-FA00-41BD-A743-B58FDC0F169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DBD6C-5B3C-415D-ACA1-3A4C86A76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8F5A7-8035-462A-BE9A-43841F8DEAE3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0C2CFD-4A52-4442-A66D-92D325BDD3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1D98D-19A7-4896-9959-DA8C3AB88DE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15AC8-E9B8-41A1-B908-DEF8A7837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0684B-FBC2-49E8-8C44-ADC9E5240F5D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01CC8-D74C-4571-A69D-91C1E21022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C0551-A6FD-4982-8C1E-3B38A663474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682E6-E867-4A33-8407-B41F1F8607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56AD4-DDD9-4C32-A584-44B5E3DB60D2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FEE95-4DB6-4768-A342-5EDC5A6C59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BF6EC-8EBA-44E2-B86D-F1C6C6B71AA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F5CF7-4632-4583-AA41-ED4A1A4F93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432B2-3BCF-4C48-9A12-06CADBC98755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4C76B-FBB7-4E28-994F-E5BCD94CCE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C7D99D-D04D-4E54-9338-FCDFBB888AF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DC1BA-74E3-49D7-9D9F-25F5B0B367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F83D59E-68C7-42E6-8FAB-46CECB81AA6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2875CB7-0FF7-49D9-A757-8CDB6B5E90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46CD-1AC2-49C0-9B0A-B7105F1C5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202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മധുരം  മധുരം മനോഹരം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86D64-633F-4346-8F3C-55EDE2185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Madhuram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madhuram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manoharam</a:t>
            </a:r>
            <a:endParaRPr lang="en-US"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38543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25400" y="2063929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1.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മേൽത്തരമാം പോന്നതിനൊടതുല്യം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തങ്കവും അതിനൊടു സമമല്ല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മധുരം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25400" y="698858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3477686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25400" y="4703414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Meltharamaam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athinodathulyam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Thankavum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athinodu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samamalla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	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പാതയിൽ ശോഭിത ദീപമതായി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കൂരിരുൾ ആകെ അകറ്റീടും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-50800" y="3542385"/>
            <a:ext cx="1224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Paathayil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shobhitha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deepamathayi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Koorirulh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aake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akattidum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008945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3.	</a:t>
            </a:r>
            <a:r>
              <a:rPr lang="ml-IN" sz="36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അരിയൊടു പൊരുതാൻ അരികിൽ മരുവും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ശരിയാം ഉടവാൾ അതു നൂനം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0" y="354238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Ariyodu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poruthaan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arikil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maruvum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Shariyaam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udavaalh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athunoonam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0953130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രിപുവാം പാമ്പിൻ ദംശനമേറ്റു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മരിച്ചോർക്കെല്ലാം-മുയിരേകും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0" y="354238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Ripuvaam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paambin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damshanamettu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marichorkkellam-uyirekum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43843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വഴിയറിയാതെ ഉഴലും മർത്യനു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spc="-400" dirty="0">
                <a:latin typeface="Kartika" panose="02020503030404060203" pitchFamily="18" charset="0"/>
                <a:cs typeface="Kartika" panose="02020503030404060203" pitchFamily="18" charset="0"/>
              </a:rPr>
              <a:t>തെളിവായ് മാർഗ്ഗം വെളിവാക്കും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0" y="354238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Vazhiyarhiyaathe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uzhalum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marthyanu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Thelhivaai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maargam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velhivaakum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33384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ആത്മവിശപ്പാൽ വലയുന്നോർക്കു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ഭക്ഷണമാകും മന്നയിത്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0" y="354238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vishappaal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valayunnorhkku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Bhakshanhamakum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mannayithu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654016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4200" y="0"/>
            <a:ext cx="1447800" cy="4001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202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0" y="928857"/>
            <a:ext cx="12192000" cy="1138773"/>
          </a:xfrm>
        </p:spPr>
        <p:txBody>
          <a:bodyPr anchor="t"/>
          <a:lstStyle/>
          <a:p>
            <a:pPr algn="l">
              <a:tabLst>
                <a:tab pos="625475" algn="l"/>
              </a:tabLst>
              <a:defRPr/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7.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അധ്വാനിക്കും മനുജർക്കഖിലം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ആശ്വാസത്തിന്നുറവിടമാം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C3DC6-234B-4217-8A89-02F932F8BB9E}"/>
              </a:ext>
            </a:extLst>
          </p:cNvPr>
          <p:cNvSpPr/>
          <p:nvPr/>
        </p:nvSpPr>
        <p:spPr>
          <a:xfrm>
            <a:off x="0" y="2076271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മധുരം  മധുരം മനോഹരം നൽ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തേനിലും മധുരം തിരുവചനം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10C216-2DFE-4C65-913E-FDE3C6F486E7}"/>
              </a:ext>
            </a:extLst>
          </p:cNvPr>
          <p:cNvSpPr/>
          <p:nvPr/>
        </p:nvSpPr>
        <p:spPr>
          <a:xfrm>
            <a:off x="50800" y="4826981"/>
            <a:ext cx="12166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Thenilum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madhuram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thiruvachanam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974B7E-91BF-4696-9D60-55D4F986E949}"/>
              </a:ext>
            </a:extLst>
          </p:cNvPr>
          <p:cNvSpPr/>
          <p:nvPr/>
        </p:nvSpPr>
        <p:spPr>
          <a:xfrm>
            <a:off x="0" y="354238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Adhvanikkum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manujarkkakhilam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Aashwasathinnurhavidamaam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759770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139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202 മധുരം  മധുരം മനോഹരം</vt:lpstr>
      <vt:lpstr>1. മേൽത്തരമാം പോന്നതിനൊടതുല്യം  തങ്കവും അതിനൊടു സമമല്ല   - മധുരം…</vt:lpstr>
      <vt:lpstr>2. പാതയിൽ ശോഭിത ദീപമതായി  കൂരിരുൾ ആകെ അകറ്റീടും</vt:lpstr>
      <vt:lpstr>3. അരിയൊടു പൊരുതാൻ അരികിൽ മരുവും  ശരിയാം ഉടവാൾ അതു നൂനം</vt:lpstr>
      <vt:lpstr>4. രിപുവാം പാമ്പിൻ ദംശനമേറ്റു  മരിച്ചോർക്കെല്ലാം-മുയിരേകും</vt:lpstr>
      <vt:lpstr>5. വഴിയറിയാതെ ഉഴലും മർത്യനു  തെളിവായ് മാർഗ്ഗം വെളിവാക്കും</vt:lpstr>
      <vt:lpstr>6. ആത്മവിശപ്പാൽ വലയുന്നോർക്കു  ഭക്ഷണമാകും മന്നയിത്</vt:lpstr>
      <vt:lpstr>7. അധ്വാനിക്കും മനുജർക്കഖിലം  ആശ്വാസത്തിന്നുറവിടമാം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Madhuram madhuram manoharam</dc:title>
  <dc:creator>Digital Input:; GM JOHN; Acsah Mathews</dc:creator>
  <cp:lastModifiedBy>Acsah Mathews</cp:lastModifiedBy>
  <cp:revision>175</cp:revision>
  <dcterms:created xsi:type="dcterms:W3CDTF">2013-04-25T00:28:25Z</dcterms:created>
  <dcterms:modified xsi:type="dcterms:W3CDTF">2018-11-08T14:40:48Z</dcterms:modified>
</cp:coreProperties>
</file>