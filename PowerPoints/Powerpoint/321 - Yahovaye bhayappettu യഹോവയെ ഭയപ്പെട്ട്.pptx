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3" r:id="rId3"/>
    <p:sldId id="286" r:id="rId4"/>
    <p:sldId id="287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60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C8DB4D-DD52-4244-A163-F8D288422343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496AE4-7D27-4633-87C1-FABDF83C70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4FB572-88B1-4BC7-9B7F-6827E611920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CBF773-2783-4BDA-9D10-44C5D85D16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242974-35DB-45D8-B068-A8169EB2072B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001F9-4A95-403F-A487-E4AE5BB9B2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6F8C3D-AEAF-44C5-B597-AB135E4ED6D0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8243C7-4385-4829-8FA5-FA2D466D7A4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79C3EE-9868-4BD6-B329-F24F63A83C4E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7DE6A5-360C-450D-B259-79482F5022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ACAA2-CA97-4E7A-8AF8-5AED6F1619B8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51D87F-E882-4D15-B0CF-DEDA93EE12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1B2F0F-C12C-432A-AED6-F6CD010EF9A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4EE720-C802-4863-ABB8-33E3573B63E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E66368-FD17-4A76-9C06-6ED472B06F31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82C160-9A33-4019-A1C9-2F8897E294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1463DF-2B50-4CEF-A5A2-3A62CF3530EA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51E27E-9DA5-4B71-AC0F-150053EDBE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5F7B64-4FA0-408B-BDA7-4B23B9A21D7F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1B079E-C707-42AA-83E6-8A31193163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99E56A-15BC-45E0-BE1D-02092A6DC339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BF44AE-1C8F-4D00-8808-72ACC7815B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A0F3B91-9B3D-4975-BCAF-4B15036FFA47}" type="datetimeFigureOut">
              <a:rPr lang="en-US"/>
              <a:pPr>
                <a:defRPr/>
              </a:pPr>
              <a:t>11/19/2018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2D0D2E7-678E-4D1D-8138-EA4E6F7F14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71E03-52FC-463D-A069-999CEE1332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321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യഹോവയെ ഭയപ്പെട്ട്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DCFFF5-CF0F-424A-8A31-52D9D200DA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Yehovaye </a:t>
            </a:r>
            <a:r>
              <a:rPr lang="en-US" sz="4000" b="1" dirty="0" err="1">
                <a:solidFill>
                  <a:srgbClr val="002060"/>
                </a:solidFill>
              </a:rPr>
              <a:t>bhayapettu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4000" i="1" dirty="0">
                <a:solidFill>
                  <a:srgbClr val="002060"/>
                </a:solidFill>
              </a:rPr>
              <a:t>Psalms 128</a:t>
            </a:r>
            <a:endParaRPr lang="en-US" sz="4000" i="1" dirty="0"/>
          </a:p>
        </p:txBody>
      </p:sp>
    </p:spTree>
    <p:extLst>
      <p:ext uri="{BB962C8B-B14F-4D97-AF65-F5344CB8AC3E}">
        <p14:creationId xmlns:p14="http://schemas.microsoft.com/office/powerpoint/2010/main" val="1642550002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48154"/>
            <a:ext cx="12192000" cy="2819400"/>
          </a:xfrm>
        </p:spPr>
        <p:txBody>
          <a:bodyPr anchor="t"/>
          <a:lstStyle/>
          <a:p>
            <a:pPr defTabSz="46355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യഹോവയെ ഭയപ്പെട്ട്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,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വഴികളിൽ നടക്കുന്ന ഏവനും ഭാഗ്യവാൻ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കൈകളുടെ അദ്ധ്വാനഫലം നീ തിന്നും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നീ ഭാഗ്യവാൻ, നിനക്കു നന്മ വരും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CF4CDB-8266-4E1A-8262-69DC6B20A1C2}"/>
              </a:ext>
            </a:extLst>
          </p:cNvPr>
          <p:cNvSpPr/>
          <p:nvPr/>
        </p:nvSpPr>
        <p:spPr>
          <a:xfrm>
            <a:off x="0" y="3752958"/>
            <a:ext cx="121920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Yehovaye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bhayapettu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avante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Vazhikalhil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nadakkunna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aevanum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bhaagyavaan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Ninte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kaikalhude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adhvaana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phalam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thinnum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400" b="1" dirty="0">
                <a:solidFill>
                  <a:srgbClr val="002060"/>
                </a:solidFill>
                <a:latin typeface="+mn-lt"/>
              </a:rPr>
              <a:t>Nee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bhagyavaan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ninakku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nanma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varum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48154"/>
            <a:ext cx="12192000" cy="3319046"/>
          </a:xfrm>
        </p:spPr>
        <p:txBody>
          <a:bodyPr anchor="t"/>
          <a:lstStyle/>
          <a:p>
            <a:pPr algn="l" defTabSz="463550"/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ഭാര്യ നിന്‍റെ വീട്ടിനകത്തു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ഫലപ്രദമായ മുന്തിരിവള്ളിപോലെയും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 മക്കൾ നിന്‍റെ മേശയ്ക്കു ചുറ്റും 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ഒലിവുതൈകൾ പോലെയും ഇരിക്കും</a:t>
            </a:r>
            <a:b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യഹോവ ഭക്തനായ പുരുഷൻ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ഇങ്ങനെ അനുഗ്രഹിക്കപ്പെട്ടവനാകും </a:t>
            </a:r>
            <a:b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  <a:cs typeface="Kartika" panose="02020503030404060203" pitchFamily="18" charset="0"/>
              </a:rPr>
              <a:t>	യഹോവ സീയോനിൽ നിന്നും നിന്നെ അനുഗ്രഹിക്കും 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CF4CDB-8266-4E1A-8262-69DC6B20A1C2}"/>
              </a:ext>
            </a:extLst>
          </p:cNvPr>
          <p:cNvSpPr/>
          <p:nvPr/>
        </p:nvSpPr>
        <p:spPr>
          <a:xfrm>
            <a:off x="0" y="4282440"/>
            <a:ext cx="12192000" cy="2098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b="1" dirty="0">
                <a:solidFill>
                  <a:srgbClr val="002060"/>
                </a:solidFill>
                <a:latin typeface="+mn-lt"/>
              </a:rPr>
              <a:t>Ninte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bhaarya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veetinakathu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Phalapradamaaya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munthirivallhipoleyum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>
                <a:solidFill>
                  <a:srgbClr val="002060"/>
                </a:solidFill>
                <a:latin typeface="+mn-lt"/>
              </a:rPr>
              <a:t>Ninte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makkalh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meshakku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chuttum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Olivuthaikalh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poleyum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irikkum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Yahova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bhakthanaaya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purushan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Ingane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anugrahikkapettavanaakum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Yahova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seeyonil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ninnum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ninne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anugrahikkum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1558624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title"/>
          </p:nvPr>
        </p:nvSpPr>
        <p:spPr>
          <a:xfrm>
            <a:off x="0" y="948154"/>
            <a:ext cx="12192000" cy="3319046"/>
          </a:xfrm>
        </p:spPr>
        <p:txBody>
          <a:bodyPr anchor="t"/>
          <a:lstStyle/>
          <a:p>
            <a:pPr algn="l" defTabSz="463550"/>
            <a:r>
              <a:rPr lang="en-US" sz="3000" b="1" dirty="0">
                <a:latin typeface="Kartika" panose="02020503030404060203" pitchFamily="18" charset="0"/>
              </a:rPr>
              <a:t>2	</a:t>
            </a:r>
            <a:r>
              <a:rPr lang="ml-IN" sz="3000" b="1" dirty="0">
                <a:latin typeface="Kartika" panose="02020503030404060203" pitchFamily="18" charset="0"/>
              </a:rPr>
              <a:t>നിന്‍റെ ആയുഷ്കാലമൊക്കെയും നീ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യെരുശലേമിന്‍റെ നന്മയെ കാണും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നിന്‍റെ മക്കളുടെ മക്കളെയും നീ കാണും 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യിസ്രായേലിന്മേൽ സമാധാനം ഉണ്ടാകട്ടെ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പിതാവിനും പുത്രനും പരിശുദ്ധ റൂഹായ്ക്കും </a:t>
            </a:r>
            <a:br>
              <a:rPr lang="en-US" sz="3000" b="1" dirty="0">
                <a:latin typeface="Kartika" panose="02020503030404060203" pitchFamily="18" charset="0"/>
              </a:rPr>
            </a:br>
            <a:r>
              <a:rPr lang="en-US" sz="3000" b="1" dirty="0">
                <a:latin typeface="Kartika" panose="02020503030404060203" pitchFamily="18" charset="0"/>
              </a:rPr>
              <a:t>	</a:t>
            </a:r>
            <a:r>
              <a:rPr lang="ml-IN" sz="3000" b="1" dirty="0">
                <a:latin typeface="Kartika" panose="02020503030404060203" pitchFamily="18" charset="0"/>
              </a:rPr>
              <a:t>മഹത്വമുണ്ടാകട്ടെ</a:t>
            </a:r>
            <a:r>
              <a:rPr lang="en-US" sz="3000" b="1" dirty="0">
                <a:latin typeface="Kartika" panose="02020503030404060203" pitchFamily="18" charset="0"/>
              </a:rPr>
              <a:t> </a:t>
            </a:r>
            <a:br>
              <a:rPr lang="ml-IN" sz="3000" b="1" dirty="0">
                <a:latin typeface="Kartika" panose="02020503030404060203" pitchFamily="18" charset="0"/>
              </a:rPr>
            </a:br>
            <a:r>
              <a:rPr lang="ml-IN" sz="3000" b="1" dirty="0">
                <a:latin typeface="Kartika" panose="02020503030404060203" pitchFamily="18" charset="0"/>
              </a:rPr>
              <a:t>	ആദിയിങ്കലും എന്നേക്കും 	ഉള്ളപ്രകാരം തന്നെ ആമേൻ</a:t>
            </a:r>
            <a:endParaRPr lang="en-US" sz="30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TextBox 2"/>
          <p:cNvSpPr txBox="1"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321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0CF4CDB-8266-4E1A-8262-69DC6B20A1C2}"/>
              </a:ext>
            </a:extLst>
          </p:cNvPr>
          <p:cNvSpPr/>
          <p:nvPr/>
        </p:nvSpPr>
        <p:spPr>
          <a:xfrm>
            <a:off x="0" y="4282440"/>
            <a:ext cx="12192000" cy="20982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n-US" sz="3000" b="1" dirty="0">
                <a:solidFill>
                  <a:srgbClr val="002060"/>
                </a:solidFill>
                <a:latin typeface="+mn-lt"/>
              </a:rPr>
              <a:t>Ninte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aayushkaalamokkeyum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Yerushaleminte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nanmaye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kaanhum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>
                <a:solidFill>
                  <a:srgbClr val="002060"/>
                </a:solidFill>
                <a:latin typeface="+mn-lt"/>
              </a:rPr>
              <a:t>Ninte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makkalheyum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nee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kaanhum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Israayelinmel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samaadhaanam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undakatee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Pithaavinum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puthranum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parishuddhaathmaavinum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mahathwamundakatte</a:t>
            </a:r>
            <a:endParaRPr lang="en-US" sz="3000" b="1" dirty="0">
              <a:solidFill>
                <a:srgbClr val="002060"/>
              </a:solidFill>
              <a:latin typeface="+mn-lt"/>
            </a:endParaRPr>
          </a:p>
          <a:p>
            <a:pPr>
              <a:lnSpc>
                <a:spcPct val="110000"/>
              </a:lnSpc>
            </a:pP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Aadiyinkalum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ippozhum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ennekkum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ullhaprakaaram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000" b="1" dirty="0" err="1">
                <a:solidFill>
                  <a:srgbClr val="002060"/>
                </a:solidFill>
                <a:latin typeface="+mn-lt"/>
              </a:rPr>
              <a:t>thanne</a:t>
            </a:r>
            <a:r>
              <a:rPr lang="en-US" sz="3000" b="1" dirty="0">
                <a:solidFill>
                  <a:srgbClr val="002060"/>
                </a:solidFill>
                <a:latin typeface="+mn-lt"/>
              </a:rPr>
              <a:t> Amen</a:t>
            </a:r>
          </a:p>
        </p:txBody>
      </p:sp>
    </p:spTree>
    <p:extLst>
      <p:ext uri="{BB962C8B-B14F-4D97-AF65-F5344CB8AC3E}">
        <p14:creationId xmlns:p14="http://schemas.microsoft.com/office/powerpoint/2010/main" val="187252833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1560</TotalTime>
  <Words>81</Words>
  <Application>Microsoft Office PowerPoint</Application>
  <PresentationFormat>Widescreen</PresentationFormat>
  <Paragraphs>21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321 യഹോവയെ ഭയപ്പെട്ട്</vt:lpstr>
      <vt:lpstr>യഹോവയെ ഭയപ്പെട്ട്, അവന്‍റെ വഴികളിൽ നടക്കുന്ന ഏവനും ഭാഗ്യവാൻ നിന്‍റെ കൈകളുടെ അദ്ധ്വാനഫലം നീ തിന്നും  നീ ഭാഗ്യവാൻ, നിനക്കു നന്മ വരും</vt:lpstr>
      <vt:lpstr>1 നിന്‍റെ ഭാര്യ നിന്‍റെ വീട്ടിനകത്തു   ഫലപ്രദമായ മുന്തിരിവള്ളിപോലെയും   നിന്‍റെ മക്കൾ നിന്‍റെ മേശയ്ക്കു ചുറ്റും   ഒലിവുതൈകൾ പോലെയും ഇരിക്കും  യഹോവ ഭക്തനായ പുരുഷൻ   ഇങ്ങനെ അനുഗ്രഹിക്കപ്പെട്ടവനാകും   യഹോവ സീയോനിൽ നിന്നും നിന്നെ അനുഗ്രഹിക്കും </vt:lpstr>
      <vt:lpstr>2 നിന്‍റെ ആയുഷ്കാലമൊക്കെയും നീ   യെരുശലേമിന്‍റെ നന്മയെ കാണും  നിന്‍റെ മക്കളുടെ മക്കളെയും നീ കാണും    യിസ്രായേലിന്മേൽ സമാധാനം ഉണ്ടാകട്ടെ   പിതാവിനും പുത്രനും പരിശുദ്ധ റൂഹായ്ക്കും   മഹത്വമുണ്ടാകട്ടെ   ആദിയിങ്കലും എന്നേക്കും  ഉള്ളപ്രകാരം തന്നെ ആമേൻ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Yahovaye bhayappettu</dc:title>
  <dc:creator>Digital Input; GM JOHN; Acsah Mathews</dc:creator>
  <cp:lastModifiedBy>Acsah Mathews</cp:lastModifiedBy>
  <cp:revision>437</cp:revision>
  <dcterms:created xsi:type="dcterms:W3CDTF">2013-04-19T09:19:07Z</dcterms:created>
  <dcterms:modified xsi:type="dcterms:W3CDTF">2018-11-19T16:54:20Z</dcterms:modified>
</cp:coreProperties>
</file>