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7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EB081-B83E-4E7A-B5D9-034AA4362F11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0D091-DA35-4F2E-B2C3-412102F3E3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1BF47-CCFC-41A4-AFD1-21EB2DD7831D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4DDF9-EAF0-4E62-B534-420C104386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CE365-0FBE-4C9C-807F-BD077031809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7EF54-80AB-4299-B369-9BB7F21A7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18C69-D427-4577-820D-F220711AAF64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B8171-7E49-4157-843C-1689CE2D4D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D80EC-37A5-48B5-BDE1-415DA834066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6A10C-8382-4019-A3CC-9885331543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1E41D-E05A-4CE4-BCDA-55B7A720987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9B50F-6459-4147-8451-6DD676969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0C127-1CA5-459C-8FCB-A501BB31FE8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C3835-9662-4AED-8D60-DA07031E3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E7037-D359-49D7-A79E-CF4F5C19BB3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04545-D62F-4669-9345-75896CA6F8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26C2A-055F-4FFD-BB7C-DF3602C9669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73060-0382-4645-B72C-EF87351683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ACC94-FE9B-4CB3-9D9A-636388C7C68C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858AA-F881-458F-AF5F-86950DD841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11419-40AB-4594-BA97-9323ECC94DD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F6D6E-ECA0-4CCF-9127-B3C44D044A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E67E2A-7E20-495F-A42D-50A63F9DE4A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4B10260-627C-4A3E-B4ED-444613B804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FB526-F396-4D27-8A08-3C6658D6C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59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സ്തോത്രം ചെയ്യും ഞാനെന്നും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6E0F3-F373-41A0-AF56-3A454B8E4C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Sthothram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cheyyum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njan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ennum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752916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81000"/>
            <a:ext cx="12192000" cy="3276600"/>
          </a:xfrm>
        </p:spPr>
        <p:txBody>
          <a:bodyPr anchor="t"/>
          <a:lstStyle/>
          <a:p>
            <a:pPr defTabSz="401638">
              <a:defRPr/>
            </a:pP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ചെയ്യും ഞാനെന്നും - രക്ഷിതാവേ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മാത്രം വാഴ്ത്തും ഞാനെന്നും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24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പാത്രഹീനനാമീ – ചെള്ളാ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മടിയനെ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പാർത്ഥിവനെ!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നിങ്കൽ ചേര്‍ത്തകൃപയ്ക്കായി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-സ്തോ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9909C6-214A-43D6-929D-EEFD09524143}"/>
              </a:ext>
            </a:extLst>
          </p:cNvPr>
          <p:cNvSpPr/>
          <p:nvPr/>
        </p:nvSpPr>
        <p:spPr>
          <a:xfrm>
            <a:off x="0" y="3700046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Sthothram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rakshithaave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Paathramallathulhlha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chelhlhaamadiyane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Paarthivane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kripakkayi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				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2134"/>
            <a:ext cx="12192000" cy="2776954"/>
          </a:xfrm>
        </p:spPr>
        <p:txBody>
          <a:bodyPr anchor="t"/>
          <a:lstStyle/>
          <a:p>
            <a:pPr algn="l" defTabSz="401638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മന്നന്‍ ദാവീദിന്‍ സുതനേ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വന്നുദിച്ച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മന്നനാം മാനുവേലാ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 (3)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സന്നാഹമോടെന്നും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സന്നിധൌ പാടുവാന്‍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എന്നെ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നിന്നിലായ്‌ കാക്കേണം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9909C6-214A-43D6-929D-EEFD09524143}"/>
              </a:ext>
            </a:extLst>
          </p:cNvPr>
          <p:cNvSpPr/>
          <p:nvPr/>
        </p:nvSpPr>
        <p:spPr>
          <a:xfrm>
            <a:off x="18586" y="3447182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daaveedin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suthane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Vannudicha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mannanaam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maanuvelaa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(3)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Sannaahamodennum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Sannidhou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Ninnilai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kaakkenham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07ED04-CCC0-47A8-B7BD-257C9510DD78}"/>
              </a:ext>
            </a:extLst>
          </p:cNvPr>
          <p:cNvSpPr/>
          <p:nvPr/>
        </p:nvSpPr>
        <p:spPr>
          <a:xfrm>
            <a:off x="-18586" y="5625405"/>
            <a:ext cx="12191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Sthothram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rakshithaave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427CA-6E41-458A-B57A-EA0B7ABB76D5}"/>
              </a:ext>
            </a:extLst>
          </p:cNvPr>
          <p:cNvSpPr/>
          <p:nvPr/>
        </p:nvSpPr>
        <p:spPr>
          <a:xfrm>
            <a:off x="-18586" y="2544871"/>
            <a:ext cx="122291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ചെയ്യും ഞാനെന്നും - രക്ഷിതാവേ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മാത്രം വാഴ്ത്തും ഞാനെന്നും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5226400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2134"/>
            <a:ext cx="12192000" cy="2776954"/>
          </a:xfrm>
        </p:spPr>
        <p:txBody>
          <a:bodyPr anchor="t"/>
          <a:lstStyle/>
          <a:p>
            <a:pPr algn="l" defTabSz="401638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അതിശയ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മുള്ളവനേ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അതിരറ്റ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അനുഗ്രഹവാരിധിയേ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അധിപനാം യേശുവേ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അഖിലേശ നന്ദനാ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അഖിലര്‍ നായകനേ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അഖിലാണ്ഡ കര്‍ത്താവേ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9909C6-214A-43D6-929D-EEFD09524143}"/>
              </a:ext>
            </a:extLst>
          </p:cNvPr>
          <p:cNvSpPr/>
          <p:nvPr/>
        </p:nvSpPr>
        <p:spPr>
          <a:xfrm>
            <a:off x="18586" y="3447182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Athishayamulhlhavane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Athiratta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anugraha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vaaridhiye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(3)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Adhipanaam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Akhilesha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nandanaa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Akhilarh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naayakane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Akhilaanda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07ED04-CCC0-47A8-B7BD-257C9510DD78}"/>
              </a:ext>
            </a:extLst>
          </p:cNvPr>
          <p:cNvSpPr/>
          <p:nvPr/>
        </p:nvSpPr>
        <p:spPr>
          <a:xfrm>
            <a:off x="-18586" y="5625405"/>
            <a:ext cx="12191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Sthothram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rakshithaave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427CA-6E41-458A-B57A-EA0B7ABB76D5}"/>
              </a:ext>
            </a:extLst>
          </p:cNvPr>
          <p:cNvSpPr/>
          <p:nvPr/>
        </p:nvSpPr>
        <p:spPr>
          <a:xfrm>
            <a:off x="-18586" y="2544871"/>
            <a:ext cx="122291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ചെയ്യും ഞാനെന്നും - രക്ഷിതാവേ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മാത്രം വാഴ്ത്തും ഞാനെന്നും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384750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42134"/>
            <a:ext cx="12192000" cy="2776954"/>
          </a:xfrm>
        </p:spPr>
        <p:txBody>
          <a:bodyPr anchor="t"/>
          <a:lstStyle/>
          <a:p>
            <a:pPr algn="l" defTabSz="401638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അടിയനെ വീണ്ടവനെ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അടിമയെ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മോടിയില്‍ തീര്‍ത്തവനേ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 (3)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ജഡത്തില്‍ കുടികൊള്ളും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അടിയാനെ നിന്നുടെ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കൊടിക്കീഴില്‍ നാള്‍തോറും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ജയത്തോടു കാക്കേണം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9909C6-214A-43D6-929D-EEFD09524143}"/>
              </a:ext>
            </a:extLst>
          </p:cNvPr>
          <p:cNvSpPr/>
          <p:nvPr/>
        </p:nvSpPr>
        <p:spPr>
          <a:xfrm>
            <a:off x="18586" y="3447182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Adiyaane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veendavane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Adimaye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modiyil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theerthavane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(3)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Jadathil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kudikollhum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Adiyaane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ninnude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Kodikkeezhil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naalhthorhum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jayathode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kaakkenham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07ED04-CCC0-47A8-B7BD-257C9510DD78}"/>
              </a:ext>
            </a:extLst>
          </p:cNvPr>
          <p:cNvSpPr/>
          <p:nvPr/>
        </p:nvSpPr>
        <p:spPr>
          <a:xfrm>
            <a:off x="-18586" y="5625405"/>
            <a:ext cx="12191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Sthothram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rakshithaave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427CA-6E41-458A-B57A-EA0B7ABB76D5}"/>
              </a:ext>
            </a:extLst>
          </p:cNvPr>
          <p:cNvSpPr/>
          <p:nvPr/>
        </p:nvSpPr>
        <p:spPr>
          <a:xfrm>
            <a:off x="-18586" y="2544871"/>
            <a:ext cx="122291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ചെയ്യും ഞാനെന്നും - രക്ഷിതാവേ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മാത്രം വാഴ്ത്തും ഞാനെന്നും</a:t>
            </a:r>
            <a:endParaRPr lang="en-US" sz="3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1F0431-7014-418C-AD21-11CBDCC73D9C}"/>
              </a:ext>
            </a:extLst>
          </p:cNvPr>
          <p:cNvSpPr/>
          <p:nvPr/>
        </p:nvSpPr>
        <p:spPr>
          <a:xfrm>
            <a:off x="8725614" y="3524328"/>
            <a:ext cx="344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(മുല്ലശ്ശേരി ജോണ്‍ ഈശോ)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3035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142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59 സ്തോത്രം ചെയ്യും ഞാനെന്നും</vt:lpstr>
      <vt:lpstr>പല്ലവി സ്തോത്രം ചെയ്യും ഞാനെന്നും - രക്ഷിതാവേ മാത്രം വാഴ്ത്തും ഞാനെന്നും അനുപല്ലവി പാത്രഹീനനാമീ – ചെള്ളാ മടിയനെ പാർത്ഥിവനെ! നിങ്കൽ ചേര്‍ത്തകൃപയ്ക്കായി                           -സ്തോ… </vt:lpstr>
      <vt:lpstr>1  മന്നന്‍ ദാവീദിന്‍ സുതനേ!  വന്നുദിച്ച മന്നനാം മാനുവേലാ! (3)  സന്നാഹമോടെന്നും  സന്നിധൌ പാടുവാന്‍  ഉന്നതനെ! എന്നെ  നിന്നിലായ്‌ കാക്കേണം</vt:lpstr>
      <vt:lpstr>2 അതിശയ മുള്ളവനേ!  അതിരറ്റ അനുഗ്രഹവാരിധിയേ (3)  അധിപനാം യേശുവേ! അഖിലേശ നന്ദനാ!  അഖിലര്‍ നായകനേ! അഖിലാണ്ഡ കര്‍ത്താവേ!</vt:lpstr>
      <vt:lpstr>3 അടിയനെ വീണ്ടവനെ!   അടിമയെ മോടിയില്‍ തീര്‍ത്തവനേ! (3)  ജഡത്തില്‍ കുടികൊള്ളും അടിയാനെ നിന്നുടെ  കൊടിക്കീഴില്‍ നാള്‍തോറും  ജയത്തോടു കാക്കേണം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Input:;GM JOHN</dc:creator>
  <cp:lastModifiedBy>Acsah Mathews</cp:lastModifiedBy>
  <cp:revision>237</cp:revision>
  <dcterms:created xsi:type="dcterms:W3CDTF">2013-04-19T09:19:07Z</dcterms:created>
  <dcterms:modified xsi:type="dcterms:W3CDTF">2018-10-29T18:31:47Z</dcterms:modified>
</cp:coreProperties>
</file>