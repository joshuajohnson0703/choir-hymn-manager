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5" r:id="rId2"/>
    <p:sldId id="270" r:id="rId3"/>
    <p:sldId id="272" r:id="rId4"/>
    <p:sldId id="273" r:id="rId5"/>
    <p:sldId id="274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E2C61A-9ED1-4637-9B8F-CAE436A4EC8D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FF096-4CA1-41E1-8749-77EF0C169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31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FF096-4CA1-41E1-8749-77EF0C1695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18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FF096-4CA1-41E1-8749-77EF0C1695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87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FF096-4CA1-41E1-8749-77EF0C1695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319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F1A5B-3365-4219-A127-953C35D2517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5F639C-6CA7-4CF2-A272-91A2B6B656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144372-A4D9-4D66-8AD8-D34DCAB834E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1E115-D700-4224-A3D2-64D83BA8B8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B4D58-0EE5-4AD5-A498-933317FC1A9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B61CA-5F11-4BB1-B921-55D5A5A91D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BC626D-4EDE-4723-A20A-D208DAD6087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BCE32-D208-4957-BC08-2E5C26D3D4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FDE91-06FC-4D90-9F30-6B7481085F5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BFA736-FBA1-4AC2-BBCB-6DE3971A16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45A19E-DC0B-4274-AFA5-C2AA0629533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06B11-9099-47E5-8472-140C3ED6B2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0F7605-0CF3-432D-8D56-E77B37A29D8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2966F-009C-4B29-8B99-2F4681525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712F6-8A9B-414A-BF50-C11D3D6222B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A1134-E9FF-409B-9456-DAAD4BF1BB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6FF2C-86AC-482F-9666-02C59892FBA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B9B89C-EF3C-48C2-AE05-C410CF6569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20F145-E8D8-42B6-AF3E-9E10F1A15973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83784-C937-4172-9DFD-0FF0B641ED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87AD37-DE1B-4EB3-911E-72D63B28D54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F9F35-FE11-4222-9A90-EB0E7899F1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8CD821A-C569-4FA3-903D-B9501BA2B3E3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166435C-DB2F-439B-B7EF-021252C7D9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DDC11-CE00-46B6-9420-D4CD9A8B25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173 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മറുതലിക്കും മകനേ!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962C9-F92B-4613-99F0-04A354B11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20574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Maruthalikkum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makaney</a:t>
            </a:r>
            <a:r>
              <a:rPr lang="en-US" sz="4000" b="1" dirty="0">
                <a:solidFill>
                  <a:schemeClr val="tx2"/>
                </a:solidFill>
              </a:rPr>
              <a:t>!</a:t>
            </a:r>
          </a:p>
          <a:p>
            <a:r>
              <a:rPr lang="en-US" sz="3600" i="1" dirty="0">
                <a:solidFill>
                  <a:schemeClr val="tx2"/>
                </a:solidFill>
              </a:rPr>
              <a:t>Where is my wandering boy? – R. Lowry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6077526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1219200"/>
          </a:xfrm>
        </p:spPr>
        <p:txBody>
          <a:bodyPr anchor="t"/>
          <a:lstStyle/>
          <a:p>
            <a:pPr algn="l">
              <a:tabLst>
                <a:tab pos="457200" algn="l"/>
              </a:tabLst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മറുതലിക്കും മകനേ! ഈ രാത്രി നീ എവിടെ!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നീയെന്നോമന പൈതലും എന്‍ പ്രിയ പുത്രനും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58EA3F-5AD2-46DD-810E-707EC13F182B}"/>
              </a:ext>
            </a:extLst>
          </p:cNvPr>
          <p:cNvSpPr/>
          <p:nvPr/>
        </p:nvSpPr>
        <p:spPr>
          <a:xfrm>
            <a:off x="0" y="2148007"/>
            <a:ext cx="121666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 രാത്രി നീ എവിടെ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 രാത്രി നീ എവിടെ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നിന്നെ ഞാന്‍ എത്ര സ്നേഹിക്കുന്നു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 രാത്രി നീ എവിടെ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10A0D0-2671-4C28-B0FC-528350EC4012}"/>
              </a:ext>
            </a:extLst>
          </p:cNvPr>
          <p:cNvSpPr/>
          <p:nvPr/>
        </p:nvSpPr>
        <p:spPr>
          <a:xfrm>
            <a:off x="-25400" y="3828871"/>
            <a:ext cx="1221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1.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Maruthalikkum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makaney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raathri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evidey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Neeyenn-omana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paithalum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priya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puthranum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8CF672-7F29-450F-843B-31954161372E}"/>
              </a:ext>
            </a:extLst>
          </p:cNvPr>
          <p:cNvSpPr/>
          <p:nvPr/>
        </p:nvSpPr>
        <p:spPr>
          <a:xfrm>
            <a:off x="0" y="5029200"/>
            <a:ext cx="121666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Ee raathri nee evidey? ee raathri nee evidey? </a:t>
            </a:r>
          </a:p>
          <a:p>
            <a:pPr algn="ctr"/>
            <a:r>
              <a:rPr lang="fi-FI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haa! Ninney njaan ethra snehikkunnu!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raathri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evidey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1219200"/>
          </a:xfrm>
        </p:spPr>
        <p:txBody>
          <a:bodyPr anchor="t"/>
          <a:lstStyle/>
          <a:p>
            <a:pPr algn="l">
              <a:tabLst>
                <a:tab pos="457200" algn="l"/>
              </a:tabLst>
              <a:defRPr/>
            </a:pPr>
            <a:r>
              <a:rPr lang="en-US" sz="35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5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മാതാവന്തികേ നിന്നു പ്രാര്‍ത്ഥിച്ച പ്രായത്തിൽ</a:t>
            </a:r>
            <a:br>
              <a:rPr lang="en-US" sz="35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5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5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മനം എത്ര നിര്‍മ്മലം! നിന്‍ മുഖം മാധുര്യം!</a:t>
            </a:r>
            <a:endParaRPr lang="en-US" sz="35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58EA3F-5AD2-46DD-810E-707EC13F182B}"/>
              </a:ext>
            </a:extLst>
          </p:cNvPr>
          <p:cNvSpPr/>
          <p:nvPr/>
        </p:nvSpPr>
        <p:spPr>
          <a:xfrm>
            <a:off x="0" y="2148007"/>
            <a:ext cx="121666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 രാത്രി നീ എവിടെ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 രാത്രി നീ എവിടെ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നിന്നെ ഞാന്‍ എത്ര സ്നേഹിക്കുന്നു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 രാത്രി നീ എവിടെ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10A0D0-2671-4C28-B0FC-528350EC4012}"/>
              </a:ext>
            </a:extLst>
          </p:cNvPr>
          <p:cNvSpPr/>
          <p:nvPr/>
        </p:nvSpPr>
        <p:spPr>
          <a:xfrm>
            <a:off x="-25400" y="3828871"/>
            <a:ext cx="1221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2.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maathaavanthikey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praarthichcha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praayaththil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nirmalam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mukham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maadhuryam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8CF672-7F29-450F-843B-31954161372E}"/>
              </a:ext>
            </a:extLst>
          </p:cNvPr>
          <p:cNvSpPr/>
          <p:nvPr/>
        </p:nvSpPr>
        <p:spPr>
          <a:xfrm>
            <a:off x="0" y="5029200"/>
            <a:ext cx="121666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Ee raathri nee evidey? ee raathri nee evidey? </a:t>
            </a:r>
          </a:p>
          <a:p>
            <a:pPr algn="ctr"/>
            <a:r>
              <a:rPr lang="fi-FI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haa! Ninney njaan ethra snehikkunnu!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raathri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evidey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13873496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1219200"/>
          </a:xfrm>
        </p:spPr>
        <p:txBody>
          <a:bodyPr anchor="t"/>
          <a:lstStyle/>
          <a:p>
            <a:pPr algn="l">
              <a:tabLst>
                <a:tab pos="457200" algn="l"/>
              </a:tabLst>
              <a:defRPr/>
            </a:pPr>
            <a:r>
              <a:rPr lang="en-US" sz="35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3 </a:t>
            </a:r>
            <a:r>
              <a:rPr lang="ml-IN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മുന്‍കാലം പോലെ നിന്നെ ഞാന്‍ കാണ്മാന്‍ കൊതിക്കുന്നു</a:t>
            </a:r>
            <a:br>
              <a:rPr lang="en-US" sz="35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5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5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അന്നു നിന്‍ ജീവന്‍ ശുദ്ധവും നിന്‍ വീട്ടില്‍ ഭാഗ്യവും</a:t>
            </a:r>
            <a:endParaRPr lang="en-US" sz="35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58EA3F-5AD2-46DD-810E-707EC13F182B}"/>
              </a:ext>
            </a:extLst>
          </p:cNvPr>
          <p:cNvSpPr/>
          <p:nvPr/>
        </p:nvSpPr>
        <p:spPr>
          <a:xfrm>
            <a:off x="0" y="2148007"/>
            <a:ext cx="121666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 രാത്രി നീ എവിടെ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 രാത്രി നീ എവിടെ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നിന്നെ ഞാന്‍ എത്ര സ്നേഹിക്കുന്നു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 രാത്രി നീ എവിടെ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10A0D0-2671-4C28-B0FC-528350EC4012}"/>
              </a:ext>
            </a:extLst>
          </p:cNvPr>
          <p:cNvSpPr/>
          <p:nvPr/>
        </p:nvSpPr>
        <p:spPr>
          <a:xfrm>
            <a:off x="-25400" y="3828871"/>
            <a:ext cx="1221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Munkaalam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pôley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kaanhmaan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kothikkunnu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shudhdhavum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veetil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bhaagyavum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8CF672-7F29-450F-843B-31954161372E}"/>
              </a:ext>
            </a:extLst>
          </p:cNvPr>
          <p:cNvSpPr/>
          <p:nvPr/>
        </p:nvSpPr>
        <p:spPr>
          <a:xfrm>
            <a:off x="0" y="5029200"/>
            <a:ext cx="121666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Ee raathri nee evidey? ee raathri nee evidey? </a:t>
            </a:r>
          </a:p>
          <a:p>
            <a:pPr algn="ctr"/>
            <a:r>
              <a:rPr lang="fi-FI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haa! Ninney njaan ethra snehikkunnu!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raathri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evidey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07048930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1219200"/>
          </a:xfrm>
        </p:spPr>
        <p:txBody>
          <a:bodyPr anchor="t"/>
          <a:lstStyle/>
          <a:p>
            <a:pPr algn="l">
              <a:tabLst>
                <a:tab pos="457200" algn="l"/>
              </a:tabLst>
              <a:defRPr/>
            </a:pPr>
            <a:r>
              <a:rPr lang="en-US" sz="35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500" b="1" dirty="0">
                <a:latin typeface="Kartika" panose="02020503030404060203" pitchFamily="18" charset="0"/>
                <a:cs typeface="Kartika" panose="02020503030404060203" pitchFamily="18" charset="0"/>
              </a:rPr>
              <a:t>അലഞ്ഞു പോകും മകനേ! നിന്നെ ഞാന്‍ തേടുന്നേ</a:t>
            </a:r>
            <a:br>
              <a:rPr lang="en-US" sz="35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5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5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വൈഷമ്യമെല്ലാം കൊണ്ടു</a:t>
            </a:r>
            <a:r>
              <a:rPr lang="en-US" sz="35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5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വാ! വത്സലാ! നീ വേഗം</a:t>
            </a:r>
            <a:endParaRPr lang="en-US" sz="35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58EA3F-5AD2-46DD-810E-707EC13F182B}"/>
              </a:ext>
            </a:extLst>
          </p:cNvPr>
          <p:cNvSpPr/>
          <p:nvPr/>
        </p:nvSpPr>
        <p:spPr>
          <a:xfrm>
            <a:off x="0" y="2148007"/>
            <a:ext cx="121666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 രാത്രി നീ എവിടെ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 രാത്രി നീ എവിടെ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ഹാ! നിന്നെ ഞാന്‍ എത്ര സ്നേഹിക്കുന്നു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 രാത്രി നീ എവിടെ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10A0D0-2671-4C28-B0FC-528350EC4012}"/>
              </a:ext>
            </a:extLst>
          </p:cNvPr>
          <p:cNvSpPr/>
          <p:nvPr/>
        </p:nvSpPr>
        <p:spPr>
          <a:xfrm>
            <a:off x="-25400" y="3828871"/>
            <a:ext cx="1221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Alanju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pôkum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makaney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thèdunney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Vaishamyamellaam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Vathsalaa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vègam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8CF672-7F29-450F-843B-31954161372E}"/>
              </a:ext>
            </a:extLst>
          </p:cNvPr>
          <p:cNvSpPr/>
          <p:nvPr/>
        </p:nvSpPr>
        <p:spPr>
          <a:xfrm>
            <a:off x="0" y="5029200"/>
            <a:ext cx="121666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nl-NL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Ee raathri nee evidey? ee raathri nee evidey? </a:t>
            </a:r>
          </a:p>
          <a:p>
            <a:pPr algn="ctr"/>
            <a:r>
              <a:rPr lang="fi-FI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haa! Ninney njaan ethra snehikkunnu!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raathri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evidey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6877711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973</TotalTime>
  <Words>225</Words>
  <Application>Microsoft Office PowerPoint</Application>
  <PresentationFormat>Widescreen</PresentationFormat>
  <Paragraphs>38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173  മറുതലിക്കും മകനേ!</vt:lpstr>
      <vt:lpstr>1 മറുതലിക്കും മകനേ! ഈ രാത്രി നീ എവിടെ!  നീയെന്നോമന പൈതലും എന്‍ പ്രിയ പുത്രനും</vt:lpstr>
      <vt:lpstr>2 നിന്‍ മാതാവന്തികേ നിന്നു പ്രാര്‍ത്ഥിച്ച പ്രായത്തിൽ  നിന്‍ മനം എത്ര നിര്‍മ്മലം! നിന്‍ മുഖം മാധുര്യം!</vt:lpstr>
      <vt:lpstr>3 മുന്‍കാലം പോലെ നിന്നെ ഞാന്‍ കാണ്മാന്‍ കൊതിക്കുന്നു  അന്നു നിന്‍ ജീവന്‍ ശുദ്ധവും നിന്‍ വീട്ടില്‍ ഭാഗ്യവും</vt:lpstr>
      <vt:lpstr>4 അലഞ്ഞു പോകും മകനേ! നിന്നെ ഞാന്‍ തേടുന്നേ  വൈഷമ്യമെല്ലാം കൊണ്ടു വാ! വത്സലാ! നീ വേഗം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Maruthalikkum makane</dc:title>
  <dc:creator>Digital Input:;GM JOHN</dc:creator>
  <cp:lastModifiedBy>Acsah Mathews</cp:lastModifiedBy>
  <cp:revision>312</cp:revision>
  <dcterms:created xsi:type="dcterms:W3CDTF">2013-04-19T09:19:07Z</dcterms:created>
  <dcterms:modified xsi:type="dcterms:W3CDTF">2018-11-06T19:34:38Z</dcterms:modified>
</cp:coreProperties>
</file>