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5" r:id="rId2"/>
    <p:sldId id="283" r:id="rId3"/>
    <p:sldId id="288" r:id="rId4"/>
    <p:sldId id="289" r:id="rId5"/>
    <p:sldId id="290" r:id="rId6"/>
    <p:sldId id="291" r:id="rId7"/>
    <p:sldId id="292" r:id="rId8"/>
    <p:sldId id="293" r:id="rId9"/>
    <p:sldId id="294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FDF08-97EA-463B-B011-948C7863090B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B59A1-641C-487C-A126-C2FA004A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B59A1-641C-487C-A126-C2FA004A72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41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B59A1-641C-487C-A126-C2FA004A72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32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B59A1-641C-487C-A126-C2FA004A72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24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B59A1-641C-487C-A126-C2FA004A72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4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B59A1-641C-487C-A126-C2FA004A72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88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2B59A1-641C-487C-A126-C2FA004A72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3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B3B2B-A936-4C51-A350-EFCBF572A8F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84354-7925-4A08-8E19-AE98D1319D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30B33-D628-418F-BE92-38937119E44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F296D-9A5A-4B6F-BD6C-880BDE8FC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C9D49-68EB-4A12-8658-C3F993F0AEB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F94B46-B3F7-44D5-BA12-0822749F06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2E650-E1A6-4171-ABAF-ED6CDA18FBB4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A40DA-36A2-4AF5-8A3A-2FDBCDB75B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68C39-6389-46C0-BB1A-39C4903FFB2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F0D5E-DBF0-4C87-9C06-3588BF2379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6F3796-425F-4341-B289-8E46D90E6FD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BD864-5906-45DA-8E50-B41431CF63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69E5A-21C0-4F84-96A1-A225F68A3CCF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8D4E0-9082-40BF-BB0D-92CE71E658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2A5CD-2249-4662-984D-8FCC8239252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BA8B2F-995D-4DE9-87AE-456CD3BB5D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BF479-C17E-4055-B47F-6D64F4E71C24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3EEE0-61F3-42D9-BAB3-7A5E3E0FC0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00FAFF-7487-4094-9260-F404E39E6FF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DE4C9-5D3C-4A8E-A071-20D76C4136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13CA9-E195-4DB8-B581-A1ABBE4396B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024E6-AD46-44E3-BF4D-0CE840B4A6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1A8381-7700-4712-A9B8-5DC3B954902B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DB4DB88-C33C-4C51-A5BE-D2B4C51C85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BD08D-2F25-4CB9-914E-CE7E02DA6F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ഇന്നേരം യേശു ദേവനേ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2BE47-3AFB-49A7-ACCC-DE3AA4DF00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Innèram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Devaney!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21002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2133600"/>
          </a:xfrm>
        </p:spPr>
        <p:txBody>
          <a:bodyPr anchor="t"/>
          <a:lstStyle/>
          <a:p>
            <a:pPr algn="l" defTabSz="4635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മറന്ന മഹാ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നീച പാപി ഈ വര്‍ഷം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ഒന്നുകൂടെ ജീവിപ്പാൻ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ഉള്ളം അലിഞ്ഞല്ലോ നീ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ഇന്നേ...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0198D-0763-41B7-AA93-4FC1BF2F165C}"/>
              </a:ext>
            </a:extLst>
          </p:cNvPr>
          <p:cNvSpPr/>
          <p:nvPr/>
        </p:nvSpPr>
        <p:spPr>
          <a:xfrm>
            <a:off x="27878" y="476190"/>
            <a:ext cx="1132592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ഇന്നേരം യേശു ദേവനേ 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കടക്കണ്‍ നോക്കി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രക്ഷിക്ക നാഥനേ!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66941-BDA7-4293-8F8A-1AF949B54F4D}"/>
              </a:ext>
            </a:extLst>
          </p:cNvPr>
          <p:cNvSpPr/>
          <p:nvPr/>
        </p:nvSpPr>
        <p:spPr>
          <a:xfrm>
            <a:off x="1219200" y="3657600"/>
            <a:ext cx="10659033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Innèram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Devaney!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Kadakanh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5CCB2-F0CA-4F99-9D56-41416C46024A}"/>
              </a:ext>
            </a:extLst>
          </p:cNvPr>
          <p:cNvSpPr/>
          <p:nvPr/>
        </p:nvSpPr>
        <p:spPr>
          <a:xfrm>
            <a:off x="2819400" y="4572000"/>
            <a:ext cx="80772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Ninney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Onnukoodey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alinjallô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D4614-B5DE-4EE8-93B4-9A8F897179D9}"/>
              </a:ext>
            </a:extLst>
          </p:cNvPr>
          <p:cNvSpPr/>
          <p:nvPr/>
        </p:nvSpPr>
        <p:spPr>
          <a:xfrm>
            <a:off x="11633480" y="6505059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+mn-lt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94881"/>
            <a:ext cx="12192000" cy="21336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വൻപുല്ലാസങ്ങളായ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കൊമ്പും ഇലയുമെന്യേ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മന്നാ! കനികളൊന്നും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തന്നില്ലേ പാതകന്‍ ഞാൻ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0198D-0763-41B7-AA93-4FC1BF2F165C}"/>
              </a:ext>
            </a:extLst>
          </p:cNvPr>
          <p:cNvSpPr/>
          <p:nvPr/>
        </p:nvSpPr>
        <p:spPr>
          <a:xfrm>
            <a:off x="849351" y="2470128"/>
            <a:ext cx="113259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ഇന്നേരം യേശു ദേവനേ -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കടക്കണ്‍ നോക്കി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രക്ഷിക്ക നാഥനേ!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66941-BDA7-4293-8F8A-1AF949B54F4D}"/>
              </a:ext>
            </a:extLst>
          </p:cNvPr>
          <p:cNvSpPr/>
          <p:nvPr/>
        </p:nvSpPr>
        <p:spPr>
          <a:xfrm>
            <a:off x="609600" y="5667572"/>
            <a:ext cx="106590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Innèram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Devaney!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Kadakanh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5CCB2-F0CA-4F99-9D56-41416C46024A}"/>
              </a:ext>
            </a:extLst>
          </p:cNvPr>
          <p:cNvSpPr/>
          <p:nvPr/>
        </p:nvSpPr>
        <p:spPr>
          <a:xfrm>
            <a:off x="0" y="3624806"/>
            <a:ext cx="80771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Vanpu-llaasanga-lhaaya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Kombum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ilayu-menye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Kanikalh-onnum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paathakan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D4614-B5DE-4EE8-93B4-9A8F897179D9}"/>
              </a:ext>
            </a:extLst>
          </p:cNvPr>
          <p:cNvSpPr/>
          <p:nvPr/>
        </p:nvSpPr>
        <p:spPr>
          <a:xfrm>
            <a:off x="11633480" y="6505059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30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94881"/>
            <a:ext cx="12192000" cy="21336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നല്ല വിത്തിട്ട മന്നാ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കല്ലായിപ്പോയെന്‍ ഉള്ളം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നാനാവിധം കളകൾ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താനേ മുളച്ചു പോയി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0198D-0763-41B7-AA93-4FC1BF2F165C}"/>
              </a:ext>
            </a:extLst>
          </p:cNvPr>
          <p:cNvSpPr/>
          <p:nvPr/>
        </p:nvSpPr>
        <p:spPr>
          <a:xfrm>
            <a:off x="849351" y="2470128"/>
            <a:ext cx="113259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ഇന്നേരം യേശു ദേവനേ -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കടക്കണ്‍ നോക്കി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രക്ഷിക്ക നാഥനേ!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66941-BDA7-4293-8F8A-1AF949B54F4D}"/>
              </a:ext>
            </a:extLst>
          </p:cNvPr>
          <p:cNvSpPr/>
          <p:nvPr/>
        </p:nvSpPr>
        <p:spPr>
          <a:xfrm>
            <a:off x="609600" y="5667572"/>
            <a:ext cx="106590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Innèram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Devaney!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Kadakanh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5CCB2-F0CA-4F99-9D56-41416C46024A}"/>
              </a:ext>
            </a:extLst>
          </p:cNvPr>
          <p:cNvSpPr/>
          <p:nvPr/>
        </p:nvSpPr>
        <p:spPr>
          <a:xfrm>
            <a:off x="0" y="3624806"/>
            <a:ext cx="80771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viththitta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manna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Kallaayi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Naanaa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vidham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kalhakalh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mulhachchu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D4614-B5DE-4EE8-93B4-9A8F897179D9}"/>
              </a:ext>
            </a:extLst>
          </p:cNvPr>
          <p:cNvSpPr/>
          <p:nvPr/>
        </p:nvSpPr>
        <p:spPr>
          <a:xfrm>
            <a:off x="11633480" y="6505059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784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94881"/>
            <a:ext cx="12192000" cy="21336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ആണ്ടൊന്നുകൂടെ നില്പാൻ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അനുവാദം തേടിയോനെ!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വേണ്ട കോപമിന്നേരം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വെറുക്കരുതെന്നെ സ്വാമീ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0198D-0763-41B7-AA93-4FC1BF2F165C}"/>
              </a:ext>
            </a:extLst>
          </p:cNvPr>
          <p:cNvSpPr/>
          <p:nvPr/>
        </p:nvSpPr>
        <p:spPr>
          <a:xfrm>
            <a:off x="849351" y="2470128"/>
            <a:ext cx="113259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ഇന്നേരം യേശു ദേവനേ -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കടക്കണ്‍ നോക്കി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രക്ഷിക്ക നാഥനേ!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66941-BDA7-4293-8F8A-1AF949B54F4D}"/>
              </a:ext>
            </a:extLst>
          </p:cNvPr>
          <p:cNvSpPr/>
          <p:nvPr/>
        </p:nvSpPr>
        <p:spPr>
          <a:xfrm>
            <a:off x="609600" y="5667572"/>
            <a:ext cx="106590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Innèram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Devaney!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Kadakanh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5CCB2-F0CA-4F99-9D56-41416C46024A}"/>
              </a:ext>
            </a:extLst>
          </p:cNvPr>
          <p:cNvSpPr/>
          <p:nvPr/>
        </p:nvSpPr>
        <p:spPr>
          <a:xfrm>
            <a:off x="0" y="3624806"/>
            <a:ext cx="80771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Aandonnu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Anuvaadam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thèdiyoney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Vènda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kôpa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minneram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Verukkarutheynneswaamee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D4614-B5DE-4EE8-93B4-9A8F897179D9}"/>
              </a:ext>
            </a:extLst>
          </p:cNvPr>
          <p:cNvSpPr/>
          <p:nvPr/>
        </p:nvSpPr>
        <p:spPr>
          <a:xfrm>
            <a:off x="11633480" y="6505059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15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94881"/>
            <a:ext cx="12192000" cy="2133600"/>
          </a:xfrm>
        </p:spPr>
        <p:txBody>
          <a:bodyPr anchor="t"/>
          <a:lstStyle/>
          <a:p>
            <a:pPr algn="l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ചുറ്റും കിളയ്ക്ക വാക്കാൽ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ചൊരിക നിൻ ആത്മാവെള്ളം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ആത്മ ഫലങ്ങൾ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മോടിയായ് ഞാൻ തരുവാൻ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0198D-0763-41B7-AA93-4FC1BF2F165C}"/>
              </a:ext>
            </a:extLst>
          </p:cNvPr>
          <p:cNvSpPr/>
          <p:nvPr/>
        </p:nvSpPr>
        <p:spPr>
          <a:xfrm>
            <a:off x="849351" y="2470128"/>
            <a:ext cx="113259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ഇന്നേരം യേശു ദേവനേ -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കടക്കണ്‍ നോക്കി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രക്ഷിക്ക നാഥനേ!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66941-BDA7-4293-8F8A-1AF949B54F4D}"/>
              </a:ext>
            </a:extLst>
          </p:cNvPr>
          <p:cNvSpPr/>
          <p:nvPr/>
        </p:nvSpPr>
        <p:spPr>
          <a:xfrm>
            <a:off x="609600" y="5667572"/>
            <a:ext cx="106590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Innèram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Devaney!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Kadakanh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5CCB2-F0CA-4F99-9D56-41416C46024A}"/>
              </a:ext>
            </a:extLst>
          </p:cNvPr>
          <p:cNvSpPr/>
          <p:nvPr/>
        </p:nvSpPr>
        <p:spPr>
          <a:xfrm>
            <a:off x="0" y="3624806"/>
            <a:ext cx="80771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kilhaikka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vaakkaal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Chorika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aathmavellham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phalangalh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Môdiyaai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D4614-B5DE-4EE8-93B4-9A8F897179D9}"/>
              </a:ext>
            </a:extLst>
          </p:cNvPr>
          <p:cNvSpPr/>
          <p:nvPr/>
        </p:nvSpPr>
        <p:spPr>
          <a:xfrm>
            <a:off x="11633480" y="6505059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133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94881"/>
            <a:ext cx="12192000" cy="21336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വര്‍ഷം ഒന്നു പോകുന്നേ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മാ പാപി ചെയ്ത ദോഷം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വൈഷമ്യ ഭാരമായീ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മലപോല്‍ പൊങ്ങി നില്ക്കുന്നേ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0198D-0763-41B7-AA93-4FC1BF2F165C}"/>
              </a:ext>
            </a:extLst>
          </p:cNvPr>
          <p:cNvSpPr/>
          <p:nvPr/>
        </p:nvSpPr>
        <p:spPr>
          <a:xfrm>
            <a:off x="849351" y="2470128"/>
            <a:ext cx="113259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ഇന്നേരം യേശു ദേവനേ -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കടക്കണ്‍ നോക്കി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രക്ഷിക്ക നാഥനേ!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66941-BDA7-4293-8F8A-1AF949B54F4D}"/>
              </a:ext>
            </a:extLst>
          </p:cNvPr>
          <p:cNvSpPr/>
          <p:nvPr/>
        </p:nvSpPr>
        <p:spPr>
          <a:xfrm>
            <a:off x="609600" y="5667572"/>
            <a:ext cx="106590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Innèram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Devaney!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Kadakanh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5CCB2-F0CA-4F99-9D56-41416C46024A}"/>
              </a:ext>
            </a:extLst>
          </p:cNvPr>
          <p:cNvSpPr/>
          <p:nvPr/>
        </p:nvSpPr>
        <p:spPr>
          <a:xfrm>
            <a:off x="0" y="3624806"/>
            <a:ext cx="80771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pôkunney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dôsham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Vaishamya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bhaaramaayi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Mala pol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nilkunney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D4614-B5DE-4EE8-93B4-9A8F897179D9}"/>
              </a:ext>
            </a:extLst>
          </p:cNvPr>
          <p:cNvSpPr/>
          <p:nvPr/>
        </p:nvSpPr>
        <p:spPr>
          <a:xfrm>
            <a:off x="11633480" y="6505059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5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94881"/>
            <a:ext cx="12192000" cy="21336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ഈ ഭാര ച്ചുമടു കൊ-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ണ്ടെങ്ങനെ ക്ഷീണനാം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തില്‍പുള്ള ലോക ക്കാട്ടില്‍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തീവ്രം നടപ്പേനയ്യോ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0198D-0763-41B7-AA93-4FC1BF2F165C}"/>
              </a:ext>
            </a:extLst>
          </p:cNvPr>
          <p:cNvSpPr/>
          <p:nvPr/>
        </p:nvSpPr>
        <p:spPr>
          <a:xfrm>
            <a:off x="849351" y="2470128"/>
            <a:ext cx="113259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ഇന്നേരം യേശു ദേവനേ -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കടക്കണ്‍ നോക്കി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രക്ഷിക്ക നാഥനേ!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66941-BDA7-4293-8F8A-1AF949B54F4D}"/>
              </a:ext>
            </a:extLst>
          </p:cNvPr>
          <p:cNvSpPr/>
          <p:nvPr/>
        </p:nvSpPr>
        <p:spPr>
          <a:xfrm>
            <a:off x="609600" y="5667572"/>
            <a:ext cx="106590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Innèram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Devaney!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Kadakanh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5CCB2-F0CA-4F99-9D56-41416C46024A}"/>
              </a:ext>
            </a:extLst>
          </p:cNvPr>
          <p:cNvSpPr/>
          <p:nvPr/>
        </p:nvSpPr>
        <p:spPr>
          <a:xfrm>
            <a:off x="0" y="3624806"/>
            <a:ext cx="80771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chumadu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Kondenganey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ksheenhanaam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Nilpullha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lôka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Theevram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nadappènayyo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D4614-B5DE-4EE8-93B4-9A8F897179D9}"/>
              </a:ext>
            </a:extLst>
          </p:cNvPr>
          <p:cNvSpPr/>
          <p:nvPr/>
        </p:nvSpPr>
        <p:spPr>
          <a:xfrm>
            <a:off x="11633480" y="6505059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55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94881"/>
            <a:ext cx="12192000" cy="21336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8	കൈ നീട്ടി ഇപ്പോള്‍ എന്‍റെ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കനത്ത ചുമടാം പാപം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മാനുവേല! നീ നീക്കി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മറുവര്‍ഷം നല്‍കീടുക!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0198D-0763-41B7-AA93-4FC1BF2F165C}"/>
              </a:ext>
            </a:extLst>
          </p:cNvPr>
          <p:cNvSpPr/>
          <p:nvPr/>
        </p:nvSpPr>
        <p:spPr>
          <a:xfrm>
            <a:off x="849351" y="2470128"/>
            <a:ext cx="113259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ഇന്നേരം യേശു ദേവനേ -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കടക്കണ്‍ നോക്കി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രക്ഷിക്ക നാഥനേ!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66941-BDA7-4293-8F8A-1AF949B54F4D}"/>
              </a:ext>
            </a:extLst>
          </p:cNvPr>
          <p:cNvSpPr/>
          <p:nvPr/>
        </p:nvSpPr>
        <p:spPr>
          <a:xfrm>
            <a:off x="609600" y="5667572"/>
            <a:ext cx="106590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Innèram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Devaney!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Kadakanh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5CCB2-F0CA-4F99-9D56-41416C46024A}"/>
              </a:ext>
            </a:extLst>
          </p:cNvPr>
          <p:cNvSpPr/>
          <p:nvPr/>
        </p:nvSpPr>
        <p:spPr>
          <a:xfrm>
            <a:off x="0" y="3624806"/>
            <a:ext cx="80771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8. Kai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neetti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ippolh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Kanaththa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chumadaam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Manuvèla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Maruvarsham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nalkeeduka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D4614-B5DE-4EE8-93B4-9A8F897179D9}"/>
              </a:ext>
            </a:extLst>
          </p:cNvPr>
          <p:cNvSpPr/>
          <p:nvPr/>
        </p:nvSpPr>
        <p:spPr>
          <a:xfrm>
            <a:off x="11633480" y="6505059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3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293</Words>
  <Application>Microsoft Office PowerPoint</Application>
  <PresentationFormat>Widescreen</PresentationFormat>
  <Paragraphs>88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418 ഇന്നേരം യേശു ദേവനേ</vt:lpstr>
      <vt:lpstr>1 നിന്നെ മറന്ന മഹാ  നീച പാപി ഈ വര്‍ഷം  ഒന്നുകൂടെ ജീവിപ്പാൻ   ഉള്ളം അലിഞ്ഞല്ലോ നീ      - ഇന്നേ...</vt:lpstr>
      <vt:lpstr>2 വൻപുല്ലാസങ്ങളായ  കൊമ്പും ഇലയുമെന്യേ  മന്നാ! കനികളൊന്നും  തന്നില്ലേ പാതകന്‍ ഞാൻ </vt:lpstr>
      <vt:lpstr>3 നല്ല വിത്തിട്ട മന്നാ  കല്ലായിപ്പോയെന്‍ ഉള്ളം  നാനാവിധം കളകൾ  താനേ മുളച്ചു പോയി </vt:lpstr>
      <vt:lpstr>4 ആണ്ടൊന്നുകൂടെ നില്പാൻ  അനുവാദം തേടിയോനെ!  വേണ്ട കോപമിന്നേരം  വെറുക്കരുതെന്നെ സ്വാമീ </vt:lpstr>
      <vt:lpstr>5 ചുറ്റും കിളയ്ക്ക വാക്കാൽ     ചൊരിക നിൻ ആത്മാവെള്ളം     മുറ്റും ആത്മ ഫലങ്ങൾ     മോടിയായ് ഞാൻ തരുവാൻ </vt:lpstr>
      <vt:lpstr>6 വര്‍ഷം ഒന്നു പോകുന്നേ  മാ പാപി ചെയ്ത ദോഷം  വൈഷമ്യ ഭാരമായീ   മലപോല്‍ പൊങ്ങി നില്ക്കുന്നേ </vt:lpstr>
      <vt:lpstr>7 ഈ ഭാര ച്ചുമടു കൊ-  ണ്ടെങ്ങനെ ക്ഷീണനാം ഞാൻ   തില്‍പുള്ള ലോക ക്കാട്ടില്‍  തീവ്രം നടപ്പേനയ്യോ </vt:lpstr>
      <vt:lpstr>8 കൈ നീട്ടി ഇപ്പോള്‍ എന്‍റെ  കനത്ത ചുമടാം പാപം  മാനുവേല! നീ നീക്കി  മറുവര്‍ഷം നല്‍കീടുക!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Inneram yeshu devane</dc:title>
  <dc:creator>Digital Input; GM JOHN; Acsah Mathews</dc:creator>
  <cp:lastModifiedBy>Acsah Mathews</cp:lastModifiedBy>
  <cp:revision>425</cp:revision>
  <dcterms:created xsi:type="dcterms:W3CDTF">2013-04-19T09:19:07Z</dcterms:created>
  <dcterms:modified xsi:type="dcterms:W3CDTF">2018-11-27T14:43:04Z</dcterms:modified>
</cp:coreProperties>
</file>