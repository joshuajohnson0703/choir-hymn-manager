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0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  <p:sldId id="279" r:id="rId12"/>
    <p:sldId id="28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FFA01-44D1-4657-B637-1CFCDD08A97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46E50-D9D1-4B40-8EBA-06AD338E91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A9268-B441-4375-8FD5-4315541C9CE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AA580-BBA3-4FDB-A195-F9A9B954C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C24C8-DB27-4C4B-A448-CD749118A57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F1330-FF9B-4400-B7DF-458DB9FE8A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85F8B-ED61-440C-8936-14F8F435F31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DCF82-C8C5-4DBA-B790-FD69C2D74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FF85A-10AE-463F-A503-F8BDF99A669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84803-8334-4250-A3BB-836144538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B7DFA9-BCA4-4992-80EC-0E38DD0B163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8323A-A210-4792-ABBB-1EACF4247D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96117-3316-4CEB-829F-6D579C0510C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AAA76-46FF-4769-A5D9-283D0410DB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FC5D-859F-48AC-ABFC-C0CFAE82B1D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BA3B5-9E76-411B-8AB2-7F516FAB12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96207-BCAD-41FA-931B-ABE5CF8AFA0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16C1AD-584B-4775-B82B-1C159A288D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2A0F4D-07AF-4E87-A7A2-6204C6AEC57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9AA8C-74AB-431F-8052-479295966D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5F3A4C-ABD7-4FDD-8C27-EC1179B47710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DEF2F9-F896-4CA1-A81B-707A796BE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87E59EF-0448-43E9-A9AA-CE3ED906162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DF576F2-DC66-4BB3-B626-945A6AB27F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1234-8F32-4FF4-82BA-7CC2256A30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അതിമംഗല കാരണനേ!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30B09-C043-495F-9473-5CD1D7125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Athimangala </a:t>
            </a:r>
            <a:r>
              <a:rPr lang="en-US" sz="4000" b="1" dirty="0" err="1">
                <a:solidFill>
                  <a:schemeClr val="tx2"/>
                </a:solidFill>
              </a:rPr>
              <a:t>kaaranhaney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88A9C-A746-4853-AFF2-F9AFADF4914D}"/>
              </a:ext>
            </a:extLst>
          </p:cNvPr>
          <p:cNvSpPr/>
          <p:nvPr/>
        </p:nvSpPr>
        <p:spPr>
          <a:xfrm>
            <a:off x="1828800" y="5118615"/>
            <a:ext cx="2815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(ഡേവിഡ് ഐസക്)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2DD8A-C66E-4ED6-A856-7F3782F85462}"/>
              </a:ext>
            </a:extLst>
          </p:cNvPr>
          <p:cNvSpPr/>
          <p:nvPr/>
        </p:nvSpPr>
        <p:spPr>
          <a:xfrm>
            <a:off x="8755067" y="5083446"/>
            <a:ext cx="17652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(David Isaac) </a:t>
            </a:r>
          </a:p>
        </p:txBody>
      </p:sp>
    </p:spTree>
    <p:extLst>
      <p:ext uri="{BB962C8B-B14F-4D97-AF65-F5344CB8AC3E}">
        <p14:creationId xmlns:p14="http://schemas.microsoft.com/office/powerpoint/2010/main" val="23209838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lvl="0" algn="ctr"/>
            <a:r>
              <a:rPr lang="en-US" sz="2400" i="1" dirty="0" err="1">
                <a:solidFill>
                  <a:srgbClr val="1F497D"/>
                </a:solidFill>
                <a:latin typeface="Calibri"/>
              </a:rPr>
              <a:t>Anupallavi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952" y="1323678"/>
            <a:ext cx="11863754" cy="2105322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മതി മങ്ങിയ ഞങ്ങളെയും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വിധി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തിങ്ങിയോര്‍ തങ്ങളെയും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 മഹത്വം ദിവ്യ ശ്രീത്വവും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കാട്ടുവാന്‍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വന്നോ - വല്ലഭനേ!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671563"/>
            <a:ext cx="1135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Mathi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njangalheyum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Vidhi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thingiyor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thangalheyum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divya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shreethwavum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kaattuvaan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7717-0E63-4682-8B95-18B09844C950}"/>
              </a:ext>
            </a:extLst>
          </p:cNvPr>
          <p:cNvSpPr/>
          <p:nvPr/>
        </p:nvSpPr>
        <p:spPr>
          <a:xfrm>
            <a:off x="19017" y="465562"/>
            <a:ext cx="1217298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230938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878474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952" y="1323678"/>
            <a:ext cx="11863754" cy="2105322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മൂടി മന്നവര്‍ മേടയേയും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ഉന്നത വീടിനേയും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വിട്ടു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മാട്ടിടയില്‍ പിറന്നാട്ടിടയര്‍ - തൊഴാന്‍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വന്നുവോ ഈ തറയില്‍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671563"/>
            <a:ext cx="1135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Mudi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mannavar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medeyeyum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unnatha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veedineyum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Maattidayil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pirannaattidayar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thozhaan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Vannuvo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tharayil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7717-0E63-4682-8B95-18B09844C950}"/>
              </a:ext>
            </a:extLst>
          </p:cNvPr>
          <p:cNvSpPr/>
          <p:nvPr/>
        </p:nvSpPr>
        <p:spPr>
          <a:xfrm>
            <a:off x="19017" y="465562"/>
            <a:ext cx="1217298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390702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83022255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952" y="1323678"/>
            <a:ext cx="11863754" cy="2105322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തങ്കക്കട്ടിലുകള്‍ വെടിഞ്ഞു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പശു ത്തൊട്ടിയതില്‍ കിടന്നു - പാരം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കാറ്റും മഞ്ഞും പ്രയാസങ്ങളുമേറ്റു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വൻ കഷ്ടം സഹിച്ചുവോ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നീ!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671563"/>
            <a:ext cx="1135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Thankakattilukalh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vedinju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thottiyathil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kidannu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Kaattum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manjum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prayaasangalhumèttu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van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kashtam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sahichchuvo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7717-0E63-4682-8B95-18B09844C950}"/>
              </a:ext>
            </a:extLst>
          </p:cNvPr>
          <p:cNvSpPr/>
          <p:nvPr/>
        </p:nvSpPr>
        <p:spPr>
          <a:xfrm>
            <a:off x="19017" y="465562"/>
            <a:ext cx="1217298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766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813366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952" y="1323678"/>
            <a:ext cx="11863754" cy="2105322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 പേയ്ഗണം ഓടുവാനും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ശിഷ്ടര്‍ വായ്‌ ഗണം പാടുവാനും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പിന്തുടരുന്നവര്‍ - തുമ്പമെന്യേ വാഴാന്‍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ഏറ്റനിന്‍ കോലമിതോ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671563"/>
            <a:ext cx="1135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Dushta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oduvaanum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shishtar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paaduvaanum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Pinthudarnnavar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thumbamenye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Ettanin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kolamitho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7717-0E63-4682-8B95-18B09844C950}"/>
              </a:ext>
            </a:extLst>
          </p:cNvPr>
          <p:cNvSpPr/>
          <p:nvPr/>
        </p:nvSpPr>
        <p:spPr>
          <a:xfrm>
            <a:off x="19017" y="465562"/>
            <a:ext cx="1217298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71912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5084650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0952" y="1323678"/>
            <a:ext cx="11863754" cy="2105322"/>
          </a:xfrm>
        </p:spPr>
        <p:txBody>
          <a:bodyPr anchor="t"/>
          <a:lstStyle/>
          <a:p>
            <a:pPr algn="l"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 പാപങ്ങളുമകലാന്‍ -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ദേവ വരം ലഭിപ്പാന്‍ - ഈ നിന്‍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പാങ്ങെന്യേ മാനുഷ്യ - പുംഗവാ!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നിന്തിരുമേനിക്കു കണ്ടീലയോ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671563"/>
            <a:ext cx="1135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Ellaa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paapangalhum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akalaan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deva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labhippaan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Paangenye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maanushya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pungavaa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r"/>
            <a:r>
              <a:rPr lang="en-US" sz="3400" b="1" dirty="0">
                <a:solidFill>
                  <a:schemeClr val="tx2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thirumenikku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kandeelayo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7717-0E63-4682-8B95-18B09844C950}"/>
              </a:ext>
            </a:extLst>
          </p:cNvPr>
          <p:cNvSpPr/>
          <p:nvPr/>
        </p:nvSpPr>
        <p:spPr>
          <a:xfrm>
            <a:off x="19017" y="465562"/>
            <a:ext cx="12172983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57307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09278"/>
            <a:ext cx="12184706" cy="3124200"/>
          </a:xfrm>
        </p:spPr>
        <p:txBody>
          <a:bodyPr anchor="t"/>
          <a:lstStyle/>
          <a:p>
            <a:pPr defTabSz="4048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അതിമംഗല കാരണനേ!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 തിങ്ങിയ പൂരണനേ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നരര്‍      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വാഴുവാന്‍ വിണ്‍തുറന്നൂഴിയില്‍ - പിറന്ന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 താരകമേ!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8600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6CC4C3-244B-4A3A-A671-74FBA2F997EE}"/>
              </a:ext>
            </a:extLst>
          </p:cNvPr>
          <p:cNvSpPr/>
          <p:nvPr/>
        </p:nvSpPr>
        <p:spPr>
          <a:xfrm>
            <a:off x="0" y="3533478"/>
            <a:ext cx="1218470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Athimangala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thingiya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pooranhaney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Narar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Vaazhuvaan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vinhthurannuzhiyil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piranna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thaarakamey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55802361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232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123 അതിമംഗല കാരണനേ!</vt:lpstr>
      <vt:lpstr>പല്ലവി അതിമംഗല കാരണനേ! സ്തുതി തിങ്ങിയ പൂരണനേ! - നരര്‍         അനുപല്ലവി വാഴുവാന്‍ വിണ്‍തുറന്നൂഴിയില്‍ - പിറന്ന വല്ലഭ താരകമേ!</vt:lpstr>
      <vt:lpstr>മതി മങ്ങിയ ഞങ്ങളെയും വിധി  തിങ്ങിയോര്‍ തങ്ങളെയും നിന്‍റെ മാ മഹത്വം ദിവ്യ ശ്രീത്വവും  കാട്ടുവാന്‍ വന്നോ - വല്ലഭനേ!</vt:lpstr>
      <vt:lpstr>അതിമംഗല കാരണനേ! സ്തുതി തിങ്ങിയ പൂരണനേ! - നരര്‍          വാഴുവാന്‍ വിണ്‍തുറന്നൂഴിയില്‍ - പിറന്ന വല്ലഭ താരകമേ!</vt:lpstr>
      <vt:lpstr>മൂടി മന്നവര്‍ മേടയേയും  -  മഹാ ഉന്നത വീടിനേയും – വിട്ടു മാട്ടിടയില്‍ പിറന്നാട്ടിടയര്‍ - തൊഴാന്‍   വന്നുവോ ഈ തറയില്‍</vt:lpstr>
      <vt:lpstr>അതിമംഗല കാരണനേ! സ്തുതി തിങ്ങിയ പൂരണനേ! - നരര്‍          വാഴുവാന്‍ വിണ്‍തുറന്നൂഴിയില്‍ - പിറന്ന വല്ലഭ താരകമേ!</vt:lpstr>
      <vt:lpstr>തങ്കക്കട്ടിലുകള്‍ വെടിഞ്ഞു –  പശു ത്തൊട്ടിയതില്‍ കിടന്നു - പാരം  കാറ്റും മഞ്ഞും പ്രയാസങ്ങളുമേറ്റു  വൻ കഷ്ടം സഹിച്ചുവോ! നീ!</vt:lpstr>
      <vt:lpstr>അതിമംഗല കാരണനേ! സ്തുതി തിങ്ങിയ പൂരണനേ! - നരര്‍          വാഴുവാന്‍ വിണ്‍തുറന്നൂഴിയില്‍ - പിറന്ന വല്ലഭ താരകമേ!</vt:lpstr>
      <vt:lpstr>ദുഷ്ട പേയ്ഗണം ഓടുവാനും  -  ശിഷ്ടര്‍ വായ്‌ ഗണം പാടുവാനും- നിന്നെ  പിന്തുടരുന്നവര്‍ - തുമ്പമെന്യേ വാഴാന്‍  ഏറ്റനിന്‍ കോലമിതോ?</vt:lpstr>
      <vt:lpstr>അതിമംഗല കാരണനേ! സ്തുതി തിങ്ങിയ പൂരണനേ! - നരര്‍          വാഴുവാന്‍ വിണ്‍തുറന്നൂഴിയില്‍ - പിറന്ന വല്ലഭ താരകമേ!</vt:lpstr>
      <vt:lpstr>എല്ലാ പാപങ്ങളുമകലാന്‍ -  ജീവ ദേവ വരം ലഭിപ്പാന്‍ - ഈ നിന്‍ പാങ്ങെന്യേ മാനുഷ്യ - പുംഗവാ!  നിന്തിരുമേനിക്കു കണ്ടീലയോ!</vt:lpstr>
      <vt:lpstr>അതിമംഗല കാരണനേ! സ്തുതി തിങ്ങിയ പൂരണനേ! - നരര്‍          വാഴുവാന്‍ വിണ്‍തുറന്നൂഴിയില്‍ - പിറന്ന വല്ലഭ താരകമേ!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Athimangala kaaranane</dc:title>
  <dc:creator>Digital Input:; GM JOHN; Acsah Mathews</dc:creator>
  <cp:lastModifiedBy>Acsah Mathews</cp:lastModifiedBy>
  <cp:revision>93</cp:revision>
  <dcterms:created xsi:type="dcterms:W3CDTF">2013-04-19T09:19:07Z</dcterms:created>
  <dcterms:modified xsi:type="dcterms:W3CDTF">2018-11-02T18:19:29Z</dcterms:modified>
</cp:coreProperties>
</file>