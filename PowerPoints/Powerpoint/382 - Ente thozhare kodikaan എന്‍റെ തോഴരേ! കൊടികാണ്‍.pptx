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0" r:id="rId3"/>
    <p:sldId id="275" r:id="rId4"/>
    <p:sldId id="276" r:id="rId5"/>
    <p:sldId id="277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8" d="100"/>
          <a:sy n="48" d="100"/>
        </p:scale>
        <p:origin x="48" y="88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16EA33-8A10-4550-9010-32D6272FC2B0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AC8D32-A542-4C38-8E98-49A2607DF8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76B727-D2BB-4104-AB57-5E69827FA55D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E22D9F-56AD-488A-9432-94A3EDB171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E1968-2440-4953-8D82-F35928B74285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B4628F-E1FF-491C-BD55-2C952427F7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C8B407-22AF-4FFB-AE27-72A992F51D4D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A02D01-0AF2-4FA9-B625-753A3E32C1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34D77C-A8CE-4255-83BF-18F2448300A4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93D4CC-B4F8-4EEC-B708-31E9589252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8BC368-7CBF-428D-AAEC-E8C850D03BB3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223F68-0CC3-4E6C-8B5C-B0974EBBAE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CF4C3-A6DF-4366-B2D8-AB909B317C5E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930BE0-4451-4639-AB60-2CB1FE45DD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FAD219-E977-4024-8A7C-E718AB8CF8FA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097164-B12C-49DC-8C03-2E03A081E4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024610-6D48-40D4-81D1-37344AF0B03E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9D9D58-6E7D-4BFB-A557-586A5B0614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6229E8-DD35-4C8C-BF9C-FC1A811F1697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DBB689-2B9A-4422-8CE1-8FCCC9FBA8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C3C178-D336-48E5-9AD8-816AB494F540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E12576-4F83-46BD-9386-67A69CDECF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728E9DE-1367-4C57-9FF1-06859847BCAE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E0D8D39-40F3-4736-AD31-AA8F8FAC48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12A66-E8D2-43DC-99C3-DC17242E60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382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എന്‍റെ തോഴരേ! </a:t>
            </a:r>
            <a:r>
              <a:rPr lang="ml-IN" b="1">
                <a:latin typeface="Kartika" panose="02020503030404060203" pitchFamily="18" charset="0"/>
              </a:rPr>
              <a:t>കൊടികാണ്‍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4BBAE6-AB1E-42DD-9A2E-B793AF794F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Entey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thozharey</a:t>
            </a:r>
            <a:r>
              <a:rPr lang="en-US" sz="4000" b="1" dirty="0">
                <a:solidFill>
                  <a:srgbClr val="002060"/>
                </a:solidFill>
              </a:rPr>
              <a:t>! </a:t>
            </a:r>
            <a:r>
              <a:rPr lang="en-US" sz="4000" b="1" dirty="0" err="1">
                <a:solidFill>
                  <a:srgbClr val="002060"/>
                </a:solidFill>
              </a:rPr>
              <a:t>Kodi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kaanh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3800" i="1" dirty="0">
                <a:solidFill>
                  <a:srgbClr val="002060"/>
                </a:solidFill>
              </a:rPr>
              <a:t>Hold the fort – P. P. Bliss</a:t>
            </a:r>
            <a:endParaRPr lang="en-US" sz="3800" i="1" dirty="0"/>
          </a:p>
        </p:txBody>
      </p:sp>
    </p:spTree>
    <p:extLst>
      <p:ext uri="{BB962C8B-B14F-4D97-AF65-F5344CB8AC3E}">
        <p14:creationId xmlns:p14="http://schemas.microsoft.com/office/powerpoint/2010/main" val="124590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3191" y="1105599"/>
            <a:ext cx="12039600" cy="1225659"/>
          </a:xfrm>
        </p:spPr>
        <p:txBody>
          <a:bodyPr anchor="t"/>
          <a:lstStyle/>
          <a:p>
            <a:pPr algn="l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തോഴരേ! കൊടികാണ്‍ വീശു ന്നാകാശേ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 സഹായ സേന വരുന്നേ ജയം തന്നെ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8285B1-35E2-4320-8C96-D3341EE655E2}"/>
              </a:ext>
            </a:extLst>
          </p:cNvPr>
          <p:cNvSpPr/>
          <p:nvPr/>
        </p:nvSpPr>
        <p:spPr>
          <a:xfrm>
            <a:off x="0" y="2354449"/>
            <a:ext cx="12039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'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കോട്ട കാപ്പിന്‍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’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 –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ചൊല്ലുന്നു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'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വരുന്നു ഞാൻ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'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'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കൃപയാല്‍ കാക്കാം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'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എന്നുത്തരമായ് ചൊല്ലിൻ 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C874E1-8702-4A08-A3C5-E76F1052A669}"/>
              </a:ext>
            </a:extLst>
          </p:cNvPr>
          <p:cNvSpPr/>
          <p:nvPr/>
        </p:nvSpPr>
        <p:spPr>
          <a:xfrm>
            <a:off x="23191" y="3841401"/>
            <a:ext cx="1201640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thozharey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Kodi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veeshunnaakaashey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fi-FI" sz="3400" b="1" dirty="0">
                <a:solidFill>
                  <a:srgbClr val="002060"/>
                </a:solidFill>
                <a:latin typeface="+mn-lt"/>
              </a:rPr>
              <a:t>    En sahaaya sena varunney jayam thanney! 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FA3AE4-983E-4840-9867-CF2332084FA4}"/>
              </a:ext>
            </a:extLst>
          </p:cNvPr>
          <p:cNvSpPr/>
          <p:nvPr/>
        </p:nvSpPr>
        <p:spPr>
          <a:xfrm>
            <a:off x="533399" y="4986800"/>
            <a:ext cx="1150619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i-FI" sz="3400" b="1" dirty="0">
                <a:solidFill>
                  <a:srgbClr val="0070C0"/>
                </a:solidFill>
                <a:latin typeface="+mn-lt"/>
              </a:rPr>
              <a:t>‘Kotta kaappin’ Yeshu chollunnu ‘Varunnu njaan’ </a:t>
            </a:r>
          </a:p>
          <a:p>
            <a:pPr algn="r"/>
            <a:r>
              <a:rPr lang="fi-FI" sz="3400" b="1" dirty="0">
                <a:solidFill>
                  <a:srgbClr val="0070C0"/>
                </a:solidFill>
                <a:latin typeface="+mn-lt"/>
              </a:rPr>
              <a:t>‘Nin kripayaal kaakkaam’ ennuththaramaay cholleen 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3191" y="1105599"/>
            <a:ext cx="12039600" cy="1225659"/>
          </a:xfrm>
        </p:spPr>
        <p:txBody>
          <a:bodyPr anchor="t"/>
          <a:lstStyle/>
          <a:p>
            <a:pPr algn="l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ശ്രേഷ്ഠസൈന്യം ഏറുന്നു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മുന്‍ സാത്താന്‍റെ ചൊല്‍കീഴ്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ശക്തിമാന്മാര്‍ വീഴുന്നേ ചുറ്റും ഭയത്തിന്‍ കീഴ്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8285B1-35E2-4320-8C96-D3341EE655E2}"/>
              </a:ext>
            </a:extLst>
          </p:cNvPr>
          <p:cNvSpPr/>
          <p:nvPr/>
        </p:nvSpPr>
        <p:spPr>
          <a:xfrm>
            <a:off x="0" y="2354449"/>
            <a:ext cx="12039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'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കോട്ട കാപ്പിന്‍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’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 –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ചൊല്ലുന്നു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'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വരുന്നു ഞാൻ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'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'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കൃപയാല്‍ കാക്കാം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'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എന്നുത്തരമായ് ചൊല്ലിൻ 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C874E1-8702-4A08-A3C5-E76F1052A669}"/>
              </a:ext>
            </a:extLst>
          </p:cNvPr>
          <p:cNvSpPr/>
          <p:nvPr/>
        </p:nvSpPr>
        <p:spPr>
          <a:xfrm>
            <a:off x="23191" y="3841401"/>
            <a:ext cx="1201640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Shreshtam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sainyam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èrunnu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saaththaantey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keezh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Shakthi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maanmaar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veezhunney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chuttum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bhayaththin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keezh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FA3AE4-983E-4840-9867-CF2332084FA4}"/>
              </a:ext>
            </a:extLst>
          </p:cNvPr>
          <p:cNvSpPr/>
          <p:nvPr/>
        </p:nvSpPr>
        <p:spPr>
          <a:xfrm>
            <a:off x="533399" y="4986800"/>
            <a:ext cx="1150619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i-FI" sz="3400" b="1" dirty="0">
                <a:solidFill>
                  <a:srgbClr val="0070C0"/>
                </a:solidFill>
                <a:latin typeface="+mn-lt"/>
              </a:rPr>
              <a:t>‘Kotta kaappin’ Yeshu chollunnu ‘Varunnu njaan’ </a:t>
            </a:r>
          </a:p>
          <a:p>
            <a:pPr algn="r"/>
            <a:r>
              <a:rPr lang="fi-FI" sz="3400" b="1" dirty="0">
                <a:solidFill>
                  <a:srgbClr val="0070C0"/>
                </a:solidFill>
                <a:latin typeface="+mn-lt"/>
              </a:rPr>
              <a:t>‘Nin kripayaal kaakkaam’ ennuththaramaay cholleen 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15545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3191" y="1105599"/>
            <a:ext cx="12039600" cy="1225659"/>
          </a:xfrm>
        </p:spPr>
        <p:txBody>
          <a:bodyPr anchor="t"/>
          <a:lstStyle/>
          <a:p>
            <a:pPr algn="l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തേജസ്സിന്‍ ലക്ഷ്യത്തെ കാണ്‍മീന്‍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കാഹളം കേള്‍പ്പിന്‍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സൈന്യ നാഥന്‍ നാമത്തില്‍ ജയം രിപുക്കള്‍ മേല്‍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8285B1-35E2-4320-8C96-D3341EE655E2}"/>
              </a:ext>
            </a:extLst>
          </p:cNvPr>
          <p:cNvSpPr/>
          <p:nvPr/>
        </p:nvSpPr>
        <p:spPr>
          <a:xfrm>
            <a:off x="0" y="2354449"/>
            <a:ext cx="12039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'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കോട്ട കാപ്പിന്‍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’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 –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ചൊല്ലുന്നു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'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വരുന്നു ഞാൻ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'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'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കൃപയാല്‍ കാക്കാം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'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എന്നുത്തരമായ് ചൊല്ലിൻ 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C874E1-8702-4A08-A3C5-E76F1052A669}"/>
              </a:ext>
            </a:extLst>
          </p:cNvPr>
          <p:cNvSpPr/>
          <p:nvPr/>
        </p:nvSpPr>
        <p:spPr>
          <a:xfrm>
            <a:off x="23191" y="3841401"/>
            <a:ext cx="1201640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Thejassin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lakshyaththey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kaanhmeen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kaahalham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kelhppin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Sainya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ripukkalh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mèl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FA3AE4-983E-4840-9867-CF2332084FA4}"/>
              </a:ext>
            </a:extLst>
          </p:cNvPr>
          <p:cNvSpPr/>
          <p:nvPr/>
        </p:nvSpPr>
        <p:spPr>
          <a:xfrm>
            <a:off x="533399" y="4986800"/>
            <a:ext cx="1150619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i-FI" sz="3400" b="1" dirty="0">
                <a:solidFill>
                  <a:srgbClr val="0070C0"/>
                </a:solidFill>
                <a:latin typeface="+mn-lt"/>
              </a:rPr>
              <a:t>‘Kotta kaappin’ Yeshu chollunnu ‘Varunnu njaan’ </a:t>
            </a:r>
          </a:p>
          <a:p>
            <a:pPr algn="r"/>
            <a:r>
              <a:rPr lang="fi-FI" sz="3400" b="1" dirty="0">
                <a:solidFill>
                  <a:srgbClr val="0070C0"/>
                </a:solidFill>
                <a:latin typeface="+mn-lt"/>
              </a:rPr>
              <a:t>‘Nin kripayaal kaakkaam’ ennuththaramaay cholleen 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7987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3191" y="1105599"/>
            <a:ext cx="12039600" cy="1225659"/>
          </a:xfrm>
        </p:spPr>
        <p:txBody>
          <a:bodyPr anchor="t"/>
          <a:lstStyle/>
          <a:p>
            <a:pPr algn="l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4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ഘോരയുദ്ധം നീണ്ടെന്നാലും കൂട്ടരുണ്ട് ഹേ!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സൈന്യ നാഥന്‍ മുന്‍ വരുന്നു – മോദം കൂട്ടരെ!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8285B1-35E2-4320-8C96-D3341EE655E2}"/>
              </a:ext>
            </a:extLst>
          </p:cNvPr>
          <p:cNvSpPr/>
          <p:nvPr/>
        </p:nvSpPr>
        <p:spPr>
          <a:xfrm>
            <a:off x="0" y="2354449"/>
            <a:ext cx="12039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'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കോട്ട കാപ്പിന്‍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’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 –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ചൊല്ലുന്നു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'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വരുന്നു ഞാൻ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'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'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കൃപയാല്‍ കാക്കാം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'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എന്നുത്തരമായ് ചൊല്ലിൻ 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C874E1-8702-4A08-A3C5-E76F1052A669}"/>
              </a:ext>
            </a:extLst>
          </p:cNvPr>
          <p:cNvSpPr/>
          <p:nvPr/>
        </p:nvSpPr>
        <p:spPr>
          <a:xfrm>
            <a:off x="23191" y="3841401"/>
            <a:ext cx="1201640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Ghora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yudhdham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neendennaalum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koottarund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hey!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Sainya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modam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koottary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FA3AE4-983E-4840-9867-CF2332084FA4}"/>
              </a:ext>
            </a:extLst>
          </p:cNvPr>
          <p:cNvSpPr/>
          <p:nvPr/>
        </p:nvSpPr>
        <p:spPr>
          <a:xfrm>
            <a:off x="533399" y="4986800"/>
            <a:ext cx="1150619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i-FI" sz="3400" b="1" dirty="0">
                <a:solidFill>
                  <a:srgbClr val="0070C0"/>
                </a:solidFill>
                <a:latin typeface="+mn-lt"/>
              </a:rPr>
              <a:t>‘Kotta kaappin’ Yeshu chollunnu ‘Varunnu njaan’ </a:t>
            </a:r>
          </a:p>
          <a:p>
            <a:pPr algn="r"/>
            <a:r>
              <a:rPr lang="fi-FI" sz="3400" b="1" dirty="0">
                <a:solidFill>
                  <a:srgbClr val="0070C0"/>
                </a:solidFill>
                <a:latin typeface="+mn-lt"/>
              </a:rPr>
              <a:t>‘Nin kripayaal kaakkaam’ ennuththaramaay cholleen 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4061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218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382 എന്‍റെ തോഴരേ! കൊടികാണ്‍</vt:lpstr>
      <vt:lpstr>1 എന്‍റെ തോഴരേ! കൊടികാണ്‍ വീശു ന്നാകാശേ    എന്‍ സഹായ സേന വരുന്നേ ജയം തന്നെ!</vt:lpstr>
      <vt:lpstr>2 ശ്രേഷ്ഠസൈന്യം ഏറുന്നു മുന്‍ സാത്താന്‍റെ ചൊല്‍കീഴ്    ശക്തിമാന്മാര്‍ വീഴുന്നേ ചുറ്റും ഭയത്തിന്‍ കീഴ് </vt:lpstr>
      <vt:lpstr>3 തേജസ്സിന്‍ ലക്ഷ്യത്തെ കാണ്‍മീന്‍ കാഹളം കേള്‍പ്പിന്‍     സൈന്യ നാഥന്‍ നാമത്തില്‍ ജയം രിപുക്കള്‍ മേല്‍ </vt:lpstr>
      <vt:lpstr>4 ഘോരയുദ്ധം നീണ്ടെന്നാലും കൂട്ടരുണ്ട് ഹേ!    സൈന്യ നാഥന്‍ മുന്‍ വരുന്നു – മോദം കൂട്ടരെ!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 thozhare kodikaan</dc:title>
  <dc:creator>Digital Input:; GM JOHN; Acsah Mathews</dc:creator>
  <cp:lastModifiedBy>Acsah Mathews</cp:lastModifiedBy>
  <cp:revision>114</cp:revision>
  <dcterms:created xsi:type="dcterms:W3CDTF">2013-04-19T09:19:07Z</dcterms:created>
  <dcterms:modified xsi:type="dcterms:W3CDTF">2018-11-23T19:29:28Z</dcterms:modified>
</cp:coreProperties>
</file>