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1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4" d="100"/>
          <a:sy n="44" d="100"/>
        </p:scale>
        <p:origin x="66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56379-66FA-4C82-A0F7-2220D517C554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0B3BE-1DE3-4209-9A36-66CB8E67CD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241422-02FD-44CE-9C73-DA1483EF3E26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F4D8B7-2F79-4174-910A-51BC37F534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3C1C0C-9DAD-4BB2-BAC6-1B1AA8171A78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2EB741-C562-4051-9830-C7DD4D3074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EE5A02-4717-4652-AB00-71DF6C0ACCD5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9AFCE9-D14B-46FC-B3E2-60C46CD96C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D002F2-20CC-4DC0-B8F9-41BF5FDA4702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9667D6-7360-4BA6-98F8-FBAFA03E6F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302F82-5C7F-4830-BCE1-07C3A0436233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0D253-FC84-4BC0-B378-7C1391CD9C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ADDEB-564E-424F-9AA1-D14ECFABA938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67AC42-7ECC-4D7D-8E7E-0DD26CD6F1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5DCFD6-608A-4BDE-8AE7-6C11EFFFB4D7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85346-DB46-44AC-8B9D-B89356935C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FE9F7-8154-4900-BF13-3B6C6AA1F34C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0BB0B4-275D-4AB4-AFFD-79733D4170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EEF776-D244-4B12-AFEA-AB19B14EE5EF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0AF111-E301-4C0F-A11D-DFE454D2ED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708DA-AFAF-4FD9-9F99-FDB9890FED27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15E77C-0E4C-4E7F-9729-825C19FA1B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DD85710-9CEE-480B-B069-C20931AF6EA2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7A6D73A-3B77-429E-898D-A1634C8AA7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AED17-BE64-4EB0-8D55-8B372A3EF9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74</a:t>
            </a:r>
            <a:br>
              <a:rPr lang="en-US" dirty="0"/>
            </a:br>
            <a:r>
              <a:rPr lang="ml-IN" b="1" spc="-200" dirty="0">
                <a:latin typeface="Kartika" panose="02020503030404060203" pitchFamily="18" charset="0"/>
              </a:rPr>
              <a:t>വാഴ്ത്തിടുന്നു വാഴ്ത്തിടുന്നു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DE4FA-AA5E-40F2-A1E7-CC8EA0D4A1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Vaazhthidunnu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vaazhthidunnu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4869337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algn="l" defTabSz="465138">
              <a:defRPr/>
            </a:pPr>
            <a:r>
              <a:rPr lang="en-US" sz="32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വാഴ്ത്തിടുന്നു വാഴ്ത്തിടുന്നു വാഴ്ത്തിടുന്നു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ഞാൻ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- 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എ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രക്ഷകനെ നന്ദിയോടെ വാഴ്ത്തിടുന്നു ഞാൻ</a:t>
            </a:r>
            <a:br>
              <a:rPr lang="en-US" sz="1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1600" b="1" dirty="0">
                <a:latin typeface="Kartika" panose="02020503030404060203" pitchFamily="18" charset="0"/>
                <a:cs typeface="Kartika" panose="02020503030404060203" pitchFamily="18" charset="0"/>
              </a:rPr>
              <a:t>                             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മാട്ടിന്‍ തൊഴുത്തില്‍ പിറന്ന മാന്യസുതനേ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ഹീനവേഷമെടുത്ത നിന്നെ വാഴ്ത്തിടുന്നു ഞാൻ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843DBE-2CB7-480C-854E-93888BC4BC64}"/>
              </a:ext>
            </a:extLst>
          </p:cNvPr>
          <p:cNvSpPr/>
          <p:nvPr/>
        </p:nvSpPr>
        <p:spPr>
          <a:xfrm>
            <a:off x="0" y="403860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rakshakaney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Maattin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thozhuththil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piranna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suthaney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Heena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vesham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eduththa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algn="l" defTabSz="465138"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200" b="1" dirty="0">
                <a:latin typeface="Kartika" panose="02020503030404060203" pitchFamily="18" charset="0"/>
              </a:rPr>
              <a:t>പാതകര്‍ക്കായ്‌ നീതിവഴി ഓതിത്തന്നോനേ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പാരിടത്തില്‍ നിന്നെ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</a:rPr>
              <a:t>യോര്‍ത്തു വാഴ്ത്തിടുന്നു ഞാൻ</a:t>
            </a:r>
            <a:br>
              <a:rPr lang="en-US" sz="1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1600" b="1" dirty="0">
                <a:latin typeface="Kartika" panose="02020503030404060203" pitchFamily="18" charset="0"/>
                <a:cs typeface="Kartika" panose="02020503030404060203" pitchFamily="18" charset="0"/>
              </a:rPr>
              <a:t>                             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200" b="1" dirty="0">
                <a:latin typeface="Kartika" panose="02020503030404060203" pitchFamily="18" charset="0"/>
              </a:rPr>
              <a:t>കുരിശെടുത്തു മലമുകളില്‍ നടന്നുപോയോനേ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spc="-100" dirty="0">
                <a:latin typeface="Kartika" panose="02020503030404060203" pitchFamily="18" charset="0"/>
              </a:rPr>
              <a:t>തൃപ്പാദം രണ്ടും ചുംബിച്ചിപ്പോള്‍ വാഴ്ത്തിടുന്നു ഞാ</a:t>
            </a:r>
            <a:r>
              <a:rPr lang="ml-IN" sz="3200" b="1" dirty="0">
                <a:latin typeface="Kartika" panose="02020503030404060203" pitchFamily="18" charset="0"/>
              </a:rPr>
              <a:t>ൻ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843DBE-2CB7-480C-854E-93888BC4BC64}"/>
              </a:ext>
            </a:extLst>
          </p:cNvPr>
          <p:cNvSpPr/>
          <p:nvPr/>
        </p:nvSpPr>
        <p:spPr>
          <a:xfrm>
            <a:off x="0" y="403860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Paathakarkkaai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ôthi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thannoney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Paaridaththil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orthu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Kurisheduththu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malamukhalhil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nadannu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poyoney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Thrippaadam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randum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chumbichippolh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323114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algn="l" defTabSz="465138">
              <a:defRPr/>
            </a:pPr>
            <a:r>
              <a:rPr lang="en-US" sz="3200" b="1" dirty="0">
                <a:latin typeface="Kartika" panose="02020503030404060203" pitchFamily="18" charset="0"/>
              </a:rPr>
              <a:t>5	</a:t>
            </a:r>
            <a:r>
              <a:rPr lang="ml-IN" sz="3200" b="1" dirty="0">
                <a:latin typeface="Kartika" panose="02020503030404060203" pitchFamily="18" charset="0"/>
              </a:rPr>
              <a:t>കുരിശിലേറി മരിച്ചുയിര്‍ത്തു സ്വര്‍ഗ്ഗേ പോയോനേ</a:t>
            </a:r>
            <a:r>
              <a:rPr lang="en-US" sz="3200" b="1" dirty="0">
                <a:latin typeface="Kartika" panose="02020503030404060203" pitchFamily="18" charset="0"/>
              </a:rPr>
              <a:t>!</a:t>
            </a:r>
            <a:br>
              <a:rPr lang="en-US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നിത്യം ജീവിക്കുന്നവനെ വാഴ്ത്തിടുന്നു ഞാന്‍</a:t>
            </a:r>
            <a:br>
              <a:rPr lang="en-US" sz="1600" b="1" dirty="0">
                <a:latin typeface="Kartika" panose="02020503030404060203" pitchFamily="18" charset="0"/>
              </a:rPr>
            </a:br>
            <a:r>
              <a:rPr lang="en-US" sz="1600" b="1" dirty="0">
                <a:latin typeface="Kartika" panose="02020503030404060203" pitchFamily="18" charset="0"/>
              </a:rPr>
              <a:t>                      </a:t>
            </a:r>
            <a:br>
              <a:rPr lang="en-US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6	</a:t>
            </a:r>
            <a:r>
              <a:rPr lang="ml-IN" sz="3200" b="1" dirty="0">
                <a:latin typeface="Kartika" panose="02020503030404060203" pitchFamily="18" charset="0"/>
              </a:rPr>
              <a:t>ദൂതരുമായ്‌ മേഘവാഹനേ വരുന്നോനേ</a:t>
            </a:r>
            <a:br>
              <a:rPr lang="en-US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വേഗം നിന്നെ കാണ്മതിന്നായ്‌ കാത്തിടുന്നു ഞാന്‍</a:t>
            </a:r>
            <a:endParaRPr lang="en-US" sz="3200" b="1" dirty="0">
              <a:latin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843DBE-2CB7-480C-854E-93888BC4BC64}"/>
              </a:ext>
            </a:extLst>
          </p:cNvPr>
          <p:cNvSpPr/>
          <p:nvPr/>
        </p:nvSpPr>
        <p:spPr>
          <a:xfrm>
            <a:off x="0" y="403860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Kurishilèri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marichuyarththu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swarggey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poyoney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jeevikkunnavaney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Dootharumaai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meghavaahaney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varunnoney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Vègam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ninné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kaanhmathinaai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kaaththidunnu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772889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algn="l" defTabSz="465138">
              <a:defRPr/>
            </a:pPr>
            <a:r>
              <a:rPr lang="en-US" sz="3200" b="1" dirty="0">
                <a:latin typeface="Kartika" panose="02020503030404060203" pitchFamily="18" charset="0"/>
                <a:cs typeface="+mn-cs"/>
              </a:rPr>
              <a:t>7	</a:t>
            </a:r>
            <a:r>
              <a:rPr lang="ml-IN" sz="3200" b="1" dirty="0">
                <a:latin typeface="Kartika" panose="02020503030404060203" pitchFamily="18" charset="0"/>
                <a:cs typeface="+mn-cs"/>
              </a:rPr>
              <a:t>നിന്‍ വരവില്‍ മുന്നണിയിൽ നിന്നിടുമേ ഞാന്‍</a:t>
            </a:r>
            <a:r>
              <a:rPr lang="en-US" sz="3200" b="1" dirty="0">
                <a:latin typeface="Kartika" panose="02020503030404060203" pitchFamily="18" charset="0"/>
                <a:cs typeface="+mn-cs"/>
              </a:rPr>
              <a:t> </a:t>
            </a:r>
            <a:br>
              <a:rPr lang="en-US" sz="3200" b="1" dirty="0">
                <a:latin typeface="Kartika" panose="02020503030404060203" pitchFamily="18" charset="0"/>
                <a:cs typeface="+mn-cs"/>
              </a:rPr>
            </a:br>
            <a:r>
              <a:rPr lang="en-US" sz="3200" b="1" dirty="0">
                <a:latin typeface="Kartika" panose="02020503030404060203" pitchFamily="18" charset="0"/>
                <a:cs typeface="+mn-cs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+mn-cs"/>
              </a:rPr>
              <a:t>വാഴ്ത്തി വാഴ്ത്തി നിന്നിടുമേ നിന്‍ വരവിന്നായ്</a:t>
            </a:r>
            <a:r>
              <a:rPr lang="en-US" sz="3200" b="1" dirty="0">
                <a:latin typeface="Kartika" panose="02020503030404060203" pitchFamily="18" charset="0"/>
                <a:cs typeface="+mn-cs"/>
              </a:rPr>
              <a:t>‌</a:t>
            </a:r>
            <a:br>
              <a:rPr lang="en-US" sz="1600" b="1" dirty="0">
                <a:latin typeface="Kartika" panose="02020503030404060203" pitchFamily="18" charset="0"/>
                <a:cs typeface="+mn-cs"/>
              </a:rPr>
            </a:br>
            <a:br>
              <a:rPr lang="en-US" sz="1600" b="1" dirty="0">
                <a:latin typeface="Kartika" panose="02020503030404060203" pitchFamily="18" charset="0"/>
                <a:cs typeface="+mn-cs"/>
              </a:rPr>
            </a:br>
            <a:r>
              <a:rPr lang="en-US" sz="3200" b="1" dirty="0">
                <a:latin typeface="Kartika" panose="02020503030404060203" pitchFamily="18" charset="0"/>
                <a:cs typeface="+mn-cs"/>
              </a:rPr>
              <a:t>8	</a:t>
            </a:r>
            <a:r>
              <a:rPr lang="ml-IN" sz="3200" b="1" dirty="0">
                <a:latin typeface="Kartika" panose="02020503030404060203" pitchFamily="18" charset="0"/>
                <a:cs typeface="+mn-cs"/>
              </a:rPr>
              <a:t>എന്നു മേഘേ വന്നു കാണാം രക്ഷകനെ! ഞാൻ </a:t>
            </a:r>
            <a:br>
              <a:rPr lang="ml-IN" sz="3200" b="1" dirty="0">
                <a:latin typeface="Kartika" panose="02020503030404060203" pitchFamily="18" charset="0"/>
                <a:cs typeface="+mn-cs"/>
              </a:rPr>
            </a:br>
            <a:r>
              <a:rPr lang="en-US" sz="3200" b="1" dirty="0">
                <a:latin typeface="Kartika" panose="02020503030404060203" pitchFamily="18" charset="0"/>
                <a:cs typeface="+mn-cs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+mn-cs"/>
              </a:rPr>
              <a:t>നോക്കി നോക്കി കാത്തിടുന്നേ നിൻ വരവിനായ്</a:t>
            </a:r>
            <a:endParaRPr lang="en-US" sz="3200" b="1" dirty="0">
              <a:latin typeface="Kartika" panose="02020503030404060203" pitchFamily="18" charset="0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843DBE-2CB7-480C-854E-93888BC4BC64}"/>
              </a:ext>
            </a:extLst>
          </p:cNvPr>
          <p:cNvSpPr/>
          <p:nvPr/>
        </p:nvSpPr>
        <p:spPr>
          <a:xfrm>
            <a:off x="0" y="403860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7.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varavil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munnanhiyil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ninnidumey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ninnidumey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varavinaai</a:t>
            </a:r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8.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meghey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rakshakaney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Nokki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nokki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kaaththidunney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varavinaai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15631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111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74 വാഴ്ത്തിടുന്നു വാഴ്ത്തിടുന്നു</vt:lpstr>
      <vt:lpstr>1 വാഴ്ത്തിടുന്നു വാഴ്ത്തിടുന്നു വാഴ്ത്തിടുന്നു ഞാൻ -       എൻ രക്ഷകനെ നന്ദിയോടെ വാഴ്ത്തിടുന്നു ഞാൻ                               2 മാട്ടിന്‍ തൊഴുത്തില്‍ പിറന്ന മാന്യസുതനേ!  ഹീനവേഷമെടുത്ത നിന്നെ വാഴ്ത്തിടുന്നു ഞാൻ</vt:lpstr>
      <vt:lpstr>3 പാതകര്‍ക്കായ്‌ നീതിവഴി ഓതിത്തന്നോനേ!  പാരിടത്തില്‍ നിന്നെ യോര്‍ത്തു വാഴ്ത്തിടുന്നു ഞാൻ                               4 കുരിശെടുത്തു മലമുകളില്‍ നടന്നുപോയോനേ  തൃപ്പാദം രണ്ടും ചുംബിച്ചിപ്പോള്‍ വാഴ്ത്തിടുന്നു ഞാൻ</vt:lpstr>
      <vt:lpstr>5 കുരിശിലേറി മരിച്ചുയിര്‍ത്തു സ്വര്‍ഗ്ഗേ പോയോനേ!  നിത്യം ജീവിക്കുന്നവനെ വാഴ്ത്തിടുന്നു ഞാന്‍                        6 ദൂതരുമായ്‌ മേഘവാഹനേ വരുന്നോനേ  വേഗം നിന്നെ കാണ്മതിന്നായ്‌ കാത്തിടുന്നു ഞാന്‍</vt:lpstr>
      <vt:lpstr>7 നിന്‍ വരവില്‍ മുന്നണിയിൽ നിന്നിടുമേ ഞാന്‍   വാഴ്ത്തി വാഴ്ത്തി നിന്നിടുമേ നിന്‍ വരവിന്നായ്‌  8 എന്നു മേഘേ വന്നു കാണാം രക്ഷകനെ! ഞാൻ   നോക്കി നോക്കി കാത്തിടുന്നേ നിൻ വരവിനായ്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Vazhthidunnu Vazhthidunnu</dc:title>
  <dc:creator>Digital Input:; GM JOHN; Acsah Mathews</dc:creator>
  <cp:lastModifiedBy>Acsah Mathews</cp:lastModifiedBy>
  <cp:revision>222</cp:revision>
  <dcterms:created xsi:type="dcterms:W3CDTF">2013-04-19T09:19:07Z</dcterms:created>
  <dcterms:modified xsi:type="dcterms:W3CDTF">2018-10-31T21:23:54Z</dcterms:modified>
</cp:coreProperties>
</file>