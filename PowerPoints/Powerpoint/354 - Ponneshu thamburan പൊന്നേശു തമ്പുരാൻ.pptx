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77" r:id="rId3"/>
    <p:sldId id="282" r:id="rId4"/>
    <p:sldId id="289" r:id="rId5"/>
    <p:sldId id="283" r:id="rId6"/>
    <p:sldId id="290" r:id="rId7"/>
    <p:sldId id="284" r:id="rId8"/>
    <p:sldId id="291" r:id="rId9"/>
    <p:sldId id="285" r:id="rId10"/>
    <p:sldId id="292" r:id="rId11"/>
    <p:sldId id="286" r:id="rId12"/>
    <p:sldId id="293" r:id="rId13"/>
    <p:sldId id="287" r:id="rId14"/>
    <p:sldId id="294" r:id="rId15"/>
    <p:sldId id="288" r:id="rId16"/>
    <p:sldId id="295" r:id="rId1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6" autoAdjust="0"/>
    <p:restoredTop sz="94660"/>
  </p:normalViewPr>
  <p:slideViewPr>
    <p:cSldViewPr>
      <p:cViewPr varScale="1">
        <p:scale>
          <a:sx n="43" d="100"/>
          <a:sy n="43" d="100"/>
        </p:scale>
        <p:origin x="4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A6527-1E83-4CB8-BD93-42223D75DBA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4BB42-29C5-4735-9B44-AD496F180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B3CD3-E030-4EE4-A521-CE3C39CCB08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1DCE7-B13E-49BE-BD7C-99CE1A43FB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47302-7468-451B-B732-1985624F68A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F0F59D-10F2-4A22-9CEF-610A25246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65076C-4AA6-44D2-BF81-B27A945D33E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37B4FF-9329-40D7-81D4-C12F3B261A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4FFEE-414C-4F01-B00C-8886EA82690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6C470C-804A-4E52-8631-74BAD9227B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E88F5F-856B-434A-B135-5F8C0DBFB7E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98ABF-E415-46E6-89AC-353A56FD37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F93B6-3BC6-43E0-BCC6-0B96DBA4DA5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676E4-6BB0-4065-8799-6353CEB8FD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5CB6A-7747-46FF-9419-1AF0E8F0898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7B41F-5312-4EB8-AE86-76F478E774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F5071-3093-43CA-BEFD-62F46825605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9DBC3-9A72-40ED-A94A-D0E7B1303A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2A0F4-E069-45C1-B620-6E6F7A75D8D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357F9-C713-4DDE-B3FE-B21679826F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167FB-0572-4B52-B34A-0B3C5EF936B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E926A9-B839-4F59-8405-0DB170249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DCA85D5-2DE0-4C7E-8894-CBAA1013734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39E92DF-625F-4DB1-B863-03A6A4FD5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BF4E4-6944-4648-8FD8-78293DB18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354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പൊന്നേശു തമ്പുരാൻ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5686F-0D5D-4290-9AD7-75FD62E12A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Ponneshu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thamburaan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1E30B4-91C2-4B25-8963-691EC9968286}"/>
              </a:ext>
            </a:extLst>
          </p:cNvPr>
          <p:cNvSpPr/>
          <p:nvPr/>
        </p:nvSpPr>
        <p:spPr>
          <a:xfrm>
            <a:off x="6858000" y="4577834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Muthampakkal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Kochukunju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Upadeshi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DB4D95-C91D-460C-AB6F-219C4D4CAFF8}"/>
              </a:ext>
            </a:extLst>
          </p:cNvPr>
          <p:cNvSpPr/>
          <p:nvPr/>
        </p:nvSpPr>
        <p:spPr>
          <a:xfrm>
            <a:off x="673750" y="4728375"/>
            <a:ext cx="530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ഉപദേശി</a:t>
            </a:r>
            <a:r>
              <a:rPr lang="ml-IN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rPr>
              <a:t>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22251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FCD0-47B5-4457-8CAD-B0C67388D136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തമ്പുരാൻ നല്ലോരു രക്ഷകൻ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സ്നേഹിച്ചു തൻ ജീവൻ വച്ചു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3621-D338-4060-800E-283A469890D2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65628"/>
            <a:ext cx="12192000" cy="2660024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1.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സ്വർഗ്ഗസിംഹാസനം താതന്‍റെ മാർവ്വതും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ദൂതന്മാർ സേവയും വിട്ടെൻപേർക്കായ്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ദാസനപ്പോലവൻ ജീവിച്ചു പാപിയെൻ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ശാപം ശിരസ്സതിലേറിടുവാൻ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D33499-32DE-4B69-8EEA-F6F29F2958F9}"/>
              </a:ext>
            </a:extLst>
          </p:cNvPr>
          <p:cNvSpPr/>
          <p:nvPr/>
        </p:nvSpPr>
        <p:spPr>
          <a:xfrm>
            <a:off x="38100" y="39624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Swargga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simhaasanam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Thaathantey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maarvvathum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Doothanmaar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sèvayum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vitten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pèrkkaai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Daasaneyppolavan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paapiyen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shirassathilèttiduvaan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08512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FCD0-47B5-4457-8CAD-B0C67388D136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തമ്പുരാൻ നല്ലോരു രക്ഷകൻ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സ്നേഹിച്ചു തൻ ജീവൻ വച്ചു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3621-D338-4060-800E-283A469890D2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549293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65628"/>
            <a:ext cx="12192000" cy="2660024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2.	തള്ളയെപ്പോൽ നമുക്കുള്ളോരു രക്ഷകൻ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കൊള്ളക്കാരൻ പോലെ ക്രൂശിൽ തൂങ്ങി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ഉള്ളമുരുകുന്നെൻ ചങ്കു തകരുന്നെൻ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കണ്ണു നിറയുന്നെൻ രക്ഷകനേ-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D33499-32DE-4B69-8EEA-F6F29F2958F9}"/>
              </a:ext>
            </a:extLst>
          </p:cNvPr>
          <p:cNvSpPr/>
          <p:nvPr/>
        </p:nvSpPr>
        <p:spPr>
          <a:xfrm>
            <a:off x="38100" y="39624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Thallhayepol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namukkullhoru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rakshakan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Kollhakaaran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poley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Krooshil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thoongi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Ullhamurukunnen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chanku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thakarunnen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Kannhunirayunnen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rakshakaney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28934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FCD0-47B5-4457-8CAD-B0C67388D136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തമ്പുരാൻ നല്ലോരു രക്ഷകൻ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സ്നേഹിച്ചു തൻ ജീവൻ വച്ചു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3621-D338-4060-800E-283A469890D2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696548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65628"/>
            <a:ext cx="12192000" cy="2660024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</a:tabLs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3.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എന്തൊരു സ്നേഹമീ സാധുവെ ഓർത്തു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സന്താപസാഗരം തന്നിൽ വീണു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എന്നെ വിളിച്ചു നീ എന്നെ എടുത്തു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നിന്നോമനപ്പൈതലായ് തീർക്കേണമേ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D33499-32DE-4B69-8EEA-F6F29F2958F9}"/>
              </a:ext>
            </a:extLst>
          </p:cNvPr>
          <p:cNvSpPr/>
          <p:nvPr/>
        </p:nvSpPr>
        <p:spPr>
          <a:xfrm>
            <a:off x="38100" y="39624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Enthoru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snehamee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saadhuvey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orthu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Santhaapa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saagaram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veenhu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vilhichchu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eduththu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Ninnomanappaithalaai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theerkkenhamey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895488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FCD0-47B5-4457-8CAD-B0C67388D136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തമ്പുരാൻ നല്ലോരു രക്ഷകൻ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സ്നേഹിച്ചു തൻ ജീവൻ വച്ചു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3621-D338-4060-800E-283A469890D2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02104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65628"/>
            <a:ext cx="12192000" cy="2660024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പാപം പെരുകിയ സ്ഥാനത്തു കൃപയും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ഏറ്റം പെരുകിയതാശ്ചര്യമേ!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പാപിയിൽ പ്രധാനിയായിരുന്ന ഞാനും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സ്നേഹത്തിൻ പുത്രന്‍റെ രാജ്യത്തിലായ്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D33499-32DE-4B69-8EEA-F6F29F2958F9}"/>
              </a:ext>
            </a:extLst>
          </p:cNvPr>
          <p:cNvSpPr/>
          <p:nvPr/>
        </p:nvSpPr>
        <p:spPr>
          <a:xfrm>
            <a:off x="38100" y="39624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Paapam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perukiya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sthaanaththu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kripayum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Ettam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perukiyath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aascharyamey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pradhaaniyaayirunna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Snèhatthin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Puthrantey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raajyaththilaai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675991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FCD0-47B5-4457-8CAD-B0C67388D136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തമ്പുരാൻ നല്ലോരു രക്ഷകൻ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സ്നേഹിച്ചു തൻ ജീവൻ വച്ചു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3621-D338-4060-800E-283A469890D2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654385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65628"/>
            <a:ext cx="12192000" cy="2660024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5.	ഭൂലോക മായയിൽ മോഹം പതിച്ചെന്‍റെ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കാലം ഞാൻ പാഴിൽ കളഞ്ഞിടായ്‌വാൻ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സ്വർല്ലോക രാജ്യത്തിൽ തങ്കക്കിരീടത്തി-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ലുല്ലാസമേകണേ പൊന്നേശുവേ!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D33499-32DE-4B69-8EEA-F6F29F2958F9}"/>
              </a:ext>
            </a:extLst>
          </p:cNvPr>
          <p:cNvSpPr/>
          <p:nvPr/>
        </p:nvSpPr>
        <p:spPr>
          <a:xfrm>
            <a:off x="38100" y="3962400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Bhooloka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maayayil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môham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pathichchentey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paazhil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kalhanjidaaivaan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Swarloka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raajyaththil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thankakireedaththi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pPr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Lullaasamèkanhey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ponneshuvey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41178010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FCD0-47B5-4457-8CAD-B0C67388D136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തമ്പുരാൻ നല്ലോരു രക്ഷകൻ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സ്നേഹിച്ചു തൻ ജീവൻ വച്ചു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3621-D338-4060-800E-283A469890D2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049756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65628"/>
            <a:ext cx="12192000" cy="2660024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6.	പാപം ചെയ്യാതെന്നെ കാവൽചെയ്തിടുവാൻ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സർവ്വേശാ! തൃക്കയ്യിലേല്പ്പിക്കുന്നേൻ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രാപ്പകൽ നീയെന്നെ വീഴ്ചയിൽ നിന്നെന്‍റെ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സ്വപ്നത്തിലും കൂടെ കാക്കേണമേ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D33499-32DE-4B69-8EEA-F6F29F2958F9}"/>
              </a:ext>
            </a:extLst>
          </p:cNvPr>
          <p:cNvSpPr/>
          <p:nvPr/>
        </p:nvSpPr>
        <p:spPr>
          <a:xfrm>
            <a:off x="38100" y="3962400"/>
            <a:ext cx="121539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25000"/>
              </a:lnSpc>
            </a:pPr>
            <a:r>
              <a:rPr lang="en-US" sz="3400" b="1" dirty="0">
                <a:solidFill>
                  <a:schemeClr val="tx2"/>
                </a:solidFill>
                <a:latin typeface="+mn-lt"/>
              </a:rPr>
              <a:t>Paapam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cheyyaathenney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kaaval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cheithiduvaan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lvl="2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Sarvèshaa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thrikaiyilelpikkunnen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lvl="2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Raappakal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neeyenney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veezhchayil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ninnentey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lvl="2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Swapnaththil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koodeyum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kaakkenhamey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66398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FCD0-47B5-4457-8CAD-B0C67388D136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തമ്പുരാൻ നല്ലോരു രക്ഷകൻ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സ്നേഹിച്ചു തൻ ജീവൻ വച്ചു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3621-D338-4060-800E-283A469890D2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822226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65628"/>
            <a:ext cx="12192000" cy="2660024"/>
          </a:xfrm>
        </p:spPr>
        <p:txBody>
          <a:bodyPr anchor="t"/>
          <a:lstStyle/>
          <a:p>
            <a:pPr algn="l">
              <a:lnSpc>
                <a:spcPct val="125000"/>
              </a:lnSpc>
              <a:tabLst>
                <a:tab pos="465138" algn="l"/>
              </a:tabLst>
            </a:pPr>
            <a:r>
              <a:rPr lang="ml-IN" sz="3400" b="1" dirty="0">
                <a:latin typeface="Kartika" panose="02020503030404060203" pitchFamily="18" charset="0"/>
              </a:rPr>
              <a:t>7.	കർത്താവു വേഗത്തിൽ മേഘങ്ങളിൽ കോടി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ദൂതന്മാരാർപ്പുമായ് വന്നീടുമ്പോൾ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എന്നിൽ കനിഞ്ഞെന്നെ മാർവ്വോടണച്ചെന്‍റെ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സങ്കടം തീർക്കണം രക്ഷകനേ!</a:t>
            </a:r>
            <a:endParaRPr lang="ml-IN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D33499-32DE-4B69-8EEA-F6F29F2958F9}"/>
              </a:ext>
            </a:extLst>
          </p:cNvPr>
          <p:cNvSpPr/>
          <p:nvPr/>
        </p:nvSpPr>
        <p:spPr>
          <a:xfrm>
            <a:off x="38100" y="3962400"/>
            <a:ext cx="121539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Karththaavu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vègaththil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mèghangalhil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kôdi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lvl="2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Doothanmaarppumaaivanneedumbolh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lvl="2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kaninjenney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maarodanhachchentey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pPr lvl="2">
              <a:lnSpc>
                <a:spcPct val="125000"/>
              </a:lnSpc>
            </a:pP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Sankadam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theerkkanham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rakshakaney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028964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354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E8FCD0-47B5-4457-8CAD-B0C67388D136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പൊന്നേശു തമ്പുരാൻ നല്ലോരു രക്ഷകൻ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സ്നേഹിച്ചു തൻ ജീവൻ വച്ചു 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C3621-D338-4060-800E-283A469890D2}"/>
              </a:ext>
            </a:extLst>
          </p:cNvPr>
          <p:cNvSpPr/>
          <p:nvPr/>
        </p:nvSpPr>
        <p:spPr>
          <a:xfrm>
            <a:off x="0" y="3657600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Ponneshu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thamburaan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vechchu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527748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175</Words>
  <Application>Microsoft Office PowerPoint</Application>
  <PresentationFormat>Widescreen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Kartika</vt:lpstr>
      <vt:lpstr>Office Theme</vt:lpstr>
      <vt:lpstr>354 പൊന്നേശു തമ്പുരാൻ</vt:lpstr>
      <vt:lpstr>PowerPoint Presentation</vt:lpstr>
      <vt:lpstr>1. സ്വർഗ്ഗസിംഹാസനം താതന്‍റെ മാർവ്വതും   ദൂതന്മാർ സേവയും വിട്ടെൻപേർക്കായ്  ദാസനപ്പോലവൻ ജീവിച്ചു പാപിയെൻ  ശാപം ശിരസ്സതിലേറിടുവാൻ</vt:lpstr>
      <vt:lpstr>PowerPoint Presentation</vt:lpstr>
      <vt:lpstr>2. തള്ളയെപ്പോൽ നമുക്കുള്ളോരു രക്ഷകൻ   കൊള്ളക്കാരൻ പോലെ ക്രൂശിൽ തൂങ്ങി   ഉള്ളമുരുകുന്നെൻ ചങ്കു തകരുന്നെൻ  കണ്ണു നിറയുന്നെൻ രക്ഷകനേ- </vt:lpstr>
      <vt:lpstr>PowerPoint Presentation</vt:lpstr>
      <vt:lpstr>3. എന്തൊരു സ്നേഹമീ സാധുവെ ഓർത്തു നീ   സന്താപസാഗരം തന്നിൽ വീണു  എന്നെ വിളിച്ചു നീ എന്നെ എടുത്തു  നിന്നോമനപ്പൈതലായ് തീർക്കേണമേ</vt:lpstr>
      <vt:lpstr>PowerPoint Presentation</vt:lpstr>
      <vt:lpstr>4 പാപം പെരുകിയ സ്ഥാനത്തു കൃപയും  ഏറ്റം പെരുകിയതാശ്ചര്യമേ!   പാപിയിൽ പ്രധാനിയായിരുന്ന ഞാനും   സ്നേഹത്തിൻ പുത്രന്‍റെ രാജ്യത്തിലായ്</vt:lpstr>
      <vt:lpstr>PowerPoint Presentation</vt:lpstr>
      <vt:lpstr>5. ഭൂലോക മായയിൽ മോഹം പതിച്ചെന്‍റെ  കാലം ഞാൻ പാഴിൽ കളഞ്ഞിടായ്‌വാൻ  സ്വർല്ലോക രാജ്യത്തിൽ തങ്കക്കിരീടത്തി-  ലുല്ലാസമേകണേ പൊന്നേശുവേ! </vt:lpstr>
      <vt:lpstr>PowerPoint Presentation</vt:lpstr>
      <vt:lpstr>6. പാപം ചെയ്യാതെന്നെ കാവൽചെയ്തിടുവാൻ  സർവ്വേശാ! തൃക്കയ്യിലേല്പ്പിക്കുന്നേൻ   രാപ്പകൽ നീയെന്നെ വീഴ്ചയിൽ നിന്നെന്‍റെ   സ്വപ്നത്തിലും കൂടെ കാക്കേണമേ</vt:lpstr>
      <vt:lpstr>PowerPoint Presentation</vt:lpstr>
      <vt:lpstr>7. കർത്താവു വേഗത്തിൽ മേഘങ്ങളിൽ കോടി   ദൂതന്മാരാർപ്പുമായ് വന്നീടുമ്പോൾ  എന്നിൽ കനിഞ്ഞെന്നെ മാർവ്വോടണച്ചെന്‍റെ  സങ്കടം തീർക്കണം രക്ഷകനേ!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Ponneshu thamburan nalloru rakshakan</dc:title>
  <dc:creator>Digital Input:; GM JOHN; Acsah Mathews</dc:creator>
  <cp:lastModifiedBy>Acsah Mathews</cp:lastModifiedBy>
  <cp:revision>291</cp:revision>
  <dcterms:created xsi:type="dcterms:W3CDTF">2013-04-25T00:28:25Z</dcterms:created>
  <dcterms:modified xsi:type="dcterms:W3CDTF">2018-11-20T19:39:05Z</dcterms:modified>
</cp:coreProperties>
</file>