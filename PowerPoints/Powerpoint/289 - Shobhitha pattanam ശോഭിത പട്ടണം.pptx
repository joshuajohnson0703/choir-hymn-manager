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0" r:id="rId3"/>
    <p:sldId id="283" r:id="rId4"/>
    <p:sldId id="284" r:id="rId5"/>
    <p:sldId id="28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0E4FA-2A17-481B-A5B7-8888CD6CE94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F926D-9C08-4DA0-A8DB-3A98B0A05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80B14-AAA0-4751-B0B5-0158331CF39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0E223-C340-4D30-9158-5D24B7C5ED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01BD3-61F1-4076-9339-8019F3AE467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10CC9-6131-4FCA-BAAD-413545A87F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A692D-167B-4062-8DD9-29CD12C48C8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D7BFD-8475-4962-A1B5-68D53C6A91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CF78A-21DE-4B2B-9C13-E80E960E1B5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F77D9-07FE-4B29-B9F4-1F68457285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DA553-8219-4A7A-B089-AE6C81D3284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E1084-0891-407C-B50F-746D1A111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55D83-F104-4606-A6BE-7B7D7BC72EC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DA480-22AD-453D-A881-1749B246E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21917-9252-467F-9DC6-603C82DB917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39325-EC7A-481B-82AC-9F8A61C3E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62635-8F89-44A8-925C-3C7AD629C35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F9465-4536-48E1-85C9-F646219AD4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84709-3438-4F24-8D04-5CCF9B91408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97807-C0FB-40A3-BE28-F739E5FADF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C7DCC-2E54-4A39-997F-D90009E7B83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CB105-648C-4C8C-A889-368B495BDC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0147BC-F632-4EC3-805E-628E1DFBCE8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5ACF059-F933-4C0D-97B8-74710B5E6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CC2F-4B3E-486D-8424-77C51C8A2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ശോഭിത പട്ടണം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19958-22F1-42B1-A575-8754A2600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Shobhitha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pattanham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50000"/>
                  </a:schemeClr>
                </a:solidFill>
              </a:rPr>
              <a:t>There is city a bright – Mary A. S. Deck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0260648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208306"/>
            <a:ext cx="12192000" cy="19050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ശോഭിത പട്ടണം പാപ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ദോഷങ്ങൾക്കു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പ്രവേശമില്ല പ്രവേശമില്ല യാതൊരശുദ്ധിക്കും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8F5C3-6B89-49B7-B388-F78DC10A746A}"/>
              </a:ext>
            </a:extLst>
          </p:cNvPr>
          <p:cNvSpPr/>
          <p:nvPr/>
        </p:nvSpPr>
        <p:spPr>
          <a:xfrm>
            <a:off x="-7620" y="3113306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1. 	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Shobhitha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pattanham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doshangalhkku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Praveshamilla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praveshamilla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yaathorashudhikkum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208306"/>
            <a:ext cx="12192000" cy="19050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രക്ഷകനെ! വന്നേൻ കുഞ്ഞാടേ കെഞ്ചുന്നേ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കഴുകിയെന്നെ കഴുകിയെന്നെ രക്ഷിച്ചു കാക്കണേ!</a:t>
            </a:r>
            <a:endParaRPr lang="en-US" sz="36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8F5C3-6B89-49B7-B388-F78DC10A746A}"/>
              </a:ext>
            </a:extLst>
          </p:cNvPr>
          <p:cNvSpPr/>
          <p:nvPr/>
        </p:nvSpPr>
        <p:spPr>
          <a:xfrm>
            <a:off x="-7620" y="3113306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2. 	Rakshakane! Vannen kunjaade kenjunne</a:t>
            </a:r>
          </a:p>
          <a:p>
            <a:pPr>
              <a:lnSpc>
                <a:spcPct val="150000"/>
              </a:lnSpc>
            </a:pPr>
            <a:r>
              <a:rPr lang="fi-FI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	Kazhukiyenne Kazhukiyenne rakshichu kaakkanhe!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88910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208306"/>
            <a:ext cx="12192000" cy="19050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കർത്താ! നിൻ ശക്തിയാൽ ശുദ്ധിയിൽ കാത്തെന്നെ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നിൻ പ്രിയപൈതൽ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നിൻ പ്രിയപൈതൽ ആക്കണം-നീയെന്നെ 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8F5C3-6B89-49B7-B388-F78DC10A746A}"/>
              </a:ext>
            </a:extLst>
          </p:cNvPr>
          <p:cNvSpPr/>
          <p:nvPr/>
        </p:nvSpPr>
        <p:spPr>
          <a:xfrm>
            <a:off x="-7620" y="3113306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3. 	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Karthaa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shakthiyaal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shudhiyil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kaatthenne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	Nin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priyapaithal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priyapaithal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aakkenham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neeyenne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369277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208306"/>
            <a:ext cx="12192000" cy="1905000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വീണ്ടെടുപ്പുള്ളോർക്കുള്ള അങ്കിയണിഞ്ഞു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കുറ്റമറ്റോനായ് കുറ്റമറ്റോനായ് സ്വർപുരം ചേരും ഞാൻ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8F5C3-6B89-49B7-B388-F78DC10A746A}"/>
              </a:ext>
            </a:extLst>
          </p:cNvPr>
          <p:cNvSpPr/>
          <p:nvPr/>
        </p:nvSpPr>
        <p:spPr>
          <a:xfrm>
            <a:off x="-7620" y="3113306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4. 	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Veendedupporhkkullha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angiyanhanju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Kuttamattonaai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kuttamattonaai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swarpuram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8920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31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289 ശോഭിത പട്ടണം</vt:lpstr>
      <vt:lpstr>1  ശോഭിത പട്ടണം പാപ ദോഷങ്ങൾക്കു    പ്രവേശമില്ല പ്രവേശമില്ല യാതൊരശുദ്ധിക്കും </vt:lpstr>
      <vt:lpstr>2  രക്ഷകനെ! വന്നേൻ കുഞ്ഞാടേ കെഞ്ചുന്നേ    കഴുകിയെന്നെ കഴുകിയെന്നെ രക്ഷിച്ചു കാക്കണേ!</vt:lpstr>
      <vt:lpstr>3  കർത്താ! നിൻ ശക്തിയാൽ ശുദ്ധിയിൽ കാത്തെന്നെ  നിൻ പ്രിയപൈതൽ, നിൻ പ്രിയപൈതൽ ആക്കണം-നീയെന്നെ </vt:lpstr>
      <vt:lpstr>4  വീണ്ടെടുപ്പുള്ളോർക്കുള്ള അങ്കിയണിഞ്ഞു ഞാൻ    കുറ്റമറ്റോനായ് കുറ്റമറ്റോനായ് സ്വർപുരം ചേരും ഞാൻ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Shobhitha pattanam</dc:title>
  <dc:creator>Digital Input; GM JOHN; Acsah Mathews</dc:creator>
  <cp:lastModifiedBy>Acsah Mathews</cp:lastModifiedBy>
  <cp:revision>398</cp:revision>
  <dcterms:created xsi:type="dcterms:W3CDTF">2013-04-19T09:19:07Z</dcterms:created>
  <dcterms:modified xsi:type="dcterms:W3CDTF">2018-11-15T18:42:03Z</dcterms:modified>
</cp:coreProperties>
</file>