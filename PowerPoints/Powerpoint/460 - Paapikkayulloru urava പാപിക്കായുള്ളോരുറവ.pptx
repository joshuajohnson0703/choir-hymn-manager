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61" r:id="rId5"/>
    <p:sldId id="263" r:id="rId6"/>
    <p:sldId id="262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A7CAD-29B0-4CAC-8522-EC78EADA97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FBF2F-827D-4241-BAB9-6E2423B2A1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56350-8D16-4B75-9EBE-4E6AB5040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4A6E7-B2A2-461F-B906-99D218A9B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5B98C-3978-4BC0-A069-8944FE13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09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BAFF-750E-4A88-A89F-B61F9B2F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F3C82-F0CE-428C-BC9A-058B29716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2D776-A18F-41E7-97E7-85E1432ED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4EEFC-AAE4-4F7C-98FD-815EEC925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14194-A3F8-4FEE-BAF3-758C4D3C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55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A36E4-CB1A-4EAF-936A-754BF56D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DEA9E-09D1-42DE-8D42-9701F8381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533E6-ACE2-4DEC-937B-39498E421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07B1A-9632-4964-B265-9DEEDE6B3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78D45-CE60-4EFA-948C-A0A04D1E3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161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E190B-3855-49D1-A03B-72D0CE696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FA84D-719E-45F0-994F-72A7A362BE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482D9A-4BAB-48EE-848E-CD80654CA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431A6-2445-4729-A64C-A836A5491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421AD-8066-4D71-87B6-152C024E9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4681E-E737-4AB2-A606-2381818E4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257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9D4F-ACB0-4B59-9BB8-FD2808C42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11B33-6D6A-43E5-9AA6-76E0BA303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0DBE2-EBB4-48D8-B4C6-122A10083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C221AE-2151-4389-988D-6B96613055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F17401-5F51-491D-AC8B-BA247790DE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77DAC1-5456-47F3-9CCE-343985E34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7EF9E-9DCC-47D1-9881-2C2050B9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7FC693-54E7-4EC3-A042-E02F9835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81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520A-CA7B-446C-986C-527683B4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F7D8EE-DDC1-4AD2-8265-589E23376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4372D-2F19-4B7B-AF83-4C52F7B3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C8A4E-C636-48BE-AD9C-839C073A2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26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57B2E7-19B6-4C94-8598-5368B4E5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AE7FBD-1CDE-4E2A-8386-79872D0D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9B5ED-A524-43CE-ACDB-92D0A4F3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04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B4AE-F1F0-4674-999F-B961EB9A5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E9650-8CEA-41EC-93A5-91D31A2C2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3A587-CA9C-4B57-B88D-5C1098CCA7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021F4-897E-476A-80EA-E16F32EE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16D1D-EE8E-43BD-8044-384D8C87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5A34B-6C1C-4377-BAFA-8B0BE7DF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BB580-32D0-4AF0-A747-A9C4184B5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593CFB-F377-4549-A3DD-F7E1DAFC25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575D24-06FD-4377-B5DB-DC4FAE0DE3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FC7ED-E1A0-4DBE-A52F-755C63626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C4C4B-6F73-4842-AFE7-C0B302C1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A8864-3743-4DF7-AAA3-46CE9E47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22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5C6D-3093-4762-A388-8EDA10632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BA33C5-0D36-43C9-82B3-DDA4A9D1A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E3B6F-EFED-4657-B4E6-CFF248877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23981-4B4C-4840-BA23-5305CBA1E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80D8B-D66A-432D-88FC-EE031E38B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56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1BA6-55C3-44EC-ADB3-39B74E8CA4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74702-FA8E-4C7E-B9AB-BA0978D7EE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ACE1B-3F69-4358-9546-B2B3FF8B2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E552E-E3B4-4AFB-A330-3A4B37F8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EF81D-E19C-4FD8-B0CB-5A906414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34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796ACC-6471-4FF1-9028-5D400ECD4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DEDAC-F1BD-411C-A39C-190F10161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F53E9-377E-4D70-BF10-3F5E7A09E4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B0B7B-F4AE-4108-8805-501568705DA0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C0B45-3BDB-4CF6-92F6-679CBE0041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A072B-1CAB-4AA1-8D08-87161AC26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A9F2A0-C9A0-401D-BB06-F65D571E0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61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CCBF0-6A2B-4450-917B-9FBF39CE72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1999" cy="2387600"/>
          </a:xfrm>
        </p:spPr>
        <p:txBody>
          <a:bodyPr>
            <a:normAutofit/>
          </a:bodyPr>
          <a:lstStyle/>
          <a:p>
            <a:r>
              <a:rPr lang="en-US" dirty="0"/>
              <a:t>460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പാപിക്കായുള്ളോരുറവ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727262-4C03-4AA4-80B9-844BDC49F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3413" y="3509963"/>
            <a:ext cx="10708987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Paapikkayullhorurhava</a:t>
            </a: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The blood of the lamb –</a:t>
            </a:r>
          </a:p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E.R. </a:t>
            </a:r>
            <a:r>
              <a:rPr lang="en-US" sz="3600" i="1" dirty="0" err="1">
                <a:solidFill>
                  <a:schemeClr val="accent1">
                    <a:lumMod val="75000"/>
                  </a:schemeClr>
                </a:solidFill>
              </a:rPr>
              <a:t>Latta</a:t>
            </a:r>
            <a:endParaRPr lang="en-US" sz="36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4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46896" y="-6759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230676"/>
            <a:ext cx="1214510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പാപിക്കായുള്ളോരുറവ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വാഴ്ത്തപ്പെട്ടതാകേണമേ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ദൈവപുത്രൻ വാഴ്ത്തപ്പെട്ടോന്‍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അടികളാല്‍ സ്വസ്ഥര്‍ നാം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തൊഴുത്തു വിട്ടോടിപ്പോയ്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അരിഷ്ടനായെങ്കിലും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ആട്ടിൻകുട്ടി തന്‍ രക്തത്താല്‍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ഹിമത്തിലും വെണ്‍മയാം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-23447" y="2866645"/>
            <a:ext cx="1219199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i="0" u="none" strike="noStrike" baseline="0" dirty="0">
                <a:solidFill>
                  <a:srgbClr val="002060"/>
                </a:solidFill>
              </a:rPr>
              <a:t>Paapikkayullhorurhava</a:t>
            </a: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Vaazhthappettathaakenhame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Daivaputhran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vaazhthappetton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>
                <a:solidFill>
                  <a:srgbClr val="002060"/>
                </a:solidFill>
              </a:rPr>
              <a:t>Than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adikalhaal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swasthar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naam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>
                <a:solidFill>
                  <a:srgbClr val="002060"/>
                </a:solidFill>
              </a:rPr>
              <a:t>Than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thozhuththu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vittodippoi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Njan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arishtanaayenkilum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Aattinkutty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than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rakthaththaal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Njan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himaththilum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venhmayaam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460</a:t>
            </a:r>
          </a:p>
        </p:txBody>
      </p:sp>
    </p:spTree>
    <p:extLst>
      <p:ext uri="{BB962C8B-B14F-4D97-AF65-F5344CB8AC3E}">
        <p14:creationId xmlns:p14="http://schemas.microsoft.com/office/powerpoint/2010/main" val="250917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0" y="912927"/>
            <a:ext cx="12145104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വെണ്‍മയായിടും വെണ്‍മയായിടും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കുഞ്ഞാട്ടിന്‍ നിണ സ്നാനത്താല്‍ 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ഞാന്‍ ഹിമത്തിലും വെണ്‍മയാം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70337" y="3579361"/>
            <a:ext cx="12051326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Venhmayaayidum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venhmayaayidum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Kunjaattin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ninha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snaanaththaal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himaththilum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venhmayaam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728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46896" y="-6759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230676"/>
            <a:ext cx="1214510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മുള്‍മുടി ധരിച്ചാന്‍ അവന്‍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ക്രൂശെടുത്തു  ക്ഷീണിച്ചഹോ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താന്‍ സഹിച്ചു മാം ഖേദങ്ങള്‍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പാഴില്‍ അല്ല തന്‍ കഷ്ടത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പാപം നീക്കും ഉറവയില്‍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ഞാന്‍ വന്നു കുളിച്ചീടട്ടെ 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തന്‍ തിരു നിണ സ്നാനത്താല്‍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ഹിമത്തിലും വെണ്‍മയാം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-23447" y="2866645"/>
            <a:ext cx="1219199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i="0" u="none" strike="noStrike" baseline="0" dirty="0">
                <a:solidFill>
                  <a:srgbClr val="002060"/>
                </a:solidFill>
              </a:rPr>
              <a:t>Mulhmudi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dharichaan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avan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Kroosheduththu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ksheenhichaho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Thaan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sahichu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maam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khedhangalh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dirty="0" err="1">
                <a:solidFill>
                  <a:srgbClr val="002060"/>
                </a:solidFill>
              </a:rPr>
              <a:t>Paazhil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alla</a:t>
            </a:r>
            <a:r>
              <a:rPr lang="en-US" sz="3200" dirty="0">
                <a:solidFill>
                  <a:srgbClr val="002060"/>
                </a:solidFill>
              </a:rPr>
              <a:t> than </a:t>
            </a:r>
            <a:r>
              <a:rPr lang="en-US" sz="3200" dirty="0" err="1">
                <a:solidFill>
                  <a:srgbClr val="002060"/>
                </a:solidFill>
              </a:rPr>
              <a:t>kashtatha</a:t>
            </a:r>
            <a:endParaRPr lang="en-US" sz="3200" dirty="0">
              <a:solidFill>
                <a:srgbClr val="002060"/>
              </a:solidFill>
            </a:endParaRPr>
          </a:p>
          <a:p>
            <a:pPr algn="r"/>
            <a:r>
              <a:rPr lang="en-US" sz="3200" dirty="0" err="1">
                <a:solidFill>
                  <a:srgbClr val="002060"/>
                </a:solidFill>
              </a:rPr>
              <a:t>Paapam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neekkum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urhavayil</a:t>
            </a:r>
            <a:endParaRPr lang="en-US" sz="3200" dirty="0">
              <a:solidFill>
                <a:srgbClr val="002060"/>
              </a:solidFill>
            </a:endParaRPr>
          </a:p>
          <a:p>
            <a:pPr algn="r"/>
            <a:r>
              <a:rPr lang="en-US" sz="3200" dirty="0" err="1">
                <a:solidFill>
                  <a:srgbClr val="002060"/>
                </a:solidFill>
              </a:rPr>
              <a:t>Njan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vannu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kulhicheedatte</a:t>
            </a:r>
            <a:endParaRPr lang="en-US" sz="3200" dirty="0">
              <a:solidFill>
                <a:srgbClr val="002060"/>
              </a:solidFill>
            </a:endParaRPr>
          </a:p>
          <a:p>
            <a:pPr algn="r"/>
            <a:r>
              <a:rPr lang="en-US" sz="3200" dirty="0">
                <a:solidFill>
                  <a:srgbClr val="002060"/>
                </a:solidFill>
              </a:rPr>
              <a:t>Than </a:t>
            </a:r>
            <a:r>
              <a:rPr lang="en-US" sz="3200" dirty="0" err="1">
                <a:solidFill>
                  <a:srgbClr val="002060"/>
                </a:solidFill>
              </a:rPr>
              <a:t>thiruninha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snaanaththaal</a:t>
            </a:r>
            <a:endParaRPr lang="en-US" sz="3200" dirty="0">
              <a:solidFill>
                <a:srgbClr val="002060"/>
              </a:solidFill>
            </a:endParaRPr>
          </a:p>
          <a:p>
            <a:pPr algn="r"/>
            <a:r>
              <a:rPr lang="en-US" sz="3200" dirty="0" err="1">
                <a:solidFill>
                  <a:srgbClr val="002060"/>
                </a:solidFill>
              </a:rPr>
              <a:t>Njan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himaththilum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venhmayaam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460</a:t>
            </a:r>
          </a:p>
        </p:txBody>
      </p:sp>
    </p:spTree>
    <p:extLst>
      <p:ext uri="{BB962C8B-B14F-4D97-AF65-F5344CB8AC3E}">
        <p14:creationId xmlns:p14="http://schemas.microsoft.com/office/powerpoint/2010/main" val="4003885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0" y="912927"/>
            <a:ext cx="12145104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വെണ്‍മയായിടും വെണ്‍മയായിടും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കുഞ്ഞാട്ടിന്‍ നിണ സ്നാനത്താല്‍ 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ഞാന്‍ ഹിമത്തിലും വെണ്‍മയാം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70337" y="3579361"/>
            <a:ext cx="12051326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Venhmayaayidum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venhmayaayidum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Kunjaattin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ninha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snaanaththaal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himaththilum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venhmayaam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999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8DDC0-BF05-475B-B5F7-9CA313CFF78F}"/>
              </a:ext>
            </a:extLst>
          </p:cNvPr>
          <p:cNvSpPr txBox="1"/>
          <p:nvPr/>
        </p:nvSpPr>
        <p:spPr>
          <a:xfrm>
            <a:off x="46896" y="-67592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64A88B-185B-4975-94DB-854BB3362520}"/>
              </a:ext>
            </a:extLst>
          </p:cNvPr>
          <p:cNvSpPr/>
          <p:nvPr/>
        </p:nvSpPr>
        <p:spPr>
          <a:xfrm>
            <a:off x="0" y="230676"/>
            <a:ext cx="1214510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താതനെ നിന്നെ വിട്ടു ഞാന്‍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തെറ്റിപ്പോയ്‌ പലപ്പോഴുമെ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രക്തവര്‍ണ്ണമെന്‍ പാപങ്ങള്‍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ശുദ്ധമായിടാ വെള്ളത്താല്‍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വാഗ്ദത്തം വിശ്വസിച്ചു ഞാന്‍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വന്നിടുന്നുറവയിങ്കല്‍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ദൈവികമാം സ്നാനത്തിനാല്‍ </a:t>
            </a:r>
          </a:p>
          <a:p>
            <a:r>
              <a:rPr lang="ml-IN" sz="32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ഞാൻ ഹിമത്തിലും വെണ്‍മയാം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FEA7D5-43F0-48CD-9DFB-22CB4E693022}"/>
              </a:ext>
            </a:extLst>
          </p:cNvPr>
          <p:cNvSpPr/>
          <p:nvPr/>
        </p:nvSpPr>
        <p:spPr>
          <a:xfrm>
            <a:off x="-23447" y="2866645"/>
            <a:ext cx="1219199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Thaathane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ninne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vittu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njan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Thettippoi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palappozhume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Rakthavarnnhamen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paapangalh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Shudhamaayidaa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vellhaththaal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vaagdaththam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vishwasichu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njan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Vanneedunnurhavayinkal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Daiveekamaam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snaanaththinaal</a:t>
            </a:r>
            <a:endParaRPr lang="en-US" sz="3200" i="0" u="none" strike="noStrike" baseline="0" dirty="0">
              <a:solidFill>
                <a:srgbClr val="002060"/>
              </a:solidFill>
            </a:endParaRPr>
          </a:p>
          <a:p>
            <a:pPr algn="r"/>
            <a:r>
              <a:rPr lang="en-US" sz="3200" i="0" u="none" strike="noStrike" baseline="0" dirty="0" err="1">
                <a:solidFill>
                  <a:srgbClr val="002060"/>
                </a:solidFill>
              </a:rPr>
              <a:t>Njan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himaththilum</a:t>
            </a:r>
            <a:r>
              <a:rPr lang="en-US" sz="3200" i="0" u="none" strike="noStrike" baseline="0" dirty="0">
                <a:solidFill>
                  <a:srgbClr val="002060"/>
                </a:solidFill>
              </a:rPr>
              <a:t> </a:t>
            </a:r>
            <a:r>
              <a:rPr lang="en-US" sz="3200" i="0" u="none" strike="noStrike" baseline="0" dirty="0" err="1">
                <a:solidFill>
                  <a:srgbClr val="002060"/>
                </a:solidFill>
              </a:rPr>
              <a:t>venhmayaam</a:t>
            </a:r>
            <a:endParaRPr lang="en-US" sz="3200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460</a:t>
            </a:r>
          </a:p>
        </p:txBody>
      </p:sp>
    </p:spTree>
    <p:extLst>
      <p:ext uri="{BB962C8B-B14F-4D97-AF65-F5344CB8AC3E}">
        <p14:creationId xmlns:p14="http://schemas.microsoft.com/office/powerpoint/2010/main" val="759478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64B412-1EE4-45FA-B53D-87B9638824D7}"/>
              </a:ext>
            </a:extLst>
          </p:cNvPr>
          <p:cNvSpPr txBox="1"/>
          <p:nvPr/>
        </p:nvSpPr>
        <p:spPr>
          <a:xfrm>
            <a:off x="10972799" y="30621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EBE4BD-ACA2-4034-9409-2CDB67530834}"/>
              </a:ext>
            </a:extLst>
          </p:cNvPr>
          <p:cNvSpPr/>
          <p:nvPr/>
        </p:nvSpPr>
        <p:spPr>
          <a:xfrm>
            <a:off x="0" y="912927"/>
            <a:ext cx="12145104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വെണ്‍മയായിടും വെണ്‍മയായിടും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കുഞ്ഞാട്ടിന്‍ നിണ സ്നാനത്താല്‍ 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ഞാന്‍ ഹിമത്തിലും വെണ്‍മയാം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1D42E-247A-436E-8798-B0334AF98AF0}"/>
              </a:ext>
            </a:extLst>
          </p:cNvPr>
          <p:cNvSpPr/>
          <p:nvPr/>
        </p:nvSpPr>
        <p:spPr>
          <a:xfrm>
            <a:off x="70337" y="3579361"/>
            <a:ext cx="12051326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Venhmayaayidum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venhmayaayidum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Kunjaattin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ninha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snaanaththaal</a:t>
            </a:r>
            <a:endParaRPr lang="en-US" sz="3600" b="1" i="0" u="none" strike="noStrike" baseline="0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Njan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himaththilum</a:t>
            </a:r>
            <a:r>
              <a:rPr lang="en-US" sz="3600" b="1" i="0" u="none" strike="noStrike" baseline="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i="0" u="none" strike="noStrike" baseline="0" dirty="0" err="1">
                <a:solidFill>
                  <a:schemeClr val="accent1">
                    <a:lumMod val="75000"/>
                  </a:schemeClr>
                </a:solidFill>
              </a:rPr>
              <a:t>venhmayaam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244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197</Words>
  <Application>Microsoft Office PowerPoint</Application>
  <PresentationFormat>Widescreen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Kartika</vt:lpstr>
      <vt:lpstr>Office Theme</vt:lpstr>
      <vt:lpstr>460 പാപിക്കായുള്ളോരുറവ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Paapikkalyullorurava</dc:title>
  <dc:creator>Acsah Mathews</dc:creator>
  <cp:lastModifiedBy>Acsah Mathews</cp:lastModifiedBy>
  <cp:revision>1</cp:revision>
  <dcterms:created xsi:type="dcterms:W3CDTF">2018-11-30T14:58:03Z</dcterms:created>
  <dcterms:modified xsi:type="dcterms:W3CDTF">2018-11-30T15:06:28Z</dcterms:modified>
</cp:coreProperties>
</file>