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0" r:id="rId3"/>
    <p:sldId id="274" r:id="rId4"/>
    <p:sldId id="280" r:id="rId5"/>
    <p:sldId id="275" r:id="rId6"/>
    <p:sldId id="281" r:id="rId7"/>
    <p:sldId id="276" r:id="rId8"/>
    <p:sldId id="282" r:id="rId9"/>
    <p:sldId id="277" r:id="rId10"/>
    <p:sldId id="283" r:id="rId11"/>
    <p:sldId id="278" r:id="rId12"/>
    <p:sldId id="284" r:id="rId13"/>
    <p:sldId id="279" r:id="rId14"/>
    <p:sldId id="285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DD731-E291-42B8-998A-94598043B0E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5ADCA5-534A-46C5-B168-0B36EA00AC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3F30F-001A-4A7F-B4EF-1F054538E732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DF9BA-6013-4F8F-84A9-6B31D01A64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7A2663-44B5-49F4-9569-BF5CE543BB8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68C1C-D36A-42E5-A040-119FEC64A0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F1A3D5-B76C-4375-8DD6-9797571E970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16E93F-E022-4279-9968-963ED755FA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E22939-CF5F-4ACB-9D72-2D25392AF12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F403D-6FE3-4460-9CF6-8707F80906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BA49A-18DB-4C18-BAB7-21CCC902DF2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D7571F-080F-4717-9DB5-FBA30EBA87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085EF-54BB-4269-AC10-055D67D1564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7372E-B083-42B8-82AA-D400D3A651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36862-7129-48B9-B565-40E43E87EBD2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4518FF-DCA7-45B3-8949-F7BFE0A4AE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13211-41CE-4D25-B331-B9A192A8575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758429-CDD5-44ED-B098-1B68D19FA9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20A7A-B89F-4A33-8DE5-2F2E4B5EF192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BF248-6BD7-49F1-9644-9B6925FBB5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DDC98-0C19-4599-8DC1-0A74E2CE9701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91989-29BB-4928-B3CC-097B99A538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C1E7449-44B4-4213-A1CA-2EF75318F5F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5DD5A0D-9890-4ABE-A39E-051BC4FB22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7654-93D9-4A61-85B8-38EC6673E9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139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ദേവ ദേവനന്ദനൻ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CE276B-0E83-4BCC-8871-247D36AD41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57322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Deva </a:t>
            </a:r>
            <a:r>
              <a:rPr lang="en-US" sz="4000" b="1" dirty="0" err="1">
                <a:solidFill>
                  <a:schemeClr val="tx2"/>
                </a:solidFill>
              </a:rPr>
              <a:t>deva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nannanan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FB124-07C5-4393-B94A-7B2A80DBED49}"/>
              </a:ext>
            </a:extLst>
          </p:cNvPr>
          <p:cNvSpPr/>
          <p:nvPr/>
        </p:nvSpPr>
        <p:spPr>
          <a:xfrm>
            <a:off x="1752600" y="4843522"/>
            <a:ext cx="3429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(യുസ്തുസ് യൌസേഫ്)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112BFC-2474-44C8-8959-F89295F639AC}"/>
              </a:ext>
            </a:extLst>
          </p:cNvPr>
          <p:cNvSpPr/>
          <p:nvPr/>
        </p:nvSpPr>
        <p:spPr>
          <a:xfrm>
            <a:off x="8395458" y="4843522"/>
            <a:ext cx="27297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Yusthus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Youseph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2233306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2400"/>
            <a:ext cx="12192000" cy="3657600"/>
          </a:xfrm>
        </p:spPr>
        <p:txBody>
          <a:bodyPr anchor="t"/>
          <a:lstStyle/>
          <a:p>
            <a:pPr defTabSz="461963">
              <a:defRPr/>
            </a:pP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 ദേവ നന്ദനൻ- കുരിശെടുത്തു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പോവതു കാണ്‍മീൻ പ്രിയരെ!</a:t>
            </a:r>
            <a:b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കാവലുണ്ടായ ശാപം- പോവാനിഹത്തിൽ വന്നു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നോവേറ്റു തളർന്നയ്യോ! ചാവാനായ് ഗോൽഗോഥാവിൽ</a:t>
            </a:r>
            <a:br>
              <a:rPr lang="ml-IN" sz="35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-ദേവ....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0" y="3657600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tx2"/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Deva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devanannanan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kurisheduthu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Povathu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kaanhmeen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priyare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2400" i="1" dirty="0" err="1">
                <a:solidFill>
                  <a:schemeClr val="tx2"/>
                </a:solidFill>
                <a:latin typeface="+mn-lt"/>
              </a:rPr>
              <a:t>Anupallavi</a:t>
            </a:r>
            <a:endParaRPr lang="en-US" sz="24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Kaavilundaaya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shaapam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povanihathil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Novettu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thalharnayyo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Chaavaanay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golgodhaavil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	-deva…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62000"/>
            <a:ext cx="11887200" cy="2667000"/>
          </a:xfrm>
        </p:spPr>
        <p:txBody>
          <a:bodyPr anchor="t"/>
          <a:lstStyle/>
          <a:p>
            <a:pPr algn="l" defTabSz="461963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പരമപിതാവിനുടെ തിരുമാർവ്വിലിരുന്നവൻ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പരമഗീതങ്ങൾ സദാ- പരിചിൽ കേട്ടിരുന്നവൻ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പരമദ്രോഹികളാകും- നരരിൽ കരളലിഞ്ഞു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സർവ്വമഹിമയും വി-ട്ടുർവ്വിയിങ്കൽ വന്നയ്യോ!-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-ദേവ....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304800" y="3657600"/>
            <a:ext cx="11887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Paramapithavinude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thirumaarvilirunnavan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Paramageethangal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sada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parichil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kettirrunnavan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Paramadrohikalhaakum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naranil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karalhalinju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Sarvamahimayum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vi-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tturvviyinkal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		-deva…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795D30-C864-4455-BB2C-4C3DD9567EF8}"/>
              </a:ext>
            </a:extLst>
          </p:cNvPr>
          <p:cNvSpPr/>
          <p:nvPr/>
        </p:nvSpPr>
        <p:spPr>
          <a:xfrm>
            <a:off x="0" y="902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0674128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370588"/>
            <a:ext cx="12192000" cy="1828800"/>
          </a:xfrm>
        </p:spPr>
        <p:txBody>
          <a:bodyPr anchor="t"/>
          <a:lstStyle/>
          <a:p>
            <a:pPr defTabSz="461963">
              <a:defRPr/>
            </a:pP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 ദേവ നന്ദനൻ- കുരിശെടുത്തു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പോവതു കാണ്‍മീൻ പ്രിയരെ!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0" y="345541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Deva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devanannanan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kurisheduthu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Povathu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kaanhmeen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priyare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796977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62000"/>
            <a:ext cx="11887200" cy="2667000"/>
          </a:xfrm>
        </p:spPr>
        <p:txBody>
          <a:bodyPr anchor="t"/>
          <a:lstStyle/>
          <a:p>
            <a:pPr algn="l" defTabSz="461963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കുറ്റമറ്റവൻ കനി-വറ്റ പാതകനാലേ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ഒറ്റപ്പെട്ടു ദുഷ്ടരാൽ-കെട്ടി വരിയപ്പെട്ടു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ദുഷ്ടകൈകളാലടി-പെട്ടുഴുത നിലം പോൽ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കഷ്ടം! തൻ തിരുമേനി- മുറ്റും ഉഴന്നുവാടി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-ദേവ....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304800" y="3657600"/>
            <a:ext cx="11887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Kuttamavan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kani-vatta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paathakanaale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Ottapettu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dushtaraal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variyapettu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Dushtakaikalhaaladi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pettuzhutha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nilampol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Kashtam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thirumeni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muttum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uzhunnuvaadi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-deva…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E918C8-FE9E-4A3A-BEFB-EF2F73434553}"/>
              </a:ext>
            </a:extLst>
          </p:cNvPr>
          <p:cNvSpPr/>
          <p:nvPr/>
        </p:nvSpPr>
        <p:spPr>
          <a:xfrm>
            <a:off x="0" y="902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035309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370588"/>
            <a:ext cx="12192000" cy="1828800"/>
          </a:xfrm>
        </p:spPr>
        <p:txBody>
          <a:bodyPr anchor="t"/>
          <a:lstStyle/>
          <a:p>
            <a:pPr defTabSz="461963">
              <a:defRPr/>
            </a:pP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 ദേവ നന്ദനൻ- കുരിശെടുത്തു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പോവതു കാണ്‍മീൻ പ്രിയരെ!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0" y="345541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Deva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devanannanan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kurisheduthu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Povathu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kaanhmeen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priyare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277681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62000"/>
            <a:ext cx="11887200" cy="2667000"/>
          </a:xfrm>
        </p:spPr>
        <p:txBody>
          <a:bodyPr anchor="t"/>
          <a:lstStyle/>
          <a:p>
            <a:pPr algn="l" defTabSz="461963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തിരുമുഖാംബുജമിതാ അടികളാൽ വാടിടുന്നു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തിരുമേനിയാകെ ചോര-തുടുതുടെ ഒലിക്കുന്നു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അരികളിന്നരിശമോ- കുറയുന്നില്ലല്പവുമേ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കുരിശിൽ തറയ്ക്കയെന്നു- തെരുതെരെ വിളിക്കുന്നു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-ദേവ....</a:t>
            </a:r>
            <a:endParaRPr lang="en-US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304800" y="3657600"/>
            <a:ext cx="11887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Thirumukhaambujithamithaa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adikalhaal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vaadidunnu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Thirumeniyaake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chora-thuduthude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olikkunnu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Arikalhinnarishamo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kurhayunnillalpavume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tharakkayennu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theruthere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vilhikkunnu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-deva…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25CA51-9AC1-46D9-BE0E-C367C41C8BC1}"/>
              </a:ext>
            </a:extLst>
          </p:cNvPr>
          <p:cNvSpPr/>
          <p:nvPr/>
        </p:nvSpPr>
        <p:spPr>
          <a:xfrm>
            <a:off x="0" y="902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042743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370588"/>
            <a:ext cx="12192000" cy="1828800"/>
          </a:xfrm>
        </p:spPr>
        <p:txBody>
          <a:bodyPr anchor="t"/>
          <a:lstStyle/>
          <a:p>
            <a:pPr defTabSz="461963">
              <a:defRPr/>
            </a:pP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 ദേവ നന്ദനൻ- കുരിശെടുത്തു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പോവതു കാണ്‍മീൻ പ്രിയരെ!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0" y="345541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Deva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devanannanan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kurisheduthu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Povathu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kaanhmeen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priyare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976941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461963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കരുണതെല്ലുമില്ലാതെ-അരികൾ ചുഴന്നുകൊണ്ട്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ശിരസിൽ മുൾമുടി വെച്ചു-തിരുമുഖം തുപ്പി ഭാര-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ക്കുരിശങ്ങെടുപ്പിച്ചയ്യോ- കരയേറ്റിടുന്നിതാ കാൽ-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വറി മലയിങ്കൽ തന്നെ-കുരിശിച്ചീടുവാനായി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-ദേവ....</a:t>
            </a:r>
            <a:endParaRPr lang="en-US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304800" y="3657600"/>
            <a:ext cx="11887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Karunha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thellumillathe-arikalh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chuzhannukondu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Shirassil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mulhmudi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thirumukham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thuppi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bhaara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Kkurishingeduppichayyo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karayettidunnithaa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Vary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malayinkal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kurishicheeduvaanayi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		-deva…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812FE3-492F-4336-AD60-ADD61B8E3BCF}"/>
              </a:ext>
            </a:extLst>
          </p:cNvPr>
          <p:cNvSpPr/>
          <p:nvPr/>
        </p:nvSpPr>
        <p:spPr>
          <a:xfrm>
            <a:off x="0" y="902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5523850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370588"/>
            <a:ext cx="12192000" cy="1828800"/>
          </a:xfrm>
        </p:spPr>
        <p:txBody>
          <a:bodyPr anchor="t"/>
          <a:lstStyle/>
          <a:p>
            <a:pPr defTabSz="461963">
              <a:defRPr/>
            </a:pP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 ദേവ നന്ദനൻ- കുരിശെടുത്തു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പോവതു കാണ്‍മീൻ പ്രിയരെ!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0" y="345541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Deva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devanannanan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kurisheduthu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Povathu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kaanhmeen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priyare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67932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62000"/>
            <a:ext cx="11887200" cy="2667000"/>
          </a:xfrm>
        </p:spPr>
        <p:txBody>
          <a:bodyPr anchor="t"/>
          <a:lstStyle/>
          <a:p>
            <a:pPr algn="l" defTabSz="461963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കുറ്റമറ്റവൻ പാവ-പ്പെട്ട വൻ പോൽ പോകുന്നു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ദുഷ്ടർ കൂട്ടം ചുഴന്നു-ഏറ്റം പങ്കംചെയ്യുന്നു-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പെറ്റമാതാ വങ്ങയ്യോ- പൊട്ടിക്കരഞ്ഞീടുന്നു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ഉറ്റ നാരിമാർ കൂട്ടം-എത്രയു മലറുന്നു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		</a:t>
            </a:r>
            <a:r>
              <a:rPr lang="en-US" sz="3600" b="1" dirty="0">
                <a:latin typeface="Kartika" panose="02020503030404060203" pitchFamily="18" charset="0"/>
              </a:rPr>
              <a:t>						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-ദേവ....</a:t>
            </a:r>
            <a:endParaRPr lang="en-US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304800" y="3657600"/>
            <a:ext cx="11887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Kuttamattavar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paapa-ppettavan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pol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pokunnu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Dushtar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churannu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pankam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Pettamaathangayyo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pottikkaranjeedunnu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Utta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naarimaar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ethrayumalarhunnu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		-deva…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BCDBE-B7C1-4720-9473-126BEED16A32}"/>
              </a:ext>
            </a:extLst>
          </p:cNvPr>
          <p:cNvSpPr/>
          <p:nvPr/>
        </p:nvSpPr>
        <p:spPr>
          <a:xfrm>
            <a:off x="0" y="902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2484800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370588"/>
            <a:ext cx="12192000" cy="1828800"/>
          </a:xfrm>
        </p:spPr>
        <p:txBody>
          <a:bodyPr anchor="t"/>
          <a:lstStyle/>
          <a:p>
            <a:pPr defTabSz="461963">
              <a:defRPr/>
            </a:pP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 ദേവ നന്ദനൻ- കുരിശെടുത്തു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പോവതു കാണ്‍മീൻ പ്രിയരെ!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0" y="345541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Deva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devanannanan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kurisheduthu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Povathu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kaanhmeen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priyare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562979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algn="l" defTabSz="461963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എത്രയും കനിവുള്ള-കർത്താവേ! കർത്താവേ! ഈ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ചത്ത ചെള്ളാം പാപിമേ-ലെത്ര സ്നേഹം നിനക്കു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കർത്താവേ! നീ നിന്‍റെ രാ-ജ്യത്തിങ്കൽ വരുമ്പോളീ-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ഭൃത്യനെയും കൂടെ യങ്ങോർത്തു കൊണ്ടീടേണമേ-</a:t>
            </a:r>
            <a:r>
              <a:rPr lang="en-US" sz="3600" b="1" dirty="0">
                <a:latin typeface="Kartika" panose="02020503030404060203" pitchFamily="18" charset="0"/>
              </a:rPr>
              <a:t>			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-ദേവ....</a:t>
            </a:r>
            <a:endParaRPr lang="en-US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304800" y="3657600"/>
            <a:ext cx="11887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Ethrayum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kanivullha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karthave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Bharthave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chellham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paapime-lethra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Karthave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raajyathinkal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varumbolee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Bhrithyaneyum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koodeyangorthu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kondeedenhame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	-deva…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F74BE5-8136-4921-944A-A87A3482AB80}"/>
              </a:ext>
            </a:extLst>
          </p:cNvPr>
          <p:cNvSpPr/>
          <p:nvPr/>
        </p:nvSpPr>
        <p:spPr>
          <a:xfrm>
            <a:off x="0" y="902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3545372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370588"/>
            <a:ext cx="12192000" cy="1828800"/>
          </a:xfrm>
        </p:spPr>
        <p:txBody>
          <a:bodyPr anchor="t"/>
          <a:lstStyle/>
          <a:p>
            <a:pPr defTabSz="461963">
              <a:defRPr/>
            </a:pP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 ദേവ നന്ദനൻ- കുരിശെടുത്തു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പോവതു കാണ്‍മീൻ പ്രിയരെ!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1C0D2E-3DF4-46AF-A55C-9E87C9F88892}"/>
              </a:ext>
            </a:extLst>
          </p:cNvPr>
          <p:cNvSpPr/>
          <p:nvPr/>
        </p:nvSpPr>
        <p:spPr>
          <a:xfrm>
            <a:off x="0" y="345541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Deva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devanannanan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kurisheduthu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Povathu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kaanhmeen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priyare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88E207-5715-4B3F-8B1D-01874BAB9065}"/>
              </a:ext>
            </a:extLst>
          </p:cNvPr>
          <p:cNvSpPr/>
          <p:nvPr/>
        </p:nvSpPr>
        <p:spPr>
          <a:xfrm>
            <a:off x="9160649" y="3014722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(യുസ്തുസ് യൌസേഫ്)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CD3AAB-3F25-4BF1-800F-9752C0DBAFD1}"/>
              </a:ext>
            </a:extLst>
          </p:cNvPr>
          <p:cNvSpPr/>
          <p:nvPr/>
        </p:nvSpPr>
        <p:spPr>
          <a:xfrm>
            <a:off x="9677400" y="4843522"/>
            <a:ext cx="217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Yusthus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Youseph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9513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229</Words>
  <Application>Microsoft Office PowerPoint</Application>
  <PresentationFormat>Widescreen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Kartika</vt:lpstr>
      <vt:lpstr>Office Theme</vt:lpstr>
      <vt:lpstr>139 ദേവ ദേവനന്ദനൻ</vt:lpstr>
      <vt:lpstr>പല്ലവി ദേവ ദേവ നന്ദനൻ- കുരിശെടുത്തു പോവതു കാണ്‍മീൻ പ്രിയരെ!  അനുപല്ലവി കാവലുണ്ടായ ശാപം- പോവാനിഹത്തിൽ വന്നു നോവേറ്റു തളർന്നയ്യോ! ചാവാനായ് ഗോൽഗോഥാവിൽ                     -ദേവ....</vt:lpstr>
      <vt:lpstr>പരമപിതാവിനുടെ തിരുമാർവ്വിലിരുന്നവൻ പരമഗീതങ്ങൾ സദാ- പരിചിൽ കേട്ടിരുന്നവൻ പരമദ്രോഹികളാകും- നരരിൽ കരളലിഞ്ഞു സർവ്വമഹിമയും വി-ട്ടുർവ്വിയിങ്കൽ വന്നയ്യോ!-                      -ദേവ....</vt:lpstr>
      <vt:lpstr> ദേവ ദേവ നന്ദനൻ- കുരിശെടുത്തു പോവതു കാണ്‍മീൻ പ്രിയരെ!</vt:lpstr>
      <vt:lpstr>കുറ്റമറ്റവൻ കനി-വറ്റ പാതകനാലേ ഒറ്റപ്പെട്ടു ദുഷ്ടരാൽ-കെട്ടി വരിയപ്പെട്ടു ദുഷ്ടകൈകളാലടി-പെട്ടുഴുത നിലം പോൽ കഷ്ടം! തൻ തിരുമേനി- മുറ്റും ഉഴന്നുവാടി                      -ദേവ....</vt:lpstr>
      <vt:lpstr> ദേവ ദേവ നന്ദനൻ- കുരിശെടുത്തു പോവതു കാണ്‍മീൻ പ്രിയരെ!</vt:lpstr>
      <vt:lpstr>തിരുമുഖാംബുജമിതാ അടികളാൽ വാടിടുന്നു തിരുമേനിയാകെ ചോര-തുടുതുടെ ഒലിക്കുന്നു അരികളിന്നരിശമോ- കുറയുന്നില്ലല്പവുമേ കുരിശിൽ തറയ്ക്കയെന്നു- തെരുതെരെ വിളിക്കുന്നു                      -ദേവ....</vt:lpstr>
      <vt:lpstr> ദേവ ദേവ നന്ദനൻ- കുരിശെടുത്തു പോവതു കാണ്‍മീൻ പ്രിയരെ!</vt:lpstr>
      <vt:lpstr>കരുണതെല്ലുമില്ലാതെ-അരികൾ ചുഴന്നുകൊണ്ട് ശിരസിൽ മുൾമുടി വെച്ചു-തിരുമുഖം തുപ്പി ഭാര- ക്കുരിശങ്ങെടുപ്പിച്ചയ്യോ- കരയേറ്റിടുന്നിതാ കാൽ- വറി മലയിങ്കൽ തന്നെ-കുരിശിച്ചീടുവാനായി                      -ദേവ....</vt:lpstr>
      <vt:lpstr> ദേവ ദേവ നന്ദനൻ- കുരിശെടുത്തു പോവതു കാണ്‍മീൻ പ്രിയരെ!</vt:lpstr>
      <vt:lpstr>കുറ്റമറ്റവൻ പാവ-പ്പെട്ട വൻ പോൽ പോകുന്നു ദുഷ്ടർ കൂട്ടം ചുഴന്നു-ഏറ്റം പങ്കംചെയ്യുന്നു- പെറ്റമാതാ വങ്ങയ്യോ- പൊട്ടിക്കരഞ്ഞീടുന്നു ഉറ്റ നാരിമാർ കൂട്ടം-എത്രയു മലറുന്നു                             -ദേവ....</vt:lpstr>
      <vt:lpstr> ദേവ ദേവ നന്ദനൻ- കുരിശെടുത്തു പോവതു കാണ്‍മീൻ പ്രിയരെ!</vt:lpstr>
      <vt:lpstr>എത്രയും കനിവുള്ള-കർത്താവേ! കർത്താവേ! ഈ ചത്ത ചെള്ളാം പാപിമേ-ലെത്ര സ്നേഹം നിനക്കു  കർത്താവേ! നീ നിന്‍റെ രാ-ജ്യത്തിങ്കൽ വരുമ്പോളീ- ഭൃത്യനെയും കൂടെ യങ്ങോർത്തു കൊണ്ടീടേണമേ-                      -ദേവ....</vt:lpstr>
      <vt:lpstr> ദേവ ദേവ നന്ദനൻ- കുരിശെടുത്തു പോവതു കാണ്‍മീൻ പ്രിയരെ!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Deva devanannanan</dc:title>
  <dc:creator>Digital Input:; GM JOHN; Acsah Mathews</dc:creator>
  <cp:lastModifiedBy>Acsah Mathews</cp:lastModifiedBy>
  <cp:revision>289</cp:revision>
  <dcterms:created xsi:type="dcterms:W3CDTF">2013-04-19T09:19:07Z</dcterms:created>
  <dcterms:modified xsi:type="dcterms:W3CDTF">2018-11-05T18:52:54Z</dcterms:modified>
</cp:coreProperties>
</file>