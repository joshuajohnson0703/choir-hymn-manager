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0" r:id="rId3"/>
    <p:sldId id="273" r:id="rId4"/>
    <p:sldId id="274" r:id="rId5"/>
    <p:sldId id="275" r:id="rId6"/>
    <p:sldId id="276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53D36-BA4A-4430-873C-C14CADA964C4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E8E7EB-4A67-4E48-98F8-6354A84199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6B2442-5185-4C23-A05D-948131138795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92EB3F-7AC0-4EF4-90A4-EC74BC74E3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352114-CEB5-4A6B-837C-8B428632E457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E8B30-C1FA-456F-92F8-E4565B7715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3F3285-9CC4-4DB8-83C4-4B9D463D764C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013857-0ECC-4D77-84A3-F090084B13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C1CB97-20DC-497A-8619-ACA7F07A2249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8FE35C-1567-4CE4-BD09-3767EA9865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33DFEB-E38C-4809-AC8C-2DDB3321820C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8A4005-86C5-48CB-99CE-8168F4511B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F3DB6-4A96-4ADF-AB69-EFA880F19A50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012E23-2372-4ED3-B882-DA6F74FC73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2BE5A-0EDF-45D2-B1C5-9CAAD456F44A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CA2C05-C2B2-48C9-BDFF-5613C1DD82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376BE-065E-4D39-9BAA-375BB8ED676B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283FCD-0BAA-4144-A6D2-94F16E0035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EF0BC0-DAF4-4586-85AB-4050C649EDCF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B4691F-28FC-43B7-9310-534C380EF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64B32-47C5-4DCE-AEFE-DF70822236AC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7B1410-4405-4EF7-B1CD-A6185AD415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9D8C25C-0A41-4456-803E-F660DD04D736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BB1C783-DDBB-4FE8-9800-C44210F41E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C79AA-DE1C-4823-A1A1-3145974EE2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71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വന്ദനം വന്ദനം നാഥാ!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4DB6F-EBE9-49AF-8A19-C06A9E58C2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</a:rPr>
              <a:t>Vandanam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</a:rPr>
              <a:t>Vandanam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</a:rPr>
              <a:t>naadha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</a:rPr>
              <a:t>!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359830962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81000"/>
            <a:ext cx="12192000" cy="2514600"/>
          </a:xfrm>
        </p:spPr>
        <p:txBody>
          <a:bodyPr anchor="t"/>
          <a:lstStyle/>
          <a:p>
            <a:pPr algn="l" defTabSz="40005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വന്ദനം വന്ദനം നാഥാ!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രക്ഷയ്ക്കായ്‌ - വന്ദനം</a:t>
            </a:r>
            <a:br>
              <a:rPr lang="en-US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ഉന്നതത്തിൽ നിന്നും എന്നെ പ്രതി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മന്നിൽ വന്ന നാഥനേ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വന്ദനം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7620EC-D7A6-4FD2-810E-C801D089CE03}"/>
              </a:ext>
            </a:extLst>
          </p:cNvPr>
          <p:cNvSpPr/>
          <p:nvPr/>
        </p:nvSpPr>
        <p:spPr>
          <a:xfrm>
            <a:off x="0" y="3362236"/>
            <a:ext cx="12192000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Vandanam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Vandanam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rakhshaykai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vandanam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</a:t>
            </a:r>
            <a:endParaRPr lang="en-US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Unnathathil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vandanam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89583"/>
            <a:ext cx="12192000" cy="1143000"/>
          </a:xfrm>
        </p:spPr>
        <p:txBody>
          <a:bodyPr anchor="t"/>
          <a:lstStyle/>
          <a:p>
            <a:pPr algn="l" defTabSz="40005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</a:rPr>
              <a:t>നന്ദിയോടെ ഇന്നു നിന്‍റെ ദാസൻ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വന്ദിക്കുന്നു മന്നനേ!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7620EC-D7A6-4FD2-810E-C801D089CE03}"/>
              </a:ext>
            </a:extLst>
          </p:cNvPr>
          <p:cNvSpPr/>
          <p:nvPr/>
        </p:nvSpPr>
        <p:spPr>
          <a:xfrm>
            <a:off x="0" y="3362236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Nanniyode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daasan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Vannikunne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mannane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EF78FD-6E4B-4677-8304-2A51452B8435}"/>
              </a:ext>
            </a:extLst>
          </p:cNvPr>
          <p:cNvSpPr/>
          <p:nvPr/>
        </p:nvSpPr>
        <p:spPr>
          <a:xfrm>
            <a:off x="16042" y="1845003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വന്ദനം വന്ദനം നാഥാ!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നിന്‍റെ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രക്ഷയ്ക്കായ്‌ - വന്ദനം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A95D53-7A76-4B7E-9682-891E909F064A}"/>
              </a:ext>
            </a:extLst>
          </p:cNvPr>
          <p:cNvSpPr/>
          <p:nvPr/>
        </p:nvSpPr>
        <p:spPr>
          <a:xfrm>
            <a:off x="16042" y="456158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naadha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</a:p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Ninte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rakhshaykai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 </a:t>
            </a:r>
            <a:endParaRPr lang="en-US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28413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89583"/>
            <a:ext cx="12192000" cy="1143000"/>
          </a:xfrm>
        </p:spPr>
        <p:txBody>
          <a:bodyPr anchor="t"/>
          <a:lstStyle/>
          <a:p>
            <a:pPr algn="l" defTabSz="40005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ശത്രുവായ എന്നെയോർത്തു നിന്‍റെ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പുത്രനാക്കി തീർത്തതാൽ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7620EC-D7A6-4FD2-810E-C801D089CE03}"/>
              </a:ext>
            </a:extLst>
          </p:cNvPr>
          <p:cNvSpPr/>
          <p:nvPr/>
        </p:nvSpPr>
        <p:spPr>
          <a:xfrm>
            <a:off x="0" y="3362236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Shathruvaaya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enneyorthu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Puthranaakki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theerthathaal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EF78FD-6E4B-4677-8304-2A51452B8435}"/>
              </a:ext>
            </a:extLst>
          </p:cNvPr>
          <p:cNvSpPr/>
          <p:nvPr/>
        </p:nvSpPr>
        <p:spPr>
          <a:xfrm>
            <a:off x="16042" y="1845003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വന്ദനം വന്ദനം നാഥാ!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നിന്‍റെ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രക്ഷയ്ക്കായ്‌ - വന്ദനം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A95D53-7A76-4B7E-9682-891E909F064A}"/>
              </a:ext>
            </a:extLst>
          </p:cNvPr>
          <p:cNvSpPr/>
          <p:nvPr/>
        </p:nvSpPr>
        <p:spPr>
          <a:xfrm>
            <a:off x="16042" y="456158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naadha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</a:p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Ninte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rakhshaykai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 </a:t>
            </a:r>
            <a:endParaRPr lang="en-US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505364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89583"/>
            <a:ext cx="12192000" cy="1143000"/>
          </a:xfrm>
        </p:spPr>
        <p:txBody>
          <a:bodyPr anchor="t"/>
          <a:lstStyle/>
          <a:p>
            <a:pPr algn="l" defTabSz="40005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നാമം ജീവപുസ്തകത്തിൽ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ചേർത്തതിനെ ഓർത്തിതാ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7620EC-D7A6-4FD2-810E-C801D089CE03}"/>
              </a:ext>
            </a:extLst>
          </p:cNvPr>
          <p:cNvSpPr/>
          <p:nvPr/>
        </p:nvSpPr>
        <p:spPr>
          <a:xfrm>
            <a:off x="0" y="3362236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jeevapusthakathil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Cherththathine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orththitha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EF78FD-6E4B-4677-8304-2A51452B8435}"/>
              </a:ext>
            </a:extLst>
          </p:cNvPr>
          <p:cNvSpPr/>
          <p:nvPr/>
        </p:nvSpPr>
        <p:spPr>
          <a:xfrm>
            <a:off x="16042" y="1845003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വന്ദനം വന്ദനം നാഥാ!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നിന്‍റെ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രക്ഷയ്ക്കായ്‌ - വന്ദനം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A95D53-7A76-4B7E-9682-891E909F064A}"/>
              </a:ext>
            </a:extLst>
          </p:cNvPr>
          <p:cNvSpPr/>
          <p:nvPr/>
        </p:nvSpPr>
        <p:spPr>
          <a:xfrm>
            <a:off x="16042" y="456158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naadha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</a:p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Ninte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rakhshaykai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 </a:t>
            </a:r>
            <a:endParaRPr lang="en-US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791008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89583"/>
            <a:ext cx="12192000" cy="1143000"/>
          </a:xfrm>
        </p:spPr>
        <p:txBody>
          <a:bodyPr anchor="t"/>
          <a:lstStyle/>
          <a:p>
            <a:pPr algn="l" defTabSz="40005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എന്തുമോദം എന്‍റെ അന്തരംഗേ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സന്തതം വിലസിടുന്നു!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7620EC-D7A6-4FD2-810E-C801D089CE03}"/>
              </a:ext>
            </a:extLst>
          </p:cNvPr>
          <p:cNvSpPr/>
          <p:nvPr/>
        </p:nvSpPr>
        <p:spPr>
          <a:xfrm>
            <a:off x="0" y="3362236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Enthumodam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andarange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Santhatham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vilaseedunnu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EF78FD-6E4B-4677-8304-2A51452B8435}"/>
              </a:ext>
            </a:extLst>
          </p:cNvPr>
          <p:cNvSpPr/>
          <p:nvPr/>
        </p:nvSpPr>
        <p:spPr>
          <a:xfrm>
            <a:off x="16042" y="1845003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വന്ദനം വന്ദനം നാഥാ!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നിന്‍റെ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രക്ഷയ്ക്കായ്‌ - വന്ദനം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A95D53-7A76-4B7E-9682-891E909F064A}"/>
              </a:ext>
            </a:extLst>
          </p:cNvPr>
          <p:cNvSpPr/>
          <p:nvPr/>
        </p:nvSpPr>
        <p:spPr>
          <a:xfrm>
            <a:off x="16042" y="456158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+mn-lt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+mn-lt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+mn-lt"/>
              </a:rPr>
              <a:t>naadha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+mn-lt"/>
              </a:rPr>
              <a:t>! </a:t>
            </a:r>
          </a:p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+mn-lt"/>
              </a:rPr>
              <a:t>Ninte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+mn-lt"/>
              </a:rPr>
              <a:t>rakhshaykai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+mn-lt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+mn-lt"/>
              </a:rPr>
              <a:t>  </a:t>
            </a:r>
            <a:endParaRPr lang="en-US" b="1" dirty="0">
              <a:solidFill>
                <a:srgbClr val="1F497D">
                  <a:lumMod val="75000"/>
                </a:srgb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1178D9-9F44-4EF5-ADCA-20F6B166BFEC}"/>
              </a:ext>
            </a:extLst>
          </p:cNvPr>
          <p:cNvSpPr/>
          <p:nvPr/>
        </p:nvSpPr>
        <p:spPr>
          <a:xfrm>
            <a:off x="9876931" y="2714725"/>
            <a:ext cx="22990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latin typeface="Kartika" panose="02020503030404060203" pitchFamily="18" charset="0"/>
                <a:cs typeface="Kartika" panose="02020503030404060203" pitchFamily="18" charset="0"/>
              </a:rPr>
              <a:t>(പി. വി. തൊമ്മി)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999842-187E-489D-9AE7-84172E67EBE4}"/>
              </a:ext>
            </a:extLst>
          </p:cNvPr>
          <p:cNvSpPr/>
          <p:nvPr/>
        </p:nvSpPr>
        <p:spPr>
          <a:xfrm>
            <a:off x="10360753" y="5771038"/>
            <a:ext cx="16812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(P.V. </a:t>
            </a:r>
            <a:r>
              <a:rPr lang="en-US" dirty="0" err="1">
                <a:solidFill>
                  <a:srgbClr val="000000"/>
                </a:solidFill>
              </a:rPr>
              <a:t>Thommi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39980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</TotalTime>
  <Words>143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71 വന്ദനം വന്ദനം നാഥാ!</vt:lpstr>
      <vt:lpstr>         വന്ദനം വന്ദനം നാഥാ!         നിന്‍റെ രക്ഷയ്ക്കായ്‌ - വന്ദനം  1 ഉന്നതത്തിൽ നിന്നും എന്നെ പ്രതി  മന്നിൽ വന്ന നാഥനേ         - വന്ദനം</vt:lpstr>
      <vt:lpstr>2 നന്ദിയോടെ ഇന്നു നിന്‍റെ ദാസൻ   വന്ദിക്കുന്നു മന്നനേ!</vt:lpstr>
      <vt:lpstr>3 ശത്രുവായ എന്നെയോർത്തു നിന്‍റെ  പുത്രനാക്കി തീർത്തതാൽ</vt:lpstr>
      <vt:lpstr>4 എന്‍റെ നാമം ജീവപുസ്തകത്തിൽ   ചേർത്തതിനെ ഓർത്തിതാ</vt:lpstr>
      <vt:lpstr>5 എന്തുമോദം എന്‍റെ അന്തരംഗേ  സന്തതം വിലസിടുന്നു!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Vandanam Vandanam Nadha</dc:title>
  <dc:creator>Digital Input:; GM JOHN; Acsah Mathews</dc:creator>
  <cp:lastModifiedBy>Acsah Mathews</cp:lastModifiedBy>
  <cp:revision>278</cp:revision>
  <dcterms:created xsi:type="dcterms:W3CDTF">2013-04-19T09:19:07Z</dcterms:created>
  <dcterms:modified xsi:type="dcterms:W3CDTF">2018-10-31T17:11:52Z</dcterms:modified>
</cp:coreProperties>
</file>