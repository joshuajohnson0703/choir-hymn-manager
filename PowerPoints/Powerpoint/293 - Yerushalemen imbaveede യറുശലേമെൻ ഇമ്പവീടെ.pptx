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71" r:id="rId3"/>
    <p:sldId id="279" r:id="rId4"/>
    <p:sldId id="288" r:id="rId5"/>
    <p:sldId id="280" r:id="rId6"/>
    <p:sldId id="289" r:id="rId7"/>
    <p:sldId id="281" r:id="rId8"/>
    <p:sldId id="290" r:id="rId9"/>
    <p:sldId id="282" r:id="rId10"/>
    <p:sldId id="291" r:id="rId11"/>
    <p:sldId id="283" r:id="rId12"/>
    <p:sldId id="292" r:id="rId13"/>
    <p:sldId id="284" r:id="rId14"/>
    <p:sldId id="293" r:id="rId15"/>
    <p:sldId id="285" r:id="rId16"/>
    <p:sldId id="294" r:id="rId17"/>
    <p:sldId id="286" r:id="rId18"/>
    <p:sldId id="295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11738-479E-4592-9645-F59F86AFBB1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20D08-4D6D-4559-8228-CE962A5F54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4F6D1-DCDF-477F-9D5C-AF7F6F59191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70CB8-6BB0-4DFE-8A58-DEA99D5D7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591C7-8F15-45D9-9D47-133E332AD4A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A071C-EF5F-4C4B-93CB-6717C42D5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C88C5-FC4F-4A42-8503-AABBB0763BF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EAB69-639F-4F58-8E03-DC882DBFE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B265D-668A-417E-84D3-8A218D6A35B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AA3C4-1CDC-42FE-BAC9-B6C865E6E6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221B4-5818-4CB7-B1B6-25A5F78337C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24F81-AF49-4C7A-B955-7BA41697E3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E726A-A172-4D92-B28A-86850021835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66C8F-DE3F-4DC4-9483-3DBD3DF14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7B28E6-9B61-4EE3-BE11-9BFE515994E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846D7-E6BF-423E-908F-814F8C0478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3B7039-AC28-45B5-B99D-F92B6F8FAE0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B8A334-932D-4944-9F95-2E8D382783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53709-21C0-4722-A4B6-A7958408DED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16CDE2-4CBE-4AE6-9DF1-809A93B54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40864-74E5-4A06-9BA9-FFD76E1E265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2DCE5-66D7-4963-B664-CEFB26A65E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F989DE4-E2F5-471C-B049-2215EE407B4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4EEAA9C-712B-4353-9378-8FD49695C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CAA1-3329-46F5-86FA-CF701A013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യറുശലേമെൻ ഇമ്പവീടെ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2F6F5-F374-4AA7-89BC-C4831DD49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Yerushalemen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imba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veede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271997-5142-496C-8EAB-56FEB5392116}"/>
              </a:ext>
            </a:extLst>
          </p:cNvPr>
          <p:cNvSpPr/>
          <p:nvPr/>
        </p:nvSpPr>
        <p:spPr>
          <a:xfrm>
            <a:off x="2251885" y="460054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35C80-A811-49A5-B420-FC857363EC36}"/>
              </a:ext>
            </a:extLst>
          </p:cNvPr>
          <p:cNvSpPr/>
          <p:nvPr/>
        </p:nvSpPr>
        <p:spPr>
          <a:xfrm>
            <a:off x="7696200" y="4600545"/>
            <a:ext cx="21499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342052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1	ഭക്തരിൻ ഭാഗ്യതലമേ!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പരിമള സ്ഥലം നീയെ!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ദുഃഖം വിചാരം പ്രയത്നം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നിങ്കലങ്ങില്ലെ!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Bhaktharin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bhagya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thalame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Parimalha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sthalam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neeye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vichaaram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prayathnam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Ninkalangille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9200361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99508907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2	രാവും അന്ധകാരം വെയിൽ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ശീതവും അങ്ങില്ലേ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ദീപ തുല്യം ശുദ്ധരങ്ങു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ശോഭിച്ചീടുന്നേ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Raavum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andhakaaram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veyil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Sheethavum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angille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Deepa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thulyam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shudhrangu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Shobhichidunne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88664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7506699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3	രത്നങ്ങളല്ലോ നിന്മതിൽ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പൊന്നും മാണിക്യങ്ങൾ!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പന്ത്രണ്ടു വാതിൽകളും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മിന്നും മുത്തല്ലോ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Rathnangalhallo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ninmathil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Ponnum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maanhikyangal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Panthrandu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vaathilukalhum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Minnum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muththalo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097124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84475898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യറുശലേമെൻ ഇമ്പവീടെ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എന്നു ഞാൻ വന്നു ചേരും!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പരമ രാജാവിൻ മഹത്വം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അരികിൽ കണ്ടിടും!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imbaveede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raajaavin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mahathwam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kandidum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43395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2545817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ശ്രേഷ്ഠ നടക്കാവുകളും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തോട്ടങ്ങളും എല്ലാം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കാട്ടു വാനിണ യില്ലാത്ത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കൂട്ടമരങ്ങൾ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Shreshta nada-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kkavukalhum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Thttangalhum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elaam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Kaattu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vaaninhayillaatha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Kootamarangal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21552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6795489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6	ജീവനദി ഇമ്പ ശബ്ദം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മേവി അതിലൂടെ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പോവതും ഈരാറു വൃക്ഷം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നില്പതും മോടി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Jeevanadi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shabdam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Mevi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athiloode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Povathum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eeraarhu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vriksham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Nilpathum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modi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6955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233586312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ദൂതരും ആങ്ങാർത്തു സദാ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സ്വരമണ്ഡലം പാടി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നാഥനെ കൊണ്ടാടീടുന്ന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ഗീതം മാ മോടി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Dootharum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angaarthu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sadaa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Swaramandalam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paadi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Naadhane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kondaadidunna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Geetham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modi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556513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95365975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180" y="914400"/>
            <a:ext cx="11887200" cy="2895600"/>
          </a:xfrm>
        </p:spPr>
        <p:txBody>
          <a:bodyPr anchor="t"/>
          <a:lstStyle/>
          <a:p>
            <a:pPr algn="l"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8	യെറുശലേമിൻ അധിപനീശോ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തിരുമുൻ ഞാൻ സ്തുതി പാടാൻ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വരും വരെയും അരികിൽഭവാൻ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ഇരിക്കണം നാഥാ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7620" y="3679816"/>
            <a:ext cx="1027938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adhipaneesho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Thirumun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paadaan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Varum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vareyum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arikil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bhavaan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Irikkanham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naadha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56646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8956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യറുശലേമെൻ ഇമ്പവീടെ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ഞാൻ വന്നു ചേരും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ധരണിയിലെ പാടും കേടും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ഇങ്ങൊഴിയും-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E5143-A126-4078-A53A-98D71EB6FA5B}"/>
              </a:ext>
            </a:extLst>
          </p:cNvPr>
          <p:cNvSpPr/>
          <p:nvPr/>
        </p:nvSpPr>
        <p:spPr>
          <a:xfrm>
            <a:off x="0" y="3354516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Yerushalemen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imba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veede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cherum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Dharanhiyile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kedum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Eppolh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ingozhiyum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31678927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253</Words>
  <Application>Microsoft Office PowerPoint</Application>
  <PresentationFormat>Widescreen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Kartika</vt:lpstr>
      <vt:lpstr>Office Theme</vt:lpstr>
      <vt:lpstr>293 യറുശലേമെൻ ഇമ്പവീടെ</vt:lpstr>
      <vt:lpstr>യറുശലേമെൻ ഇമ്പവീടെ എപ്പോൾ ഞാൻ വന്നു ചേരും ധരണിയിലെ പാടും കേടും എപ്പോൾ ഇങ്ങൊഴിയും-</vt:lpstr>
      <vt:lpstr>1 ഭക്തരിൻ ഭാഗ്യതലമേ!  പരിമള സ്ഥലം നീയെ!  ദുഃഖം വിചാരം പ്രയത്നം  നിങ്കലങ്ങില്ലെ!</vt:lpstr>
      <vt:lpstr>യറുശലേമെൻ ഇമ്പവീടെ എപ്പോൾ ഞാൻ വന്നു ചേരും ധരണിയിലെ പാടും കേടും എപ്പോൾ ഇങ്ങൊഴിയും-</vt:lpstr>
      <vt:lpstr>2 രാവും അന്ധകാരം വെയിൽ   ശീതവും അങ്ങില്ലേ  ദീപ തുല്യം ശുദ്ധരങ്ങു   ശോഭിച്ചീടുന്നേ</vt:lpstr>
      <vt:lpstr>യറുശലേമെൻ ഇമ്പവീടെ എപ്പോൾ ഞാൻ വന്നു ചേരും ധരണിയിലെ പാടും കേടും എപ്പോൾ ഇങ്ങൊഴിയും-</vt:lpstr>
      <vt:lpstr>3 രത്നങ്ങളല്ലോ നിന്മതിൽ   പൊന്നും മാണിക്യങ്ങൾ!  പന്ത്രണ്ടു വാതിൽകളും  മിന്നും മുത്തല്ലോ</vt:lpstr>
      <vt:lpstr>യറുശലേമെൻ ഇമ്പവീടെ എപ്പോൾ ഞാൻ വന്നു ചേരും ധരണിയിലെ പാടും കേടും എപ്പോൾ ഇങ്ങൊഴിയും-</vt:lpstr>
      <vt:lpstr>4 യറുശലേമെൻ ഇമ്പവീടെ   എന്നു ഞാൻ വന്നു ചേരും!  പരമ രാജാവിൻ മഹത്വം   അരികിൽ കണ്ടിടും!</vt:lpstr>
      <vt:lpstr>യറുശലേമെൻ ഇമ്പവീടെ എപ്പോൾ ഞാൻ വന്നു ചേരും ധരണിയിലെ പാടും കേടും എപ്പോൾ ഇങ്ങൊഴിയും-</vt:lpstr>
      <vt:lpstr>5 ശ്രേഷ്ഠ നടക്കാവുകളും   തോട്ടങ്ങളും എല്ലാം  കാട്ടു വാനിണ യില്ലാത്ത  കൂട്ടമരങ്ങൾ</vt:lpstr>
      <vt:lpstr>യറുശലേമെൻ ഇമ്പവീടെ എപ്പോൾ ഞാൻ വന്നു ചേരും ധരണിയിലെ പാടും കേടും എപ്പോൾ ഇങ്ങൊഴിയും-</vt:lpstr>
      <vt:lpstr>6 ജീവനദി ഇമ്പ ശബ്ദം   മേവി അതിലൂടെ  പോവതും ഈരാറു വൃക്ഷം  നില്പതും മോടി</vt:lpstr>
      <vt:lpstr>യറുശലേമെൻ ഇമ്പവീടെ എപ്പോൾ ഞാൻ വന്നു ചേരും ധരണിയിലെ പാടും കേടും എപ്പോൾ ഇങ്ങൊഴിയും-</vt:lpstr>
      <vt:lpstr>7 ദൂതരും ആങ്ങാർത്തു സദാ  സ്വരമണ്ഡലം പാടി  നാഥനെ കൊണ്ടാടീടുന്ന   ഗീതം മാ മോടി</vt:lpstr>
      <vt:lpstr>യറുശലേമെൻ ഇമ്പവീടെ എപ്പോൾ ഞാൻ വന്നു ചേരും ധരണിയിലെ പാടും കേടും എപ്പോൾ ഇങ്ങൊഴിയും-</vt:lpstr>
      <vt:lpstr>8 യെറുശലേമിൻ അധിപനീശോ  തിരുമുൻ ഞാൻ സ്തുതി പാടാൻ  വരും വരെയും അരികിൽഭവാൻ   ഇരിക്കണം നാഥാ</vt:lpstr>
      <vt:lpstr>യറുശലേമെൻ ഇമ്പവീടെ എപ്പോൾ ഞാൻ വന്നു ചേരും ധരണിയിലെ പാടും കേടും എപ്പോൾ ഇങ്ങൊഴിയും-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Yerushalemen imbaveede</dc:title>
  <dc:creator>Digital Input:; GM JOHN; Acsah Mathews</dc:creator>
  <cp:lastModifiedBy>Acsah Mathews</cp:lastModifiedBy>
  <cp:revision>185</cp:revision>
  <dcterms:created xsi:type="dcterms:W3CDTF">2013-04-19T09:19:07Z</dcterms:created>
  <dcterms:modified xsi:type="dcterms:W3CDTF">2018-11-15T19:26:39Z</dcterms:modified>
</cp:coreProperties>
</file>