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2" autoAdjust="0"/>
    <p:restoredTop sz="94660"/>
  </p:normalViewPr>
  <p:slideViewPr>
    <p:cSldViewPr>
      <p:cViewPr varScale="1">
        <p:scale>
          <a:sx n="46" d="100"/>
          <a:sy n="46" d="100"/>
        </p:scale>
        <p:origin x="72" y="7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AA7AD-641C-4499-96AD-87899E5CC23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43CB7-C537-4743-B8D0-52088F0E33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3DC35-E887-4C9A-AEE5-C6A5C77560D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A6CC-07B5-4C42-9A58-E415208106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2CE45-251A-4107-945A-51994454B00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E184DE-3700-4068-B063-FA3D0B26DA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A36CA-7DD0-48DA-9C21-BA515153829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78ADB-E94D-465F-8463-6A504FE701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57892-CF90-4B04-920A-3572D831B37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DA512-5C89-42A1-A223-6B8E2E9F13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6B458-F150-4901-A9E1-9F9238735B8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140E2-2247-4BE6-9B2E-814D5212F0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A9C09-D7A5-45BB-9D4E-FF973E8D66D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ED4C86-119D-44EF-950E-869BA3F554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3EE4D-5AF2-4998-9127-C12B000E6A6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BA1DA-E5DE-4994-BE90-BF5C655B7A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882E5-63A2-4A6D-8371-9956B00C5B1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97E0F-8848-4575-A226-E8100FF5C6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AE31CE-BA4E-47C2-9ED6-5AAFE3E987A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903A1E-059C-4E61-8022-8C17078A91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59F04-1CFA-4412-B5C7-C07DCB1D8D7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2C131-2FBC-4146-A1B5-9A6EA1262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F8348A5-2281-4828-A1FB-F0D647803F91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A57F451-3D81-4278-AFCB-6A04EFE1F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AE98-87AF-4E9E-B4BA-9D185F3D4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76400"/>
            <a:ext cx="10363200" cy="1924051"/>
          </a:xfrm>
        </p:spPr>
        <p:txBody>
          <a:bodyPr/>
          <a:lstStyle/>
          <a:p>
            <a:r>
              <a:rPr lang="en-US" dirty="0"/>
              <a:t>124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നരര്‍ രക്ഷപെടുവാൻ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4286D-840D-489F-8F03-81619F623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Narar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rakshapeduvaan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B5D6D-5FFD-48B5-B299-EFFD8E083EAC}"/>
              </a:ext>
            </a:extLst>
          </p:cNvPr>
          <p:cNvSpPr/>
          <p:nvPr/>
        </p:nvSpPr>
        <p:spPr>
          <a:xfrm>
            <a:off x="1828800" y="5318783"/>
            <a:ext cx="23326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(മോശവത്സലം)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FE8769-8AED-4538-A9F3-2A3A36A8C33E}"/>
              </a:ext>
            </a:extLst>
          </p:cNvPr>
          <p:cNvSpPr/>
          <p:nvPr/>
        </p:nvSpPr>
        <p:spPr>
          <a:xfrm>
            <a:off x="8351626" y="5318783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Moshavatsalam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66048317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213338"/>
            <a:ext cx="11605846" cy="1910862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നരര്‍ രക്ഷപെടുവാൻ തിരുജീവന്‍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വെടിവാന്‍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ധരണിയില്‍ യേശുദേവന്‍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വന്നാന്‍ വന്നാന്‍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നെഞ്ചേ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B412F-F097-4128-BA5E-553178FA6CF3}"/>
              </a:ext>
            </a:extLst>
          </p:cNvPr>
          <p:cNvSpPr/>
          <p:nvPr/>
        </p:nvSpPr>
        <p:spPr>
          <a:xfrm>
            <a:off x="609600" y="3535922"/>
            <a:ext cx="11582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Narar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rakshapeduvaan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thirujeevan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vedivaan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Dharanhiyil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nenje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dharanhi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65AD8-11BE-457F-8294-59FE51EAA914}"/>
              </a:ext>
            </a:extLst>
          </p:cNvPr>
          <p:cNvSpPr/>
          <p:nvPr/>
        </p:nvSpPr>
        <p:spPr>
          <a:xfrm>
            <a:off x="0" y="452780"/>
            <a:ext cx="122271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213338"/>
            <a:ext cx="11605846" cy="1910862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വാനത്തിൻ രാജൻ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സേനകള്‍ക്കീശന്‍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ജ്ഞാന സല്‍ഗുരു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വന്നാന്‍ വന്നാന്‍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600" b="1" dirty="0">
                <a:latin typeface="Kartika" panose="02020503030404060203" pitchFamily="18" charset="0"/>
              </a:rPr>
              <a:t> നെഞ്ചേ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ധരണി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B412F-F097-4128-BA5E-553178FA6CF3}"/>
              </a:ext>
            </a:extLst>
          </p:cNvPr>
          <p:cNvSpPr/>
          <p:nvPr/>
        </p:nvSpPr>
        <p:spPr>
          <a:xfrm>
            <a:off x="609600" y="3535922"/>
            <a:ext cx="11582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Vaanathin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senakalhkeeshan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gnjaanasalguru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nenje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dharanhi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65AD8-11BE-457F-8294-59FE51EAA914}"/>
              </a:ext>
            </a:extLst>
          </p:cNvPr>
          <p:cNvSpPr/>
          <p:nvPr/>
        </p:nvSpPr>
        <p:spPr>
          <a:xfrm>
            <a:off x="0" y="452780"/>
            <a:ext cx="122271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1643658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213338"/>
            <a:ext cx="11605846" cy="1910862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 പിതാവിന്‍ ദിവ്യകുമാരന്‍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ഭൂവില്‍ തന്‍ഹിതം ചൊല്ലാന്‍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വന്നാന്‍ വന്നാന്‍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600" b="1" dirty="0">
                <a:latin typeface="Kartika" panose="02020503030404060203" pitchFamily="18" charset="0"/>
              </a:rPr>
              <a:t> നെഞ്ചേ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ധരണി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B412F-F097-4128-BA5E-553178FA6CF3}"/>
              </a:ext>
            </a:extLst>
          </p:cNvPr>
          <p:cNvSpPr/>
          <p:nvPr/>
        </p:nvSpPr>
        <p:spPr>
          <a:xfrm>
            <a:off x="609600" y="3535922"/>
            <a:ext cx="11582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Daivapithavin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divyakumaaran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Bhoovil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hitham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chollaan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nenje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dharanhi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65AD8-11BE-457F-8294-59FE51EAA914}"/>
              </a:ext>
            </a:extLst>
          </p:cNvPr>
          <p:cNvSpPr/>
          <p:nvPr/>
        </p:nvSpPr>
        <p:spPr>
          <a:xfrm>
            <a:off x="0" y="452780"/>
            <a:ext cx="122271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7608187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213338"/>
            <a:ext cx="11605846" cy="1910862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 ഇല്ലാത്തോന്‍ നിത്യനുമായോൻ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മര്‍ത്യനായ് പാരിടത്തില്‍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വന്നാന്‍ വന്നാന്‍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600" b="1" dirty="0">
                <a:latin typeface="Kartika" panose="02020503030404060203" pitchFamily="18" charset="0"/>
              </a:rPr>
              <a:t> നെഞ്ചേ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ധരണി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B412F-F097-4128-BA5E-553178FA6CF3}"/>
              </a:ext>
            </a:extLst>
          </p:cNvPr>
          <p:cNvSpPr/>
          <p:nvPr/>
        </p:nvSpPr>
        <p:spPr>
          <a:xfrm>
            <a:off x="609600" y="3535922"/>
            <a:ext cx="11582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Mrithyu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illaaththon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nithyanum-aayon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Marthyanaai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paaridathil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nenje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dharanhi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65AD8-11BE-457F-8294-59FE51EAA914}"/>
              </a:ext>
            </a:extLst>
          </p:cNvPr>
          <p:cNvSpPr/>
          <p:nvPr/>
        </p:nvSpPr>
        <p:spPr>
          <a:xfrm>
            <a:off x="0" y="452780"/>
            <a:ext cx="122271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5157935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213338"/>
            <a:ext cx="11605846" cy="1910862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ശാപങ്ങള്‍ തീര്‍പ്പാ</a:t>
            </a:r>
            <a:r>
              <a:rPr lang="ml-IN" sz="3600" b="1" dirty="0">
                <a:latin typeface="Kartika" panose="02020503030404060203" pitchFamily="18" charset="0"/>
              </a:rPr>
              <a:t>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വാഴ്വെങ്ങും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ചേര്‍പ്പാന്‍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ദേവന്‍ മനുഷ്യനായി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വന്നാന്‍ വന്നാന്‍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600" b="1" dirty="0">
                <a:latin typeface="Kartika" panose="02020503030404060203" pitchFamily="18" charset="0"/>
              </a:rPr>
              <a:t> നെഞ്ചേ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ധരണി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B412F-F097-4128-BA5E-553178FA6CF3}"/>
              </a:ext>
            </a:extLst>
          </p:cNvPr>
          <p:cNvSpPr/>
          <p:nvPr/>
        </p:nvSpPr>
        <p:spPr>
          <a:xfrm>
            <a:off x="609600" y="3535922"/>
            <a:ext cx="11582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Shaapangal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theerpaan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vaazhvengum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cherppaan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manushyanaayi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nenje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dharanhi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65AD8-11BE-457F-8294-59FE51EAA914}"/>
              </a:ext>
            </a:extLst>
          </p:cNvPr>
          <p:cNvSpPr/>
          <p:nvPr/>
        </p:nvSpPr>
        <p:spPr>
          <a:xfrm>
            <a:off x="0" y="452780"/>
            <a:ext cx="122271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6450668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213338"/>
            <a:ext cx="11605846" cy="1910862"/>
          </a:xfrm>
        </p:spPr>
        <p:txBody>
          <a:bodyPr anchor="t"/>
          <a:lstStyle/>
          <a:p>
            <a:pPr algn="l" defTabSz="457200"/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ആശയ്ക്കു യോഗ്യന്‍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യേശു എന്‍ പ്രിയൻ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മോശ നാശങ്ങള്‍ തീര്‍പ്പാന്‍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വന്നാന്‍ വന്നാന്‍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600" b="1" dirty="0">
                <a:latin typeface="Kartika" panose="02020503030404060203" pitchFamily="18" charset="0"/>
              </a:rPr>
              <a:t> നെഞ്ചേ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ധരണി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B412F-F097-4128-BA5E-553178FA6CF3}"/>
              </a:ext>
            </a:extLst>
          </p:cNvPr>
          <p:cNvSpPr/>
          <p:nvPr/>
        </p:nvSpPr>
        <p:spPr>
          <a:xfrm>
            <a:off x="609600" y="3535922"/>
            <a:ext cx="11582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Aashakku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yogyan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enpriyan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Mosha-naashangalh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theerppaan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nenje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dharanhi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65AD8-11BE-457F-8294-59FE51EAA914}"/>
              </a:ext>
            </a:extLst>
          </p:cNvPr>
          <p:cNvSpPr/>
          <p:nvPr/>
        </p:nvSpPr>
        <p:spPr>
          <a:xfrm>
            <a:off x="0" y="452780"/>
            <a:ext cx="122271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152F0-F3BD-4114-AC8E-CF5D80CDC2A8}"/>
              </a:ext>
            </a:extLst>
          </p:cNvPr>
          <p:cNvSpPr/>
          <p:nvPr/>
        </p:nvSpPr>
        <p:spPr>
          <a:xfrm>
            <a:off x="10060258" y="2754868"/>
            <a:ext cx="211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(മോശവത്സലം)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FEA7F3-F35B-487F-A050-D75FD8F91B40}"/>
              </a:ext>
            </a:extLst>
          </p:cNvPr>
          <p:cNvSpPr/>
          <p:nvPr/>
        </p:nvSpPr>
        <p:spPr>
          <a:xfrm>
            <a:off x="10060258" y="5332638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Moshavatsalam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51207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117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124 നരര്‍ രക്ഷപെടുവാൻ</vt:lpstr>
      <vt:lpstr>നരര്‍ രക്ഷപെടുവാൻ തിരുജീവന്‍  വെടിവാന്‍ ധരണിയില്‍ യേശുദേവന്‍ വന്നാന്‍ വന്നാന്‍ - നെഞ്ചേ ധരണി</vt:lpstr>
      <vt:lpstr>വാനത്തിൻ രാജൻ  സേനകള്‍ക്കീശന്‍ ജ്ഞാന സല്‍ഗുരു നാഥന്‍ വന്നാന്‍ വന്നാന്‍ - നെഞ്ചേ ധരണി</vt:lpstr>
      <vt:lpstr>ദൈവ പിതാവിന്‍ ദിവ്യകുമാരന്‍ ഭൂവില്‍ തന്‍ഹിതം ചൊല്ലാന്‍ വന്നാന്‍ വന്നാന്‍ - നെഞ്ചേ ധരണി</vt:lpstr>
      <vt:lpstr>മൃത്യു ഇല്ലാത്തോന്‍ നിത്യനുമായോൻ മര്‍ത്യനായ് പാരിടത്തില്‍ വന്നാന്‍ വന്നാന്‍ - നെഞ്ചേ ധരണി</vt:lpstr>
      <vt:lpstr>ശാപങ്ങള്‍ തീര്‍പ്പാന്‍ - വാഴ്വെങ്ങും ചേര്‍പ്പാന്‍   ദേവന്‍ മനുഷ്യനായി വന്നാന്‍ വന്നാന്‍ - നെഞ്ചേ ധരണി</vt:lpstr>
      <vt:lpstr>ആശയ്ക്കു യോഗ്യന്‍ - യേശു എന്‍ പ്രിയൻ മോശ നാശങ്ങള്‍ തീര്‍പ്പാന്‍ വന്നാന്‍ വന്നാന്‍ - നെഞ്ചേ ധരണി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Narar Rakshapeduvan</dc:title>
  <dc:creator>Digital Input:;GM JOHN</dc:creator>
  <cp:lastModifiedBy>Acsah Mathews</cp:lastModifiedBy>
  <cp:revision>146</cp:revision>
  <dcterms:created xsi:type="dcterms:W3CDTF">2013-04-19T09:19:07Z</dcterms:created>
  <dcterms:modified xsi:type="dcterms:W3CDTF">2018-11-05T14:20:55Z</dcterms:modified>
</cp:coreProperties>
</file>