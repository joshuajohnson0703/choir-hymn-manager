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C9E11-E7D1-4B65-A58D-5A8F31A07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A30E7B-BF83-4831-9D8F-D1A65D84D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90CB8-4BB8-4962-BEA1-3013161AF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D448B-A1EF-43FE-ABF5-8B0EF53D37C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086F4-F04E-46FA-ADAC-7372A7DC0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DD8AC-7396-4912-AF9D-55521D23A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F39F-9777-4351-AE3C-11BAE1B88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16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EED4B-1D43-4164-A002-ECD28DB89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CD3B9-5981-4CFA-8826-58F63AA81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A3ECC-5C2C-41DD-9D9C-E1D311544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D448B-A1EF-43FE-ABF5-8B0EF53D37C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8DF3F-C56D-402F-A7BD-9A9EEB06F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3574C-F4BE-4CD2-8E39-2CC43F768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F39F-9777-4351-AE3C-11BAE1B88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06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AC849-F51F-4922-927D-4E1882773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5A5AA-325C-4B16-B779-E8BB4B880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98DC8-C23A-418D-ADFF-F86974A2D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D448B-A1EF-43FE-ABF5-8B0EF53D37C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BF30-DBA0-4CBE-BB26-CFBB7B7B3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25584-645E-41B8-928F-7ED8646B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F39F-9777-4351-AE3C-11BAE1B88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25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F788-9621-4E62-A64E-91BA0FD74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708C5-E4A9-4371-8842-40BFAB290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3F6B2E-4F00-45D2-945D-7D25C47A9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4C12E-951E-4A82-BDE9-300C99D9E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D448B-A1EF-43FE-ABF5-8B0EF53D37C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A7D6A-644B-4AF6-99D0-53381B1DE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558FB-DF3D-4F66-BD33-F2C13EF21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F39F-9777-4351-AE3C-11BAE1B88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57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836A2-D495-4FC2-A6B7-D11DE8DB7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E4519-59A5-41F9-BA8F-23732FF13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CEB60-9472-4AD3-93E3-630EFEADD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1C8BE3-F646-439C-9E1D-78AD50231A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F972AD-21F8-499A-B984-4981E4010B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D1D513-5D21-4A48-8841-608E58FBD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D448B-A1EF-43FE-ABF5-8B0EF53D37C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FA3C77-14C8-42C9-A880-273AA6024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A01956-72D3-4941-8892-38EB91E9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F39F-9777-4351-AE3C-11BAE1B88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939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EACE6-6216-4F27-9AB6-6A05F39AB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10BA84-DF56-499F-B9FA-EAEAD136A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D448B-A1EF-43FE-ABF5-8B0EF53D37C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B2E187-C34D-42BF-AACC-6D0CA3B13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B6F00E-7C63-4679-95F4-0561C1EA0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F39F-9777-4351-AE3C-11BAE1B88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124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CFBEFA-09AB-4475-84F5-0E321062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D448B-A1EF-43FE-ABF5-8B0EF53D37C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C1C7FB-539D-456F-80C0-C3ABB1E0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4245D-4E7B-4EEA-BBFC-66DDC8AB5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F39F-9777-4351-AE3C-11BAE1B88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81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A26C-93D2-4A60-957E-AD7D263DC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9C56A-35DC-4C4C-A77E-393571319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07E6F-E914-49E7-A064-DC0A39F80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158E9-9E9D-4404-992F-25D00D365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D448B-A1EF-43FE-ABF5-8B0EF53D37C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50003-14B4-4D85-AFC5-B4BAB5C62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2CA4D-725F-4483-BB5A-34D429420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F39F-9777-4351-AE3C-11BAE1B88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9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FCA0D-625E-4098-A47F-4D6812E7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5A1FCE-5D3F-47A1-9133-AEC611337D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FFFEF-F37E-4B16-9DAF-117F3338E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3C07C-DDC0-425B-A6B6-89B25437F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D448B-A1EF-43FE-ABF5-8B0EF53D37C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087A5-856E-4837-AD80-CE54CEE46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4D2CF-89A1-48CB-B5B1-C2574E398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F39F-9777-4351-AE3C-11BAE1B88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75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70F5E-2EB1-4150-BF1C-9443E22B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F8D665-B33C-4DAA-BC36-2CC8F2FC09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AF122-65BF-476C-86D0-A07DA0735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D448B-A1EF-43FE-ABF5-8B0EF53D37C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856D6-6A80-430E-88CD-54378B7D2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B313F-419C-407D-AA6D-4B540144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F39F-9777-4351-AE3C-11BAE1B88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34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563D7F-56CA-4B01-85F0-E0587069DB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29971-7CC6-495C-80DD-502650456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128B8-CEBA-4F3B-A9D2-BDF6B594C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D448B-A1EF-43FE-ABF5-8B0EF53D37C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5E653-2478-4FD0-AB7E-853F2EC2A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4C037-3DDF-4DDD-A8DD-3B12F0D1C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F39F-9777-4351-AE3C-11BAE1B88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69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E67F49-4005-4832-BBEA-3A5D5B66F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D23D0-55C3-47A2-94E9-1E0D6F02F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F9EBE-838E-4CA1-80E2-73747E3BA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D448B-A1EF-43FE-ABF5-8B0EF53D37C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BCB9C-1D9B-4825-8377-E0C92FAD08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2CA12-3AC8-4B55-9C73-802008698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2F39F-9777-4351-AE3C-11BAE1B88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78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F181F-4198-4532-9E75-02C4A5E27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469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എന്നെനിക്കെന്‍ ദുഃഖം തീരുമോ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16DE7-A4F4-40F1-B537-76AB9A0D4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3529"/>
            <a:ext cx="9144000" cy="89962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Ennenikken </a:t>
            </a:r>
            <a:r>
              <a:rPr lang="en-US" sz="4000" b="1" dirty="0" err="1">
                <a:solidFill>
                  <a:srgbClr val="002060"/>
                </a:solidFill>
              </a:rPr>
              <a:t>dukham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theerumo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CB6D45-D588-4842-85DF-815692D36DD1}"/>
              </a:ext>
            </a:extLst>
          </p:cNvPr>
          <p:cNvSpPr/>
          <p:nvPr/>
        </p:nvSpPr>
        <p:spPr>
          <a:xfrm>
            <a:off x="324445" y="4593737"/>
            <a:ext cx="61302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rgbClr val="C00000"/>
                </a:solidFill>
                <a:latin typeface="Calibri" panose="020F0502020204030204" pitchFamily="34" charset="0"/>
              </a:rPr>
              <a:t>(മൂത്താംപാക്കല്‍ കൊച്ചുകുഞ്ഞ് ഉപദേശി)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AA8351-3262-4F8F-B091-C15F21FD2C3B}"/>
              </a:ext>
            </a:extLst>
          </p:cNvPr>
          <p:cNvSpPr/>
          <p:nvPr/>
        </p:nvSpPr>
        <p:spPr>
          <a:xfrm>
            <a:off x="6991402" y="4590684"/>
            <a:ext cx="46602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rgbClr val="C00000"/>
                </a:solidFill>
                <a:latin typeface="Arial" panose="020B0604020202020204" pitchFamily="34" charset="0"/>
              </a:rPr>
              <a:t>Muthampakkal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Arial" panose="020B0604020202020204" pitchFamily="34" charset="0"/>
              </a:rPr>
              <a:t>Kochukunju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Arial" panose="020B0604020202020204" pitchFamily="34" charset="0"/>
              </a:rPr>
              <a:t>Upadeshi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826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A4BE42-1215-4DC1-BA96-6C5C85CE205C}"/>
              </a:ext>
            </a:extLst>
          </p:cNvPr>
          <p:cNvSpPr/>
          <p:nvPr/>
        </p:nvSpPr>
        <p:spPr>
          <a:xfrm>
            <a:off x="0" y="468539"/>
            <a:ext cx="12192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എന്നെനിക്കെന്‍ ദുഃഖം തീരുമോ, പൊന്നു കാന്താ നിന്‍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സന്നിധിയിലെന്നു വന്നു ചേരും ഞാന്‍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നിനയ്ക്കില്‍ ഭൂവിലെ സമസ്തം മായയും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ആത്മക്ലേശവുമെന്ന് ശാലോമോന്‍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നിനച്ച വാസ്തവമറിഞ്ഞീ സാധു ഞാന്‍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പരമ സീയോനോടി പോകുന്നു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7DFB22-7B92-412D-B42C-D1F0683C064C}"/>
              </a:ext>
            </a:extLst>
          </p:cNvPr>
          <p:cNvSpPr/>
          <p:nvPr/>
        </p:nvSpPr>
        <p:spPr>
          <a:xfrm>
            <a:off x="1735015" y="3563055"/>
            <a:ext cx="10456984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Ennenikken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dukham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theerumo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ponnu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kaanthaa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Sannidhiyilennu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cherum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Ninaykkil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bhoovile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samastham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maayayum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Aathmakleshavumennu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shalomon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Ninacha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vaasthavam-arinjee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saadhu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Parama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seeyonodi-pokunnu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1AE07F-DEC9-4FE2-890B-C72C5BB06247}"/>
              </a:ext>
            </a:extLst>
          </p:cNvPr>
          <p:cNvSpPr txBox="1"/>
          <p:nvPr/>
        </p:nvSpPr>
        <p:spPr>
          <a:xfrm>
            <a:off x="11183815" y="0"/>
            <a:ext cx="1008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469</a:t>
            </a:r>
          </a:p>
        </p:txBody>
      </p:sp>
    </p:spTree>
    <p:extLst>
      <p:ext uri="{BB962C8B-B14F-4D97-AF65-F5344CB8AC3E}">
        <p14:creationId xmlns:p14="http://schemas.microsoft.com/office/powerpoint/2010/main" val="555146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A4BE42-1215-4DC1-BA96-6C5C85CE205C}"/>
              </a:ext>
            </a:extLst>
          </p:cNvPr>
          <p:cNvSpPr/>
          <p:nvPr/>
        </p:nvSpPr>
        <p:spPr>
          <a:xfrm>
            <a:off x="0" y="999724"/>
            <a:ext cx="12192000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കോഴി തന്‍റെ കുഞ്ഞുകോഴിയെ എന്‍ കാന്തനേ തന്‍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കീഴില്‍ വെച്ചു വളര്‍ത്തും മോദമായ് </a:t>
            </a:r>
          </a:p>
          <a:p>
            <a:r>
              <a:rPr lang="ml-IN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ഒഴിച്ചു സകല ജീവചിന്ത കഴിച്ചു</a:t>
            </a:r>
            <a:r>
              <a:rPr lang="en-US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സമസ്തപോരുമതിന്നായ്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വഴിക്കു നിന്നാല്‍ വിളിച്ചു കൂവുന്നതിന്‍റെ ചിറകില്‍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സുഖിച്ചു വസിക്കുവാന്‍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7DFB22-7B92-412D-B42C-D1F0683C064C}"/>
              </a:ext>
            </a:extLst>
          </p:cNvPr>
          <p:cNvSpPr/>
          <p:nvPr/>
        </p:nvSpPr>
        <p:spPr>
          <a:xfrm>
            <a:off x="609601" y="3880338"/>
            <a:ext cx="11582399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Kozhi </a:t>
            </a:r>
            <a:r>
              <a:rPr lang="en-US" sz="3400" b="1" dirty="0" err="1">
                <a:solidFill>
                  <a:srgbClr val="002060"/>
                </a:solidFill>
              </a:rPr>
              <a:t>thante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kunju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kozhiye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kaanthane</a:t>
            </a:r>
            <a:r>
              <a:rPr lang="en-US" sz="3400" b="1" dirty="0">
                <a:solidFill>
                  <a:srgbClr val="002060"/>
                </a:solidFill>
              </a:rPr>
              <a:t> than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Keezhil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vachu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valharththum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modamaai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Ozhichu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sakala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jeevachintha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kazhichu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samastha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porumathinaai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Vazhikku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ninnal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vilhichu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koovunnathinte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chirakil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Sukhichu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vasikkuvaan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4CF6AF-1F2E-4AF3-90F8-E482870BF831}"/>
              </a:ext>
            </a:extLst>
          </p:cNvPr>
          <p:cNvSpPr txBox="1"/>
          <p:nvPr/>
        </p:nvSpPr>
        <p:spPr>
          <a:xfrm>
            <a:off x="0" y="26922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2C002-4087-4C22-9856-31A32FF74A73}"/>
              </a:ext>
            </a:extLst>
          </p:cNvPr>
          <p:cNvSpPr txBox="1"/>
          <p:nvPr/>
        </p:nvSpPr>
        <p:spPr>
          <a:xfrm>
            <a:off x="11183815" y="0"/>
            <a:ext cx="1008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469</a:t>
            </a:r>
          </a:p>
        </p:txBody>
      </p:sp>
    </p:spTree>
    <p:extLst>
      <p:ext uri="{BB962C8B-B14F-4D97-AF65-F5344CB8AC3E}">
        <p14:creationId xmlns:p14="http://schemas.microsoft.com/office/powerpoint/2010/main" val="518915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A4BE42-1215-4DC1-BA96-6C5C85CE205C}"/>
              </a:ext>
            </a:extLst>
          </p:cNvPr>
          <p:cNvSpPr/>
          <p:nvPr/>
        </p:nvSpPr>
        <p:spPr>
          <a:xfrm>
            <a:off x="0" y="999724"/>
            <a:ext cx="12192000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തനിച്ചു നടപ്പാന്‍ ത്രാണി പോരാത്ത കുഞ്ഞിനെ താന്‍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വനത്തില്‍ വിടുമോ വാനരന്‍ പ്രിയാ </a:t>
            </a:r>
          </a:p>
          <a:p>
            <a:r>
              <a:rPr lang="ml-IN" sz="30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അനച്ചപറ്റി വസിപ്പാന്‍ മാര്‍വുമ-തിന്നുവേണ്ട സമസ്ത</a:t>
            </a:r>
            <a:r>
              <a:rPr lang="en-US" sz="30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വഴിയും</a:t>
            </a:r>
            <a:endParaRPr lang="en-US" sz="3000" b="1" spc="-300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തനിക്കു ലഭിച്ച കഴിവുപോലെ കൊടുത്തു പോറ്റുന്നതിന്‍റെ തള്ളയും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7DFB22-7B92-412D-B42C-D1F0683C064C}"/>
              </a:ext>
            </a:extLst>
          </p:cNvPr>
          <p:cNvSpPr/>
          <p:nvPr/>
        </p:nvSpPr>
        <p:spPr>
          <a:xfrm>
            <a:off x="1" y="3880338"/>
            <a:ext cx="12192000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Thanichu </a:t>
            </a:r>
            <a:r>
              <a:rPr lang="en-US" sz="3400" b="1" dirty="0" err="1">
                <a:solidFill>
                  <a:srgbClr val="002060"/>
                </a:solidFill>
              </a:rPr>
              <a:t>nadappaan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thraanhi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poraaththa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kunjine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thaan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Vanaththil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vidumo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vaanaram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priyaa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300" b="1" dirty="0" err="1">
                <a:solidFill>
                  <a:srgbClr val="002060"/>
                </a:solidFill>
              </a:rPr>
              <a:t>Anachapatti</a:t>
            </a:r>
            <a:r>
              <a:rPr lang="en-US" sz="3300" b="1" dirty="0">
                <a:solidFill>
                  <a:srgbClr val="002060"/>
                </a:solidFill>
              </a:rPr>
              <a:t> </a:t>
            </a:r>
            <a:r>
              <a:rPr lang="en-US" sz="3300" b="1" dirty="0" err="1">
                <a:solidFill>
                  <a:srgbClr val="002060"/>
                </a:solidFill>
              </a:rPr>
              <a:t>vasippaam</a:t>
            </a:r>
            <a:r>
              <a:rPr lang="en-US" sz="3300" b="1" dirty="0">
                <a:solidFill>
                  <a:srgbClr val="002060"/>
                </a:solidFill>
              </a:rPr>
              <a:t> </a:t>
            </a:r>
            <a:r>
              <a:rPr lang="en-US" sz="3300" b="1" dirty="0" err="1">
                <a:solidFill>
                  <a:srgbClr val="002060"/>
                </a:solidFill>
              </a:rPr>
              <a:t>maarvum-athinu</a:t>
            </a:r>
            <a:r>
              <a:rPr lang="en-US" sz="3300" b="1" dirty="0">
                <a:solidFill>
                  <a:srgbClr val="002060"/>
                </a:solidFill>
              </a:rPr>
              <a:t> </a:t>
            </a:r>
            <a:r>
              <a:rPr lang="en-US" sz="3300" b="1" dirty="0" err="1">
                <a:solidFill>
                  <a:srgbClr val="002060"/>
                </a:solidFill>
              </a:rPr>
              <a:t>venda</a:t>
            </a:r>
            <a:r>
              <a:rPr lang="en-US" sz="3300" b="1" dirty="0">
                <a:solidFill>
                  <a:srgbClr val="002060"/>
                </a:solidFill>
              </a:rPr>
              <a:t> </a:t>
            </a:r>
            <a:r>
              <a:rPr lang="en-US" sz="3300" b="1" dirty="0" err="1">
                <a:solidFill>
                  <a:srgbClr val="002060"/>
                </a:solidFill>
              </a:rPr>
              <a:t>samastha</a:t>
            </a:r>
            <a:r>
              <a:rPr lang="en-US" sz="3300" b="1" dirty="0">
                <a:solidFill>
                  <a:srgbClr val="002060"/>
                </a:solidFill>
              </a:rPr>
              <a:t> </a:t>
            </a:r>
            <a:r>
              <a:rPr lang="en-US" sz="3300" b="1" dirty="0" err="1">
                <a:solidFill>
                  <a:srgbClr val="002060"/>
                </a:solidFill>
              </a:rPr>
              <a:t>vazhiyum</a:t>
            </a:r>
            <a:endParaRPr lang="en-US" sz="33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Thanikku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labhicha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kazhivu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polekoduththu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Pottunn-athinte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thallhayum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4CF6AF-1F2E-4AF3-90F8-E482870BF831}"/>
              </a:ext>
            </a:extLst>
          </p:cNvPr>
          <p:cNvSpPr txBox="1"/>
          <p:nvPr/>
        </p:nvSpPr>
        <p:spPr>
          <a:xfrm>
            <a:off x="0" y="26922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2C002-4087-4C22-9856-31A32FF74A73}"/>
              </a:ext>
            </a:extLst>
          </p:cNvPr>
          <p:cNvSpPr txBox="1"/>
          <p:nvPr/>
        </p:nvSpPr>
        <p:spPr>
          <a:xfrm>
            <a:off x="11183815" y="0"/>
            <a:ext cx="1008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469</a:t>
            </a:r>
          </a:p>
        </p:txBody>
      </p:sp>
    </p:spTree>
    <p:extLst>
      <p:ext uri="{BB962C8B-B14F-4D97-AF65-F5344CB8AC3E}">
        <p14:creationId xmlns:p14="http://schemas.microsoft.com/office/powerpoint/2010/main" val="2559158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A4BE42-1215-4DC1-BA96-6C5C85CE205C}"/>
              </a:ext>
            </a:extLst>
          </p:cNvPr>
          <p:cNvSpPr/>
          <p:nvPr/>
        </p:nvSpPr>
        <p:spPr>
          <a:xfrm>
            <a:off x="0" y="999724"/>
            <a:ext cx="12192000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പറക്കശീലം വരുത്താന്‍ മക്കളെ കഴുകന്‍ തന്‍ പുര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മറിച്ചു വീണ്ടും കനിവുകൊണ്ടതില്‍ </a:t>
            </a:r>
          </a:p>
          <a:p>
            <a:r>
              <a:rPr lang="ml-IN" sz="30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പറന്നു താഴെ പതിച്ചെന്നോര്‍ത്തു പിടച്ചു വീഴാന്‍ തുടങ്ങുന്നേരേം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പറന്നുതാണിട്ടതിനെ ചിറകില്‍ വഹിച്ചു വീണ്ടും  നടത്തും തള്ളയും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7DFB22-7B92-412D-B42C-D1F0683C064C}"/>
              </a:ext>
            </a:extLst>
          </p:cNvPr>
          <p:cNvSpPr/>
          <p:nvPr/>
        </p:nvSpPr>
        <p:spPr>
          <a:xfrm>
            <a:off x="0" y="3646602"/>
            <a:ext cx="12192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Parhakka </a:t>
            </a:r>
            <a:r>
              <a:rPr lang="en-US" sz="3400" b="1" dirty="0" err="1">
                <a:solidFill>
                  <a:srgbClr val="002060"/>
                </a:solidFill>
              </a:rPr>
              <a:t>sheelam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varuththaan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makkalhe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kazhuan</a:t>
            </a:r>
            <a:r>
              <a:rPr lang="en-US" sz="3400" b="1" dirty="0">
                <a:solidFill>
                  <a:srgbClr val="002060"/>
                </a:solidFill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</a:rPr>
              <a:t>pura</a:t>
            </a:r>
            <a:r>
              <a:rPr lang="en-US" sz="3400" b="1" dirty="0">
                <a:solidFill>
                  <a:srgbClr val="002060"/>
                </a:solidFill>
              </a:rPr>
              <a:t>-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Marhichchu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veendum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kanivu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kondathil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Parhannu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thaazhe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pathichchennorththu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pidachu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veezhaan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thudangunneram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Parhannu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thaanhittathine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chirhakil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vahichu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veendum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Nadaththum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thallhayum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4CF6AF-1F2E-4AF3-90F8-E482870BF831}"/>
              </a:ext>
            </a:extLst>
          </p:cNvPr>
          <p:cNvSpPr txBox="1"/>
          <p:nvPr/>
        </p:nvSpPr>
        <p:spPr>
          <a:xfrm>
            <a:off x="0" y="26922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2C002-4087-4C22-9856-31A32FF74A73}"/>
              </a:ext>
            </a:extLst>
          </p:cNvPr>
          <p:cNvSpPr txBox="1"/>
          <p:nvPr/>
        </p:nvSpPr>
        <p:spPr>
          <a:xfrm>
            <a:off x="11183815" y="0"/>
            <a:ext cx="1008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469</a:t>
            </a:r>
          </a:p>
        </p:txBody>
      </p:sp>
    </p:spTree>
    <p:extLst>
      <p:ext uri="{BB962C8B-B14F-4D97-AF65-F5344CB8AC3E}">
        <p14:creationId xmlns:p14="http://schemas.microsoft.com/office/powerpoint/2010/main" val="3012195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A4BE42-1215-4DC1-BA96-6C5C85CE205C}"/>
              </a:ext>
            </a:extLst>
          </p:cNvPr>
          <p:cNvSpPr/>
          <p:nvPr/>
        </p:nvSpPr>
        <p:spPr>
          <a:xfrm>
            <a:off x="0" y="999724"/>
            <a:ext cx="12192000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spc="-300" dirty="0">
                <a:solidFill>
                  <a:srgbClr val="000000"/>
                </a:solidFill>
                <a:latin typeface="Kartika" panose="02020503030404060203" pitchFamily="18" charset="0"/>
              </a:rPr>
              <a:t>വരവു നോക്കി കാത്തുനായകാ തവപൊന്‍ മുഖത്തിലെ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കരുണയുള്ള കാന്തി വിലസുവാന്‍ </a:t>
            </a:r>
          </a:p>
          <a:p>
            <a:r>
              <a:rPr lang="ml-IN" sz="3000" b="1" spc="-300" dirty="0">
                <a:solidFill>
                  <a:srgbClr val="000000"/>
                </a:solidFill>
                <a:latin typeface="Kartika" panose="02020503030404060203" pitchFamily="18" charset="0"/>
              </a:rPr>
              <a:t>വരുന്നനേരം അറിഞ്ഞുകൂടാത്തതിനു വാഞ്ഛ മനസ്സില്‍പൂണ്ടു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കുരുകില്‍ പോലെ ഉണര്‍ന്നു കൂട്ടില്‍ തനിച്ചുകാലം കഴിക്കുന്നെങ്ങളും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7DFB22-7B92-412D-B42C-D1F0683C064C}"/>
              </a:ext>
            </a:extLst>
          </p:cNvPr>
          <p:cNvSpPr/>
          <p:nvPr/>
        </p:nvSpPr>
        <p:spPr>
          <a:xfrm>
            <a:off x="0" y="3880338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Varavu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nokki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kaaththu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naayaka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thava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pon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mukhaththile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Karunhayullha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kaanthi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vilasuvaan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Varunna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neram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arinjukoodaaththathinu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vaancha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manassil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poondu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Kurikilpole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unharnnu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koottil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thanichukaalam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Kazhikkunnengalhum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4CF6AF-1F2E-4AF3-90F8-E482870BF831}"/>
              </a:ext>
            </a:extLst>
          </p:cNvPr>
          <p:cNvSpPr txBox="1"/>
          <p:nvPr/>
        </p:nvSpPr>
        <p:spPr>
          <a:xfrm>
            <a:off x="0" y="26922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2C002-4087-4C22-9856-31A32FF74A73}"/>
              </a:ext>
            </a:extLst>
          </p:cNvPr>
          <p:cNvSpPr txBox="1"/>
          <p:nvPr/>
        </p:nvSpPr>
        <p:spPr>
          <a:xfrm>
            <a:off x="11183815" y="0"/>
            <a:ext cx="1008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469</a:t>
            </a:r>
          </a:p>
        </p:txBody>
      </p:sp>
    </p:spTree>
    <p:extLst>
      <p:ext uri="{BB962C8B-B14F-4D97-AF65-F5344CB8AC3E}">
        <p14:creationId xmlns:p14="http://schemas.microsoft.com/office/powerpoint/2010/main" val="374094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242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469 എന്നെനിക്കെന്‍ ദുഃഖം തീരുമോ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Ennenikken dukham theerumo</dc:title>
  <dc:creator>Acsah Mathews</dc:creator>
  <cp:lastModifiedBy>Acsah Mathews</cp:lastModifiedBy>
  <cp:revision>3</cp:revision>
  <dcterms:created xsi:type="dcterms:W3CDTF">2018-11-30T16:55:29Z</dcterms:created>
  <dcterms:modified xsi:type="dcterms:W3CDTF">2018-11-30T17:12:18Z</dcterms:modified>
</cp:coreProperties>
</file>