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70" r:id="rId3"/>
    <p:sldId id="277" r:id="rId4"/>
    <p:sldId id="278" r:id="rId5"/>
    <p:sldId id="283" r:id="rId6"/>
    <p:sldId id="279" r:id="rId7"/>
    <p:sldId id="284" r:id="rId8"/>
    <p:sldId id="280" r:id="rId9"/>
    <p:sldId id="285" r:id="rId10"/>
    <p:sldId id="281" r:id="rId11"/>
    <p:sldId id="286" r:id="rId12"/>
    <p:sldId id="282" r:id="rId13"/>
    <p:sldId id="287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64A38-71CC-45A0-94BC-37CB70E0DAB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40D9D-1A68-407F-9385-745D8E7D7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5668C-E271-4955-8D2A-6B1BBB32334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1A9B7-8E81-499C-BBF5-9D9B1EAC33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2E5CC-C9FC-4C62-BEE0-8641133FDC9E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E31E2D-395E-4FA3-877B-839A3AE91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7A5EFB-5D55-459E-A4E6-089F5F45D12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80E68-3CD8-4C48-B48B-3A2DF09FB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D61E8-AE58-4498-ABAB-ED23D6799D7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41937-7AB1-41F4-B875-0ADEA0652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3B4E5-233F-40AF-9FB0-8B981FAC6ED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7DDD77-65F0-4F78-A3A3-6924344007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73650-B8CB-41AA-BCD8-D706FBC30D30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927A24-AEFE-42E0-AA76-8C3086EBD9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721D9-2621-45E5-A2D7-FE39AD0F068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FEB8F-ED3F-4E96-95C0-608EF748DA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23DAE-6CF0-4674-939D-53CCB38BDC61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2F8670-3DFF-4FD9-A60C-4AFD4BE303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57461-25ED-44B9-917F-C91BB90A43C8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5D06C-C74E-4F43-935B-4977EEB5BB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D02DD-9917-4FE0-8755-FBAE8133C99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4743E-912C-4D49-9EA3-DCF9E2F8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49758F1-48E4-4A95-B8E9-79F9625DAE37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01E89D-289E-4403-B134-5E6894993C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3070-139C-433F-9E78-522E6A7B8A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എന്നെ രക്ഷിപ്പാൻ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893DF-B650-4A0B-AB80-7943A2BF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  <a:cs typeface="Kartika" panose="02020503030404060203" pitchFamily="18" charset="0"/>
              </a:rPr>
              <a:t>Enney </a:t>
            </a:r>
            <a:r>
              <a:rPr lang="en-US" sz="4000" b="1" dirty="0" err="1">
                <a:solidFill>
                  <a:srgbClr val="002060"/>
                </a:solidFill>
                <a:cs typeface="Kartika" panose="02020503030404060203" pitchFamily="18" charset="0"/>
              </a:rPr>
              <a:t>rakshippaan</a:t>
            </a:r>
            <a:endParaRPr lang="en-US" sz="4000" b="1" dirty="0">
              <a:solidFill>
                <a:srgbClr val="002060"/>
              </a:solidFill>
              <a:cs typeface="Kartika" panose="02020503030404060203" pitchFamily="18" charset="0"/>
            </a:endParaRPr>
          </a:p>
          <a:p>
            <a:r>
              <a:rPr lang="en-US" sz="3800" i="1" dirty="0">
                <a:solidFill>
                  <a:srgbClr val="002060"/>
                </a:solidFill>
                <a:cs typeface="Kartika" panose="02020503030404060203" pitchFamily="18" charset="0"/>
              </a:rPr>
              <a:t>Draw me nearer </a:t>
            </a:r>
            <a:r>
              <a:rPr lang="en-US" sz="3600" i="1" dirty="0">
                <a:solidFill>
                  <a:srgbClr val="002060"/>
                </a:solidFill>
                <a:cs typeface="Kartika" panose="02020503030404060203" pitchFamily="18" charset="0"/>
              </a:rPr>
              <a:t>– Fanny J. Crosby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295500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5771" y="1150434"/>
            <a:ext cx="11955966" cy="2735766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രക്ഷിപ്പാൻ ഉന്നതം വിട്ടു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മന്നിൽ വന്ന കർത്താവേ!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സ്വർഗ്ഗത്തിൽ നിന്നിഹ കൊണ്ടു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വന്നതു നിൻ സ്നേഹമേ!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AD946-252A-4C07-AC87-6DF491BB9918}"/>
              </a:ext>
            </a:extLst>
          </p:cNvPr>
          <p:cNvSpPr/>
          <p:nvPr/>
        </p:nvSpPr>
        <p:spPr>
          <a:xfrm>
            <a:off x="27878" y="40686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  <a:cs typeface="Kartika" panose="02020503030404060203" pitchFamily="18" charset="0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914400" y="40386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Enney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rakshippaan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unnatham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vittu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Mannil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vanna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Karthaavey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!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swargaththil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ninnihakondu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Vannathu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snehamey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3454" y="730405"/>
            <a:ext cx="12158546" cy="2735766"/>
          </a:xfrm>
        </p:spPr>
        <p:txBody>
          <a:bodyPr anchor="t"/>
          <a:lstStyle/>
          <a:p>
            <a:pPr defTabSz="461963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മരിച്ച ക്രൂശിങ്കൽ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മുറിഞ്ഞ മാർവ്വിങ്കൽ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0" y="3858022"/>
            <a:ext cx="1215854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marichcha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krooshinkal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murinja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maarvinkal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771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5771" y="1150434"/>
            <a:ext cx="11955966" cy="2735766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നാവുകൊണ്ടു ചൊല്ലാവതിന്മേൽ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നോവെൻ പേർക്കായേറ്റല്ലോ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വിധം സ്നേഹം ജീവനാഥാ! ഈ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ഭൂവിലാർക്കുമില്ലഹോ!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AD946-252A-4C07-AC87-6DF491BB9918}"/>
              </a:ext>
            </a:extLst>
          </p:cNvPr>
          <p:cNvSpPr/>
          <p:nvPr/>
        </p:nvSpPr>
        <p:spPr>
          <a:xfrm>
            <a:off x="27878" y="40686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  <a:cs typeface="Kartika" panose="02020503030404060203" pitchFamily="18" charset="0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914400" y="40386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Naavu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chollaavathinmel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Nee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Nôven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pèrkkaaiyettallo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vidham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jeevanaathaa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!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bhoovilaarkkumillaho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5181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3454" y="730405"/>
            <a:ext cx="12158546" cy="2735766"/>
          </a:xfrm>
        </p:spPr>
        <p:txBody>
          <a:bodyPr anchor="t"/>
          <a:lstStyle/>
          <a:p>
            <a:pPr defTabSz="461963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മരിച്ച ക്രൂശിങ്കൽ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മുറിഞ്ഞ മാർവ്വിങ്കൽ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0" y="3858022"/>
            <a:ext cx="1215854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marichcha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krooshinkal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murinja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maarvinkal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560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5771" y="1150434"/>
            <a:ext cx="11955966" cy="2735766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നിങ്കലേക്കെന്നെ ആകർഷിപ്പാനായ്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രോഗമാം നിൻ ദൂതനെ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കരത്താൽ നീ എങ്കൽ അയച്ച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 കൃപയ്ക്കായ് സ്തോത്രമെ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AD946-252A-4C07-AC87-6DF491BB9918}"/>
              </a:ext>
            </a:extLst>
          </p:cNvPr>
          <p:cNvSpPr/>
          <p:nvPr/>
        </p:nvSpPr>
        <p:spPr>
          <a:xfrm>
            <a:off x="27878" y="40686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  <a:cs typeface="Kartika" panose="02020503030404060203" pitchFamily="18" charset="0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914400" y="40386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Ninkalekenney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aakarshippaanaai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Rôgamaam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doothaney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karaththaal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enkal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ayachcha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kripaikkaai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sthothramey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756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3454" y="730405"/>
            <a:ext cx="12158546" cy="2735766"/>
          </a:xfrm>
        </p:spPr>
        <p:txBody>
          <a:bodyPr anchor="t"/>
          <a:lstStyle/>
          <a:p>
            <a:pPr defTabSz="461963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മരിച്ച ക്രൂശിങ്കൽ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മുറിഞ്ഞ മാർവ്വിങ്കൽ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0" y="3858022"/>
            <a:ext cx="1215854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marichcha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krooshinkal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murinja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maarvinkal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172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5771" y="1150434"/>
            <a:ext cx="11955966" cy="2735766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സ്വരൂപത്തോടനുരൂപമായ്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വരുവാൻ നാളിൽ നാളിൽ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ചോരികാത്മാവിൻ വരങ്ങൾ എന്നും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നിറവായ്‌ നീയെന്നുള്ളിൽ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AD946-252A-4C07-AC87-6DF491BB9918}"/>
              </a:ext>
            </a:extLst>
          </p:cNvPr>
          <p:cNvSpPr/>
          <p:nvPr/>
        </p:nvSpPr>
        <p:spPr>
          <a:xfrm>
            <a:off x="27878" y="40686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  <a:cs typeface="Kartika" panose="02020503030404060203" pitchFamily="18" charset="0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914400" y="40386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swaroopaththod-anuroopamai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Varuvaan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naalhil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naalhil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Chorikaathmaavin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varangalh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ennum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Niravaai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ennullhil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01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3454" y="730405"/>
            <a:ext cx="12158546" cy="2735766"/>
          </a:xfrm>
        </p:spPr>
        <p:txBody>
          <a:bodyPr anchor="t"/>
          <a:lstStyle/>
          <a:p>
            <a:pPr defTabSz="461963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മരിച്ച ക്രൂശിങ്കൽ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മുറിഞ്ഞ മാർവ്വിങ്കൽ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0" y="3858022"/>
            <a:ext cx="1215854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marichcha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krooshinkal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murinja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maarvinkal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793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5771" y="1150434"/>
            <a:ext cx="11955966" cy="2735766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ജീവനുള്ളതാം ദൈവവചനം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നേരവുമെന്‍റെ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പാവനാഹാര മാവതി നെന്നും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ദിവ്യകൃപ നല്കുക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AD946-252A-4C07-AC87-6DF491BB9918}"/>
              </a:ext>
            </a:extLst>
          </p:cNvPr>
          <p:cNvSpPr/>
          <p:nvPr/>
        </p:nvSpPr>
        <p:spPr>
          <a:xfrm>
            <a:off x="27878" y="40686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  <a:cs typeface="Kartika" panose="02020503030404060203" pitchFamily="18" charset="0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914400" y="40386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Jeevanullhathaam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daiva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vachanam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Sarva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nèravum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entey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Paavanaahaara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maavathinennum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Divya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kripa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nalkuka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72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3454" y="730405"/>
            <a:ext cx="12158546" cy="2735766"/>
          </a:xfrm>
        </p:spPr>
        <p:txBody>
          <a:bodyPr anchor="t"/>
          <a:lstStyle/>
          <a:p>
            <a:pPr defTabSz="461963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മരിച്ച ക്രൂശിങ്കൽ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മുറിഞ്ഞ മാർവ്വിങ്കൽ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0" y="3858022"/>
            <a:ext cx="1215854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marichcha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krooshinkal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murinja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maarvinkal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27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65771" y="1150434"/>
            <a:ext cx="11955966" cy="2735766"/>
          </a:xfrm>
        </p:spPr>
        <p:txBody>
          <a:bodyPr anchor="t"/>
          <a:lstStyle/>
          <a:p>
            <a:pPr algn="l" defTabSz="461963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നിൻ സന്നിധൗ വന്നു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ഞാൻ കാണു ന്നേരം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ഉണ്ടാ മാനന്ദ മവർണ്ണ്യം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എന്നുമെന്നേക്കും ഭാഗ്യം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AD946-252A-4C07-AC87-6DF491BB9918}"/>
              </a:ext>
            </a:extLst>
          </p:cNvPr>
          <p:cNvSpPr/>
          <p:nvPr/>
        </p:nvSpPr>
        <p:spPr>
          <a:xfrm>
            <a:off x="27878" y="406864"/>
            <a:ext cx="121920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  <a:cs typeface="Kartika" panose="02020503030404060203" pitchFamily="18" charset="0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914400" y="4038600"/>
            <a:ext cx="99822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Unnathaththil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sannidhou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vannu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kaanhunneram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Ennil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undomaananda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mavarnnhyam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Ennum-ennekkum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bhaagyam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29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3454" y="730405"/>
            <a:ext cx="12158546" cy="2735766"/>
          </a:xfrm>
        </p:spPr>
        <p:txBody>
          <a:bodyPr anchor="t"/>
          <a:lstStyle/>
          <a:p>
            <a:pPr defTabSz="461963">
              <a:lnSpc>
                <a:spcPct val="114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മരിച്ച ക്രൂശിങ്കൽ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ആകർഷിക്ക എന്നെ പ്രിയ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മുറിഞ്ഞ മാർവ്വിങ്കൽ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F6B17-5496-4472-A616-E4421D6D1D14}"/>
              </a:ext>
            </a:extLst>
          </p:cNvPr>
          <p:cNvSpPr/>
          <p:nvPr/>
        </p:nvSpPr>
        <p:spPr>
          <a:xfrm>
            <a:off x="0" y="3858022"/>
            <a:ext cx="12158546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marichcha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krooshinkal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Aakarshikka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enney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priya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Rakshakaa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murinja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  <a:cs typeface="Kartika" panose="02020503030404060203" pitchFamily="18" charset="0"/>
              </a:rPr>
              <a:t>maarvinkal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28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230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Kartika</vt:lpstr>
      <vt:lpstr>Office Theme</vt:lpstr>
      <vt:lpstr>416 എന്നെ രക്ഷിപ്പാൻ</vt:lpstr>
      <vt:lpstr>എന്നെ രക്ഷിപ്പാൻ ഉന്നതം വിട്ടു  മന്നിൽ വന്ന കർത്താവേ! നിന്നെ സ്വർഗ്ഗത്തിൽ നിന്നിഹ കൊണ്ടു  വന്നതു നിൻ സ്നേഹമേ!</vt:lpstr>
      <vt:lpstr>ആകർഷിക്ക എന്നെ പ്രിയ രക്ഷകാ  നീ മരിച്ച ക്രൂശിങ്കൽ  ആകർഷിക്ക എന്നെ പ്രിയ രക്ഷകാ  നിൻ മുറിഞ്ഞ മാർവ്വിങ്കൽ </vt:lpstr>
      <vt:lpstr>നാവുകൊണ്ടു ചൊല്ലാവതിന്മേൽ നീ  നോവെൻ പേർക്കായേറ്റല്ലോ  ഈ വിധം സ്നേഹം ജീവനാഥാ! ഈ  ഭൂവിലാർക്കുമില്ലഹോ! </vt:lpstr>
      <vt:lpstr>ആകർഷിക്ക എന്നെ പ്രിയ രക്ഷകാ  നീ മരിച്ച ക്രൂശിങ്കൽ  ആകർഷിക്ക എന്നെ പ്രിയ രക്ഷകാ  നിൻ മുറിഞ്ഞ മാർവ്വിങ്കൽ </vt:lpstr>
      <vt:lpstr>നിങ്കലേക്കെന്നെ ആകർഷിപ്പാനായ്  രോഗമാം നിൻ ദൂതനെ  നിൻ കരത്താൽ നീ എങ്കൽ അയച്ച നിൻ  കൃപയ്ക്കായ് സ്തോത്രമെ</vt:lpstr>
      <vt:lpstr>ആകർഷിക്ക എന്നെ പ്രിയ രക്ഷകാ  നീ മരിച്ച ക്രൂശിങ്കൽ  ആകർഷിക്ക എന്നെ പ്രിയ രക്ഷകാ  നിൻ മുറിഞ്ഞ മാർവ്വിങ്കൽ </vt:lpstr>
      <vt:lpstr>നിൻ സ്വരൂപത്തോടനുരൂപമായ്  വരുവാൻ നാളിൽ നാളിൽ  ചോരികാത്മാവിൻ വരങ്ങൾ എന്നും  നിറവായ്‌ നീയെന്നുള്ളിൽ </vt:lpstr>
      <vt:lpstr>ആകർഷിക്ക എന്നെ പ്രിയ രക്ഷകാ  നീ മരിച്ച ക്രൂശിങ്കൽ  ആകർഷിക്ക എന്നെ പ്രിയ രക്ഷകാ  നിൻ മുറിഞ്ഞ മാർവ്വിങ്കൽ </vt:lpstr>
      <vt:lpstr>ജീവനുള്ളതാം ദൈവവചനം  സർവ്വ നേരവുമെന്‍റെ പാവനാഹാര മാവതി നെന്നും  ദിവ്യകൃപ നല്കുക</vt:lpstr>
      <vt:lpstr>ആകർഷിക്ക എന്നെ പ്രിയ രക്ഷകാ  നീ മരിച്ച ക്രൂശിങ്കൽ  ആകർഷിക്ക എന്നെ പ്രിയ രക്ഷകാ  നിൻ മുറിഞ്ഞ മാർവ്വിങ്കൽ </vt:lpstr>
      <vt:lpstr>ഉന്നതത്തിൽ നിൻ സന്നിധൗ വന്നു  നിന്നെ ഞാൻ കാണു ന്നേരം  എന്നിൽ ഉണ്ടാ മാനന്ദ മവർണ്ണ്യം  എന്നുമെന്നേക്കും ഭാഗ്യം </vt:lpstr>
      <vt:lpstr>ആകർഷിക്ക എന്നെ പ്രിയ രക്ഷകാ  നീ മരിച്ച ക്രൂശിങ്കൽ  ആകർഷിക്ക എന്നെ പ്രിയ രക്ഷകാ  നിൻ മുറിഞ്ഞ മാർവ്വിങ്കൽ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Enne rakshippan unnatham vittu</dc:title>
  <dc:creator>Digital Input; GM JOHN; Acsah Mathews</dc:creator>
  <cp:lastModifiedBy>Acsah Mathews</cp:lastModifiedBy>
  <cp:revision>248</cp:revision>
  <dcterms:created xsi:type="dcterms:W3CDTF">2013-04-19T09:19:07Z</dcterms:created>
  <dcterms:modified xsi:type="dcterms:W3CDTF">2018-11-27T14:11:30Z</dcterms:modified>
</cp:coreProperties>
</file>