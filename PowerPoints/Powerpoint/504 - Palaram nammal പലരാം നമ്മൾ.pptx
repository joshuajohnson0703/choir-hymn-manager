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4" r:id="rId4"/>
    <p:sldId id="263" r:id="rId5"/>
    <p:sldId id="267" r:id="rId6"/>
    <p:sldId id="265" r:id="rId7"/>
    <p:sldId id="268" r:id="rId8"/>
    <p:sldId id="266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42" d="100"/>
          <a:sy n="42" d="100"/>
        </p:scale>
        <p:origin x="60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D649E-AA89-4CE3-8207-7D3A36361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C518DC-9703-4A63-9C68-6F4489AB8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6579B-A044-485E-80C0-CDA955452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A93E-D3D3-4618-A5EA-4B09D4274C05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AD0C0-92FE-42D9-B2C8-66C5F0642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8D044-CB82-467D-A479-1547E0366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6CD95-6298-4C16-8F4C-379DA0CD9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31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889BE-4159-45D1-B4AB-B0EF17B08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CF992-3953-4807-9674-A7F610CA6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A6C5A-EEA3-4D06-91C1-F09395604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A93E-D3D3-4618-A5EA-4B09D4274C05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87E5C-39E0-4683-A2D2-AF1F3F74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A6015-6BA9-4CF5-A296-E1DCC1F38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6CD95-6298-4C16-8F4C-379DA0CD9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03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D0E6-B64D-4B2F-A24F-D8C8F928B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356D1-8327-4D7E-B51A-B556010C1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5B566-1829-4376-BD3F-5548BF17E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A93E-D3D3-4618-A5EA-4B09D4274C05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B3787-7053-46E7-929A-3A86AFE1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9741A-87A2-45FB-A704-0A1796ED0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6CD95-6298-4C16-8F4C-379DA0CD9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3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49BA9-8F09-4D5B-83D0-7749C1A7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8D9C4-49A0-415C-A8A7-CAD21D2BC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26774-2E8C-448B-B3BD-2E7EEA96D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CABBC-634B-439A-AE19-C40B88058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A93E-D3D3-4618-A5EA-4B09D4274C05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4F7A7-4098-4E76-B7CD-11CDA2CF6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63FA7-EEBE-44BD-A4E3-8E1EF89CE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6CD95-6298-4C16-8F4C-379DA0CD9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303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BAC9-A7BC-486D-9964-E71B9DD0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08C74-EDAD-4487-AC9A-39D98926A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2E413-A48A-4754-94D9-5E9780F7F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7F2BF5-A793-460C-AA99-A69E1B0E1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2A0E9-8343-4271-B68A-4253EADF5D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8F8437-ACB6-4954-A740-D9000BE2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A93E-D3D3-4618-A5EA-4B09D4274C05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35EC17-A9E3-40B0-BF9F-1EB4BE0D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0EDBF-5DC2-4942-B946-045177136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6CD95-6298-4C16-8F4C-379DA0CD9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43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EB351-E427-4912-B19F-D2076A5F3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ADDDD8-9E43-40BF-AD1A-C38756FC7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A93E-D3D3-4618-A5EA-4B09D4274C05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E11FB6-13AE-4679-A2B4-09B89C9E9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398528-C534-47EA-9624-7C7CCC0A9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6CD95-6298-4C16-8F4C-379DA0CD9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7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1BEA17-CFEC-4823-AFDB-B031917F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A93E-D3D3-4618-A5EA-4B09D4274C05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241D4-EE79-46E0-A3EF-F9F155131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D5EED-0480-4081-B465-6527F080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6CD95-6298-4C16-8F4C-379DA0CD9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7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7A63D-A998-415D-816E-4FDD1851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D5574-D633-4E6E-B327-0699B4D43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F26F2-6E01-4471-B783-98FDE3A5D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B4C39-A851-42B2-87AC-098A6575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A93E-D3D3-4618-A5EA-4B09D4274C05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7CECA-5AC5-46CE-B6FA-DD8B54C6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93651-0CA1-4A6D-B81A-374AE363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6CD95-6298-4C16-8F4C-379DA0CD9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097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2FC3-69AF-4D42-BFC6-58B363E1E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C59C5E-C912-42D0-9A1E-1DC6350BD1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0618C-DD11-4DDE-9938-E11A300A8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F149A-0CEE-4252-B7F5-9FE5D1877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A93E-D3D3-4618-A5EA-4B09D4274C05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64450-6C34-448E-9049-B45DA34C1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6454F-1DCC-44B3-BFD5-D908CA3F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6CD95-6298-4C16-8F4C-379DA0CD9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1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9AA69-ABAD-4C22-8500-E52810977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C4E1E-1EA0-494D-A867-7FAD8DADA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3215F-9E3C-450A-880A-68453F3EE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A93E-D3D3-4618-A5EA-4B09D4274C05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A525A-398F-48D6-A8E6-A70FC1BC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DAC2D-60FE-4258-BDE9-6D7A9EA3D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6CD95-6298-4C16-8F4C-379DA0CD9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26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48E7FF-6431-43B0-B83C-082D67671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2D64B-552D-4AE2-837B-37F149023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EAA18-3807-48A6-99BA-3D5E94E30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1A93E-D3D3-4618-A5EA-4B09D4274C05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A18E9-9F52-4D03-904D-2108CD80D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D4F3B-D7A1-486B-8420-C52D12625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6CD95-6298-4C16-8F4C-379DA0CD9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24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D5102-9C49-4496-B282-A48095443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3235A-A2FF-43E5-A26A-C5D0A21B8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8BC15-EEAF-4632-A11D-95EF354566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1A93E-D3D3-4618-A5EA-4B09D4274C05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FC582-6653-49B0-BA43-72E6E5F5C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AEF2-6845-4C92-86B2-C7813AF7B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6CD95-6298-4C16-8F4C-379DA0CD9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12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369"/>
            <a:ext cx="12192000" cy="30175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504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പലരാം നമ്മൾ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780788"/>
            <a:ext cx="12191999" cy="903726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Palaraam </a:t>
            </a:r>
            <a:r>
              <a:rPr lang="en-US" sz="4000" b="1" dirty="0" err="1">
                <a:solidFill>
                  <a:srgbClr val="002060"/>
                </a:solidFill>
              </a:rPr>
              <a:t>nammalh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6F41B2-75DE-4B10-955F-77515506FDA1}"/>
              </a:ext>
            </a:extLst>
          </p:cNvPr>
          <p:cNvSpPr/>
          <p:nvPr/>
        </p:nvSpPr>
        <p:spPr>
          <a:xfrm>
            <a:off x="8725505" y="5684398"/>
            <a:ext cx="32173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  <a:latin typeface="Arial" panose="020B0604020202020204" pitchFamily="34" charset="0"/>
              </a:rPr>
              <a:t>(Thomas Alexander) 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B0742A-7D41-47E7-98BE-562C127F4E01}"/>
              </a:ext>
            </a:extLst>
          </p:cNvPr>
          <p:cNvSpPr/>
          <p:nvPr/>
        </p:nvSpPr>
        <p:spPr>
          <a:xfrm>
            <a:off x="0" y="4564933"/>
            <a:ext cx="12192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i="1" dirty="0">
                <a:solidFill>
                  <a:srgbClr val="7030A0"/>
                </a:solidFill>
                <a:latin typeface="Arial" panose="020B0604020202020204" pitchFamily="34" charset="0"/>
              </a:rPr>
              <a:t>Ecumenical Sunday</a:t>
            </a:r>
            <a:endParaRPr lang="en-US" sz="30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965959" y="949957"/>
            <a:ext cx="9869103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പലരാം നമ്മൾ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ക്രിസ്തുവിൽ ഒരേ ശരീരം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ഒന്നായ് വാഴാം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ക്രിസ്തുവിൽ ഒന്നായ് വാഴാം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056132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</a:rPr>
              <a:t>Palaraam </a:t>
            </a:r>
            <a:r>
              <a:rPr lang="en-US" sz="3600" b="1" dirty="0" err="1">
                <a:solidFill>
                  <a:srgbClr val="002060"/>
                </a:solidFill>
              </a:rPr>
              <a:t>nammalh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Kristhuvil</a:t>
            </a:r>
            <a:r>
              <a:rPr lang="en-US" sz="3600" b="1" dirty="0">
                <a:solidFill>
                  <a:srgbClr val="002060"/>
                </a:solidFill>
              </a:rPr>
              <a:t> ore </a:t>
            </a:r>
            <a:r>
              <a:rPr lang="en-US" sz="3600" b="1" dirty="0" err="1">
                <a:solidFill>
                  <a:srgbClr val="002060"/>
                </a:solidFill>
              </a:rPr>
              <a:t>shareeram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Onnai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vaazham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Kristhuvil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onnai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vaazhaam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504</a:t>
            </a:r>
          </a:p>
        </p:txBody>
      </p:sp>
    </p:spTree>
    <p:extLst>
      <p:ext uri="{BB962C8B-B14F-4D97-AF65-F5344CB8AC3E}">
        <p14:creationId xmlns:p14="http://schemas.microsoft.com/office/powerpoint/2010/main" val="3895853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284281"/>
            <a:ext cx="11835062" cy="3347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എവിടെ നിൻ സോദരനെവിടെ 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കർത്താവിൻ ശബ്ദം 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പൊരുളറിയുക നാം  തിരിച്ചറിയുക നാം 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അതാണു ദൈവഹിതം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527536"/>
            <a:ext cx="12192000" cy="3330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evide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sodharanevide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Karthaavin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shabdham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Porularhiyuka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thiricharhiyukanaam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Athaanhu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daivahitham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504</a:t>
            </a:r>
          </a:p>
        </p:txBody>
      </p:sp>
    </p:spTree>
    <p:extLst>
      <p:ext uri="{BB962C8B-B14F-4D97-AF65-F5344CB8AC3E}">
        <p14:creationId xmlns:p14="http://schemas.microsoft.com/office/powerpoint/2010/main" val="2205592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356937" y="949957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ഭിന്നത വെടിഞ്ഞു ഖിന്നത മറന്നു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ഒന്നായ്‌ അണിചേരാം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ഭൂവതിലേശുവിൻ സാക്ഷികളാകാം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അതാണു ദൈവഹിതം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Bhinnatha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vedinjnju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khinnatha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marannu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Onnai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anhicheraam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Bhoovathileshuvin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saakhshikalhaakaam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Athaanhu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daivahitham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20005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47777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284281"/>
            <a:ext cx="11835062" cy="3347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എവിടെ നിൻ സോദരനെവിടെ 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കർത്താവിൻ ശബ്ദം 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പൊരുളറിയുക നാം  തിരിച്ചറിയുക നാം 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അതാണു ദൈവഹിതം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527536"/>
            <a:ext cx="12192000" cy="3330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evide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sodharanevide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Karthaavin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shabdham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Porularhiyuka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thiricharhiyukanaam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Athaanhu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daivahitham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504</a:t>
            </a:r>
          </a:p>
        </p:txBody>
      </p:sp>
    </p:spTree>
    <p:extLst>
      <p:ext uri="{BB962C8B-B14F-4D97-AF65-F5344CB8AC3E}">
        <p14:creationId xmlns:p14="http://schemas.microsoft.com/office/powerpoint/2010/main" val="1438542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356937" y="949957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വൈരവും പകയും എല്ലാം മറന്നു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ഒരുമയിൽ മുന്നേറാം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ആരാധിക്കാം പ്രാർത്ഥിച്ചിടാം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അതാണു ദൈവഹിതം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Vairavum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pakayum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ellaam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marannu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Orumayil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munneraam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Aaradhikkam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praarthicheedam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Athaanhu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daivahitham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20005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76856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284281"/>
            <a:ext cx="11835062" cy="3347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എവിടെ നിൻ സോദരനെവിടെ 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കർത്താവിൻ ശബ്ദം 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പൊരുളറിയുക നാം  തിരിച്ചറിയുക നാം 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അതാണു ദൈവഹിതം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527536"/>
            <a:ext cx="12192000" cy="3330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evide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sodharanevide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Karthaavin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shabdham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Porularhiyuka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thiricharhiyukanaam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Athaanhu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daivahitham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504</a:t>
            </a:r>
          </a:p>
        </p:txBody>
      </p:sp>
    </p:spTree>
    <p:extLst>
      <p:ext uri="{BB962C8B-B14F-4D97-AF65-F5344CB8AC3E}">
        <p14:creationId xmlns:p14="http://schemas.microsoft.com/office/powerpoint/2010/main" val="3597837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356937" y="949957"/>
            <a:ext cx="11478126" cy="261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എകമനസ്സോടൊന്നിച്ചൊന്നായ്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ഐക്യതയിൽ മരുവാം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ഉള്ളതിൽ പങ്കു ദാനം ചെയ്തിടാം </a:t>
            </a:r>
          </a:p>
          <a:p>
            <a:pPr>
              <a:lnSpc>
                <a:spcPct val="114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അതാണു ദൈവഹിതം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04765"/>
            <a:ext cx="1147812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Eka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manassodonnichonnai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Ikyathayil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maruvaam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Ullhathil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panku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daanam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cheythidaam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Athaanhu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daivahitham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E1103-6C16-4A32-8C13-A8DB98BA007E}"/>
              </a:ext>
            </a:extLst>
          </p:cNvPr>
          <p:cNvSpPr txBox="1"/>
          <p:nvPr/>
        </p:nvSpPr>
        <p:spPr>
          <a:xfrm>
            <a:off x="0" y="200055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38601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284281"/>
            <a:ext cx="11835062" cy="3347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നീ എവിടെ നിൻ സോദരനെവിടെ 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കർത്താവിൻ ശബ്ദം 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പൊരുളറിയുക നാം  തിരിച്ചറിയുക നാം </a:t>
            </a: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അതാണു ദൈവഹിതം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527536"/>
            <a:ext cx="12192000" cy="3330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evide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sodharanevide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Karthaavin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shabdham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Porularhiyuka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thiricharhiyukanaam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Athaanhu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daivahitham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504</a:t>
            </a:r>
          </a:p>
        </p:txBody>
      </p:sp>
    </p:spTree>
    <p:extLst>
      <p:ext uri="{BB962C8B-B14F-4D97-AF65-F5344CB8AC3E}">
        <p14:creationId xmlns:p14="http://schemas.microsoft.com/office/powerpoint/2010/main" val="3818011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191</Words>
  <Application>Microsoft Office PowerPoint</Application>
  <PresentationFormat>Widescreen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Kartika</vt:lpstr>
      <vt:lpstr>Office Theme</vt:lpstr>
      <vt:lpstr>504 പലരാം നമ്മൾ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Palaram nammal</dc:title>
  <dc:creator>Acsah Mathews</dc:creator>
  <cp:lastModifiedBy>Acsah Mathews</cp:lastModifiedBy>
  <cp:revision>1</cp:revision>
  <dcterms:created xsi:type="dcterms:W3CDTF">2018-12-03T17:20:20Z</dcterms:created>
  <dcterms:modified xsi:type="dcterms:W3CDTF">2018-12-03T17:26:40Z</dcterms:modified>
</cp:coreProperties>
</file>