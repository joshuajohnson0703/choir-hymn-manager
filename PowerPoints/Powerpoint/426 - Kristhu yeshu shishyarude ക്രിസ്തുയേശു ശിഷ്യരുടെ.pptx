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1" r:id="rId3"/>
    <p:sldId id="283" r:id="rId4"/>
    <p:sldId id="284" r:id="rId5"/>
    <p:sldId id="285" r:id="rId6"/>
    <p:sldId id="286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6294C-BC93-4642-AA7E-B5550C6A20DD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F6278-D326-47C3-A66B-4EB6CA7A4B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89050A-AB98-4B71-9532-44770275AE0C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6FB71-A423-48C5-9C03-B5AB00DBC1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6B7FF-4D00-48B7-854B-3DB25F07742E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65373-759C-4FF7-AA9C-209308927A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9C9D4-4E97-409A-8D5F-06176A3D87EE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010A1A-7C59-4DD5-BB9C-A576F5304C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F94EB-E7C3-4DD9-B23D-3882E14DE03A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50B69-F422-4682-BDAD-CFC75F8C3E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4D9B35-0B99-4DE0-9D04-746615B60030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54789C-B5FE-4F45-A474-EC1B6F5518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FC34E5-FD8E-429B-83C5-738AD584B3D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DF37A-3071-4AD4-B611-1B31D101AA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3CD63-175C-45E0-A4E5-31D85154703E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AA953-564E-44BD-A073-5F7AFF06C3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AAD13-1115-4A99-966D-5E61FC3CFEC3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E91562-A2CE-4BD6-99A9-510DF72077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BEBF1A-5866-4AC5-8626-3FF94E9A870D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6C9C9-3B18-4150-9390-94861783AC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ACEE38-119E-4722-9105-EE7C82BFE942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BA6679-2312-4226-B861-D4568E767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8115DBF-D57D-4F43-98FB-495FCE515E40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AA0BADE-59C2-43A2-9249-138689CCED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FF4E-B250-4718-AC7A-03E6B15A0C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426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ക്രിസ്തുയേശു ശിഷ്യരുടെ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29EBC-242A-45D3-B699-B040444A9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Kristhu </a:t>
            </a:r>
            <a:r>
              <a:rPr lang="en-US" sz="4000" b="1" dirty="0" err="1">
                <a:solidFill>
                  <a:srgbClr val="002060"/>
                </a:solidFill>
              </a:rPr>
              <a:t>yeshu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shishyarude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4190EA-ACC4-4894-850E-276C5F48D10C}"/>
              </a:ext>
            </a:extLst>
          </p:cNvPr>
          <p:cNvSpPr/>
          <p:nvPr/>
        </p:nvSpPr>
        <p:spPr>
          <a:xfrm>
            <a:off x="1193329" y="4717017"/>
            <a:ext cx="3315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(യുസ്തുസ് യൌസേഫ്)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93F239-A87F-4644-8CA7-F42D6F89B264}"/>
              </a:ext>
            </a:extLst>
          </p:cNvPr>
          <p:cNvSpPr/>
          <p:nvPr/>
        </p:nvSpPr>
        <p:spPr>
          <a:xfrm>
            <a:off x="8584729" y="4717017"/>
            <a:ext cx="25561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  <a:latin typeface="Arial" panose="020B0604020202020204" pitchFamily="34" charset="0"/>
              </a:rPr>
              <a:t>Yusthus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anose="020B0604020202020204" pitchFamily="34" charset="0"/>
              </a:rPr>
              <a:t>Youseph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702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63859"/>
            <a:ext cx="12192000" cy="26670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ക്രിസ്തുയേശു ശിഷ്യരുടെ കാലുകളെ കഴു-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കീട്ടു തന്നുടുപ്പു കളുടുത്ത ശേഷം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പിന്നെയും ചാരിയിരുന്നു ചൊന്നവരോടു ഞാൻ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 നിങ്ങളോടു ചൊന്നതിന്നതെന്നുള്ളിൽ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4C1F88-B613-4091-B5C1-B30284C398C5}"/>
              </a:ext>
            </a:extLst>
          </p:cNvPr>
          <p:cNvSpPr/>
          <p:nvPr/>
        </p:nvSpPr>
        <p:spPr>
          <a:xfrm>
            <a:off x="609600" y="3429000"/>
            <a:ext cx="11582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Kristhu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shishyarude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kaalukalhe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kazhu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keettu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thann-uduppukalhuduththa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shesham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Pinneyum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chaariyirunnu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chonnavarodu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Innu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chonnathinnathennullhil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63859"/>
            <a:ext cx="12192000" cy="26670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നിങ്ങൾ അറിയുന്നുവോ ഗുരുവുമധിപനു മെ-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ന്നിങ്ങനെ നിങ്ങൾ വിളിച്ചീടുന്നതെന്നെ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അങ്ങനെ ഞാനാകയാൽ നന്നായുരയ്ക്കുന്നു യെന്നാൽ-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നിങ്ങളുടെ നാഥനും ഗുരുവുമായ ഞാൻ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4C1F88-B613-4091-B5C1-B30284C398C5}"/>
              </a:ext>
            </a:extLst>
          </p:cNvPr>
          <p:cNvSpPr/>
          <p:nvPr/>
        </p:nvSpPr>
        <p:spPr>
          <a:xfrm>
            <a:off x="609600" y="3429000"/>
            <a:ext cx="11582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arhiyunnuvo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guruvumadhipanume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nningane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vilhichidunnathenne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Angane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njanaakayaal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nannayuraykkunnu-yennaal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guruvumaaya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4345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63859"/>
            <a:ext cx="12192000" cy="26670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നിങ്ങൾ പാദങ്ങളെ കഴുകി യെങ്കിൽ തമ്മിൽ-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നിങ്ങളും പാദങ്ങളെ കഴുകേണ്ടതാകുന്നു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നിങ്ങളോടു ചെയ്തവണ്ണം നിങ്ങളും ചെയ്യാനൊരു-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മംഗല ദൃഷ്ടാന്ത മിന്നു തന്നു നിങ്ങൾക്ക്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4C1F88-B613-4091-B5C1-B30284C398C5}"/>
              </a:ext>
            </a:extLst>
          </p:cNvPr>
          <p:cNvSpPr/>
          <p:nvPr/>
        </p:nvSpPr>
        <p:spPr>
          <a:xfrm>
            <a:off x="609600" y="3429000"/>
            <a:ext cx="11582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paadangalhe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kazhukiyenkil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thammil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paadangalhe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kazhukendathaakunnu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Ninglhodu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cheythavannham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cheyyanoru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Mangala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drishtaanthaminnu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ningalhkku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3644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63859"/>
            <a:ext cx="12192000" cy="26670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ആമേനാമേൻ നിങ്ങളോടു ഞാനുരയ്ക്കുന്നു തൻ-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കർത്താവിനേക്കാൾ ദാസനു മയച്ചവനെക്കാൾ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ദൂതനും വലുതല്ലിവ നിങ്ങളറിയുന്നെങ്കിൽ-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ചെയ്തു വെന്നാലവ നിങ്ങൾ ധന്യരാകുന്നു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4C1F88-B613-4091-B5C1-B30284C398C5}"/>
              </a:ext>
            </a:extLst>
          </p:cNvPr>
          <p:cNvSpPr/>
          <p:nvPr/>
        </p:nvSpPr>
        <p:spPr>
          <a:xfrm>
            <a:off x="609600" y="3429000"/>
            <a:ext cx="11582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Aamen-aamen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njaanuraykkunnu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Karththavinekkaalh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daasanumayachavanekkaalh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Doothanum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valuthalliva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ningalharhiyunnenkil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Cheythuvennaaliva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dhanyaraakunnu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3532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63859"/>
            <a:ext cx="12192000" cy="26670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ഇങ്ങനെ താഴ്മ ഉപദേശിച്ചു യേശുവേ ദോഷം-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തിങ്ങി യേറ്റം പൊങ്ങി യുള്ളോ രീയടിയനെ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ഭംഗിയിൽ താഴ്മപ്പെടുത്തി മംഗലമാക്കി-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കൃപ താങ്ങുവാൻ തിരു കടാക്ഷ മിങ്ങു നൽകുക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4C1F88-B613-4091-B5C1-B30284C398C5}"/>
              </a:ext>
            </a:extLst>
          </p:cNvPr>
          <p:cNvSpPr/>
          <p:nvPr/>
        </p:nvSpPr>
        <p:spPr>
          <a:xfrm>
            <a:off x="609600" y="3429000"/>
            <a:ext cx="11582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Ingane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thaazhma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upadeshicha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dhosham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Thingiyettam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pongiyullhoreeyadiyane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Bhangiyil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thaazhmappeduththi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mangalamaakki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Kripa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thaanguvaan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kadaakshamingu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nalkuka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7217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</TotalTime>
  <Words>92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426 ക്രിസ്തുയേശു ശിഷ്യരുടെ</vt:lpstr>
      <vt:lpstr>1 ക്രിസ്തുയേശു ശിഷ്യരുടെ കാലുകളെ കഴു-  കീട്ടു തന്നുടുപ്പു കളുടുത്ത ശേഷം  പിന്നെയും ചാരിയിരുന്നു ചൊന്നവരോടു ഞാൻ  ഇന്നു നിങ്ങളോടു ചൊന്നതിന്നതെന്നുള്ളിൽ</vt:lpstr>
      <vt:lpstr>2 നിങ്ങൾ അറിയുന്നുവോ ഗുരുവുമധിപനു മെ-  ന്നിങ്ങനെ നിങ്ങൾ വിളിച്ചീടുന്നതെന്നെ  അങ്ങനെ ഞാനാകയാൽ നന്നായുരയ്ക്കുന്നു യെന്നാൽ-  നിങ്ങളുടെ നാഥനും ഗുരുവുമായ ഞാൻ</vt:lpstr>
      <vt:lpstr>3 നിങ്ങൾ പാദങ്ങളെ കഴുകി യെങ്കിൽ തമ്മിൽ-  നിങ്ങളും പാദങ്ങളെ കഴുകേണ്ടതാകുന്നു  നിങ്ങളോടു ചെയ്തവണ്ണം നിങ്ങളും ചെയ്യാനൊരു-  മംഗല ദൃഷ്ടാന്ത മിന്നു തന്നു നിങ്ങൾക്ക്</vt:lpstr>
      <vt:lpstr>4 ആമേനാമേൻ നിങ്ങളോടു ഞാനുരയ്ക്കുന്നു തൻ-  കർത്താവിനേക്കാൾ ദാസനു മയച്ചവനെക്കാൾ  ദൂതനും വലുതല്ലിവ നിങ്ങളറിയുന്നെങ്കിൽ-  ചെയ്തു വെന്നാലവ നിങ്ങൾ ധന്യരാകുന്നു</vt:lpstr>
      <vt:lpstr>5 ഇങ്ങനെ താഴ്മ ഉപദേശിച്ചു യേശുവേ ദോഷം-  തിങ്ങി യേറ്റം പൊങ്ങി യുള്ളോ രീയടിയനെ  ഭംഗിയിൽ താഴ്മപ്പെടുത്തി മംഗലമാക്കി-  കൃപ താങ്ങുവാൻ തിരു കടാക്ഷ മിങ്ങു നൽകുക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Kristhu yeshu shishyarude</dc:title>
  <dc:creator>Digital Input; GM JOHN; Acsah Mathews</dc:creator>
  <cp:lastModifiedBy>Acsah Mathews</cp:lastModifiedBy>
  <cp:revision>403</cp:revision>
  <dcterms:created xsi:type="dcterms:W3CDTF">2013-04-19T09:19:07Z</dcterms:created>
  <dcterms:modified xsi:type="dcterms:W3CDTF">2018-11-27T15:33:17Z</dcterms:modified>
</cp:coreProperties>
</file>