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7A581-FBD0-400A-8142-75C4817FB6B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AB7D8-351F-4EB9-999E-AFCCF6FB6E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5514-A1C3-403A-A23E-853696D5966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59E22-80E0-46A3-8F33-4EED2E5863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E70DF-6988-4508-8294-A77D881BB3B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1815D-4164-42CC-8464-989634689C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DE402-9920-4924-A3C3-595DBD5891A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A1142-AB32-47D8-8499-ACCC69D546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BDBDB-B5A2-4021-A07D-D97D318B8D6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CF4FD-1B48-4FFC-BF3B-4DC2E7B1A1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3A827-FC5F-49F2-AE08-9CECA1A39EF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373DC-6772-4771-8A1F-628913F90F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71CF0-9BB5-4ED9-9CE4-376F863BB7A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63A49-005F-4C67-8955-0A7354FDB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CF887-38EF-437D-AAC4-3DD97DA9F76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6A4B0-50F8-461A-89C0-602A5A1782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E2FEA-15FC-4C36-9880-9FDD2BE63CB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1F9C3-913A-4C34-AB18-333DB4EE1E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A94A1-FF80-41AF-825C-2CB39D77078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8D294-1303-475E-B0BA-1701098913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8CFA2-1554-4324-A328-C4D39B9E742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D44D8-8592-4A6C-AF65-4AB19C2FF0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1C02F4-EDC6-4B59-8244-9283EC92714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DDDC29-5210-4A18-AAAA-C5A18DC468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07EA-9646-460C-9423-D96B7F7FA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ദൈവമേ ഈ ആണ്ടിനെ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9ADA3-EA9C-44E0-B979-6D2FC386B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Daivamey </a:t>
            </a:r>
            <a:r>
              <a:rPr lang="en-US" sz="4000" b="1" dirty="0" err="1">
                <a:solidFill>
                  <a:srgbClr val="002060"/>
                </a:solidFill>
              </a:rPr>
              <a:t>ee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aandiney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Father let me dedicate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88555128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71600"/>
            <a:ext cx="11887200" cy="2362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ഈ ആണ്ടിനെ പ്രതിഷ്ഠിക്കുന്നു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എടുപ്പാൻ എൻ പങ്കിനെ കാത്തിരിക്കുന്നു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ഇല്ലെനിക്കതില്ലാതെ പ്രാർത്ഥന വേറെ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മഹത്വമാക്കണമേ! നിന്‍റെ 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108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FD422-03FE-4645-B709-FB3DD0774336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F624B-1330-4451-9408-B4E3489A1BA0}"/>
              </a:ext>
            </a:extLst>
          </p:cNvPr>
          <p:cNvSpPr/>
          <p:nvPr/>
        </p:nvSpPr>
        <p:spPr>
          <a:xfrm>
            <a:off x="1295400" y="396240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Daivamey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aandiney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prathistikkunnu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Eduppaan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pankiney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Illenikkathillaathey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praathana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vèrey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Mahathwamaakkenhamey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71600"/>
            <a:ext cx="11887200" cy="2362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കുട്ടി തന്‍റെ ഇഷ്ടം പോലെ ആഗ്രഹിക്കുമോ?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താതൻ നന്മ അല്ലാതെ നിത്യം നല്കുമോ?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തന്നെതെല്ലാറ്റിനുമെ! സ്തോത്ര മെന്നുമേ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മഹത്വമാക്കേണമേ!  നിന്‍റെ 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108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FD422-03FE-4645-B709-FB3DD0774336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F624B-1330-4451-9408-B4E3489A1BA0}"/>
              </a:ext>
            </a:extLst>
          </p:cNvPr>
          <p:cNvSpPr/>
          <p:nvPr/>
        </p:nvSpPr>
        <p:spPr>
          <a:xfrm>
            <a:off x="1295400" y="396240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aagrahikkumo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Thannathellaattinnumey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sthothramennumey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Mahathwamaakkenhamey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83772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71600"/>
            <a:ext cx="11887200" cy="2362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ഇന്നും നീ സന്തോഷത്തെ എനിക്കു തന്നാൽ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ഇമ്പമാം പ്രകാശത്തെ എന്മേൽ വീശിയാൽ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ഹൃദയമെപ്പോഴും ചൊല്ലീടും ഇദം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 മാക്കേണമേ! നിന്‍റെ 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108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FD422-03FE-4645-B709-FB3DD0774336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F624B-1330-4451-9408-B4E3489A1BA0}"/>
              </a:ext>
            </a:extLst>
          </p:cNvPr>
          <p:cNvSpPr/>
          <p:nvPr/>
        </p:nvSpPr>
        <p:spPr>
          <a:xfrm>
            <a:off x="1295400" y="396240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Imbamaam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prakaashaththey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enmèl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veeshiyaal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hridayameppozhum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Mahathwamaakkenhamey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52564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71600"/>
            <a:ext cx="11887200" cy="2362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ക്രൂശു ഞാൻ എടുക്കുവാൻ നിൻ ഹിതം എങ്കിൽ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ലാഭം നഷ്ടമാകുവാൻ സംഗതി എങ്കിൽ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പുത്രൻ ചൊന്നപോലെ എന്നും എന്നുള്ളിൽ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മഹത്വമാക്കേണമേ! നിന്‍റെ 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1084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FD422-03FE-4645-B709-FB3DD0774336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F624B-1330-4451-9408-B4E3489A1BA0}"/>
              </a:ext>
            </a:extLst>
          </p:cNvPr>
          <p:cNvSpPr/>
          <p:nvPr/>
        </p:nvSpPr>
        <p:spPr>
          <a:xfrm>
            <a:off x="1295400" y="3962400"/>
            <a:ext cx="10896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edukkuvaan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Laabham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nashtamaakuvaan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sangathi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chonnapôley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ennullhil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Mahathwamaakkenhamey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779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106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417 ദൈവമേ ഈ ആണ്ടിനെ</vt:lpstr>
      <vt:lpstr>ദൈവമേ ഈ ആണ്ടിനെ പ്രതിഷ്ഠിക്കുന്നു  എടുപ്പാൻ എൻ പങ്കിനെ കാത്തിരിക്കുന്നു  ഇല്ലെനിക്കതില്ലാതെ പ്രാർത്ഥന വേറെ  മഹത്വമാക്കണമേ! നിന്‍റെ നാമത്തെ</vt:lpstr>
      <vt:lpstr>കുട്ടി തന്‍റെ ഇഷ്ടം പോലെ ആഗ്രഹിക്കുമോ? താതൻ നന്മ അല്ലാതെ നിത്യം നല്കുമോ? തന്നെതെല്ലാറ്റിനുമെ! സ്തോത്ര മെന്നുമേ മഹത്വമാക്കേണമേ!  നിന്‍റെ നാമത്തെ</vt:lpstr>
      <vt:lpstr>ഇന്നും നീ സന്തോഷത്തെ എനിക്കു തന്നാൽ   ഇമ്പമാം പ്രകാശത്തെ എന്മേൽ വീശിയാൽ  എന്‍റെ ഹൃദയമെപ്പോഴും ചൊല്ലീടും ഇദം മഹത്വ മാക്കേണമേ! നിന്‍റെ നാമത്തെ</vt:lpstr>
      <vt:lpstr>ക്രൂശു ഞാൻ എടുക്കുവാൻ നിൻ ഹിതം എങ്കിൽ  ലാഭം നഷ്ടമാകുവാൻ സംഗതി എങ്കിൽ  നിൻ പുത്രൻ ചൊന്നപോലെ എന്നും എന്നുള്ളിൽ മഹത്വമാക്കേണമേ! നിന്‍റെ നാമത്തെ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ee aandine</dc:title>
  <dc:creator>Digital Input; GM JOHN; Acsah Mathews</dc:creator>
  <cp:lastModifiedBy>Acsah Mathews</cp:lastModifiedBy>
  <cp:revision>245</cp:revision>
  <dcterms:created xsi:type="dcterms:W3CDTF">2013-04-19T09:19:07Z</dcterms:created>
  <dcterms:modified xsi:type="dcterms:W3CDTF">2018-11-27T14:24:50Z</dcterms:modified>
</cp:coreProperties>
</file>