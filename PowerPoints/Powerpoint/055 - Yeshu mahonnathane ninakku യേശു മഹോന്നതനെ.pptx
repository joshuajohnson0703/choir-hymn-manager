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1" r:id="rId3"/>
    <p:sldId id="275" r:id="rId4"/>
    <p:sldId id="276" r:id="rId5"/>
    <p:sldId id="277" r:id="rId6"/>
    <p:sldId id="278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8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EB0DD7-504E-40FC-8175-A4ADF8BF1BBA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A2971-D7D6-4042-A8A2-06A43C0F6A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3972AB-03ED-41C1-A45A-851596A2C50C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5E77BE-9A52-4178-BA1F-26FBCF7AEC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C051A-7CDC-446A-A30A-01A19D3CAA66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D98181-9D86-46AE-87E1-8790FEA39F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6CEBFE-FE5D-4707-8B62-9668E07ADEDE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D98B2-3F66-4F5F-9FEE-27CD4EB723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E52E7E-B332-4487-AAA2-B85AF126F52A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641D69-5C5B-4D48-83FD-045D685BA4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7EBDB0-57A7-4221-B58F-037088E066F9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2C71B2-401D-4B69-B171-CE20093610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506971-A44A-4C57-A86A-85F8713B073A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97773-31F4-4422-89CC-FB06DD3E17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35B374-68D2-4AD0-8BE9-B71CE9ED236C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A1427B-F8AF-49AD-9580-2EECA16069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D31ECC-A7CC-482E-B57A-11954FEC3C0E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82F851-EDC4-45F4-83D1-994A3E2890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05122-3F8A-4C09-A600-715C0F24EDDF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44307B-44AD-4CB9-847D-8C29079F34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73386D-025A-4F44-AE19-B0DEE6B28E8C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8EBEBB-2045-45A1-BD5B-FF9CBA809C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CA40FE5-11B2-4B72-BACB-A63B6B877485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42BDDA4-A6CA-4098-A0F1-F0758ABA8B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3A8B0-135A-4EF1-8F0F-AAC1DD7F79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55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യേശു മഹോന്നതനെ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2B58E1-BAC7-437B-974C-30F18F299F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50000"/>
                  </a:schemeClr>
                </a:solidFill>
              </a:rPr>
              <a:t>Yeshu</a:t>
            </a:r>
            <a:r>
              <a:rPr lang="en-US" sz="40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50000"/>
                  </a:schemeClr>
                </a:solidFill>
              </a:rPr>
              <a:t>mahonnathanay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7359324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71782"/>
            <a:ext cx="12192000" cy="3257218"/>
          </a:xfrm>
        </p:spPr>
        <p:txBody>
          <a:bodyPr anchor="t"/>
          <a:lstStyle/>
          <a:p>
            <a:pPr algn="l" defTabSz="341313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മഹോന്നതനെ നിനക്കു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സ്തോത്രമുണ്ടാകയെന്നേക്കുമാമേന്‍</a:t>
            </a:r>
            <a:br>
              <a:rPr lang="en-US" sz="1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നീചരാം ഞങ്ങളെ വീണ്ടിടുവാന്‍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വാനലോകം വെടിഞ്ഞോടിവന്നു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താണുനരാകൃതി പൂണ്ടതിനെ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കാണുവാൻ നീ കൃപ ചെയ്യേണമേ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0E40E9-EE0C-4BB1-9C41-15400BAED62D}"/>
              </a:ext>
            </a:extLst>
          </p:cNvPr>
          <p:cNvSpPr/>
          <p:nvPr/>
        </p:nvSpPr>
        <p:spPr>
          <a:xfrm>
            <a:off x="0" y="3505200"/>
            <a:ext cx="12191999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mahonnathanay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ninakku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Sthothramundaaka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enneykkum-aamen</a:t>
            </a:r>
            <a:endParaRPr lang="en-US" sz="160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/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1.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Neecharaam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njangalhey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veendiduvaan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Vaana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lokam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vedinjodivannu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Thaanhunaraakruthi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poondathiney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Kaanhuvaan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nee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kripa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cheiyyenhamey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9600" y="990600"/>
            <a:ext cx="11582400" cy="3257218"/>
          </a:xfrm>
        </p:spPr>
        <p:txBody>
          <a:bodyPr anchor="t"/>
          <a:lstStyle/>
          <a:p>
            <a:pPr algn="l" defTabSz="341313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വാനസേനാദികളിന്‍ സ്തുതിയും 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ആനന്ദമാം സ്വര്‍ഗ്ഗഭാഗ്യമതും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ഹീനരായിടുമീ ഞങ്ങളുടെ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ഊനമകറ്റുവാനായ് വെടിഞ്ഞു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0E40E9-EE0C-4BB1-9C41-15400BAED62D}"/>
              </a:ext>
            </a:extLst>
          </p:cNvPr>
          <p:cNvSpPr/>
          <p:nvPr/>
        </p:nvSpPr>
        <p:spPr>
          <a:xfrm>
            <a:off x="609600" y="3805297"/>
            <a:ext cx="1160245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2.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Vaanasènaadikalhin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sthuthiyum</a:t>
            </a:r>
            <a:endParaRPr lang="en-US" sz="320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Aanandamaam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swarggabhaagyamathum</a:t>
            </a:r>
            <a:endParaRPr lang="en-US" sz="320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Heenaraayidumee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njangalhudey</a:t>
            </a:r>
            <a:endParaRPr lang="en-US" sz="320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Oonamakattuvaanaay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vedinju</a:t>
            </a:r>
            <a:endParaRPr lang="en-US" sz="320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8422513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990600"/>
            <a:ext cx="11887200" cy="2438400"/>
          </a:xfrm>
        </p:spPr>
        <p:txBody>
          <a:bodyPr anchor="t"/>
          <a:lstStyle/>
          <a:p>
            <a:pPr algn="l" defTabSz="341313"/>
            <a:r>
              <a:rPr lang="en-US" sz="3200" b="1" dirty="0"/>
              <a:t>3	</a:t>
            </a:r>
            <a:r>
              <a:rPr lang="ml-IN" sz="3200" b="1" dirty="0"/>
              <a:t>ഭൂതലം ചുറ്റി നീ സഞ്ചരിച്ചു </a:t>
            </a:r>
            <a:br>
              <a:rPr lang="ml-IN" sz="3200" b="1" dirty="0"/>
            </a:br>
            <a:r>
              <a:rPr lang="en-US" sz="3200" b="1" dirty="0"/>
              <a:t>	</a:t>
            </a:r>
            <a:r>
              <a:rPr lang="ml-IN" sz="3200" b="1" dirty="0"/>
              <a:t>പാപികളെയരികെ വിളിച്ചു</a:t>
            </a:r>
            <a:br>
              <a:rPr lang="ml-IN" sz="3200" b="1" dirty="0"/>
            </a:br>
            <a:r>
              <a:rPr lang="en-US" sz="3200" b="1" dirty="0"/>
              <a:t>	</a:t>
            </a:r>
            <a:r>
              <a:rPr lang="ml-IN" sz="3200" b="1" dirty="0"/>
              <a:t>നീതിയിന്‍ മാര്‍ഗമെല്ലാമുരച്ചു </a:t>
            </a:r>
            <a:br>
              <a:rPr lang="en-US" sz="3200" b="1" dirty="0">
                <a:cs typeface="Kartika" pitchFamily="18" charset="0"/>
              </a:rPr>
            </a:br>
            <a:r>
              <a:rPr lang="en-US" sz="3200" b="1" dirty="0"/>
              <a:t>	</a:t>
            </a:r>
            <a:r>
              <a:rPr lang="ml-IN" sz="3200" b="1" dirty="0"/>
              <a:t>വേദനയേറ്റവും നീ സഹിച്ചു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0E40E9-EE0C-4BB1-9C41-15400BAED62D}"/>
              </a:ext>
            </a:extLst>
          </p:cNvPr>
          <p:cNvSpPr/>
          <p:nvPr/>
        </p:nvSpPr>
        <p:spPr>
          <a:xfrm>
            <a:off x="304800" y="3805297"/>
            <a:ext cx="1190725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3.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Bhoothalam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chutti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nee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sancharichu</a:t>
            </a:r>
            <a:endParaRPr lang="en-US" sz="320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Paapikalheyarikey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vilhichu</a:t>
            </a:r>
            <a:endParaRPr lang="en-US" sz="320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Neethiyin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maarggamellaam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urachu</a:t>
            </a:r>
            <a:endParaRPr lang="en-US" sz="320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Vèdana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yettavum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nee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sahichu</a:t>
            </a:r>
            <a:endParaRPr lang="en-US" sz="320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0768155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990600"/>
            <a:ext cx="11887200" cy="2438400"/>
          </a:xfrm>
        </p:spPr>
        <p:txBody>
          <a:bodyPr anchor="t"/>
          <a:lstStyle/>
          <a:p>
            <a:pPr algn="l" defTabSz="341313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പാപനിവാരണനായ നിന്മേല്‍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പാപമശേഷവുമേറ്റുകൊണ്ട്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പാപബലിക്കുനിൻ  ചോര ചിന്തി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പാരിന്മദ്ധ്യേ മരത്തിൽ മരിച്ചു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0E40E9-EE0C-4BB1-9C41-15400BAED62D}"/>
              </a:ext>
            </a:extLst>
          </p:cNvPr>
          <p:cNvSpPr/>
          <p:nvPr/>
        </p:nvSpPr>
        <p:spPr>
          <a:xfrm>
            <a:off x="304800" y="3805297"/>
            <a:ext cx="1190725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4.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Paapanivaaranhanaaya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ninmèl</a:t>
            </a:r>
            <a:endParaRPr lang="en-US" sz="320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Paapamashevuméttu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kondu</a:t>
            </a:r>
            <a:endParaRPr lang="en-US" sz="320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Paapa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belikku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nin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chorachinthi</a:t>
            </a:r>
            <a:endParaRPr lang="en-US" sz="320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Paarinmadhye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maraththi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marichu</a:t>
            </a:r>
            <a:endParaRPr lang="en-US" sz="320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3072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990600"/>
            <a:ext cx="11887200" cy="2438400"/>
          </a:xfrm>
        </p:spPr>
        <p:txBody>
          <a:bodyPr anchor="t"/>
          <a:lstStyle/>
          <a:p>
            <a:pPr algn="l" defTabSz="341313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ഈയുപകാരമെന്‍റെ മനസ്സില്‍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രാപ്പകലോര്‍ത്തു നിന്നോടണഞ്ഞു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ലോകയിമ്പങ്ങളെ തള്ളീടുവാന്‍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നീ കൃപചെയ്ക ദിനംപ്രതി മേൽ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0E40E9-EE0C-4BB1-9C41-15400BAED62D}"/>
              </a:ext>
            </a:extLst>
          </p:cNvPr>
          <p:cNvSpPr/>
          <p:nvPr/>
        </p:nvSpPr>
        <p:spPr>
          <a:xfrm>
            <a:off x="304800" y="3805297"/>
            <a:ext cx="1190725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5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Eeyupakaaramentey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manassil</a:t>
            </a:r>
            <a:endParaRPr lang="en-US" sz="320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 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Raappakalorthu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ninnodanhanju</a:t>
            </a:r>
            <a:endParaRPr lang="en-US" sz="320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 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Loka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yimbangalhey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thallhiduvaan</a:t>
            </a:r>
            <a:endParaRPr lang="en-US" sz="320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  Nee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kripacheika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dinam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prathimel</a:t>
            </a:r>
            <a:endParaRPr lang="en-US" sz="320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257FB1-177F-4F4C-8984-4D90CC8E7036}"/>
              </a:ext>
            </a:extLst>
          </p:cNvPr>
          <p:cNvSpPr/>
          <p:nvPr/>
        </p:nvSpPr>
        <p:spPr>
          <a:xfrm>
            <a:off x="9718823" y="3080777"/>
            <a:ext cx="21547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(റ്റി. ജെ. വർക്കി)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E1EBD5-F633-47AB-BE86-DCC1EE52DDDA}"/>
              </a:ext>
            </a:extLst>
          </p:cNvPr>
          <p:cNvSpPr/>
          <p:nvPr/>
        </p:nvSpPr>
        <p:spPr>
          <a:xfrm>
            <a:off x="10358656" y="5540286"/>
            <a:ext cx="15269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(T.J. </a:t>
            </a:r>
            <a:r>
              <a:rPr lang="en-US" dirty="0" err="1">
                <a:solidFill>
                  <a:srgbClr val="000000"/>
                </a:solidFill>
              </a:rPr>
              <a:t>Varkey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36440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</TotalTime>
  <Words>111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55 യേശു മഹോന്നതനെ</vt:lpstr>
      <vt:lpstr>       യേശു മഹോന്നതനെ നിനക്കു      സ്തോത്രമുണ്ടാകയെന്നേക്കുമാമേന്‍  1 നീചരാം ഞങ്ങളെ വീണ്ടിടുവാന്‍   വാനലോകം വെടിഞ്ഞോടിവന്നു  താണുനരാകൃതി പൂണ്ടതിനെ   കാണുവാൻ നീ കൃപ ചെയ്യേണമേ</vt:lpstr>
      <vt:lpstr>2 വാനസേനാദികളിന്‍ സ്തുതിയും    ആനന്ദമാം സ്വര്‍ഗ്ഗഭാഗ്യമതും  ഹീനരായിടുമീ ഞങ്ങളുടെ   ഊനമകറ്റുവാനായ് വെടിഞ്ഞു</vt:lpstr>
      <vt:lpstr>3 ഭൂതലം ചുറ്റി നീ സഞ്ചരിച്ചു   പാപികളെയരികെ വിളിച്ചു  നീതിയിന്‍ മാര്‍ഗമെല്ലാമുരച്ചു   വേദനയേറ്റവും നീ സഹിച്ചു</vt:lpstr>
      <vt:lpstr>4 പാപനിവാരണനായ നിന്മേല്‍   പാപമശേഷവുമേറ്റുകൊണ്ട്  പാപബലിക്കുനിൻ  ചോര ചിന്തി   പാരിന്മദ്ധ്യേ മരത്തിൽ മരിച്ചു</vt:lpstr>
      <vt:lpstr>5 ഈയുപകാരമെന്‍റെ മനസ്സില്‍   രാപ്പകലോര്‍ത്തു നിന്നോടണഞ്ഞു  ലോകയിമ്പങ്ങളെ തള്ളീടുവാന്‍   നീ കൃപചെയ്ക ദിനംപ്രതി മേൽ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 mahonnathane</dc:title>
  <dc:creator>Digital Input:;GM JOHN</dc:creator>
  <cp:lastModifiedBy>Acsah Mathews</cp:lastModifiedBy>
  <cp:revision>214</cp:revision>
  <dcterms:created xsi:type="dcterms:W3CDTF">2013-04-19T09:19:07Z</dcterms:created>
  <dcterms:modified xsi:type="dcterms:W3CDTF">2018-10-29T16:00:57Z</dcterms:modified>
</cp:coreProperties>
</file>