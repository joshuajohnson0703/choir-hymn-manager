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5" r:id="rId3"/>
    <p:sldId id="288" r:id="rId4"/>
    <p:sldId id="289" r:id="rId5"/>
    <p:sldId id="290" r:id="rId6"/>
    <p:sldId id="291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B3EE2-E668-46CF-B155-F4390C6C4D4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88DA6-4C74-4DB0-8697-6AC5B1E0CF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09218-F520-4BD0-BBF6-03EE77D4087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AFBF3-975A-4DEE-ACF1-97BA6698AD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5FE6F-71C8-4D66-B5ED-00F8C639505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3908B-F1F8-4DD8-AF96-538C662B9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57C65-CDF7-40E6-81CD-86843251759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3508A-A87B-4489-81C7-DFB96252E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C6C24-8656-4C93-998E-23A09D33063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834F9-7034-460A-BDCB-E93D1A82C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14F38-B04F-425E-AC85-05683DA05ED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2BEDA-9A6D-475C-8B1A-D4BAC6EA8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46DF3-2EFC-4F79-97C8-7F913C49CD5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F41D1-3610-41D1-A37F-BEF9AC22A6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C217B-BF9A-486C-B3E5-5370AB80D4A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75C26-ED7A-4062-9767-D9D5560EF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189026-F7D4-4742-BFF5-230C294F2B5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CDB86-9880-4C1E-8326-3817223EB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D5D0A-C51D-4EE5-9A61-BCB1C90425C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C4AA3-8D25-4FD9-BF43-FAC9B7509A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34B89-1414-44E3-B4B6-2E9F32F95A7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1A243-4F26-4C1A-8B11-5B4CAB9461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A51EE8A-687B-4B7C-A4E2-DF8658C3A3D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60D01F5-1EBD-4192-ACD6-73958A56FB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AFAE-E148-48E5-8E05-D54490074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348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യേശുമഹേശ! </a:t>
            </a: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ദീനദയാലോ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2A3AC-C5C5-4064-BA5B-2912E47D5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mahesha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Deenadayaalo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2812707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2087881"/>
            <a:ext cx="12192000" cy="1219200"/>
          </a:xfrm>
        </p:spPr>
        <p:txBody>
          <a:bodyPr anchor="t"/>
          <a:lstStyle/>
          <a:p>
            <a:pPr algn="l" defTabSz="4635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ഏഴകളിൻ പിഴയാകവെപോക്കി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വാഴണം ഈ യോഗം-നിരന്തരം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8E744A-3C7D-42A5-92D4-E8FDED1B6B21}"/>
              </a:ext>
            </a:extLst>
          </p:cNvPr>
          <p:cNvSpPr/>
          <p:nvPr/>
        </p:nvSpPr>
        <p:spPr>
          <a:xfrm>
            <a:off x="7620" y="726759"/>
            <a:ext cx="121843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യേശുമഹേശ! ദീനദയാലോ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കനിയണം പാപികളിൽ നിരന്തരം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57F0F-D69E-4AA7-A480-4605AD72C5BC}"/>
              </a:ext>
            </a:extLst>
          </p:cNvPr>
          <p:cNvSpPr/>
          <p:nvPr/>
        </p:nvSpPr>
        <p:spPr>
          <a:xfrm>
            <a:off x="7620" y="3400634"/>
            <a:ext cx="121843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mahesha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Deenadayaalo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Kaniyanham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paapikalhil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nirantharam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78655-F4DF-476C-B5F0-240ED6C93322}"/>
              </a:ext>
            </a:extLst>
          </p:cNvPr>
          <p:cNvSpPr/>
          <p:nvPr/>
        </p:nvSpPr>
        <p:spPr>
          <a:xfrm>
            <a:off x="22860" y="46482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Èzhakalhin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pizhayaakave-pôkki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yôgam-nirantharam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447347"/>
            <a:ext cx="12192000" cy="1219200"/>
          </a:xfrm>
        </p:spPr>
        <p:txBody>
          <a:bodyPr anchor="t"/>
          <a:lstStyle/>
          <a:p>
            <a:pPr algn="l" defTabSz="4635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സന്നിധിബോധം നല്കുക പരനേ!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നിന്നടിപണിവോരിൽ! നിരന്തരം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78655-F4DF-476C-B5F0-240ED6C93322}"/>
              </a:ext>
            </a:extLst>
          </p:cNvPr>
          <p:cNvSpPr/>
          <p:nvPr/>
        </p:nvSpPr>
        <p:spPr>
          <a:xfrm>
            <a:off x="22860" y="3581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Sannidhibodham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Ninnadipanhivôril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65494B-31B4-4B11-B8EF-17D2EFFE8E6E}"/>
              </a:ext>
            </a:extLst>
          </p:cNvPr>
          <p:cNvSpPr txBox="1">
            <a:spLocks/>
          </p:cNvSpPr>
          <p:nvPr/>
        </p:nvSpPr>
        <p:spPr bwMode="auto">
          <a:xfrm>
            <a:off x="-38100" y="2442627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നിൻ തിരുനാമം കീർത്തനം ചെയ് 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ചിന്തുക വരമധികം 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9FEF5-0808-4C8D-B7AA-F80F91D61CBB}"/>
              </a:ext>
            </a:extLst>
          </p:cNvPr>
          <p:cNvSpPr/>
          <p:nvPr/>
        </p:nvSpPr>
        <p:spPr>
          <a:xfrm>
            <a:off x="15240" y="5486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keerthanam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varamadhikam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18122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447347"/>
            <a:ext cx="12192000" cy="12192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നിൻ തിരുവചനം ഫലപ്രദമായി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വിതയ്ക്കുകിന്നടിയാരിൽ - 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78655-F4DF-476C-B5F0-240ED6C93322}"/>
              </a:ext>
            </a:extLst>
          </p:cNvPr>
          <p:cNvSpPr/>
          <p:nvPr/>
        </p:nvSpPr>
        <p:spPr>
          <a:xfrm>
            <a:off x="22860" y="3581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phalapradamaayi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Vithaikkukinnadiyaaril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65494B-31B4-4B11-B8EF-17D2EFFE8E6E}"/>
              </a:ext>
            </a:extLst>
          </p:cNvPr>
          <p:cNvSpPr txBox="1">
            <a:spLocks/>
          </p:cNvSpPr>
          <p:nvPr/>
        </p:nvSpPr>
        <p:spPr bwMode="auto">
          <a:xfrm>
            <a:off x="-38100" y="2442627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വചനം ശ്രവിച്ചീടും നിൻ പ്രിയമക്കൾ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അനുതപ്തരായിടണം - 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9FEF5-0808-4C8D-B7AA-F80F91D61CBB}"/>
              </a:ext>
            </a:extLst>
          </p:cNvPr>
          <p:cNvSpPr/>
          <p:nvPr/>
        </p:nvSpPr>
        <p:spPr>
          <a:xfrm>
            <a:off x="15240" y="5486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shravichcheedum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Anuthaptharaayidanham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318143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447347"/>
            <a:ext cx="12192000" cy="12192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ആത്മാഭിഷേകപ്രാപ്തരായ് നിൻ വര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ദാനങ്ങൾ വരിക്കണം-നിരന്തരം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78655-F4DF-476C-B5F0-240ED6C93322}"/>
              </a:ext>
            </a:extLst>
          </p:cNvPr>
          <p:cNvSpPr/>
          <p:nvPr/>
        </p:nvSpPr>
        <p:spPr>
          <a:xfrm>
            <a:off x="22860" y="3581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Aathmaabhisheka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praaptharaai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ninvara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Daanangalh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varikkanham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65494B-31B4-4B11-B8EF-17D2EFFE8E6E}"/>
              </a:ext>
            </a:extLst>
          </p:cNvPr>
          <p:cNvSpPr txBox="1">
            <a:spLocks/>
          </p:cNvSpPr>
          <p:nvPr/>
        </p:nvSpPr>
        <p:spPr bwMode="auto">
          <a:xfrm>
            <a:off x="-38100" y="2442627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നിൻ സുവിശേഷം നാടുകളാകെവൻ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ജയധ്വനി മുഴക്കീടണം -നിരന്തരം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9FEF5-0808-4C8D-B7AA-F80F91D61CBB}"/>
              </a:ext>
            </a:extLst>
          </p:cNvPr>
          <p:cNvSpPr/>
          <p:nvPr/>
        </p:nvSpPr>
        <p:spPr>
          <a:xfrm>
            <a:off x="15240" y="5486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7.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naadukalhakevan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Jayadhwani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muzhakkeedanham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73049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7620" y="447347"/>
            <a:ext cx="12192000" cy="12192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സ്നേഹസ്വരൂപാ! നിൻ സ്നേഹത്തിൻ ദാർഢ്യം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ഗ്രഹിച്ചീടാൻ വരമരുൾക! 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78655-F4DF-476C-B5F0-240ED6C93322}"/>
              </a:ext>
            </a:extLst>
          </p:cNvPr>
          <p:cNvSpPr/>
          <p:nvPr/>
        </p:nvSpPr>
        <p:spPr>
          <a:xfrm>
            <a:off x="22860" y="360426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Snehaswaroopaa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daardyam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Grahichcheedaan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varamarulhka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65494B-31B4-4B11-B8EF-17D2EFFE8E6E}"/>
              </a:ext>
            </a:extLst>
          </p:cNvPr>
          <p:cNvSpPr txBox="1">
            <a:spLocks/>
          </p:cNvSpPr>
          <p:nvPr/>
        </p:nvSpPr>
        <p:spPr bwMode="auto">
          <a:xfrm>
            <a:off x="-38100" y="2442627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9	നീതിയിൻ സൂര്യൻ നിൻ തേജസ്സാലെന്നുടെ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ആധികളകറ്റിടേണം-നിരന്തരം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9FEF5-0808-4C8D-B7AA-F80F91D61CBB}"/>
              </a:ext>
            </a:extLst>
          </p:cNvPr>
          <p:cNvSpPr/>
          <p:nvPr/>
        </p:nvSpPr>
        <p:spPr>
          <a:xfrm>
            <a:off x="15240" y="5486400"/>
            <a:ext cx="1216914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9.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Neethiyim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sooryaa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thejassaalennudey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Aadikalhakattidenham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nirantharam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81625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120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348 യേശുമഹേശ! ദീനദയാലോ</vt:lpstr>
      <vt:lpstr>1 ഏഴകളിൻ പിഴയാകവെപോക്കി   വാഴണം ഈ യോഗം-നിരന്തരം</vt:lpstr>
      <vt:lpstr>2 സന്നിധിബോധം നല്കുക പരനേ!  നിന്നടിപണിവോരിൽ! നിരന്തരം</vt:lpstr>
      <vt:lpstr>4 നിൻ തിരുവചനം ഫലപ്രദമായി   വിതയ്ക്കുകിന്നടിയാരിൽ - നിരന്തരം </vt:lpstr>
      <vt:lpstr>6 ആത്മാഭിഷേകപ്രാപ്തരായ് നിൻ വര   ദാനങ്ങൾ വരിക്കണം-നിരന്തരം </vt:lpstr>
      <vt:lpstr>8 സ്നേഹസ്വരൂപാ! നിൻ സ്നേഹത്തിൻ ദാർഢ്യം   ഗ്രഹിച്ചീടാൻ വരമരുൾക! നിരന്തരം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Yeshumahesha deenadayalo</dc:title>
  <dc:creator>Digital Input; GM JOHN; Acsah Mathews</dc:creator>
  <cp:lastModifiedBy>Acsah Mathews</cp:lastModifiedBy>
  <cp:revision>488</cp:revision>
  <dcterms:created xsi:type="dcterms:W3CDTF">2013-04-19T09:19:07Z</dcterms:created>
  <dcterms:modified xsi:type="dcterms:W3CDTF">2018-11-20T19:00:32Z</dcterms:modified>
</cp:coreProperties>
</file>