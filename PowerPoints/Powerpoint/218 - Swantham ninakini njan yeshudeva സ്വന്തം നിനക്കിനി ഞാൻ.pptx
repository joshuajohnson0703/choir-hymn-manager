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2" r:id="rId2"/>
    <p:sldId id="270" r:id="rId3"/>
    <p:sldId id="275" r:id="rId4"/>
    <p:sldId id="276" r:id="rId5"/>
    <p:sldId id="277" r:id="rId6"/>
    <p:sldId id="278" r:id="rId7"/>
    <p:sldId id="279" r:id="rId8"/>
    <p:sldId id="280" r:id="rId9"/>
    <p:sldId id="281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84" y="7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E4EE5-1A4C-4073-9FFC-883D8555F86A}" type="datetimeFigureOut">
              <a:rPr lang="en-US" smtClean="0"/>
              <a:t>11/9/2018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A67F1-CC09-4AA9-AAD9-59578C97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84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CA67F1-CC09-4AA9-AAD9-59578C97C0B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53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CA67F1-CC09-4AA9-AAD9-59578C97C0B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99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CA67F1-CC09-4AA9-AAD9-59578C97C0B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438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CA67F1-CC09-4AA9-AAD9-59578C97C0B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21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7E77EE-3562-439F-BA1F-65F821F48CA8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A7A840-96EF-46D1-85E9-95528BD022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C2B067-EA4B-4E75-BE6B-A60C512BD784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0ECF30-6B67-4EC2-B4F2-59228572BD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F393D-0BFB-4C08-9D64-9191D478A8D8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469F44-54A0-4C85-82AA-B22FD5A060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6E6261-8E26-4954-815F-8BF98660621C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D22B4F-BF54-4F90-B98E-50FFA31237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8B7ED-0907-4883-B222-9D0683FA12D7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AFBDA4-EA35-4DF1-A8CE-F486B4C564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CD6BB9-8B29-4895-8CEC-533AB4D0C5E2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F95362-936C-4238-BB3F-BEC4CFE948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DFB7C-3D38-4A96-8503-C8690EC22C5B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2A96F-A335-426D-95B9-DA4C255784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F1194-22F0-4FB2-9E6E-714E74BEA09E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4AF158-0EB1-48CD-99F6-17115F7875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0B287A-A398-4237-9BF7-E55DB9542976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BAB6C2-2F50-43BB-8743-2AD9131CF9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9ED7B-01D1-449E-B061-985A5949F398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5003D8-0CFC-4D45-A061-863CF8404E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4EC6A2-8C2C-4BC7-9151-77FF60980ED5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72A31E-BB7A-44D2-A96F-5FF26F5E22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8BCA087-A398-4F47-8872-83F342D935B3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4D65D68-E2FB-4D17-81F7-9AABFF629F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90E7B-42E7-40A9-AFB5-4F4A72214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218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സ്വന്തം നിനക്കിനി ഞാൻ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C6D39-BA31-48C7-835A-2E66A4148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Swantham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Ninakkini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njaan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C31768-3F82-49E9-A71A-87C008835FA9}"/>
              </a:ext>
            </a:extLst>
          </p:cNvPr>
          <p:cNvSpPr/>
          <p:nvPr/>
        </p:nvSpPr>
        <p:spPr>
          <a:xfrm>
            <a:off x="2438400" y="5040868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(</a:t>
            </a:r>
            <a:r>
              <a:rPr lang="ml-IN" sz="2000" b="1" dirty="0">
                <a:solidFill>
                  <a:schemeClr val="accent2"/>
                </a:solidFill>
              </a:rPr>
              <a:t>മോശവത്സലം)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258EEA-9AAF-430D-B83F-16AB2DDEF266}"/>
              </a:ext>
            </a:extLst>
          </p:cNvPr>
          <p:cNvSpPr/>
          <p:nvPr/>
        </p:nvSpPr>
        <p:spPr>
          <a:xfrm>
            <a:off x="8382000" y="5040868"/>
            <a:ext cx="222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Moshavatsalam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81867634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228600"/>
            <a:ext cx="12192000" cy="3581400"/>
          </a:xfrm>
        </p:spPr>
        <p:txBody>
          <a:bodyPr anchor="t"/>
          <a:lstStyle/>
          <a:p>
            <a:pPr defTabSz="457200">
              <a:lnSpc>
                <a:spcPct val="125000"/>
              </a:lnSpc>
            </a:pP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സ്വന്തം നിനക്കിനി ഞാൻ </a:t>
            </a:r>
            <a:b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ദേവാ!</a:t>
            </a:r>
            <a: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  <a:t> – </a:t>
            </a: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പാപ</a:t>
            </a:r>
            <a: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ബന്ധം നീക്കെന്നിൽ നിന്നെൻ </a:t>
            </a:r>
            <a:b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പ്രിയ</a:t>
            </a:r>
            <a: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നാഥാ!</a:t>
            </a:r>
            <a:endParaRPr lang="en-US" sz="4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74E5A0-B4C0-421C-A389-11F92A753FAF}"/>
              </a:ext>
            </a:extLst>
          </p:cNvPr>
          <p:cNvSpPr/>
          <p:nvPr/>
        </p:nvSpPr>
        <p:spPr>
          <a:xfrm>
            <a:off x="30892" y="3429000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Swantham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Ninakkini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Devaa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bandham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neekkennil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67265" y="1066800"/>
            <a:ext cx="11524735" cy="3200400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സന്തോഷമെന്നു പേയിൻ</a:t>
            </a:r>
            <a: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വഴി നടന്നേൻ-അതു</a:t>
            </a:r>
            <a: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ചതിവെ</a:t>
            </a:r>
            <a: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ന്നുണർന്നു നിന്നോ</a:t>
            </a:r>
            <a: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ടടുത്തു വന്നേൻ</a:t>
            </a:r>
            <a:endParaRPr lang="en-US" sz="4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74E5A0-B4C0-421C-A389-11F92A753FAF}"/>
              </a:ext>
            </a:extLst>
          </p:cNvPr>
          <p:cNvSpPr/>
          <p:nvPr/>
        </p:nvSpPr>
        <p:spPr>
          <a:xfrm>
            <a:off x="0" y="3810000"/>
            <a:ext cx="105918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Santhoshamennu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pèyin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Vazhi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nadannen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chathivey-nnunharnnu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Ninnodaduththu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43482-1CE5-4369-BD82-858770B1A64E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9472292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67265" y="1066800"/>
            <a:ext cx="11524735" cy="3200400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4000" b="1" dirty="0">
                <a:latin typeface="Kartika" panose="02020503030404060203" pitchFamily="18" charset="0"/>
              </a:rPr>
              <a:t>ഇമ്പം പാപം തരുമെ-</a:t>
            </a:r>
            <a:br>
              <a:rPr lang="ml-IN" sz="4000" b="1" dirty="0">
                <a:latin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</a:rPr>
              <a:t>ന്നറിഞ്ഞു ചെയ്തേൻ-അതു</a:t>
            </a:r>
            <a:br>
              <a:rPr lang="ml-IN" sz="4000" b="1" dirty="0">
                <a:latin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</a:rPr>
              <a:t>ഏറെ തുമ്പം തന്നതാൽ </a:t>
            </a:r>
            <a:br>
              <a:rPr lang="ml-IN" sz="4000" b="1" dirty="0">
                <a:latin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</a:rPr>
              <a:t>ഭയന്നു വന്നേൻ</a:t>
            </a:r>
            <a:endParaRPr lang="en-US" sz="4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74E5A0-B4C0-421C-A389-11F92A753FAF}"/>
              </a:ext>
            </a:extLst>
          </p:cNvPr>
          <p:cNvSpPr/>
          <p:nvPr/>
        </p:nvSpPr>
        <p:spPr>
          <a:xfrm>
            <a:off x="0" y="3810000"/>
            <a:ext cx="105918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Imbam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tharumey-nnarinju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cheithen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erey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thumbam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thannathaal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bhayannu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43482-1CE5-4369-BD82-858770B1A64E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2067724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67265" y="1066800"/>
            <a:ext cx="11524735" cy="3200400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ലോകം തുണയ്ക്കുമെന്നു-</a:t>
            </a:r>
            <a:b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ചേർന്നിരുന്നേൻ-അതിൽ</a:t>
            </a:r>
            <a:b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ഒട്ടും സ്ഥിരതയില്ലാ-</a:t>
            </a:r>
            <a:b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ഞ്ഞോടി വന്നേൻ</a:t>
            </a:r>
            <a:endParaRPr lang="en-US" sz="4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74E5A0-B4C0-421C-A389-11F92A753FAF}"/>
              </a:ext>
            </a:extLst>
          </p:cNvPr>
          <p:cNvSpPr/>
          <p:nvPr/>
        </p:nvSpPr>
        <p:spPr>
          <a:xfrm>
            <a:off x="0" y="3810000"/>
            <a:ext cx="105918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Lokam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thunhaikkumennu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Chernnirunnen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ottum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sthirathayillaanjodi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43482-1CE5-4369-BD82-858770B1A64E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8052815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67265" y="1066800"/>
            <a:ext cx="11524735" cy="3200400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കായം ബലം സുഖവും </a:t>
            </a:r>
            <a:b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കരുത്തിൽ വെച്ചേൻ-ഇതിൻ</a:t>
            </a:r>
            <a:b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കാഴ്ച-യനിത്യമെന്നി-</a:t>
            </a:r>
            <a:b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താ വരുന്നേൻ</a:t>
            </a:r>
            <a:endParaRPr lang="en-US" sz="4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74E5A0-B4C0-421C-A389-11F92A753FAF}"/>
              </a:ext>
            </a:extLst>
          </p:cNvPr>
          <p:cNvSpPr/>
          <p:nvPr/>
        </p:nvSpPr>
        <p:spPr>
          <a:xfrm>
            <a:off x="0" y="3810000"/>
            <a:ext cx="105918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Kaayam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balam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sukhavum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Karuththil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vechchèn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Ithin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kaazhcha-yanithyamenni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varunnen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43482-1CE5-4369-BD82-858770B1A64E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2416784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67265" y="1066800"/>
            <a:ext cx="11524735" cy="3200400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4000" b="1" dirty="0">
                <a:latin typeface="Kartika" panose="02020503030404060203" pitchFamily="18" charset="0"/>
              </a:rPr>
              <a:t>ദേഹം ജീവനും നിൻ മുൻ</a:t>
            </a:r>
            <a:br>
              <a:rPr lang="ml-IN" sz="4000" b="1" dirty="0">
                <a:latin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</a:rPr>
              <a:t>കാഴ്ച വെച്ചേൻ-ഇനി</a:t>
            </a:r>
            <a:br>
              <a:rPr lang="ml-IN" sz="4000" b="1" dirty="0">
                <a:latin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</a:rPr>
              <a:t>ചെയ് വേൻ നിന്തിരു മനം</a:t>
            </a:r>
            <a:br>
              <a:rPr lang="ml-IN" sz="4000" b="1" dirty="0">
                <a:latin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</a:rPr>
              <a:t>പോലെ എന്നും</a:t>
            </a:r>
            <a:endParaRPr lang="en-US" sz="4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74E5A0-B4C0-421C-A389-11F92A753FAF}"/>
              </a:ext>
            </a:extLst>
          </p:cNvPr>
          <p:cNvSpPr/>
          <p:nvPr/>
        </p:nvSpPr>
        <p:spPr>
          <a:xfrm>
            <a:off x="0" y="3810000"/>
            <a:ext cx="105918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Dèham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kaazhcha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vechchèn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Ini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cheivèn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Ninthirumanam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poley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43482-1CE5-4369-BD82-858770B1A64E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3099655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67265" y="1066800"/>
            <a:ext cx="11524735" cy="3200400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 പ്രാപ്തി ധനവും </a:t>
            </a:r>
            <a:b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കാഴ്ചവെച്ചേൻ-തിരു</a:t>
            </a:r>
            <a:b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സന്തോഷം നേടുവാൻ ഞാ-</a:t>
            </a:r>
            <a:b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നടുത്തു വന്നേൻ</a:t>
            </a:r>
            <a:endParaRPr lang="en-US" sz="4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74E5A0-B4C0-421C-A389-11F92A753FAF}"/>
              </a:ext>
            </a:extLst>
          </p:cNvPr>
          <p:cNvSpPr/>
          <p:nvPr/>
        </p:nvSpPr>
        <p:spPr>
          <a:xfrm>
            <a:off x="0" y="3810000"/>
            <a:ext cx="105918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Shakthi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praapthi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dhanavum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Kaazhcha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vechchèn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santhosham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nèduvaan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njaa-naduththu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43482-1CE5-4369-BD82-858770B1A64E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4514192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67265" y="1066800"/>
            <a:ext cx="11524735" cy="3200400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താങ്ങി നടത്തേണം ര</a:t>
            </a:r>
            <a: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ക്ഷാ കർത്താവേ!- പാരം</a:t>
            </a:r>
            <a:b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തളർന്നി-താ വന്നീടുന്നേൻ </a:t>
            </a:r>
            <a:b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>ദയവാനേ!</a:t>
            </a:r>
            <a:endParaRPr lang="en-US" sz="4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74E5A0-B4C0-421C-A389-11F92A753FAF}"/>
              </a:ext>
            </a:extLst>
          </p:cNvPr>
          <p:cNvSpPr/>
          <p:nvPr/>
        </p:nvSpPr>
        <p:spPr>
          <a:xfrm>
            <a:off x="0" y="3810000"/>
            <a:ext cx="105918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Thaangi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nadaththenham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Karthaavey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thalarhni-thaa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vannidunnen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Dayavaaney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43482-1CE5-4369-BD82-858770B1A64E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2167831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132</Words>
  <Application>Microsoft Office PowerPoint</Application>
  <PresentationFormat>Widescreen</PresentationFormat>
  <Paragraphs>63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218 സ്വന്തം നിനക്കിനി ഞാൻ</vt:lpstr>
      <vt:lpstr>സ്വന്തം നിനക്കിനി ഞാൻ  യേശു ദേവാ! – പാപ-  ബന്ധം നീക്കെന്നിൽ നിന്നെൻ  പ്രിയ നാഥാ!</vt:lpstr>
      <vt:lpstr>സന്തോഷമെന്നു പേയിൻ- വഴി നടന്നേൻ-അതു- ചതിവെ-ന്നുണർന്നു നിന്നോ- ടടുത്തു വന്നേൻ</vt:lpstr>
      <vt:lpstr>ഇമ്പം പാപം തരുമെ- ന്നറിഞ്ഞു ചെയ്തേൻ-അതു ഏറെ തുമ്പം തന്നതാൽ  ഭയന്നു വന്നേൻ</vt:lpstr>
      <vt:lpstr>ലോകം തുണയ്ക്കുമെന്നു- ചേർന്നിരുന്നേൻ-അതിൽ ഒട്ടും സ്ഥിരതയില്ലാ- ഞ്ഞോടി വന്നേൻ</vt:lpstr>
      <vt:lpstr>കായം ബലം സുഖവും  കരുത്തിൽ വെച്ചേൻ-ഇതിൻ കാഴ്ച-യനിത്യമെന്നി- താ വരുന്നേൻ</vt:lpstr>
      <vt:lpstr>ദേഹം ജീവനും നിൻ മുൻ കാഴ്ച വെച്ചേൻ-ഇനി ചെയ് വേൻ നിന്തിരു മനം പോലെ എന്നും</vt:lpstr>
      <vt:lpstr>ശക്തി പ്രാപ്തി ധനവും  കാഴ്ചവെച്ചേൻ-തിരു സന്തോഷം നേടുവാൻ ഞാ- നടുത്തു വന്നേൻ</vt:lpstr>
      <vt:lpstr>താങ്ങി നടത്തേണം ര- ക്ഷാ കർത്താവേ!- പാരം തളർന്നി-താ വന്നീടുന്നേൻ  ദയവാനേ!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Swantham ninakkini njan</dc:title>
  <dc:creator>Digital Input:; GM JOHN; Acsah Mathews</dc:creator>
  <cp:lastModifiedBy>Acsah Mathews</cp:lastModifiedBy>
  <cp:revision>325</cp:revision>
  <dcterms:created xsi:type="dcterms:W3CDTF">2013-04-19T09:19:07Z</dcterms:created>
  <dcterms:modified xsi:type="dcterms:W3CDTF">2018-11-09T15:30:36Z</dcterms:modified>
</cp:coreProperties>
</file>