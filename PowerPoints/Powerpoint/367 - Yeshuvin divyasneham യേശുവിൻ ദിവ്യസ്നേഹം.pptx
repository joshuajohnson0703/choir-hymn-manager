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56" r:id="rId3"/>
    <p:sldId id="262" r:id="rId4"/>
    <p:sldId id="263" r:id="rId5"/>
    <p:sldId id="267" r:id="rId6"/>
    <p:sldId id="264" r:id="rId7"/>
    <p:sldId id="268" r:id="rId8"/>
    <p:sldId id="265" r:id="rId9"/>
    <p:sldId id="269" r:id="rId10"/>
    <p:sldId id="266" r:id="rId11"/>
    <p:sldId id="270" r:id="rId12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1B7E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90" y="9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C7EF7E-0F19-4B8E-8E20-B6BF507B08A7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6CB3C7-96B6-4FA2-8DC8-5BD8AE9666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47D1F0-1103-40C9-8AD4-21E9DBF7D50A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F61B69-8CEC-4AFB-9F11-4D18D31D64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5B85FE-055A-4127-B478-91B8C609D629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EAC760-149B-4498-87FF-23DB03BA41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BBE6A-4345-40F5-905F-60E3AFDDEA5F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D2E347-1C70-426D-B2E2-CBDEC7EA67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3299DE-ED36-4AF0-B0DA-73A9CF995F17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D394B2-075F-4E61-A583-9B329C5372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076C55-FD42-445B-BB40-435FC3D85779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C5A4D9-DA0A-46F8-9BA8-36851CD106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FD04AE-44DD-44F5-9FD6-E2638697B29E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357B30-EE65-4835-8C3E-D30C1910B6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B32C70-3115-46A5-A54B-5CB93C176075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6DD533-A816-4EA4-8DBC-1F37F39616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D10C87-952B-4FF0-A5DE-4C3CCE930D49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0B4454-14C2-41BA-9E60-E4223842B7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B782C2-3AF2-4B6C-A209-EF81B4E0BDA8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B13CDE-FD95-48EA-9A95-CBA19950C3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926E7-4502-42DB-98D0-2DB77358DF69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7837EB-9631-4610-BDD4-97DC16C254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4D2DD55-0AD6-4362-B4ED-ABADCFD4216D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7B1B4E1-DFB7-4550-A30F-9F241BBAB5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BD11E-603B-4C5E-9D23-39CA1505F4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041B7E"/>
                </a:solidFill>
              </a:rPr>
              <a:t>367</a:t>
            </a:r>
            <a:br>
              <a:rPr lang="en-US" dirty="0">
                <a:solidFill>
                  <a:srgbClr val="041B7E"/>
                </a:solidFill>
              </a:rPr>
            </a:br>
            <a:r>
              <a:rPr lang="ml-IN" b="1" dirty="0">
                <a:solidFill>
                  <a:srgbClr val="041B7E"/>
                </a:solidFill>
                <a:latin typeface="Kartika" panose="02020503030404060203" pitchFamily="18" charset="0"/>
              </a:rPr>
              <a:t>യേശുവിൻ ദിവ്യസ്നേഹം</a:t>
            </a:r>
            <a:endParaRPr lang="en-US" dirty="0">
              <a:solidFill>
                <a:srgbClr val="041B7E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CBDC13-478F-49A0-AF0A-B05B4CF71F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rgbClr val="002060"/>
                </a:solidFill>
              </a:rPr>
              <a:t>Yeshuvin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divyasneham</a:t>
            </a:r>
            <a:endParaRPr lang="en-US" sz="4000" b="1" dirty="0">
              <a:solidFill>
                <a:srgbClr val="002060"/>
              </a:solidFill>
            </a:endParaRPr>
          </a:p>
          <a:p>
            <a:r>
              <a:rPr lang="en-US" sz="3800" i="1" dirty="0">
                <a:solidFill>
                  <a:srgbClr val="002060"/>
                </a:solidFill>
              </a:rPr>
              <a:t>Tell me the old </a:t>
            </a:r>
            <a:r>
              <a:rPr lang="en-US" sz="3800" i="1" dirty="0" err="1">
                <a:solidFill>
                  <a:srgbClr val="002060"/>
                </a:solidFill>
              </a:rPr>
              <a:t>old</a:t>
            </a:r>
            <a:r>
              <a:rPr lang="en-US" sz="3800" i="1" dirty="0">
                <a:solidFill>
                  <a:srgbClr val="002060"/>
                </a:solidFill>
              </a:rPr>
              <a:t> story – Miss Hankey</a:t>
            </a:r>
            <a:endParaRPr lang="en-US" sz="3800" i="1" dirty="0"/>
          </a:p>
        </p:txBody>
      </p:sp>
    </p:spTree>
    <p:extLst>
      <p:ext uri="{BB962C8B-B14F-4D97-AF65-F5344CB8AC3E}">
        <p14:creationId xmlns:p14="http://schemas.microsoft.com/office/powerpoint/2010/main" val="2313579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293914" y="914400"/>
            <a:ext cx="11887200" cy="2514600"/>
          </a:xfrm>
        </p:spPr>
        <p:txBody>
          <a:bodyPr anchor="t"/>
          <a:lstStyle/>
          <a:p>
            <a:pPr algn="l" defTabSz="465138" eaLnBrk="1" hangingPunct="1">
              <a:lnSpc>
                <a:spcPct val="125000"/>
              </a:lnSpc>
              <a:tabLst>
                <a:tab pos="465138" algn="l"/>
                <a:tab pos="801688" algn="l"/>
              </a:tabLst>
              <a:defRPr/>
            </a:pPr>
            <a:r>
              <a:rPr lang="ml-IN" sz="3400" b="1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യേശുവിൻ ദിവ്യസ്നേഹം</a:t>
            </a:r>
            <a:r>
              <a:rPr lang="en-US" sz="3400" b="1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എന്നോടു വർണ്ണിക്ക</a:t>
            </a:r>
            <a:br>
              <a:rPr lang="en-US" sz="3400" b="1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തൻ ജീവനെ എൻപേർക്കായ് വെച്ച വൃത്താന്തവും</a:t>
            </a:r>
            <a:br>
              <a:rPr lang="ml-IN" sz="3400" b="1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ആയതെനിക്കെപ്പോഴും ആനന്ദം നൽകുന്നു</a:t>
            </a:r>
            <a:br>
              <a:rPr lang="ml-IN" sz="3400" b="1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200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തൻ സ്നേഹ</a:t>
            </a:r>
            <a:r>
              <a:rPr lang="en-US" sz="3400" b="1" spc="-200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200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ക്കൊടിക്കീഴിൽ വസിക്കും ഞാൻ എന്നും</a:t>
            </a:r>
            <a:endParaRPr lang="ml-IN" sz="3400" b="1" dirty="0">
              <a:solidFill>
                <a:srgbClr val="041B7E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22AD39-B6B2-4B3E-9B70-040887684C44}"/>
              </a:ext>
            </a:extLst>
          </p:cNvPr>
          <p:cNvSpPr/>
          <p:nvPr/>
        </p:nvSpPr>
        <p:spPr>
          <a:xfrm>
            <a:off x="10886" y="3718344"/>
            <a:ext cx="112014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Yeshuvin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divyasneham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ennodu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varnnhikka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jeevane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perkkai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vecha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vriththaanthavum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Aayathenikkeppozhum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aanandam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nalkunnu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snehakkodikkeezhil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vasikkum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8CB872-6F0B-474C-8C13-C73585FFB7CA}"/>
              </a:ext>
            </a:extLst>
          </p:cNvPr>
          <p:cNvSpPr txBox="1"/>
          <p:nvPr/>
        </p:nvSpPr>
        <p:spPr>
          <a:xfrm>
            <a:off x="10886" y="170066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10886" y="706475"/>
            <a:ext cx="12181114" cy="2660024"/>
          </a:xfrm>
        </p:spPr>
        <p:txBody>
          <a:bodyPr anchor="t"/>
          <a:lstStyle/>
          <a:p>
            <a:pPr defTabSz="465138" eaLnBrk="1" hangingPunct="1">
              <a:lnSpc>
                <a:spcPct val="125000"/>
              </a:lnSpc>
              <a:tabLst>
                <a:tab pos="465138" algn="l"/>
                <a:tab pos="801688" algn="l"/>
              </a:tabLst>
              <a:defRPr/>
            </a:pPr>
            <a:r>
              <a:rPr lang="ml-IN" sz="3600" b="1" dirty="0">
                <a:solidFill>
                  <a:srgbClr val="00206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യേശുവിൻ ദിവ്യസ്നേഹം</a:t>
            </a:r>
            <a:r>
              <a:rPr lang="en-US" sz="3600" b="1" dirty="0">
                <a:solidFill>
                  <a:srgbClr val="00206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! </a:t>
            </a:r>
            <a:br>
              <a:rPr lang="en-US" sz="3600" b="1" dirty="0">
                <a:solidFill>
                  <a:srgbClr val="00206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rgbClr val="00206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യേശുവിൻ ദിവ്യസ്നേഹം</a:t>
            </a:r>
            <a:br>
              <a:rPr lang="en-US" sz="3600" b="1" dirty="0">
                <a:solidFill>
                  <a:srgbClr val="00206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rgbClr val="00206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യേശുവിൻ ദിവ്യസ്നേഹം</a:t>
            </a:r>
            <a:br>
              <a:rPr lang="en-US" sz="3600" b="1" dirty="0">
                <a:solidFill>
                  <a:srgbClr val="00206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rgbClr val="00206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എന്നോടു വർണ്ണിക്ക</a:t>
            </a: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22AD39-B6B2-4B3E-9B70-040887684C44}"/>
              </a:ext>
            </a:extLst>
          </p:cNvPr>
          <p:cNvSpPr/>
          <p:nvPr/>
        </p:nvSpPr>
        <p:spPr>
          <a:xfrm>
            <a:off x="10886" y="3718344"/>
            <a:ext cx="12181114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000099"/>
                </a:solidFill>
                <a:latin typeface="+mn-lt"/>
              </a:rPr>
              <a:t>Yeshuvin </a:t>
            </a:r>
            <a:r>
              <a:rPr lang="en-US" sz="3600" b="1" dirty="0" err="1">
                <a:solidFill>
                  <a:srgbClr val="000099"/>
                </a:solidFill>
                <a:latin typeface="+mn-lt"/>
              </a:rPr>
              <a:t>divya</a:t>
            </a:r>
            <a:r>
              <a:rPr lang="en-US" sz="36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0099"/>
                </a:solidFill>
                <a:latin typeface="+mn-lt"/>
              </a:rPr>
              <a:t>sneham</a:t>
            </a:r>
            <a:r>
              <a:rPr lang="en-US" sz="3600" b="1" dirty="0">
                <a:solidFill>
                  <a:srgbClr val="000099"/>
                </a:solidFill>
                <a:latin typeface="+mn-lt"/>
              </a:rPr>
              <a:t>! 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000099"/>
                </a:solidFill>
                <a:latin typeface="+mn-lt"/>
              </a:rPr>
              <a:t>Yeshuvin </a:t>
            </a:r>
            <a:r>
              <a:rPr lang="en-US" sz="3600" b="1" dirty="0" err="1">
                <a:solidFill>
                  <a:srgbClr val="000099"/>
                </a:solidFill>
                <a:latin typeface="+mn-lt"/>
              </a:rPr>
              <a:t>divya</a:t>
            </a:r>
            <a:r>
              <a:rPr lang="en-US" sz="36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0099"/>
                </a:solidFill>
                <a:latin typeface="+mn-lt"/>
              </a:rPr>
              <a:t>sneham</a:t>
            </a:r>
            <a:r>
              <a:rPr lang="en-US" sz="3600" b="1" dirty="0">
                <a:solidFill>
                  <a:srgbClr val="000099"/>
                </a:solidFill>
                <a:latin typeface="+mn-lt"/>
              </a:rPr>
              <a:t>!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000099"/>
                </a:solidFill>
                <a:latin typeface="+mn-lt"/>
              </a:rPr>
              <a:t>Yeshuvin </a:t>
            </a:r>
            <a:r>
              <a:rPr lang="en-US" sz="3600" b="1" dirty="0" err="1">
                <a:solidFill>
                  <a:srgbClr val="000099"/>
                </a:solidFill>
                <a:latin typeface="+mn-lt"/>
              </a:rPr>
              <a:t>divya</a:t>
            </a:r>
            <a:r>
              <a:rPr lang="en-US" sz="36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0099"/>
                </a:solidFill>
                <a:latin typeface="+mn-lt"/>
              </a:rPr>
              <a:t>sneham</a:t>
            </a:r>
            <a:r>
              <a:rPr lang="en-US" sz="3600" b="1" dirty="0">
                <a:solidFill>
                  <a:srgbClr val="000099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0099"/>
                </a:solidFill>
                <a:latin typeface="+mn-lt"/>
              </a:rPr>
              <a:t>Ennodu</a:t>
            </a:r>
            <a:r>
              <a:rPr lang="en-US" sz="36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0099"/>
                </a:solidFill>
                <a:latin typeface="+mn-lt"/>
              </a:rPr>
              <a:t>Varnhikka</a:t>
            </a:r>
            <a:endParaRPr lang="en-US" sz="3600" b="1" dirty="0">
              <a:solidFill>
                <a:srgbClr val="000099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21396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293914" y="914400"/>
            <a:ext cx="11887200" cy="2660024"/>
          </a:xfrm>
        </p:spPr>
        <p:txBody>
          <a:bodyPr anchor="t"/>
          <a:lstStyle/>
          <a:p>
            <a:pPr algn="l" defTabSz="465138" eaLnBrk="1" hangingPunct="1">
              <a:lnSpc>
                <a:spcPct val="125000"/>
              </a:lnSpc>
              <a:tabLst>
                <a:tab pos="465138" algn="l"/>
                <a:tab pos="801688" algn="l"/>
              </a:tabLst>
              <a:defRPr/>
            </a:pPr>
            <a:r>
              <a:rPr lang="ml-IN" sz="3400" b="1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യേശുവിൻ ദിവ്യസ്നേഹം</a:t>
            </a:r>
            <a:r>
              <a:rPr lang="en-US" sz="3400" b="1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എന്നോടു വർണ്ണിക്ക </a:t>
            </a:r>
            <a:br>
              <a:rPr lang="ml-IN" sz="3400" b="1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എൻ ഹൃദയത്തെ അതു കവർന്നിരിക്കുന്നു</a:t>
            </a:r>
            <a:br>
              <a:rPr lang="ml-IN" sz="3400" b="1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ചിന്തിക്കുന്തോറും ഏറ്റം</a:t>
            </a:r>
            <a:r>
              <a:rPr lang="en-US" sz="3400" b="1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മാധുര്യമാമത് !</a:t>
            </a:r>
            <a:br>
              <a:rPr lang="ml-IN" sz="3400" b="1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ഇവ്വിധമാം സന്തോഷം ഉർവ്വിയിൽ ഇല്ലെങ്ങും</a:t>
            </a: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22AD39-B6B2-4B3E-9B70-040887684C44}"/>
              </a:ext>
            </a:extLst>
          </p:cNvPr>
          <p:cNvSpPr/>
          <p:nvPr/>
        </p:nvSpPr>
        <p:spPr>
          <a:xfrm>
            <a:off x="10886" y="3718344"/>
            <a:ext cx="112014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Yeshuvin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divya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ennodu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varnhikka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hridayaththe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kavarnnirikkunnu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Chinthinkumthorhum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aettam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maadhuryamaamathu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Ivvidhamaam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santhosham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urvviyil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illengum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8CB872-6F0B-474C-8C13-C73585FFB7CA}"/>
              </a:ext>
            </a:extLst>
          </p:cNvPr>
          <p:cNvSpPr txBox="1"/>
          <p:nvPr/>
        </p:nvSpPr>
        <p:spPr>
          <a:xfrm>
            <a:off x="10886" y="170066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33832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10886" y="706475"/>
            <a:ext cx="12181114" cy="2660024"/>
          </a:xfrm>
        </p:spPr>
        <p:txBody>
          <a:bodyPr anchor="t"/>
          <a:lstStyle/>
          <a:p>
            <a:pPr defTabSz="465138" eaLnBrk="1" hangingPunct="1">
              <a:lnSpc>
                <a:spcPct val="125000"/>
              </a:lnSpc>
              <a:tabLst>
                <a:tab pos="465138" algn="l"/>
                <a:tab pos="801688" algn="l"/>
              </a:tabLst>
              <a:defRPr/>
            </a:pPr>
            <a:r>
              <a:rPr lang="ml-IN" sz="3600" b="1" dirty="0">
                <a:solidFill>
                  <a:srgbClr val="00206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യേശുവിൻ ദിവ്യസ്നേഹം</a:t>
            </a:r>
            <a:r>
              <a:rPr lang="en-US" sz="3600" b="1" dirty="0">
                <a:solidFill>
                  <a:srgbClr val="00206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! </a:t>
            </a:r>
            <a:br>
              <a:rPr lang="en-US" sz="3600" b="1" dirty="0">
                <a:solidFill>
                  <a:srgbClr val="00206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rgbClr val="00206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യേശുവിൻ ദിവ്യസ്നേഹം</a:t>
            </a:r>
            <a:br>
              <a:rPr lang="en-US" sz="3600" b="1" dirty="0">
                <a:solidFill>
                  <a:srgbClr val="00206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rgbClr val="00206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യേശുവിൻ ദിവ്യസ്നേഹം</a:t>
            </a:r>
            <a:br>
              <a:rPr lang="en-US" sz="3600" b="1" dirty="0">
                <a:solidFill>
                  <a:srgbClr val="00206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rgbClr val="00206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എന്നോടു വർണ്ണിക്ക</a:t>
            </a: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22AD39-B6B2-4B3E-9B70-040887684C44}"/>
              </a:ext>
            </a:extLst>
          </p:cNvPr>
          <p:cNvSpPr/>
          <p:nvPr/>
        </p:nvSpPr>
        <p:spPr>
          <a:xfrm>
            <a:off x="10886" y="3718344"/>
            <a:ext cx="12181114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000099"/>
                </a:solidFill>
                <a:latin typeface="+mn-lt"/>
              </a:rPr>
              <a:t>Yeshuvin </a:t>
            </a:r>
            <a:r>
              <a:rPr lang="en-US" sz="3600" b="1" dirty="0" err="1">
                <a:solidFill>
                  <a:srgbClr val="000099"/>
                </a:solidFill>
                <a:latin typeface="+mn-lt"/>
              </a:rPr>
              <a:t>divya</a:t>
            </a:r>
            <a:r>
              <a:rPr lang="en-US" sz="36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0099"/>
                </a:solidFill>
                <a:latin typeface="+mn-lt"/>
              </a:rPr>
              <a:t>sneham</a:t>
            </a:r>
            <a:r>
              <a:rPr lang="en-US" sz="3600" b="1" dirty="0">
                <a:solidFill>
                  <a:srgbClr val="000099"/>
                </a:solidFill>
                <a:latin typeface="+mn-lt"/>
              </a:rPr>
              <a:t>! 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000099"/>
                </a:solidFill>
                <a:latin typeface="+mn-lt"/>
              </a:rPr>
              <a:t>Yeshuvin </a:t>
            </a:r>
            <a:r>
              <a:rPr lang="en-US" sz="3600" b="1" dirty="0" err="1">
                <a:solidFill>
                  <a:srgbClr val="000099"/>
                </a:solidFill>
                <a:latin typeface="+mn-lt"/>
              </a:rPr>
              <a:t>divya</a:t>
            </a:r>
            <a:r>
              <a:rPr lang="en-US" sz="36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0099"/>
                </a:solidFill>
                <a:latin typeface="+mn-lt"/>
              </a:rPr>
              <a:t>sneham</a:t>
            </a:r>
            <a:r>
              <a:rPr lang="en-US" sz="3600" b="1" dirty="0">
                <a:solidFill>
                  <a:srgbClr val="000099"/>
                </a:solidFill>
                <a:latin typeface="+mn-lt"/>
              </a:rPr>
              <a:t>!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000099"/>
                </a:solidFill>
                <a:latin typeface="+mn-lt"/>
              </a:rPr>
              <a:t>Yeshuvin </a:t>
            </a:r>
            <a:r>
              <a:rPr lang="en-US" sz="3600" b="1" dirty="0" err="1">
                <a:solidFill>
                  <a:srgbClr val="000099"/>
                </a:solidFill>
                <a:latin typeface="+mn-lt"/>
              </a:rPr>
              <a:t>divya</a:t>
            </a:r>
            <a:r>
              <a:rPr lang="en-US" sz="36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0099"/>
                </a:solidFill>
                <a:latin typeface="+mn-lt"/>
              </a:rPr>
              <a:t>sneham</a:t>
            </a:r>
            <a:r>
              <a:rPr lang="en-US" sz="3600" b="1" dirty="0">
                <a:solidFill>
                  <a:srgbClr val="000099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0099"/>
                </a:solidFill>
                <a:latin typeface="+mn-lt"/>
              </a:rPr>
              <a:t>Ennodu</a:t>
            </a:r>
            <a:r>
              <a:rPr lang="en-US" sz="36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0099"/>
                </a:solidFill>
                <a:latin typeface="+mn-lt"/>
              </a:rPr>
              <a:t>Varnhikka</a:t>
            </a:r>
            <a:endParaRPr lang="en-US" sz="3600" b="1" dirty="0">
              <a:solidFill>
                <a:srgbClr val="000099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55905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293914" y="914400"/>
            <a:ext cx="11887200" cy="2660024"/>
          </a:xfrm>
        </p:spPr>
        <p:txBody>
          <a:bodyPr anchor="t"/>
          <a:lstStyle/>
          <a:p>
            <a:pPr algn="l" defTabSz="465138" eaLnBrk="1" hangingPunct="1">
              <a:lnSpc>
                <a:spcPct val="125000"/>
              </a:lnSpc>
              <a:tabLst>
                <a:tab pos="465138" algn="l"/>
                <a:tab pos="801688" algn="l"/>
              </a:tabLst>
              <a:defRPr/>
            </a:pPr>
            <a:r>
              <a:rPr lang="ml-IN" sz="3400" b="1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യേശുവിൻ ദിവ്യസ്നേഹം എന്നോടു വർണ്ണിക്ക</a:t>
            </a:r>
            <a:br>
              <a:rPr lang="ml-IN" sz="3400" b="1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അറിവിനെ കവിയും ആ സ്നേഹത്തിൻ നീളം</a:t>
            </a:r>
            <a:br>
              <a:rPr lang="ml-IN" sz="3400" b="1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വീതി ഉയരം ആഴം എന്തെന്നു ഗ്രഹിപ്പാൻ</a:t>
            </a:r>
            <a:br>
              <a:rPr lang="ml-IN" sz="3400" b="1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നിത്യതയിങ്കലും ഞാൻ ശക്തനായ് ത്തീരുമോ?</a:t>
            </a:r>
            <a:br>
              <a:rPr lang="ml-IN" sz="3400" b="1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ml-IN" sz="3400" b="1" dirty="0">
              <a:solidFill>
                <a:srgbClr val="041B7E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22AD39-B6B2-4B3E-9B70-040887684C44}"/>
              </a:ext>
            </a:extLst>
          </p:cNvPr>
          <p:cNvSpPr/>
          <p:nvPr/>
        </p:nvSpPr>
        <p:spPr>
          <a:xfrm>
            <a:off x="10886" y="3718344"/>
            <a:ext cx="112014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Yeshuvin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divya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ennodu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varnhikka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Arhivine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kaviyum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aa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neelham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uyaram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aazham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enthennu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grahippaan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Nithyathayinkalum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shakthanaaiththeerumo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8CB872-6F0B-474C-8C13-C73585FFB7CA}"/>
              </a:ext>
            </a:extLst>
          </p:cNvPr>
          <p:cNvSpPr txBox="1"/>
          <p:nvPr/>
        </p:nvSpPr>
        <p:spPr>
          <a:xfrm>
            <a:off x="10886" y="170066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34897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10886" y="706475"/>
            <a:ext cx="12181114" cy="2660024"/>
          </a:xfrm>
        </p:spPr>
        <p:txBody>
          <a:bodyPr anchor="t"/>
          <a:lstStyle/>
          <a:p>
            <a:pPr defTabSz="465138" eaLnBrk="1" hangingPunct="1">
              <a:lnSpc>
                <a:spcPct val="125000"/>
              </a:lnSpc>
              <a:tabLst>
                <a:tab pos="465138" algn="l"/>
                <a:tab pos="801688" algn="l"/>
              </a:tabLst>
              <a:defRPr/>
            </a:pPr>
            <a:r>
              <a:rPr lang="ml-IN" sz="3600" b="1" dirty="0">
                <a:solidFill>
                  <a:srgbClr val="00206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യേശുവിൻ ദിവ്യസ്നേഹം</a:t>
            </a:r>
            <a:r>
              <a:rPr lang="en-US" sz="3600" b="1" dirty="0">
                <a:solidFill>
                  <a:srgbClr val="00206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! </a:t>
            </a:r>
            <a:br>
              <a:rPr lang="en-US" sz="3600" b="1" dirty="0">
                <a:solidFill>
                  <a:srgbClr val="00206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rgbClr val="00206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യേശുവിൻ ദിവ്യസ്നേഹം</a:t>
            </a:r>
            <a:br>
              <a:rPr lang="en-US" sz="3600" b="1" dirty="0">
                <a:solidFill>
                  <a:srgbClr val="00206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rgbClr val="00206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യേശുവിൻ ദിവ്യസ്നേഹം</a:t>
            </a:r>
            <a:br>
              <a:rPr lang="en-US" sz="3600" b="1" dirty="0">
                <a:solidFill>
                  <a:srgbClr val="00206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rgbClr val="00206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എന്നോടു വർണ്ണിക്ക</a:t>
            </a: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22AD39-B6B2-4B3E-9B70-040887684C44}"/>
              </a:ext>
            </a:extLst>
          </p:cNvPr>
          <p:cNvSpPr/>
          <p:nvPr/>
        </p:nvSpPr>
        <p:spPr>
          <a:xfrm>
            <a:off x="10886" y="3718344"/>
            <a:ext cx="12181114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000099"/>
                </a:solidFill>
                <a:latin typeface="+mn-lt"/>
              </a:rPr>
              <a:t>Yeshuvin </a:t>
            </a:r>
            <a:r>
              <a:rPr lang="en-US" sz="3600" b="1" dirty="0" err="1">
                <a:solidFill>
                  <a:srgbClr val="000099"/>
                </a:solidFill>
                <a:latin typeface="+mn-lt"/>
              </a:rPr>
              <a:t>divya</a:t>
            </a:r>
            <a:r>
              <a:rPr lang="en-US" sz="36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0099"/>
                </a:solidFill>
                <a:latin typeface="+mn-lt"/>
              </a:rPr>
              <a:t>sneham</a:t>
            </a:r>
            <a:r>
              <a:rPr lang="en-US" sz="3600" b="1" dirty="0">
                <a:solidFill>
                  <a:srgbClr val="000099"/>
                </a:solidFill>
                <a:latin typeface="+mn-lt"/>
              </a:rPr>
              <a:t>! 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000099"/>
                </a:solidFill>
                <a:latin typeface="+mn-lt"/>
              </a:rPr>
              <a:t>Yeshuvin </a:t>
            </a:r>
            <a:r>
              <a:rPr lang="en-US" sz="3600" b="1" dirty="0" err="1">
                <a:solidFill>
                  <a:srgbClr val="000099"/>
                </a:solidFill>
                <a:latin typeface="+mn-lt"/>
              </a:rPr>
              <a:t>divya</a:t>
            </a:r>
            <a:r>
              <a:rPr lang="en-US" sz="36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0099"/>
                </a:solidFill>
                <a:latin typeface="+mn-lt"/>
              </a:rPr>
              <a:t>sneham</a:t>
            </a:r>
            <a:r>
              <a:rPr lang="en-US" sz="3600" b="1" dirty="0">
                <a:solidFill>
                  <a:srgbClr val="000099"/>
                </a:solidFill>
                <a:latin typeface="+mn-lt"/>
              </a:rPr>
              <a:t>!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000099"/>
                </a:solidFill>
                <a:latin typeface="+mn-lt"/>
              </a:rPr>
              <a:t>Yeshuvin </a:t>
            </a:r>
            <a:r>
              <a:rPr lang="en-US" sz="3600" b="1" dirty="0" err="1">
                <a:solidFill>
                  <a:srgbClr val="000099"/>
                </a:solidFill>
                <a:latin typeface="+mn-lt"/>
              </a:rPr>
              <a:t>divya</a:t>
            </a:r>
            <a:r>
              <a:rPr lang="en-US" sz="36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0099"/>
                </a:solidFill>
                <a:latin typeface="+mn-lt"/>
              </a:rPr>
              <a:t>sneham</a:t>
            </a:r>
            <a:r>
              <a:rPr lang="en-US" sz="3600" b="1" dirty="0">
                <a:solidFill>
                  <a:srgbClr val="000099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0099"/>
                </a:solidFill>
                <a:latin typeface="+mn-lt"/>
              </a:rPr>
              <a:t>Ennodu</a:t>
            </a:r>
            <a:r>
              <a:rPr lang="en-US" sz="36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0099"/>
                </a:solidFill>
                <a:latin typeface="+mn-lt"/>
              </a:rPr>
              <a:t>Varnhikka</a:t>
            </a:r>
            <a:endParaRPr lang="en-US" sz="3600" b="1" dirty="0">
              <a:solidFill>
                <a:srgbClr val="000099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25684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293914" y="914400"/>
            <a:ext cx="11887200" cy="2660024"/>
          </a:xfrm>
        </p:spPr>
        <p:txBody>
          <a:bodyPr anchor="t"/>
          <a:lstStyle/>
          <a:p>
            <a:pPr algn="l" defTabSz="465138" eaLnBrk="1" hangingPunct="1">
              <a:lnSpc>
                <a:spcPct val="125000"/>
              </a:lnSpc>
              <a:tabLst>
                <a:tab pos="465138" algn="l"/>
                <a:tab pos="801688" algn="l"/>
              </a:tabLst>
              <a:defRPr/>
            </a:pPr>
            <a:r>
              <a:rPr lang="ml-IN" sz="3400" b="1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യേശുവിൻ ദിവ്യസ്നേഹം</a:t>
            </a:r>
            <a:r>
              <a:rPr lang="en-US" sz="3400" b="1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എന്നോടു വർണ്ണിക്ക </a:t>
            </a:r>
            <a:br>
              <a:rPr lang="ml-IN" sz="3400" b="1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നിർബന്ധിക്കുന്നതെന്നെ ശുദ്ധിയിൽ ജീവിപ്പാൻ</a:t>
            </a:r>
            <a:br>
              <a:rPr lang="ml-IN" sz="3400" b="1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ഈ സ്നേഹം ദിനം തോറും എൻ സോദര രോടു</a:t>
            </a:r>
            <a:br>
              <a:rPr lang="ml-IN" sz="3400" b="1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കാണിപ്പാൻ നിന്‍റെ കൃപ നൽകണം ദൈവമേ</a:t>
            </a: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22AD39-B6B2-4B3E-9B70-040887684C44}"/>
              </a:ext>
            </a:extLst>
          </p:cNvPr>
          <p:cNvSpPr/>
          <p:nvPr/>
        </p:nvSpPr>
        <p:spPr>
          <a:xfrm>
            <a:off x="10886" y="3718344"/>
            <a:ext cx="112014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Yeshuvin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divya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ennodu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varnhikka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Nirbandhikkunnathenne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shudhdhiyil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jeevippaan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dinam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thorhum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sodararodu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Kaanhippaan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kripa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nalkenham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daivame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8CB872-6F0B-474C-8C13-C73585FFB7CA}"/>
              </a:ext>
            </a:extLst>
          </p:cNvPr>
          <p:cNvSpPr txBox="1"/>
          <p:nvPr/>
        </p:nvSpPr>
        <p:spPr>
          <a:xfrm>
            <a:off x="10886" y="170066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578898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10886" y="706475"/>
            <a:ext cx="12181114" cy="2660024"/>
          </a:xfrm>
        </p:spPr>
        <p:txBody>
          <a:bodyPr anchor="t"/>
          <a:lstStyle/>
          <a:p>
            <a:pPr defTabSz="465138" eaLnBrk="1" hangingPunct="1">
              <a:lnSpc>
                <a:spcPct val="125000"/>
              </a:lnSpc>
              <a:tabLst>
                <a:tab pos="465138" algn="l"/>
                <a:tab pos="801688" algn="l"/>
              </a:tabLst>
              <a:defRPr/>
            </a:pPr>
            <a:r>
              <a:rPr lang="ml-IN" sz="3600" b="1" dirty="0">
                <a:solidFill>
                  <a:srgbClr val="00206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യേശുവിൻ ദിവ്യസ്നേഹം</a:t>
            </a:r>
            <a:r>
              <a:rPr lang="en-US" sz="3600" b="1" dirty="0">
                <a:solidFill>
                  <a:srgbClr val="00206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! </a:t>
            </a:r>
            <a:br>
              <a:rPr lang="en-US" sz="3600" b="1" dirty="0">
                <a:solidFill>
                  <a:srgbClr val="00206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rgbClr val="00206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യേശുവിൻ ദിവ്യസ്നേഹം</a:t>
            </a:r>
            <a:br>
              <a:rPr lang="en-US" sz="3600" b="1" dirty="0">
                <a:solidFill>
                  <a:srgbClr val="00206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rgbClr val="00206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യേശുവിൻ ദിവ്യസ്നേഹം</a:t>
            </a:r>
            <a:br>
              <a:rPr lang="en-US" sz="3600" b="1" dirty="0">
                <a:solidFill>
                  <a:srgbClr val="00206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rgbClr val="00206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എന്നോടു വർണ്ണിക്ക</a:t>
            </a: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22AD39-B6B2-4B3E-9B70-040887684C44}"/>
              </a:ext>
            </a:extLst>
          </p:cNvPr>
          <p:cNvSpPr/>
          <p:nvPr/>
        </p:nvSpPr>
        <p:spPr>
          <a:xfrm>
            <a:off x="10886" y="3718344"/>
            <a:ext cx="12181114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000099"/>
                </a:solidFill>
                <a:latin typeface="+mn-lt"/>
              </a:rPr>
              <a:t>Yeshuvin </a:t>
            </a:r>
            <a:r>
              <a:rPr lang="en-US" sz="3600" b="1" dirty="0" err="1">
                <a:solidFill>
                  <a:srgbClr val="000099"/>
                </a:solidFill>
                <a:latin typeface="+mn-lt"/>
              </a:rPr>
              <a:t>divya</a:t>
            </a:r>
            <a:r>
              <a:rPr lang="en-US" sz="36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0099"/>
                </a:solidFill>
                <a:latin typeface="+mn-lt"/>
              </a:rPr>
              <a:t>sneham</a:t>
            </a:r>
            <a:r>
              <a:rPr lang="en-US" sz="3600" b="1" dirty="0">
                <a:solidFill>
                  <a:srgbClr val="000099"/>
                </a:solidFill>
                <a:latin typeface="+mn-lt"/>
              </a:rPr>
              <a:t>! 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000099"/>
                </a:solidFill>
                <a:latin typeface="+mn-lt"/>
              </a:rPr>
              <a:t>Yeshuvin </a:t>
            </a:r>
            <a:r>
              <a:rPr lang="en-US" sz="3600" b="1" dirty="0" err="1">
                <a:solidFill>
                  <a:srgbClr val="000099"/>
                </a:solidFill>
                <a:latin typeface="+mn-lt"/>
              </a:rPr>
              <a:t>divya</a:t>
            </a:r>
            <a:r>
              <a:rPr lang="en-US" sz="36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0099"/>
                </a:solidFill>
                <a:latin typeface="+mn-lt"/>
              </a:rPr>
              <a:t>sneham</a:t>
            </a:r>
            <a:r>
              <a:rPr lang="en-US" sz="3600" b="1" dirty="0">
                <a:solidFill>
                  <a:srgbClr val="000099"/>
                </a:solidFill>
                <a:latin typeface="+mn-lt"/>
              </a:rPr>
              <a:t>!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000099"/>
                </a:solidFill>
                <a:latin typeface="+mn-lt"/>
              </a:rPr>
              <a:t>Yeshuvin </a:t>
            </a:r>
            <a:r>
              <a:rPr lang="en-US" sz="3600" b="1" dirty="0" err="1">
                <a:solidFill>
                  <a:srgbClr val="000099"/>
                </a:solidFill>
                <a:latin typeface="+mn-lt"/>
              </a:rPr>
              <a:t>divya</a:t>
            </a:r>
            <a:r>
              <a:rPr lang="en-US" sz="36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0099"/>
                </a:solidFill>
                <a:latin typeface="+mn-lt"/>
              </a:rPr>
              <a:t>sneham</a:t>
            </a:r>
            <a:r>
              <a:rPr lang="en-US" sz="3600" b="1" dirty="0">
                <a:solidFill>
                  <a:srgbClr val="000099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0099"/>
                </a:solidFill>
                <a:latin typeface="+mn-lt"/>
              </a:rPr>
              <a:t>Ennodu</a:t>
            </a:r>
            <a:r>
              <a:rPr lang="en-US" sz="36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0099"/>
                </a:solidFill>
                <a:latin typeface="+mn-lt"/>
              </a:rPr>
              <a:t>Varnhikka</a:t>
            </a:r>
            <a:endParaRPr lang="en-US" sz="3600" b="1" dirty="0">
              <a:solidFill>
                <a:srgbClr val="000099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36641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293914" y="914400"/>
            <a:ext cx="11887200" cy="2660024"/>
          </a:xfrm>
        </p:spPr>
        <p:txBody>
          <a:bodyPr anchor="t"/>
          <a:lstStyle/>
          <a:p>
            <a:pPr algn="l" defTabSz="465138" eaLnBrk="1" hangingPunct="1">
              <a:lnSpc>
                <a:spcPct val="125000"/>
              </a:lnSpc>
              <a:tabLst>
                <a:tab pos="465138" algn="l"/>
                <a:tab pos="801688" algn="l"/>
              </a:tabLst>
              <a:defRPr/>
            </a:pPr>
            <a:r>
              <a:rPr lang="ml-IN" sz="3400" b="1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യേശുവിൻ ദിവ്യസ്നേഹം</a:t>
            </a:r>
            <a:r>
              <a:rPr lang="en-US" sz="3400" b="1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എന്നോടു വർണ്ണിക്ക</a:t>
            </a:r>
            <a:br>
              <a:rPr lang="ml-IN" sz="3400" b="1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ഭൂവിൽ അതെന്നാശ്വാസം ജീവിക്കും നാളെല്ലാം</a:t>
            </a:r>
            <a:br>
              <a:rPr lang="ml-IN" sz="3400" b="1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ആകർഷിക്കുന്ന തെന്നെ തങ്കലേ ക്കെപ്പോഴും</a:t>
            </a:r>
            <a:br>
              <a:rPr lang="ml-IN" sz="3400" b="1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വേഗം ഞാൻ ചേരും തന്‍റെ ഭാഗ്യസന്നിധിയിൽ</a:t>
            </a:r>
            <a:br>
              <a:rPr lang="ml-IN" sz="3400" b="1" dirty="0">
                <a:solidFill>
                  <a:srgbClr val="041B7E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ml-IN" sz="3400" b="1" dirty="0">
              <a:solidFill>
                <a:srgbClr val="041B7E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22AD39-B6B2-4B3E-9B70-040887684C44}"/>
              </a:ext>
            </a:extLst>
          </p:cNvPr>
          <p:cNvSpPr/>
          <p:nvPr/>
        </p:nvSpPr>
        <p:spPr>
          <a:xfrm>
            <a:off x="10886" y="3718344"/>
            <a:ext cx="112014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Yeshuvin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divya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ennodu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varnhikka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Bhoovil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athennaashwaasam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jeevikkum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naalhelaam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Aakarshikkunnathenne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thankalekk-eppozhum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Vegam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cherum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bhagya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sannidhiyil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8CB872-6F0B-474C-8C13-C73585FFB7CA}"/>
              </a:ext>
            </a:extLst>
          </p:cNvPr>
          <p:cNvSpPr txBox="1"/>
          <p:nvPr/>
        </p:nvSpPr>
        <p:spPr>
          <a:xfrm>
            <a:off x="10886" y="170066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340789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10886" y="706475"/>
            <a:ext cx="12181114" cy="2660024"/>
          </a:xfrm>
        </p:spPr>
        <p:txBody>
          <a:bodyPr anchor="t"/>
          <a:lstStyle/>
          <a:p>
            <a:pPr defTabSz="465138" eaLnBrk="1" hangingPunct="1">
              <a:lnSpc>
                <a:spcPct val="125000"/>
              </a:lnSpc>
              <a:tabLst>
                <a:tab pos="465138" algn="l"/>
                <a:tab pos="801688" algn="l"/>
              </a:tabLst>
              <a:defRPr/>
            </a:pPr>
            <a:r>
              <a:rPr lang="ml-IN" sz="3600" b="1" dirty="0">
                <a:solidFill>
                  <a:srgbClr val="00206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യേശുവിൻ ദിവ്യസ്നേഹം</a:t>
            </a:r>
            <a:r>
              <a:rPr lang="en-US" sz="3600" b="1" dirty="0">
                <a:solidFill>
                  <a:srgbClr val="00206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! </a:t>
            </a:r>
            <a:br>
              <a:rPr lang="en-US" sz="3600" b="1" dirty="0">
                <a:solidFill>
                  <a:srgbClr val="00206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rgbClr val="00206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യേശുവിൻ ദിവ്യസ്നേഹം</a:t>
            </a:r>
            <a:br>
              <a:rPr lang="en-US" sz="3600" b="1" dirty="0">
                <a:solidFill>
                  <a:srgbClr val="00206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rgbClr val="00206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യേശുവിൻ ദിവ്യസ്നേഹം</a:t>
            </a:r>
            <a:br>
              <a:rPr lang="en-US" sz="3600" b="1" dirty="0">
                <a:solidFill>
                  <a:srgbClr val="00206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rgbClr val="00206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എന്നോടു വർണ്ണിക്ക</a:t>
            </a: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22AD39-B6B2-4B3E-9B70-040887684C44}"/>
              </a:ext>
            </a:extLst>
          </p:cNvPr>
          <p:cNvSpPr/>
          <p:nvPr/>
        </p:nvSpPr>
        <p:spPr>
          <a:xfrm>
            <a:off x="10886" y="3718344"/>
            <a:ext cx="12181114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000099"/>
                </a:solidFill>
                <a:latin typeface="+mn-lt"/>
              </a:rPr>
              <a:t>Yeshuvin </a:t>
            </a:r>
            <a:r>
              <a:rPr lang="en-US" sz="3600" b="1" dirty="0" err="1">
                <a:solidFill>
                  <a:srgbClr val="000099"/>
                </a:solidFill>
                <a:latin typeface="+mn-lt"/>
              </a:rPr>
              <a:t>divya</a:t>
            </a:r>
            <a:r>
              <a:rPr lang="en-US" sz="36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0099"/>
                </a:solidFill>
                <a:latin typeface="+mn-lt"/>
              </a:rPr>
              <a:t>sneham</a:t>
            </a:r>
            <a:r>
              <a:rPr lang="en-US" sz="3600" b="1" dirty="0">
                <a:solidFill>
                  <a:srgbClr val="000099"/>
                </a:solidFill>
                <a:latin typeface="+mn-lt"/>
              </a:rPr>
              <a:t>! 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000099"/>
                </a:solidFill>
                <a:latin typeface="+mn-lt"/>
              </a:rPr>
              <a:t>Yeshuvin </a:t>
            </a:r>
            <a:r>
              <a:rPr lang="en-US" sz="3600" b="1" dirty="0" err="1">
                <a:solidFill>
                  <a:srgbClr val="000099"/>
                </a:solidFill>
                <a:latin typeface="+mn-lt"/>
              </a:rPr>
              <a:t>divya</a:t>
            </a:r>
            <a:r>
              <a:rPr lang="en-US" sz="36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0099"/>
                </a:solidFill>
                <a:latin typeface="+mn-lt"/>
              </a:rPr>
              <a:t>sneham</a:t>
            </a:r>
            <a:r>
              <a:rPr lang="en-US" sz="3600" b="1" dirty="0">
                <a:solidFill>
                  <a:srgbClr val="000099"/>
                </a:solidFill>
                <a:latin typeface="+mn-lt"/>
              </a:rPr>
              <a:t>!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000099"/>
                </a:solidFill>
                <a:latin typeface="+mn-lt"/>
              </a:rPr>
              <a:t>Yeshuvin </a:t>
            </a:r>
            <a:r>
              <a:rPr lang="en-US" sz="3600" b="1" dirty="0" err="1">
                <a:solidFill>
                  <a:srgbClr val="000099"/>
                </a:solidFill>
                <a:latin typeface="+mn-lt"/>
              </a:rPr>
              <a:t>divya</a:t>
            </a:r>
            <a:r>
              <a:rPr lang="en-US" sz="36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0099"/>
                </a:solidFill>
                <a:latin typeface="+mn-lt"/>
              </a:rPr>
              <a:t>sneham</a:t>
            </a:r>
            <a:r>
              <a:rPr lang="en-US" sz="3600" b="1" dirty="0">
                <a:solidFill>
                  <a:srgbClr val="000099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0099"/>
                </a:solidFill>
                <a:latin typeface="+mn-lt"/>
              </a:rPr>
              <a:t>Ennodu</a:t>
            </a:r>
            <a:r>
              <a:rPr lang="en-US" sz="36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0099"/>
                </a:solidFill>
                <a:latin typeface="+mn-lt"/>
              </a:rPr>
              <a:t>Varnhikka</a:t>
            </a:r>
            <a:endParaRPr lang="en-US" sz="3600" b="1" dirty="0">
              <a:solidFill>
                <a:srgbClr val="000099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46699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218</Words>
  <Application>Microsoft Office PowerPoint</Application>
  <PresentationFormat>Widescreen</PresentationFormat>
  <Paragraphs>68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Kartika</vt:lpstr>
      <vt:lpstr>Office Theme</vt:lpstr>
      <vt:lpstr>367 യേശുവിൻ ദിവ്യസ്നേഹം</vt:lpstr>
      <vt:lpstr>യേശുവിൻ ദിവ്യസ്നേഹം എന്നോടു വർണ്ണിക്ക തൻ ജീവനെ എൻപേർക്കായ് വെച്ച വൃത്താന്തവും ആയതെനിക്കെപ്പോഴും ആനന്ദം നൽകുന്നു തൻ സ്നേഹ ക്കൊടിക്കീഴിൽ വസിക്കും ഞാൻ എന്നും</vt:lpstr>
      <vt:lpstr>യേശുവിൻ ദിവ്യസ്നേഹം!  യേശുവിൻ ദിവ്യസ്നേഹം യേശുവിൻ ദിവ്യസ്നേഹം എന്നോടു വർണ്ണിക്ക</vt:lpstr>
      <vt:lpstr>യേശുവിൻ ദിവ്യസ്നേഹം എന്നോടു വർണ്ണിക്ക  എൻ ഹൃദയത്തെ അതു കവർന്നിരിക്കുന്നു ചിന്തിക്കുന്തോറും ഏറ്റം മാധുര്യമാമത് ! ഇവ്വിധമാം സന്തോഷം ഉർവ്വിയിൽ ഇല്ലെങ്ങും</vt:lpstr>
      <vt:lpstr>യേശുവിൻ ദിവ്യസ്നേഹം!  യേശുവിൻ ദിവ്യസ്നേഹം യേശുവിൻ ദിവ്യസ്നേഹം എന്നോടു വർണ്ണിക്ക</vt:lpstr>
      <vt:lpstr>യേശുവിൻ ദിവ്യസ്നേഹം എന്നോടു വർണ്ണിക്ക അറിവിനെ കവിയും ആ സ്നേഹത്തിൻ നീളം വീതി ഉയരം ആഴം എന്തെന്നു ഗ്രഹിപ്പാൻ നിത്യതയിങ്കലും ഞാൻ ശക്തനായ് ത്തീരുമോ? </vt:lpstr>
      <vt:lpstr>യേശുവിൻ ദിവ്യസ്നേഹം!  യേശുവിൻ ദിവ്യസ്നേഹം യേശുവിൻ ദിവ്യസ്നേഹം എന്നോടു വർണ്ണിക്ക</vt:lpstr>
      <vt:lpstr>യേശുവിൻ ദിവ്യസ്നേഹം എന്നോടു വർണ്ണിക്ക  നിർബന്ധിക്കുന്നതെന്നെ ശുദ്ധിയിൽ ജീവിപ്പാൻ ഈ സ്നേഹം ദിനം തോറും എൻ സോദര രോടു കാണിപ്പാൻ നിന്‍റെ കൃപ നൽകണം ദൈവമേ</vt:lpstr>
      <vt:lpstr>യേശുവിൻ ദിവ്യസ്നേഹം!  യേശുവിൻ ദിവ്യസ്നേഹം യേശുവിൻ ദിവ്യസ്നേഹം എന്നോടു വർണ്ണിക്ക</vt:lpstr>
      <vt:lpstr>യേശുവിൻ ദിവ്യസ്നേഹം എന്നോടു വർണ്ണിക്ക ഭൂവിൽ അതെന്നാശ്വാസം ജീവിക്കും നാളെല്ലാം ആകർഷിക്കുന്ന തെന്നെ തങ്കലേ ക്കെപ്പോഴും വേഗം ഞാൻ ചേരും തന്‍റെ ഭാഗ്യസന്നിധിയിൽ </vt:lpstr>
      <vt:lpstr>യേശുവിൻ ദിവ്യസ്നേഹം!  യേശുവിൻ ദിവ്യസ്നേഹം യേശുവിൻ ദിവ്യസ്നേഹം എന്നോടു വർണ്ണിക്ക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Yeshuvin divyasneham</dc:title>
  <dc:creator>Digital Input; GM JOHN; Acsah Mathews</dc:creator>
  <cp:lastModifiedBy>Acsah Mathews</cp:lastModifiedBy>
  <cp:revision>55</cp:revision>
  <dcterms:created xsi:type="dcterms:W3CDTF">2013-07-17T10:28:54Z</dcterms:created>
  <dcterms:modified xsi:type="dcterms:W3CDTF">2018-11-23T14:02:27Z</dcterms:modified>
</cp:coreProperties>
</file>