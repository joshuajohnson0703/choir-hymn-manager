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11008-1DAF-45A0-91BE-DB52C9DBF29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DDEA9-FF6D-4D48-B675-FD1348C085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CAD8F-6DB9-4BB6-B38D-C9B8F4B2265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268F1-F79A-4DAA-BA87-9B0F39190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D109B-BC61-410F-8992-13BC546A020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BFE09-D3BD-48E0-81B6-AE549CB96B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57B23-4456-45A7-B373-90A2C72B99C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210A7-5F10-4409-A2FF-3A7CC72B05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CF6E6-3A65-4BD1-AFAB-AB44BE5975F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8B67B-F23A-44A7-ACFF-49F54FD425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C23F1-9DE7-40C4-8F74-2A488E4E35C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125A5-D17B-4836-881B-53E0AD81F3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E2F24-C448-4430-B66E-A347934FBF3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E9870-99B9-40C3-842C-62F3EF118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6114E-4C1D-4F6A-B052-B8BB1798570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DE886-05BA-4240-AE17-D74CE1D9F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B14CF-01DA-4A00-94AD-F87B60A6ED1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FA95B-E466-4FFC-80E4-FF0FF8CBBF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BE65C-2180-4174-ACCC-5AC42C38CFB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1E6B3-914B-4E42-9649-059AA44F03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49957-9DC8-40C6-9332-45C3A5999B0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88131-94FC-4C73-BA54-2DA48B347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1FE8F7-5BFE-4F6D-BD59-8AC0CDD1EF1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B7C590F-267A-48C6-95A7-8990414010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BA355-8ECD-4D1F-BA0A-6B018AEBD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52600"/>
            <a:ext cx="10363200" cy="1847851"/>
          </a:xfrm>
        </p:spPr>
        <p:txBody>
          <a:bodyPr/>
          <a:lstStyle/>
          <a:p>
            <a:r>
              <a:rPr lang="en-US" dirty="0"/>
              <a:t>219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യേശുവിന്‍ സ്വന്തമത്രെ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6BEE0-A576-4649-8926-DAB1C1844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Yeshuvin </a:t>
            </a:r>
            <a:r>
              <a:rPr lang="en-US" sz="4000" b="1" dirty="0" err="1">
                <a:solidFill>
                  <a:schemeClr val="tx2"/>
                </a:solidFill>
              </a:rPr>
              <a:t>swanthamathre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DEFACE-A114-495A-A14A-F70A9DDFB575}"/>
              </a:ext>
            </a:extLst>
          </p:cNvPr>
          <p:cNvSpPr/>
          <p:nvPr/>
        </p:nvSpPr>
        <p:spPr>
          <a:xfrm>
            <a:off x="2539071" y="4692134"/>
            <a:ext cx="39982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chemeClr val="accent2"/>
                </a:solidFill>
              </a:rPr>
              <a:t>(റവ. റ്റി. ജെ. ആൻഡ്രൂസ്) 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D5C39-E2BE-494B-A7FD-82F47AA8C587}"/>
              </a:ext>
            </a:extLst>
          </p:cNvPr>
          <p:cNvSpPr/>
          <p:nvPr/>
        </p:nvSpPr>
        <p:spPr>
          <a:xfrm>
            <a:off x="8122266" y="4692134"/>
            <a:ext cx="270176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>
                <a:solidFill>
                  <a:schemeClr val="accent2"/>
                </a:solidFill>
                <a:latin typeface="Arial" panose="020B0604020202020204" pitchFamily="34" charset="0"/>
              </a:rPr>
              <a:t>(Rev. T.J. Andrews) </a:t>
            </a:r>
            <a:endParaRPr lang="en-US" sz="2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4025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6355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28832" y="332737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swanthamathre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innum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ennum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Yeshuvin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swanthamathre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നാഴിക ഇതു മുതല്‍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 നിന്‍ കനിവാലെ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നാശകവഴി വെടിഞ്ഞേന്‍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Naazhika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muthal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kanivaale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Naashaka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7920297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</a:rPr>
              <a:t>പുത്തന്‍ ജീവനെനിക്കു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ദത്തമായെന്‍ നാഥനാല്‍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നിത്യമെനിക്കു സുഖമെ!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കൃപയാലേ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Putthan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jeevanenikku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Datthamaayen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naadhanal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26693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</a:rPr>
              <a:t>ശാന്ത മാമെ ന്നാത്മാവേ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കാന്തനാം നിന്നില്‍ നിന്നു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ഹന്ത! പിരിപ്പാ നൊന്നിന്നും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കഴിവില്ല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Shaanthamaamennaathmaave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Kaanthanaam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Hantha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Pirippanonninnum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kazhivilla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793489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</a:rPr>
              <a:t>എന്നുടെ ഗാനമിനി-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മന്നവ മന്നനീശോ!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നിന്നുടെ മഹത്വത്തിനായ്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മാത്രമെന്നും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Ennude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gaanamini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Mannava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mannaneesho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mahathwathinaai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maathramennum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42675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സ്വര്‍ഗ്ഗമെനിക്കുള്ളതു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ഭാഗ്യമെനിക്കു നിത്യം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സ്വര്‍ഗ്ഗദൂതരെന്‍ സ്നേഹിതർ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കൃപയാലെ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Swargamenikkullhathu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67745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</a:rPr>
              <a:t>സത്യസമാധാനമേ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നിത്യ സന്തോഷമല്ലോ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കര്‍ത്തനെനിക്കു സ്വന്തമേ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കൃപയാലെ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samaadhaaname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santhoshamallo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swanthame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91175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പുത്തന്‍ ജീവനെന്നേശു-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കര്‍ത്തനോടു ചോദിച്ചേന്‍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ദത്തമായല്ലോ എനിക്കു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കൃപയാലെ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Puththan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jeevanenneshu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Karthannodu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chodicchen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Datthamaayallo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102230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14400"/>
            <a:ext cx="11887200" cy="1693815"/>
          </a:xfrm>
        </p:spPr>
        <p:txBody>
          <a:bodyPr anchor="t"/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ഹൃദയമിതാ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മുമ്പില്‍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വെക്കുന്നേൻ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ചിന്തയെ എനിക്കരുൾ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കൃപയാലെ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810E3-9D3F-429A-A0E6-7B6CD8B8D296}"/>
              </a:ext>
            </a:extLst>
          </p:cNvPr>
          <p:cNvSpPr/>
          <p:nvPr/>
        </p:nvSpPr>
        <p:spPr>
          <a:xfrm>
            <a:off x="304800" y="3864558"/>
            <a:ext cx="11852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hridayamithaa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vekkunnen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chinthayenikkarhulh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925CF-6E75-45DD-B792-B73BF9F0BE92}"/>
              </a:ext>
            </a:extLst>
          </p:cNvPr>
          <p:cNvSpPr/>
          <p:nvPr/>
        </p:nvSpPr>
        <p:spPr>
          <a:xfrm>
            <a:off x="0" y="2590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ഞാന്‍ ഇന്നും എന്നും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സ്വന്തമത്രെ ഞാന്‍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6B2B6-E6DF-400F-AD75-B195E07AEBEF}"/>
              </a:ext>
            </a:extLst>
          </p:cNvPr>
          <p:cNvSpPr/>
          <p:nvPr/>
        </p:nvSpPr>
        <p:spPr>
          <a:xfrm>
            <a:off x="16477" y="55668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ennum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  <a:p>
            <a:pPr lvl="0" algn="ctr"/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Yeshuvin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swanthamathre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njan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E1FC-2911-4A81-BBA5-EB1F2C69C7B5}"/>
              </a:ext>
            </a:extLst>
          </p:cNvPr>
          <p:cNvSpPr txBox="1"/>
          <p:nvPr/>
        </p:nvSpPr>
        <p:spPr>
          <a:xfrm>
            <a:off x="16477" y="338554"/>
            <a:ext cx="121405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4408007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233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219 യേശുവിന്‍ സ്വന്തമത്രെ ഞാന്‍</vt:lpstr>
      <vt:lpstr>യേശുവിന്‍ സ്വന്തമത്രെ ഞാന്‍ ഇന്നും എന്നും യേശുവിന്‍ സ്വന്തമത്രെ ഞാന്‍</vt:lpstr>
      <vt:lpstr>നാഴിക ഇതു മുതല്‍ നാഥാ നിന്‍ കനിവാലെ നാശകവഴി വെടിഞ്ഞേന്‍  യേശു നാഥാ  </vt:lpstr>
      <vt:lpstr>പുത്തന്‍ ജീവനെനിക്കു ദത്തമായെന്‍ നാഥനാല്‍ നിത്യമെനിക്കു സുഖമെ! കൃപയാലേ</vt:lpstr>
      <vt:lpstr>ശാന്ത മാമെ ന്നാത്മാവേ  കാന്തനാം നിന്നില്‍ നിന്നു ഹന്ത! പിരിപ്പാ നൊന്നിന്നും കഴിവില്ല </vt:lpstr>
      <vt:lpstr>എന്നുടെ ഗാനമിനി- മന്നവ മന്നനീശോ! നിന്നുടെ മഹത്വത്തിനായ് മാത്രമെന്നും </vt:lpstr>
      <vt:lpstr>സ്വര്‍ഗ്ഗമെനിക്കുള്ളതു ഭാഗ്യമെനിക്കു നിത്യം സ്വര്‍ഗ്ഗദൂതരെന്‍ സ്നേഹിതർ  കൃപയാലെ</vt:lpstr>
      <vt:lpstr>സത്യസമാധാനമേ നിത്യ സന്തോഷമല്ലോ കര്‍ത്തനെനിക്കു സ്വന്തമേ കൃപയാലെ </vt:lpstr>
      <vt:lpstr>പുത്തന്‍ ജീവനെന്നേശു- കര്‍ത്തനോടു ചോദിച്ചേന്‍ ദത്തമായല്ലോ എനിക്കു  കൃപയാലെ </vt:lpstr>
      <vt:lpstr>എന്‍റെ ഹൃദയമിതാ നിന്‍റെ മുമ്പില്‍ വെക്കുന്നേൻ നിന്‍റെ ചിന്തയെ എനിക്കരുൾ കൃപയാലെ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swanthamathre njan</dc:title>
  <dc:creator>Digital Input:; GM JOHN; Acsah Mathews</dc:creator>
  <cp:lastModifiedBy>Acsah Mathews</cp:lastModifiedBy>
  <cp:revision>201</cp:revision>
  <dcterms:created xsi:type="dcterms:W3CDTF">2013-04-19T09:19:07Z</dcterms:created>
  <dcterms:modified xsi:type="dcterms:W3CDTF">2018-11-09T15:49:36Z</dcterms:modified>
</cp:coreProperties>
</file>