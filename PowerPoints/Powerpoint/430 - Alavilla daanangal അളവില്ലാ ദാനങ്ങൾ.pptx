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55" autoAdjust="0"/>
    <p:restoredTop sz="94660"/>
  </p:normalViewPr>
  <p:slideViewPr>
    <p:cSldViewPr snapToGrid="0">
      <p:cViewPr varScale="1">
        <p:scale>
          <a:sx n="42" d="100"/>
          <a:sy n="42" d="100"/>
        </p:scale>
        <p:origin x="54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6DE46-BEA6-44B9-8375-16F545D3C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0F72D-1B59-458B-A4F6-7C092E721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E2B9D-A8DA-42ED-8C2E-6BCF47ABD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B4CF-BCEA-4B61-80CF-E1489815132D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52305-D356-450E-9ED3-B6FAD4B65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38634-F439-4888-9F63-5CFE4BFAA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4E341-1E33-4E65-B43E-224CD4552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02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DBDE3-E7C9-42E4-8822-1397207CC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CDB3E-0E91-4EF0-AF64-09B424515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543C1-1B88-4C32-8568-EC503936E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B4CF-BCEA-4B61-80CF-E1489815132D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8BFC3-1C24-4626-815D-57835FFC5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44803-B6C4-40EE-8387-24881F555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4E341-1E33-4E65-B43E-224CD4552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75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F8E8C-448C-4CED-B289-B935F641F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71A45-44D2-4718-96F7-BD0524328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DF8AA-7467-4D65-89FA-8854FD021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B4CF-BCEA-4B61-80CF-E1489815132D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EC910-1F33-4A44-8CC5-BDBAECD82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9DCF4-36D4-4BE4-B443-41C4A7489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4E341-1E33-4E65-B43E-224CD4552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690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8D9AE-0915-43FF-AE22-55CB997FD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16F83-BEA6-41E4-9C8F-B6A76245AF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14DB40-E846-4736-9A1C-BBBBEB777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37B88-1758-4169-AA79-D4F6F5B4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B4CF-BCEA-4B61-80CF-E1489815132D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4CFF6-5709-4DC6-A8F9-50F16205E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C323D-B948-4DC1-8AC3-1DA67EE73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4E341-1E33-4E65-B43E-224CD4552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61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446E4-64BD-4325-BC22-F56BC7F67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0FEEB-723E-482B-A699-5B729E100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94DA9-F564-4496-8EA6-9BE8A073D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3C1683-DB5C-40D0-B42B-5C64901AF2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293992-7AF8-42EE-BAF3-99FAED3141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8FA22-E8D9-46E3-8890-AE2BC27F7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B4CF-BCEA-4B61-80CF-E1489815132D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82869-1963-438A-9587-C4F0D17B9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6BBA28-DC97-4374-A5C9-945EA04D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4E341-1E33-4E65-B43E-224CD4552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239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1C823-F7C5-435F-A347-207DEC26E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D66FB7-79D3-4EE0-B209-C9FD0A471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B4CF-BCEA-4B61-80CF-E1489815132D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B97802-05CE-4FCA-B24A-5ED51C7B7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2CE36-D0AB-4F8C-A417-5CE0FFC4F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4E341-1E33-4E65-B43E-224CD4552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077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6EA0E9-062A-4314-BA20-245E89660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B4CF-BCEA-4B61-80CF-E1489815132D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28DE52-BD7F-4DE3-BB32-5A00BA023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9B83B-F6C9-4746-9F31-8644AA649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4E341-1E33-4E65-B43E-224CD4552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46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4A152-1E8C-4800-BF8B-C1608AE7F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952FB-96B0-4399-A2CA-27EAC9243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0076AD-A8E4-4D4A-B1D8-43B0C84AF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E6B33-CCB5-44DA-8CBE-87119BE3F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B4CF-BCEA-4B61-80CF-E1489815132D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93C1-A318-4E04-9D54-438A72F9E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90335D-C8EE-47B1-A00C-78C00FF3E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4E341-1E33-4E65-B43E-224CD4552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25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A509-7EEF-4219-BCBE-84B9B814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CB7B0C-99B7-4B68-86C8-5DEE21DCDB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BA6894-629F-4273-825B-3210377BE7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58B77F-26C2-442B-94BE-9A8392D5D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B4CF-BCEA-4B61-80CF-E1489815132D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55136-78F4-4CE1-9094-864F08614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AC9E01-4D9C-4317-AFD7-9EF45DEA8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4E341-1E33-4E65-B43E-224CD4552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72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7BC67-8583-489A-A841-84702AAA3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8AA1B-0A3E-41E3-AD24-E2DAA9295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F50C7-60E3-4FB4-AAC9-0F6E72662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B4CF-BCEA-4B61-80CF-E1489815132D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E3C44-BE1C-46A6-B76E-C0DA2C805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70D00-B0A0-4D1D-8142-F3379437D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4E341-1E33-4E65-B43E-224CD4552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32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868970-B23C-466B-90C5-073CC675FF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72521-FAA0-4018-B36A-81F65326C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1AD94-51C6-46BB-93AC-D14F7EEF4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B4CF-BCEA-4B61-80CF-E1489815132D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102BF-4ADE-4938-919E-6496AD0A9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AAD95-0B31-4028-9B0C-6747BB937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4E341-1E33-4E65-B43E-224CD4552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76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662FB1-0830-4D35-93CD-468ACAB36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3E146-36E9-4BA6-8B00-A904B27E2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0AF54-3C2E-41D1-B61D-E145C9A710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D9B4CF-BCEA-4B61-80CF-E1489815132D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22013-63AC-4F89-864F-1D20291DD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17341-D249-4043-AFCB-35B2DED0B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4E341-1E33-4E65-B43E-224CD4552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46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C64D3-BA3F-43F1-BC58-F91B82F2C4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430</a:t>
            </a:r>
            <a:br>
              <a:rPr lang="en-US" dirty="0"/>
            </a:br>
            <a:r>
              <a:rPr lang="ml-IN" altLang="en-US" b="1" dirty="0"/>
              <a:t>അളവില്ലാ</a:t>
            </a:r>
            <a:r>
              <a:rPr lang="en-US" altLang="en-US" b="1" dirty="0"/>
              <a:t> </a:t>
            </a:r>
            <a:r>
              <a:rPr lang="ml-IN" altLang="en-US" b="1" dirty="0"/>
              <a:t>ദാനങ്ങൾ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1F0A0-5B50-4F9A-A725-2A4B32D5DB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Alhavillaa </a:t>
            </a:r>
            <a:r>
              <a:rPr lang="en-US" sz="4000" b="1" dirty="0" err="1">
                <a:solidFill>
                  <a:srgbClr val="002060"/>
                </a:solidFill>
              </a:rPr>
              <a:t>daanangalh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8B8513-5B24-4E2D-AF2B-1D49EBD7BCD5}"/>
              </a:ext>
            </a:extLst>
          </p:cNvPr>
          <p:cNvSpPr/>
          <p:nvPr/>
        </p:nvSpPr>
        <p:spPr>
          <a:xfrm>
            <a:off x="8545303" y="4857690"/>
            <a:ext cx="21226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</a:rPr>
              <a:t>(A. </a:t>
            </a:r>
            <a:r>
              <a:rPr lang="en-US" sz="2000" b="1" dirty="0" err="1">
                <a:solidFill>
                  <a:srgbClr val="C00000"/>
                </a:solidFill>
                <a:latin typeface="Arial" panose="020B0604020202020204" pitchFamily="34" charset="0"/>
              </a:rPr>
              <a:t>Pappachen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</a:rPr>
              <a:t>) </a:t>
            </a:r>
            <a:endParaRPr 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481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97A499-FF1C-428E-8B52-EE62D2512E3C}"/>
              </a:ext>
            </a:extLst>
          </p:cNvPr>
          <p:cNvSpPr/>
          <p:nvPr/>
        </p:nvSpPr>
        <p:spPr>
          <a:xfrm>
            <a:off x="0" y="487080"/>
            <a:ext cx="1219200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altLang="en-US" sz="3400" b="1" dirty="0"/>
              <a:t>അളവില്ലാ</a:t>
            </a:r>
            <a:r>
              <a:rPr lang="en-US" altLang="en-US" sz="3400" b="1" dirty="0"/>
              <a:t> </a:t>
            </a:r>
            <a:r>
              <a:rPr lang="ml-IN" altLang="en-US" sz="3400" b="1" dirty="0"/>
              <a:t>ദാനങ്ങൾ നൽകുന്നോനെ </a:t>
            </a:r>
            <a:br>
              <a:rPr lang="ml-IN" altLang="en-US" sz="3400" b="1" dirty="0"/>
            </a:br>
            <a:r>
              <a:rPr lang="ml-IN" altLang="en-US" sz="3400" b="1" dirty="0"/>
              <a:t>അടിയങ്ങൾ തൃപ്പാദേ വന്നിടുന്നു </a:t>
            </a:r>
            <a:br>
              <a:rPr lang="ml-IN" altLang="en-US" sz="3400" b="1" dirty="0"/>
            </a:br>
            <a:r>
              <a:rPr lang="ml-IN" altLang="en-US" sz="3400" b="1" dirty="0"/>
              <a:t>അരുളേണമേ അനുഗ്രഹങ്ങൾ </a:t>
            </a:r>
            <a:br>
              <a:rPr lang="ml-IN" altLang="en-US" sz="3400" b="1" dirty="0"/>
            </a:br>
            <a:r>
              <a:rPr lang="ml-IN" altLang="en-US" sz="3400" b="1" dirty="0"/>
              <a:t>ആശ്വാസദായകനെ 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300E25-C200-4F04-BCE2-C090FF376365}"/>
              </a:ext>
            </a:extLst>
          </p:cNvPr>
          <p:cNvSpPr/>
          <p:nvPr/>
        </p:nvSpPr>
        <p:spPr>
          <a:xfrm>
            <a:off x="0" y="3141070"/>
            <a:ext cx="12191999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Alhavillaa </a:t>
            </a:r>
            <a:r>
              <a:rPr lang="en-US" sz="3400" b="1" dirty="0" err="1">
                <a:solidFill>
                  <a:srgbClr val="002060"/>
                </a:solidFill>
              </a:rPr>
              <a:t>daanangalh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nalkunnone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Adiyangalh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thripaade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vannedunnu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Arulhenhame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anugrahangalh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Aashwaasa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daayakane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D95445-2A72-40BD-8C4F-A4214C3C6289}"/>
              </a:ext>
            </a:extLst>
          </p:cNvPr>
          <p:cNvSpPr txBox="1"/>
          <p:nvPr/>
        </p:nvSpPr>
        <p:spPr>
          <a:xfrm>
            <a:off x="11384279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430</a:t>
            </a:r>
          </a:p>
        </p:txBody>
      </p:sp>
    </p:spTree>
    <p:extLst>
      <p:ext uri="{BB962C8B-B14F-4D97-AF65-F5344CB8AC3E}">
        <p14:creationId xmlns:p14="http://schemas.microsoft.com/office/powerpoint/2010/main" val="3057532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97A499-FF1C-428E-8B52-EE62D2512E3C}"/>
              </a:ext>
            </a:extLst>
          </p:cNvPr>
          <p:cNvSpPr/>
          <p:nvPr/>
        </p:nvSpPr>
        <p:spPr>
          <a:xfrm>
            <a:off x="0" y="464778"/>
            <a:ext cx="12191999" cy="31662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alt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വിശ്വസ്തരായി ഞങ്ങൾ </a:t>
            </a:r>
            <a:br>
              <a:rPr lang="ml-IN" alt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alt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alt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സുവിശേഷഘോഷണത്തിൽ </a:t>
            </a:r>
            <a:br>
              <a:rPr lang="ml-IN" alt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alt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alt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ശക്തിയോടെന്നും നിന്നിടുവാൻ </a:t>
            </a:r>
            <a:br>
              <a:rPr lang="ml-IN" alt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alt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alt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കൃപ നൽകണമേ</a:t>
            </a:r>
            <a:endParaRPr lang="en-US" sz="34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300E25-C200-4F04-BCE2-C090FF376365}"/>
              </a:ext>
            </a:extLst>
          </p:cNvPr>
          <p:cNvSpPr/>
          <p:nvPr/>
        </p:nvSpPr>
        <p:spPr>
          <a:xfrm>
            <a:off x="178420" y="3810144"/>
            <a:ext cx="12013578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1. </a:t>
            </a:r>
            <a:r>
              <a:rPr lang="en-US" sz="3400" b="1" dirty="0" err="1">
                <a:solidFill>
                  <a:srgbClr val="002060"/>
                </a:solidFill>
              </a:rPr>
              <a:t>Vishwastharaayi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njangalh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Suvishesha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ghoshanhaththil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Shakthiyodennum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ninniduvaan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    Nin </a:t>
            </a:r>
            <a:r>
              <a:rPr lang="en-US" sz="3400" b="1" dirty="0" err="1">
                <a:solidFill>
                  <a:srgbClr val="002060"/>
                </a:solidFill>
              </a:rPr>
              <a:t>kripa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nalkenhame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2F51A4-C44E-4E58-A571-2C98A3935DDC}"/>
              </a:ext>
            </a:extLst>
          </p:cNvPr>
          <p:cNvSpPr txBox="1"/>
          <p:nvPr/>
        </p:nvSpPr>
        <p:spPr>
          <a:xfrm>
            <a:off x="11384279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430</a:t>
            </a:r>
          </a:p>
        </p:txBody>
      </p:sp>
    </p:spTree>
    <p:extLst>
      <p:ext uri="{BB962C8B-B14F-4D97-AF65-F5344CB8AC3E}">
        <p14:creationId xmlns:p14="http://schemas.microsoft.com/office/powerpoint/2010/main" val="3307997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97A499-FF1C-428E-8B52-EE62D2512E3C}"/>
              </a:ext>
            </a:extLst>
          </p:cNvPr>
          <p:cNvSpPr/>
          <p:nvPr/>
        </p:nvSpPr>
        <p:spPr>
          <a:xfrm>
            <a:off x="0" y="464778"/>
            <a:ext cx="12191999" cy="31662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ml-IN" altLang="en-US" sz="3400" b="1" dirty="0">
                <a:latin typeface="Kartika" panose="02020503030404060203" pitchFamily="18" charset="0"/>
              </a:rPr>
              <a:t>2	അകൃത്യങ്ങൾ ഏറിടുമ്പോൾ </a:t>
            </a:r>
            <a:br>
              <a:rPr lang="ml-IN" altLang="en-US" sz="3400" b="1" dirty="0">
                <a:latin typeface="Kartika" panose="02020503030404060203" pitchFamily="18" charset="0"/>
              </a:rPr>
            </a:br>
            <a:r>
              <a:rPr lang="ml-IN" altLang="en-US" sz="3400" b="1" dirty="0">
                <a:latin typeface="Kartika" panose="02020503030404060203" pitchFamily="18" charset="0"/>
              </a:rPr>
              <a:t>	നീതിയിൻ ദീപങ്ങളായ് </a:t>
            </a:r>
            <a:br>
              <a:rPr lang="ml-IN" altLang="en-US" sz="3400" b="1" dirty="0">
                <a:latin typeface="Kartika" panose="02020503030404060203" pitchFamily="18" charset="0"/>
              </a:rPr>
            </a:br>
            <a:r>
              <a:rPr lang="ml-IN" altLang="en-US" sz="3400" b="1" dirty="0">
                <a:latin typeface="Kartika" panose="02020503030404060203" pitchFamily="18" charset="0"/>
              </a:rPr>
              <a:t>	ശുദ്ധരായെന്നും നിന്നിടുവാൻ </a:t>
            </a:r>
            <a:br>
              <a:rPr lang="ml-IN" altLang="en-US" sz="3400" b="1" dirty="0">
                <a:latin typeface="Kartika" panose="02020503030404060203" pitchFamily="18" charset="0"/>
              </a:rPr>
            </a:br>
            <a:r>
              <a:rPr lang="ml-IN" altLang="en-US" sz="3400" b="1" dirty="0">
                <a:latin typeface="Kartika" panose="02020503030404060203" pitchFamily="18" charset="0"/>
              </a:rPr>
              <a:t>	നിൻ കൃപ നൽകണമേ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300E25-C200-4F04-BCE2-C090FF376365}"/>
              </a:ext>
            </a:extLst>
          </p:cNvPr>
          <p:cNvSpPr/>
          <p:nvPr/>
        </p:nvSpPr>
        <p:spPr>
          <a:xfrm>
            <a:off x="178420" y="3810144"/>
            <a:ext cx="12013578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2. </a:t>
            </a:r>
            <a:r>
              <a:rPr lang="en-US" sz="3400" b="1" dirty="0" err="1">
                <a:solidFill>
                  <a:srgbClr val="002060"/>
                </a:solidFill>
              </a:rPr>
              <a:t>Akrithyangalh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aeridumbolh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neethiyin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deepangalhaai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Shudharaayennum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ninniduvaan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kripa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nalkenhame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FBB727-0806-4294-84E5-CC8485061A6A}"/>
              </a:ext>
            </a:extLst>
          </p:cNvPr>
          <p:cNvSpPr txBox="1"/>
          <p:nvPr/>
        </p:nvSpPr>
        <p:spPr>
          <a:xfrm>
            <a:off x="11384279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430</a:t>
            </a:r>
          </a:p>
        </p:txBody>
      </p:sp>
    </p:spTree>
    <p:extLst>
      <p:ext uri="{BB962C8B-B14F-4D97-AF65-F5344CB8AC3E}">
        <p14:creationId xmlns:p14="http://schemas.microsoft.com/office/powerpoint/2010/main" val="1389284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97A499-FF1C-428E-8B52-EE62D2512E3C}"/>
              </a:ext>
            </a:extLst>
          </p:cNvPr>
          <p:cNvSpPr/>
          <p:nvPr/>
        </p:nvSpPr>
        <p:spPr>
          <a:xfrm>
            <a:off x="0" y="464778"/>
            <a:ext cx="12191999" cy="31662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ml-IN" altLang="en-US" sz="3400" b="1" dirty="0">
                <a:latin typeface="Kartika" panose="02020503030404060203" pitchFamily="18" charset="0"/>
              </a:rPr>
              <a:t>3	ആത്മാവിൽ ജ്വലിച്ചു ഞങ്ങൾ </a:t>
            </a:r>
            <a:br>
              <a:rPr lang="ml-IN" altLang="en-US" sz="3400" b="1" dirty="0">
                <a:latin typeface="Kartika" panose="02020503030404060203" pitchFamily="18" charset="0"/>
              </a:rPr>
            </a:br>
            <a:r>
              <a:rPr lang="ml-IN" altLang="en-US" sz="3400" b="1" dirty="0">
                <a:latin typeface="Kartika" panose="02020503030404060203" pitchFamily="18" charset="0"/>
              </a:rPr>
              <a:t>	ഉത്സാഹമുള്ളവരായ് </a:t>
            </a:r>
            <a:br>
              <a:rPr lang="ml-IN" altLang="en-US" sz="3400" b="1" dirty="0">
                <a:latin typeface="Kartika" panose="02020503030404060203" pitchFamily="18" charset="0"/>
              </a:rPr>
            </a:br>
            <a:r>
              <a:rPr lang="ml-IN" altLang="en-US" sz="3400" b="1" dirty="0">
                <a:latin typeface="Kartika" panose="02020503030404060203" pitchFamily="18" charset="0"/>
              </a:rPr>
              <a:t>	നിർവ്യാജസ്നേഹം കാത്തീടുവാൻ </a:t>
            </a:r>
            <a:br>
              <a:rPr lang="ml-IN" altLang="en-US" sz="3400" b="1" dirty="0">
                <a:latin typeface="Kartika" panose="02020503030404060203" pitchFamily="18" charset="0"/>
              </a:rPr>
            </a:br>
            <a:r>
              <a:rPr lang="ml-IN" altLang="en-US" sz="3400" b="1" dirty="0">
                <a:latin typeface="Kartika" panose="02020503030404060203" pitchFamily="18" charset="0"/>
              </a:rPr>
              <a:t>	നിൻ കൃപ നൽകേണമേ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300E25-C200-4F04-BCE2-C090FF376365}"/>
              </a:ext>
            </a:extLst>
          </p:cNvPr>
          <p:cNvSpPr/>
          <p:nvPr/>
        </p:nvSpPr>
        <p:spPr>
          <a:xfrm>
            <a:off x="178420" y="3810144"/>
            <a:ext cx="12013578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3. </a:t>
            </a:r>
            <a:r>
              <a:rPr lang="en-US" sz="3400" b="1" dirty="0" err="1">
                <a:solidFill>
                  <a:srgbClr val="002060"/>
                </a:solidFill>
              </a:rPr>
              <a:t>Aathmaavil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jwalichu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njangalh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uthsaahamullhavaraai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Nirvyaaja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sneham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kaaththiduvaan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kripa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nalkenhame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3689F0-3D46-4F54-9481-DAA20EEB8F84}"/>
              </a:ext>
            </a:extLst>
          </p:cNvPr>
          <p:cNvSpPr txBox="1"/>
          <p:nvPr/>
        </p:nvSpPr>
        <p:spPr>
          <a:xfrm>
            <a:off x="11384279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430</a:t>
            </a:r>
          </a:p>
        </p:txBody>
      </p:sp>
    </p:spTree>
    <p:extLst>
      <p:ext uri="{BB962C8B-B14F-4D97-AF65-F5344CB8AC3E}">
        <p14:creationId xmlns:p14="http://schemas.microsoft.com/office/powerpoint/2010/main" val="1412470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Kartika</vt:lpstr>
      <vt:lpstr>Office Theme</vt:lpstr>
      <vt:lpstr>430 അളവില്ലാ ദാനങ്ങൾ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Alavillaa daanangal</dc:title>
  <dc:creator>Acsah Mathews</dc:creator>
  <cp:lastModifiedBy>Acsah Mathews</cp:lastModifiedBy>
  <cp:revision>2</cp:revision>
  <dcterms:created xsi:type="dcterms:W3CDTF">2018-11-27T18:49:40Z</dcterms:created>
  <dcterms:modified xsi:type="dcterms:W3CDTF">2018-11-27T19:58:15Z</dcterms:modified>
</cp:coreProperties>
</file>