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6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3166-69A2-48FC-A019-D4C61678A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ED47B-CEF7-466A-B616-9BB256852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06D4E-6BD6-4CBD-B70A-41C3CCC61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B5AD-7E4D-4B3E-A3AC-42F87760F4F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213C7-4407-47B0-8479-188475B2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5029A-D061-4A08-A473-C18ABC41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D2DC7-1DED-4EB7-9123-416D942E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98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021A4-9247-46AD-AB3E-F28BFA77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98D6C-3F85-4F08-A1EA-5FF68F269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D3D6C-EBEF-4193-8E6D-903B6AD9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B5AD-7E4D-4B3E-A3AC-42F87760F4F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440C5-AA8B-446E-B88E-64EFF2E6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B7310-1B66-4D1E-881D-B470CD0E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D2DC7-1DED-4EB7-9123-416D942E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74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77251-1BEA-4924-98DA-5ED0967B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4D4AA-FEF8-4160-88C2-28C408DBD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88025-1A60-45EF-9322-288486BF3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B5AD-7E4D-4B3E-A3AC-42F87760F4F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CDD79-279C-4D66-AA4B-0BE43C634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256BC-F241-4295-AEEC-4EE891B2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D2DC7-1DED-4EB7-9123-416D942E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4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C1737-92B2-4F60-88DC-B98B4D085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B1F40-394A-41C4-84A8-6B1EFC1F2D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5241E-25E7-4129-8569-6A330120A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A86CA-BDD5-451F-9DE1-A38697DA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B5AD-7E4D-4B3E-A3AC-42F87760F4F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51876-280A-4D5A-9FE5-72CAE342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843F3-2E9E-4C21-AB17-0233A4862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D2DC7-1DED-4EB7-9123-416D942E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65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7D3CA-27B4-40D8-86E7-DF422EB5E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E1F47-5822-4DBE-AD13-77DE28F6B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F8B03-E7F1-4D3E-B68C-8C1FD395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EDEB6-EE71-4881-894E-E8D4FE2497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AA78C9-0D01-4C31-B592-BC3063E2C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E3851-E5AA-4C52-A33B-E2DD7CE6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B5AD-7E4D-4B3E-A3AC-42F87760F4F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36A353-011A-448F-B25D-3E492725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348FA8-DBD0-4E00-8252-0CBA8CD9C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D2DC7-1DED-4EB7-9123-416D942E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89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0096-305A-4904-A241-7BD19E86F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522D5-F217-43C5-9DE6-812F11BA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B5AD-7E4D-4B3E-A3AC-42F87760F4F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B28DF-BBF9-45A0-B1CB-5CB6759F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3E758-3757-486D-A8C0-A1712A586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D2DC7-1DED-4EB7-9123-416D942E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66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B6B565-FF17-4222-98C2-9B46B1866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B5AD-7E4D-4B3E-A3AC-42F87760F4F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69688F-2488-4B56-B2BD-2AB53C5E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1D9E1-B0BF-40FA-B62B-4F4E17DB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D2DC7-1DED-4EB7-9123-416D942E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4835-00DE-4F78-A00F-212A8DB8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4EDB2-7EEE-43B1-93E1-EF5235D50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10A9D-E064-4090-BCF9-CFFD7251F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23E87-35A0-478E-9357-911F1C57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B5AD-7E4D-4B3E-A3AC-42F87760F4F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309E6-BBCF-4544-A82D-0B46E99AF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19AD5-9471-4727-9ADB-0E03C3B9F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D2DC7-1DED-4EB7-9123-416D942E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7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BE16-0F8F-4EED-80D1-552D0F908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E3BD98-B9E5-408C-8D41-79DECC32C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9C6D4-30F8-4781-A68C-8991B6119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56A25-5B26-445F-A87B-35D1D841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B5AD-7E4D-4B3E-A3AC-42F87760F4F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C4E08-77CC-45FA-815E-5488C030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E54A4-7F73-4C87-9602-8B9E4C7E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D2DC7-1DED-4EB7-9123-416D942E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99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2E392-A5D8-47BA-9DBD-556D9ADE9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4C45D-9F26-4D72-99FA-3757EDA5E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6631A-F860-48F8-921B-28215F26B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B5AD-7E4D-4B3E-A3AC-42F87760F4F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A3183-05C7-4405-8471-CFB5164E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D2C8B-E3F9-487D-8996-CE535FB6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D2DC7-1DED-4EB7-9123-416D942E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4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6F6FF-E873-49CC-B0BF-B2C0BCB802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5CD1A-4F93-4757-B799-4FE02EE9B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712AB-CF98-4BFA-8AE2-FD9AFEAF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B5AD-7E4D-4B3E-A3AC-42F87760F4F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79495-9A97-4883-8D9D-CA0F48AE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C27CF-F335-4FE1-A8A0-9B656CAA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D2DC7-1DED-4EB7-9123-416D942E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82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29EF32-7A6B-4E7A-8A75-C73679D1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CB7B7-42A5-4C6B-9740-098E18DD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90F39-3CFB-4CBF-9C84-6956C64BB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DB5AD-7E4D-4B3E-A3AC-42F87760F4F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8366F-4C75-4F18-A326-BA27352550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AE241-567A-4112-95CC-F4B1D2BC6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D2DC7-1DED-4EB7-9123-416D942E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79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503</a:t>
            </a:r>
            <a:br>
              <a:rPr lang="en-US" dirty="0"/>
            </a:br>
            <a:r>
              <a:rPr lang="ml-IN" b="1">
                <a:solidFill>
                  <a:srgbClr val="000000"/>
                </a:solidFill>
                <a:latin typeface="Kartika" panose="02020503030404060203" pitchFamily="18" charset="0"/>
              </a:rPr>
              <a:t>ഇന്നു തീരും വർഷത്തിൽ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4"/>
            <a:ext cx="12191999" cy="186384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Innu </a:t>
            </a:r>
            <a:r>
              <a:rPr lang="en-US" sz="4000" b="1" dirty="0" err="1">
                <a:solidFill>
                  <a:srgbClr val="002060"/>
                </a:solidFill>
              </a:rPr>
              <a:t>theerum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varshaththil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For thy mercy and thy grace – </a:t>
            </a:r>
            <a:r>
              <a:rPr lang="en-US" sz="3400" i="1" dirty="0">
                <a:solidFill>
                  <a:srgbClr val="002060"/>
                </a:solidFill>
              </a:rPr>
              <a:t>Henry </a:t>
            </a:r>
            <a:r>
              <a:rPr lang="en-US" sz="3400" i="1" dirty="0" err="1">
                <a:solidFill>
                  <a:srgbClr val="002060"/>
                </a:solidFill>
              </a:rPr>
              <a:t>Dounton</a:t>
            </a:r>
            <a:endParaRPr lang="en-US" sz="3400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356937" y="949957"/>
            <a:ext cx="11478126" cy="2758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ഇന്നു തീരും വർഷത്തിൽ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തന്നെ എല്ലാ നൻമയ്ക്കും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ദൈവനാമത്തിന്നിപ്പോൾ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സ്തവം ചൊല്ലുന്നേ ഞങ്ങൾ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72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800" b="1" dirty="0">
                <a:solidFill>
                  <a:srgbClr val="002060"/>
                </a:solidFill>
              </a:rPr>
              <a:t>Innu </a:t>
            </a:r>
            <a:r>
              <a:rPr lang="en-US" sz="3800" b="1" dirty="0" err="1">
                <a:solidFill>
                  <a:srgbClr val="002060"/>
                </a:solidFill>
              </a:rPr>
              <a:t>theerum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varshaththil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Thanna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ellaa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nanmakkum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Daivanaamathinnippolh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Sthavam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chollunne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njangalh</a:t>
            </a:r>
            <a:endParaRPr lang="en-US" sz="38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20005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95853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356937" y="949957"/>
            <a:ext cx="11478126" cy="2758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ഈ ആണ്ടും നീ നടത്തി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ഈ ഉലകമാം വനത്തിൽ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ക്ഷീണിക്കുന്നെന്നായപ്പോൾ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ക്ഷണം താങ്ങി ഞങ്ങളെ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72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Ee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aandum</a:t>
            </a:r>
            <a:r>
              <a:rPr lang="en-US" sz="3800" b="1" dirty="0">
                <a:solidFill>
                  <a:srgbClr val="002060"/>
                </a:solidFill>
              </a:rPr>
              <a:t> nee </a:t>
            </a:r>
            <a:r>
              <a:rPr lang="en-US" sz="3800" b="1" dirty="0" err="1">
                <a:solidFill>
                  <a:srgbClr val="002060"/>
                </a:solidFill>
              </a:rPr>
              <a:t>nadaththi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Ee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ulakamaam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vanathil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Ksheenikkunnenn-ayappolh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Kshanam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thaangi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njangalhe</a:t>
            </a:r>
            <a:endParaRPr lang="en-US" sz="38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20005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3856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356937" y="949957"/>
            <a:ext cx="11478126" cy="2758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നിദ്രകൊണ്ടൊരെത്രപേർ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പുത്രദുഃഖം ആർക്കെല്ലാം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ഇത്രത്തോളം ഞങ്ങളെ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എത്ര ക്ഷേമം കാത്തു നീ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72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Nidrakondorethra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perh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Puthradukham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aarkhellaam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Ithratholham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njangalhe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Ethra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kshemam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kaaththu</a:t>
            </a:r>
            <a:r>
              <a:rPr lang="en-US" sz="3800" b="1" dirty="0">
                <a:solidFill>
                  <a:srgbClr val="002060"/>
                </a:solidFill>
              </a:rPr>
              <a:t> nee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20005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44850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356937" y="949957"/>
            <a:ext cx="11478126" cy="2758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ഇന്നിതാ ഒരെബ്നേസര്‍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നന്ദി പൂണ്ടു നാട്ടുന്നേ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എന്നും മിസ്പയായി നീ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ഇന്നേപ്പോലിരിക്കേണം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72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Innithaa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orebenezer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Nanni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poondu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naatunne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Ennum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mispayaayi</a:t>
            </a:r>
            <a:r>
              <a:rPr lang="en-US" sz="3800" b="1" dirty="0">
                <a:solidFill>
                  <a:srgbClr val="002060"/>
                </a:solidFill>
              </a:rPr>
              <a:t> nee</a:t>
            </a: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Innepolirikkanam</a:t>
            </a:r>
            <a:endParaRPr lang="en-US" sz="38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20005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01910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356937" y="949957"/>
            <a:ext cx="11478126" cy="2758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ലോകവാഴ്ച്ചതീർന്നുമേൽ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ലോകത്തില്‍ നിന്‍ നാമത്തെ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ദൂതരോടു ചേർന്നെങ്ങൾ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സ്തുതിപ്പാനരുള്‍ കൃപ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72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Lokavaazhcha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theernumel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Lokathil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nin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naamathe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Dootharodu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chernnengal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Sthuthippanarulh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kripa</a:t>
            </a:r>
            <a:endParaRPr lang="en-US" sz="38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20005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09834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356937" y="949957"/>
            <a:ext cx="11478126" cy="2758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പുതുവർഷം കാണുകിൽ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പുതുജീവനും നൽക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ശുദ്ധത വിശ്വാസവും</a:t>
            </a:r>
          </a:p>
          <a:p>
            <a:pPr>
              <a:lnSpc>
                <a:spcPct val="114000"/>
              </a:lnSpc>
            </a:pPr>
            <a:r>
              <a:rPr lang="ml-IN" sz="3800" b="1" dirty="0">
                <a:solidFill>
                  <a:srgbClr val="000000"/>
                </a:solidFill>
                <a:latin typeface="Kartika" panose="02020503030404060203" pitchFamily="18" charset="0"/>
              </a:rPr>
              <a:t>ശുദ്ധാത്മാവിന്‍ ദാനവും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72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Puthuvarsham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kaanhukil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Puthujeevanum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nalka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Shudhdhatha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vishwasavum</a:t>
            </a:r>
            <a:endParaRPr lang="en-US" sz="38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800" b="1" dirty="0" err="1">
                <a:solidFill>
                  <a:srgbClr val="002060"/>
                </a:solidFill>
              </a:rPr>
              <a:t>Shudhdhathmavin</a:t>
            </a:r>
            <a:r>
              <a:rPr lang="en-US" sz="3800" b="1" dirty="0">
                <a:solidFill>
                  <a:srgbClr val="002060"/>
                </a:solidFill>
              </a:rPr>
              <a:t> </a:t>
            </a:r>
            <a:r>
              <a:rPr lang="en-US" sz="3800" b="1" dirty="0" err="1">
                <a:solidFill>
                  <a:srgbClr val="002060"/>
                </a:solidFill>
              </a:rPr>
              <a:t>daanavum</a:t>
            </a:r>
            <a:endParaRPr lang="en-US" sz="38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20005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39401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137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Kartika</vt:lpstr>
      <vt:lpstr>Office Theme</vt:lpstr>
      <vt:lpstr>503 ഇന്നു തീരും വർഷത്തിൽ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Innu theerum varshathil</dc:title>
  <dc:creator>Acsah Mathews</dc:creator>
  <cp:lastModifiedBy>Acsah Mathews</cp:lastModifiedBy>
  <cp:revision>1</cp:revision>
  <dcterms:created xsi:type="dcterms:W3CDTF">2018-12-03T17:12:42Z</dcterms:created>
  <dcterms:modified xsi:type="dcterms:W3CDTF">2018-12-03T17:19:51Z</dcterms:modified>
</cp:coreProperties>
</file>