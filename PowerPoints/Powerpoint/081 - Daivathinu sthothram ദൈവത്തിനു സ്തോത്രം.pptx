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1" autoAdjust="0"/>
    <p:restoredTop sz="94660"/>
  </p:normalViewPr>
  <p:slideViewPr>
    <p:cSldViewPr>
      <p:cViewPr varScale="1">
        <p:scale>
          <a:sx n="42" d="100"/>
          <a:sy n="42" d="100"/>
        </p:scale>
        <p:origin x="66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7810A-976B-4710-8EA2-AB9384FA6E1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ED41D-3925-4BA5-8564-9471CDA64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6089F-DADA-4FD0-A965-7F8E79CAD9B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DCAA5-0ABE-43C9-AEEC-5DB767D0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C038A-668D-47B1-9B6A-2FE28934656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058DE-D891-4E3A-A0EB-C99CE2D73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8CC0A-90E2-4C5B-BB32-8B18ABF76ED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BF194-4E99-4A68-B098-57A4AFC8B1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B7EAA-2F01-4FCD-AEC6-1825615A106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22E86-2426-4B2B-8A5B-04A14A3913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CCF98-34B9-4765-9AC0-0217671033D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9D93F-8822-41F4-85D7-86917CBC2E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1497C-E60A-4A74-AC39-A8A297425E7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691-F603-4601-9FD6-DB983AE50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9F4C3-065E-4AA0-8ED7-D5F25A6C424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ECE9A-EACC-4640-BB99-4D40D4DC08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8BD7-A3E8-4D33-B9B3-44F64B1F310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327D4-B289-4871-AD1A-BACE7F1BCF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30112-E5CD-4A33-A79D-98270A7AC0F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F1570-A32F-4E72-B2A2-BCB58B4577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9F41B-74AD-4B55-87C5-9007F189481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F0536-B91E-48F6-BF09-7BF132886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93DE389-9789-41A2-A40A-F7E1F492162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D09ACD-838A-4BA9-9EFF-CB88BB7EEF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3418-B8CE-43BF-A024-35935EC60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ദൈവത്തിനു സ്തോത്രം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81903-37C4-4C2E-B378-45672D1A2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Daivaththinu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sthothram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12121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ദൈവത്തിനു സ്തോത്രം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 മലയിൽ ക്രൂശിൽ മരിച്ചോരു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രക്ഷകന്നു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0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sthrothram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sthrothram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 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Kaalvari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malayil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krushil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marichchoru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പാപഭാരത്തിൽ നിന്നെന്നെ രക്ഷിച്ചോരു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ആത്മശക്തിയാലേ ഉള്ളം നിറച്ചോരു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എൻറെ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0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bhaarathil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rakshichchoru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shakthiyaaley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ullham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nirachchoru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953232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രോഗശയ്യയിലെൻ കൂടെയിരിക്കുന്ന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ക്ഷാമകാലത്തെന്നെ ക്ഷേമമായ് പോറ്റുന്ന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0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Rogashayyayilen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irikkunna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Kshaamakaalaththenné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Kshemamaay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potunna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864705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ദൃഷ്ടി എന്‍റെ മേൽ വെച്ചിഷ്ടമായ് നോക്കുന്ന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8.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ഓരോനാളും എന്‍റെ ഭാരം ചുമക്കുന്ന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0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7. Drishti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entemel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vechchishtamaai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nokunna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…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8. Oro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naalhum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chumakkunna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7427587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9.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ശത്രുക്കൾ മുമ്പാകെ മേശയൊരുക്കുന്ന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10.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വൻകൃപയിലെന്നെ ഇന്നയോളം കാത്ത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0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9.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Shathrukalh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munbaakey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mesheyorukkunna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10.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Vankripayilenney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inneyolham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kaaththa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989585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667000"/>
          </a:xfrm>
        </p:spPr>
        <p:txBody>
          <a:bodyPr anchor="t"/>
          <a:lstStyle/>
          <a:p>
            <a:pPr algn="l">
              <a:lnSpc>
                <a:spcPts val="35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11.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 രോഗങ്ങൾക്കും നല്ല വൈദ്യനായ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12.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തൂകുമ്പോൾ മനസ്സലിയുന്ന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സ്തോത്രം ഇന്നുമെന്നേക്കും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000" b="1" dirty="0">
                <a:latin typeface="Kartika" panose="02020503030404060203" pitchFamily="18" charset="0"/>
              </a:rPr>
              <a:t>എൻറെ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081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B8877-E592-4E78-BAD3-A3DD3FE0954F}"/>
              </a:ext>
            </a:extLst>
          </p:cNvPr>
          <p:cNvSpPr/>
          <p:nvPr/>
        </p:nvSpPr>
        <p:spPr>
          <a:xfrm>
            <a:off x="2" y="3852446"/>
            <a:ext cx="1219199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Ellaaroganghalkum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vaidyanaaya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Kannhuneer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thoogumbol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manasaliyunna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1CEF0-BFAD-4735-9FBE-646FB503371A}"/>
              </a:ext>
            </a:extLst>
          </p:cNvPr>
          <p:cNvSpPr/>
          <p:nvPr/>
        </p:nvSpPr>
        <p:spPr>
          <a:xfrm>
            <a:off x="9898440" y="62531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(A.K. </a:t>
            </a:r>
            <a:r>
              <a:rPr lang="en-US" dirty="0" err="1">
                <a:solidFill>
                  <a:srgbClr val="000000"/>
                </a:solidFill>
              </a:rPr>
              <a:t>Kurien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B5F58E-28A5-4C50-A731-D685F3F2E2E0}"/>
              </a:ext>
            </a:extLst>
          </p:cNvPr>
          <p:cNvSpPr/>
          <p:nvPr/>
        </p:nvSpPr>
        <p:spPr>
          <a:xfrm>
            <a:off x="9523337" y="3244334"/>
            <a:ext cx="2319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(എ. കെ. കുര്യൻ)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02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119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81 ദൈവത്തിനു സ്തോത്രം</vt:lpstr>
      <vt:lpstr>1. ദൈവത്തിനു സ്തോത്രം ദൈവത്തിനു സ്തോത്രം       ദൈവത്തിനു സ്തോത്രം ഇന്നുമെന്നേക്കും -എൻറെ  2.  കാൽവറി മലയിൽ ക്രൂശിൽ മരിച്ചോരു       രക്ഷകന്നു സ്തോത്രം ഇന്നുമെന്നേക്കും   -എൻറെ </vt:lpstr>
      <vt:lpstr>3.  പാപഭാരത്തിൽ നിന്നെന്നെ രക്ഷിച്ചോരു       ദൈവത്തിനു സ്തോത്രം ഇന്നുമെന്നേക്കും -എൻറെ  4.  ആത്മശക്തിയാലേ ഉള്ളം നിറച്ചോരു       ദൈവത്തിനു സ്തോത്രം ഇന്നുമെന്നേക്കും -എൻറെ</vt:lpstr>
      <vt:lpstr>5.  രോഗശയ്യയിലെൻ കൂടെയിരിക്കുന്ന       ദൈവത്തിനു സ്തോത്രം ഇന്നുമെന്നേക്കും  -എൻറെ   6.  ക്ഷാമകാലത്തെന്നെ ക്ഷേമമായ് പോറ്റുന്ന       ദൈവത്തിനു സ്തോത്രം ഇന്നുമെന്നേക്കും   -എൻറെ</vt:lpstr>
      <vt:lpstr>7.  ദൃഷ്ടി എന്‍റെ മേൽ വെച്ചിഷ്ടമായ് നോക്കുന്ന       ദൈവത്തിനു സ്തോത്രം ഇന്നുമെന്നേക്കും  -എൻറെ  8.  ഓരോനാളും എന്‍റെ ഭാരം ചുമക്കുന്ന       ദൈവത്തിനു സ്തോത്രം ഇന്നുമെന്നേക്കും  -എൻറെ</vt:lpstr>
      <vt:lpstr>9.   ശത്രുക്കൾ മുമ്പാകെ മേശയൊരുക്കുന്ന        ദൈവത്തിനു സ്തോത്രം ഇന്നുമെന്നേക്കും   -എൻറെ   10. വൻകൃപയിലെന്നെ ഇന്നയോളം കാത്ത         ദൈവത്തിനു സ്തോത്രം ഇന്നുമെന്നേക്കും  -എൻറെ</vt:lpstr>
      <vt:lpstr>11.  എല്ലാ രോഗങ്ങൾക്കും നല്ല വൈദ്യനായ        ദൈവത്തിനു സ്തോത്രം ഇന്നുമെന്നേക്കും  -എൻറെ  12. കണ്ണുനീർ തൂകുമ്പോൾ മനസ്സലിയുന്ന         ദൈവത്തിനു സ്തോത്രം ഇന്നുമെന്നേക്കും  -എൻറെ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Daivathinu sthothram</dc:title>
  <dc:creator>Digital Input:; GM JOHN; Acsah Mathews</dc:creator>
  <cp:lastModifiedBy>Acsah Mathews</cp:lastModifiedBy>
  <cp:revision>107</cp:revision>
  <dcterms:created xsi:type="dcterms:W3CDTF">2013-04-25T00:28:25Z</dcterms:created>
  <dcterms:modified xsi:type="dcterms:W3CDTF">2018-11-01T14:18:26Z</dcterms:modified>
</cp:coreProperties>
</file>