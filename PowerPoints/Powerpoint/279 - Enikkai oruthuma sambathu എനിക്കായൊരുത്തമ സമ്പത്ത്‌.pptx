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0" r:id="rId2"/>
    <p:sldId id="270" r:id="rId3"/>
    <p:sldId id="273" r:id="rId4"/>
    <p:sldId id="274" r:id="rId5"/>
    <p:sldId id="277" r:id="rId6"/>
    <p:sldId id="275" r:id="rId7"/>
    <p:sldId id="278" r:id="rId8"/>
    <p:sldId id="276" r:id="rId9"/>
    <p:sldId id="279" r:id="rId10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54" y="8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535D37-CB2A-4A9A-BEB4-6F44EC141268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48ED5C-C49F-4852-8789-DA097EE8BE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D50305-F41E-47B9-8C80-39F96A354A91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EE0655-D1F2-4A83-8646-FE431662B8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45FA65-B840-4A0C-925D-BA5C0F39F6BF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14285E-EC6E-4322-9ECD-97C937E1A7D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BA862D-940D-4923-9959-17E66031EBB6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F85305-759B-4F49-A437-2D51AEA4AF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5864E7-892D-414F-A939-D3B67A808279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312047-B5BC-4E41-B745-7634A008ED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04B898-3A83-467B-968E-99CA264D73BC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EDDBB1-BA53-4A43-A3DE-B401A1F1A8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03D595-090C-4190-A9A5-32373688917D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7F785D-8583-49C5-904B-8AB15CED4A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E86F36-E208-45FC-98B7-340B32A27B77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6098E2-B222-4C84-A7B0-3BDD5D242E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77B3B0-F048-4208-9A52-5216AA762CE1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FDC0D-118F-4462-B474-759A0205DC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540AD2-0481-402F-B56A-07D512323EB6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C5F810-BE84-44DA-ACA9-B6D14F0BF3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D12629-6739-4167-B93C-39FE4198F80E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9EC037-50AF-4BB5-BF2A-12D2E069A9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EDD309D-7C8E-4D93-B66D-C32030839694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DD42641-EAB2-4E82-908D-67619AF840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6D107-9000-489F-9081-0998A6B4C2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279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എനിക്കായൊരുത്തമ സമ്പത്ത്</a:t>
            </a:r>
            <a:r>
              <a:rPr lang="en-US" b="1">
                <a:latin typeface="Kartika" panose="02020503030404060203" pitchFamily="18" charset="0"/>
                <a:cs typeface="Kartika" panose="02020503030404060203" pitchFamily="18" charset="0"/>
              </a:rPr>
              <a:t>‌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051915-3CD2-49D7-A413-1D38F1235C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Enikaayoruththama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sambaththu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11351183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46546" y="1219200"/>
            <a:ext cx="11845453" cy="2743200"/>
          </a:xfrm>
        </p:spPr>
        <p:txBody>
          <a:bodyPr anchor="t"/>
          <a:lstStyle/>
          <a:p>
            <a:pPr algn="l" defTabSz="395288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എനിക്കായൊരുത്തമ സമ്പത്ത്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‌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സ്വര്‍ഗ്ഗരാജ്യത്തില്‍ ഒരുക്കുന്നതാല്‍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ഇനി ലോകത്തെ സ്നേഹിച്ചീടുവാന്‍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ഒരു കാലത്തും പോകയില്ല ഞാന്‍</a:t>
            </a:r>
            <a:endParaRPr lang="ml-IN" sz="34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278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EC40E6-AB33-4D09-BEFC-BE14730FEC03}"/>
              </a:ext>
            </a:extLst>
          </p:cNvPr>
          <p:cNvSpPr/>
          <p:nvPr/>
        </p:nvSpPr>
        <p:spPr>
          <a:xfrm>
            <a:off x="346546" y="3893005"/>
            <a:ext cx="10473854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Enikaayoruththama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sambaththu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Swargaraajyathil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orukkunnathaal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Ini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lokathe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snehicheeduvaan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Oru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kaalathum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pokayilla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201CD3-F2C1-4EE4-812B-2059AB95E99C}"/>
              </a:ext>
            </a:extLst>
          </p:cNvPr>
          <p:cNvSpPr txBox="1"/>
          <p:nvPr/>
        </p:nvSpPr>
        <p:spPr>
          <a:xfrm>
            <a:off x="1" y="455711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j-lt"/>
              </a:rPr>
              <a:t>1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93420"/>
            <a:ext cx="12191999" cy="2743200"/>
          </a:xfrm>
        </p:spPr>
        <p:txBody>
          <a:bodyPr anchor="t"/>
          <a:lstStyle/>
          <a:p>
            <a:pPr defTabSz="395288">
              <a:lnSpc>
                <a:spcPct val="125000"/>
              </a:lnSpc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എന്‍റെ ആയുസ്സിന്‍ ദിനമൊക്കെയും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നിന്നെ മാത്രം ഞാനിനി സേവിക്കും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എന്‍റെ പ്രാണനായകനേശുവേ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നിന്‍റെ സ്നേഹം നീ എനിക്കേകിടണേ</a:t>
            </a:r>
            <a:endParaRPr lang="ml-IN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278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EC40E6-AB33-4D09-BEFC-BE14730FEC03}"/>
              </a:ext>
            </a:extLst>
          </p:cNvPr>
          <p:cNvSpPr/>
          <p:nvPr/>
        </p:nvSpPr>
        <p:spPr>
          <a:xfrm>
            <a:off x="0" y="3893005"/>
            <a:ext cx="12191998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Ente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aayussin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dinamokkeyum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maathram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njaanini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sevikkum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Ente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praanhanaayaka-neshuve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Ninte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sneham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neeyenikkekidanhe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88815678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46546" y="1219200"/>
            <a:ext cx="11845453" cy="2743200"/>
          </a:xfrm>
        </p:spPr>
        <p:txBody>
          <a:bodyPr anchor="t"/>
          <a:lstStyle/>
          <a:p>
            <a:pPr algn="l" defTabSz="395288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ഏഴയാകുന്നോരെന്നെ സ്നേഹിച്ച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നിന്‍റെ സ്നേഹമെത്രയോ ആശ്ചര്യം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എന്‍റെ പാപശാപങ്ങള്‍ നീക്കി നിന്‍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തിരുജീവനാല്‍ എന്നെ നിറച്ചല്ലോ </a:t>
            </a:r>
            <a:endParaRPr lang="ml-IN" sz="34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278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EC40E6-AB33-4D09-BEFC-BE14730FEC03}"/>
              </a:ext>
            </a:extLst>
          </p:cNvPr>
          <p:cNvSpPr/>
          <p:nvPr/>
        </p:nvSpPr>
        <p:spPr>
          <a:xfrm>
            <a:off x="346546" y="3893005"/>
            <a:ext cx="10473854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Ezhayaakunnorenne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snehicha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Ninte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snehamethrayo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aashcharyam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Ente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paapashaapangalh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neekki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Thirujeevanaal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enne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nirhachallo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201CD3-F2C1-4EE4-812B-2059AB95E99C}"/>
              </a:ext>
            </a:extLst>
          </p:cNvPr>
          <p:cNvSpPr txBox="1"/>
          <p:nvPr/>
        </p:nvSpPr>
        <p:spPr>
          <a:xfrm>
            <a:off x="1" y="455711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j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1627322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93420"/>
            <a:ext cx="12191999" cy="2743200"/>
          </a:xfrm>
        </p:spPr>
        <p:txBody>
          <a:bodyPr anchor="t"/>
          <a:lstStyle/>
          <a:p>
            <a:pPr defTabSz="395288">
              <a:lnSpc>
                <a:spcPct val="125000"/>
              </a:lnSpc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എന്‍റെ ആയുസ്സിന്‍ ദിനമൊക്കെയും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നിന്നെ മാത്രം ഞാനിനി സേവിക്കും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എന്‍റെ പ്രാണനായകനേശുവേ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നിന്‍റെ സ്നേഹം നീ എനിക്കേകിടണേ</a:t>
            </a:r>
            <a:endParaRPr lang="ml-IN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278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EC40E6-AB33-4D09-BEFC-BE14730FEC03}"/>
              </a:ext>
            </a:extLst>
          </p:cNvPr>
          <p:cNvSpPr/>
          <p:nvPr/>
        </p:nvSpPr>
        <p:spPr>
          <a:xfrm>
            <a:off x="0" y="3893005"/>
            <a:ext cx="12191998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Ente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aayussin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dinamokkeyum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maathram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njaanini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sevikkum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Ente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praanhanaayaka-neshuve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Ninte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sneham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neeyenikkekidanhe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8931154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46546" y="1219200"/>
            <a:ext cx="11845453" cy="2743200"/>
          </a:xfrm>
        </p:spPr>
        <p:txBody>
          <a:bodyPr anchor="t"/>
          <a:lstStyle/>
          <a:p>
            <a:pPr algn="l" defTabSz="395288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എന്‍റെ ദേഹവും തിരു ആലയമായ്‌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നിൻറെ ആത്മാവേ എനിക്കേകിയതാൽ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തിരുനാമത്തിന്‍ മഹത്വത്തിന്നായ്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ഇനി ജീവിപ്പാന്‍ കൃപ നല്‍കുക </a:t>
            </a:r>
            <a:endParaRPr lang="ml-IN" sz="34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278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EC40E6-AB33-4D09-BEFC-BE14730FEC03}"/>
              </a:ext>
            </a:extLst>
          </p:cNvPr>
          <p:cNvSpPr/>
          <p:nvPr/>
        </p:nvSpPr>
        <p:spPr>
          <a:xfrm>
            <a:off x="346546" y="3893005"/>
            <a:ext cx="10473854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Ente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dehavum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thiru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aalayamaai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Ninte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aathmaave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enikkekiyathaal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Thirunaamatthin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mahathwathinaai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Ini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jeevippaan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kripanalkuka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201CD3-F2C1-4EE4-812B-2059AB95E99C}"/>
              </a:ext>
            </a:extLst>
          </p:cNvPr>
          <p:cNvSpPr txBox="1"/>
          <p:nvPr/>
        </p:nvSpPr>
        <p:spPr>
          <a:xfrm>
            <a:off x="1" y="455711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j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6012651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93420"/>
            <a:ext cx="12191999" cy="2743200"/>
          </a:xfrm>
        </p:spPr>
        <p:txBody>
          <a:bodyPr anchor="t"/>
          <a:lstStyle/>
          <a:p>
            <a:pPr defTabSz="395288">
              <a:lnSpc>
                <a:spcPct val="125000"/>
              </a:lnSpc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എന്‍റെ ആയുസ്സിന്‍ ദിനമൊക്കെയും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നിന്നെ മാത്രം ഞാനിനി സേവിക്കും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എന്‍റെ പ്രാണനായകനേശുവേ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നിന്‍റെ സ്നേഹം നീ എനിക്കേകിടണേ</a:t>
            </a:r>
            <a:endParaRPr lang="ml-IN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278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EC40E6-AB33-4D09-BEFC-BE14730FEC03}"/>
              </a:ext>
            </a:extLst>
          </p:cNvPr>
          <p:cNvSpPr/>
          <p:nvPr/>
        </p:nvSpPr>
        <p:spPr>
          <a:xfrm>
            <a:off x="0" y="3893005"/>
            <a:ext cx="12191998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Ente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aayussin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dinamokkeyum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maathram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njaanini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sevikkum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Ente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praanhanaayaka-neshuve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Ninte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sneham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neeyenikkekidanhe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76445944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46546" y="1219200"/>
            <a:ext cx="11845453" cy="2743200"/>
          </a:xfrm>
        </p:spPr>
        <p:txBody>
          <a:bodyPr anchor="t"/>
          <a:lstStyle/>
          <a:p>
            <a:pPr algn="l" defTabSz="395288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</a:rPr>
              <a:t>പ്രിയൻ തേജസ്സിൽ വെളിപ്പെടും നാളിൽ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ഞാനും തേജസ്സിൻ മുമ്പിൽ നില്ക്കുവാൻ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എന്‍റെ ദേഹവും ദേഹി ആത്മാവും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സമ്പൂർണ്ണമായ് സമർപ്പിക്കുന്നേ </a:t>
            </a:r>
            <a:endParaRPr lang="ml-IN" sz="34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278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EC40E6-AB33-4D09-BEFC-BE14730FEC03}"/>
              </a:ext>
            </a:extLst>
          </p:cNvPr>
          <p:cNvSpPr/>
          <p:nvPr/>
        </p:nvSpPr>
        <p:spPr>
          <a:xfrm>
            <a:off x="346546" y="3893005"/>
            <a:ext cx="10473854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Priyan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thejassil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velhippedum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naalhil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Njaanum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thejassin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munbil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nilkkuvaan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Ente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dehavum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dehi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aathmaavum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Samboornhamaai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samarppikkunne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201CD3-F2C1-4EE4-812B-2059AB95E99C}"/>
              </a:ext>
            </a:extLst>
          </p:cNvPr>
          <p:cNvSpPr txBox="1"/>
          <p:nvPr/>
        </p:nvSpPr>
        <p:spPr>
          <a:xfrm>
            <a:off x="1" y="455711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j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75851267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93420"/>
            <a:ext cx="12191999" cy="2743200"/>
          </a:xfrm>
        </p:spPr>
        <p:txBody>
          <a:bodyPr anchor="t"/>
          <a:lstStyle/>
          <a:p>
            <a:pPr defTabSz="395288">
              <a:lnSpc>
                <a:spcPct val="125000"/>
              </a:lnSpc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എന്‍റെ ആയുസ്സിന്‍ ദിനമൊക്കെയും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നിന്നെ മാത്രം ഞാനിനി സേവിക്കും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എന്‍റെ പ്രാണനായകനേശുവേ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നിന്‍റെ സ്നേഹം നീ എനിക്കേകിടണേ</a:t>
            </a:r>
            <a:endParaRPr lang="ml-IN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278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EC40E6-AB33-4D09-BEFC-BE14730FEC03}"/>
              </a:ext>
            </a:extLst>
          </p:cNvPr>
          <p:cNvSpPr/>
          <p:nvPr/>
        </p:nvSpPr>
        <p:spPr>
          <a:xfrm>
            <a:off x="0" y="3893005"/>
            <a:ext cx="12191998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Ente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aayussin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dinamokkeyum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maathram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njaanini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sevikkum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Ente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praanhanaayaka-neshuve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Ninte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sneham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neeyenikkekidanhe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2240160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</TotalTime>
  <Words>137</Words>
  <Application>Microsoft Office PowerPoint</Application>
  <PresentationFormat>Widescreen</PresentationFormat>
  <Paragraphs>54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Kartika</vt:lpstr>
      <vt:lpstr>Office Theme</vt:lpstr>
      <vt:lpstr>279 എനിക്കായൊരുത്തമ സമ്പത്ത്‌</vt:lpstr>
      <vt:lpstr>എനിക്കായൊരുത്തമ സമ്പത്ത്‌ സ്വര്‍ഗ്ഗരാജ്യത്തില്‍ ഒരുക്കുന്നതാല്‍ ഇനി ലോകത്തെ സ്നേഹിച്ചീടുവാന്‍ ഒരു കാലത്തും പോകയില്ല ഞാന്‍</vt:lpstr>
      <vt:lpstr>എന്‍റെ ആയുസ്സിന്‍ ദിനമൊക്കെയും നിന്നെ മാത്രം ഞാനിനി സേവിക്കും എന്‍റെ പ്രാണനായകനേശുവേ നിന്‍റെ സ്നേഹം നീ എനിക്കേകിടണേ</vt:lpstr>
      <vt:lpstr>ഏഴയാകുന്നോരെന്നെ സ്നേഹിച്ച നിന്‍റെ സ്നേഹമെത്രയോ ആശ്ചര്യം എന്‍റെ പാപശാപങ്ങള്‍ നീക്കി നിന്‍ തിരുജീവനാല്‍ എന്നെ നിറച്ചല്ലോ </vt:lpstr>
      <vt:lpstr>എന്‍റെ ആയുസ്സിന്‍ ദിനമൊക്കെയും നിന്നെ മാത്രം ഞാനിനി സേവിക്കും എന്‍റെ പ്രാണനായകനേശുവേ നിന്‍റെ സ്നേഹം നീ എനിക്കേകിടണേ</vt:lpstr>
      <vt:lpstr>എന്‍റെ ദേഹവും തിരു ആലയമായ്‌ നിൻറെ ആത്മാവേ എനിക്കേകിയതാൽ തിരുനാമത്തിന്‍ മഹത്വത്തിന്നായ് ഇനി ജീവിപ്പാന്‍ കൃപ നല്‍കുക </vt:lpstr>
      <vt:lpstr>എന്‍റെ ആയുസ്സിന്‍ ദിനമൊക്കെയും നിന്നെ മാത്രം ഞാനിനി സേവിക്കും എന്‍റെ പ്രാണനായകനേശുവേ നിന്‍റെ സ്നേഹം നീ എനിക്കേകിടണേ</vt:lpstr>
      <vt:lpstr>പ്രിയൻ തേജസ്സിൽ വെളിപ്പെടും നാളിൽ  ഞാനും തേജസ്സിൻ മുമ്പിൽ നില്ക്കുവാൻ എന്‍റെ ദേഹവും ദേഹി ആത്മാവും  സമ്പൂർണ്ണമായ് സമർപ്പിക്കുന്നേ </vt:lpstr>
      <vt:lpstr>എന്‍റെ ആയുസ്സിന്‍ ദിനമൊക്കെയും നിന്നെ മാത്രം ഞാനിനി സേവിക്കും എന്‍റെ പ്രാണനായകനേശുവേ നിന്‍റെ സ്നേഹം നീ എനിക്കേകിടണേ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Enikkai oruthama sambathu</dc:title>
  <dc:creator>Digital Input:; GM JOHN; Acsah Mathews</dc:creator>
  <cp:lastModifiedBy>Acsah Mathews</cp:lastModifiedBy>
  <cp:revision>102</cp:revision>
  <dcterms:created xsi:type="dcterms:W3CDTF">2013-04-19T09:19:07Z</dcterms:created>
  <dcterms:modified xsi:type="dcterms:W3CDTF">2018-11-15T16:24:16Z</dcterms:modified>
</cp:coreProperties>
</file>