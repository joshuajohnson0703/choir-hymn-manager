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6" r:id="rId2"/>
    <p:sldId id="273" r:id="rId3"/>
    <p:sldId id="282" r:id="rId4"/>
    <p:sldId id="277" r:id="rId5"/>
    <p:sldId id="283" r:id="rId6"/>
    <p:sldId id="279" r:id="rId7"/>
    <p:sldId id="284" r:id="rId8"/>
    <p:sldId id="281" r:id="rId9"/>
    <p:sldId id="285" r:id="rId10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52" autoAdjust="0"/>
    <p:restoredTop sz="94660"/>
  </p:normalViewPr>
  <p:slideViewPr>
    <p:cSldViewPr>
      <p:cViewPr varScale="1">
        <p:scale>
          <a:sx n="43" d="100"/>
          <a:sy n="43" d="100"/>
        </p:scale>
        <p:origin x="72" y="70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A75309-9053-4854-A113-2A1128C8C41C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A03F86-0FA1-4C46-BA03-69DFE0515CC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67883C-D0DF-46C1-938A-731EE0D8729C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6CC292-E1B2-438A-A204-D1CDBA84A66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D46C78-A4B0-4C62-B15E-970E5F40EF43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1D9C8B-4BD9-4526-9D7B-9FEBAFFCEB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1C213B-C835-4ECA-B2D9-E8E44E38F35C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5B8985-E43E-4DAF-8F2D-205CDF196DC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57B21B-9D63-4D2F-B31F-9B06A39D1435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460FAA-FB47-4495-A08C-BAB30B4963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452988-62EE-47E7-83EC-B53BC7FA1822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186E68-4728-4219-B213-BB20B4549A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9B1CE4-16FA-4252-814F-FF45E964FBE4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10854F-02C3-4E30-BC17-18C4111E47B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2E40F3-12DB-40A3-BE43-CE36C7D4174B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96D8D3-D375-419C-89D9-690212D298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00143C-4C61-4628-A828-38C7AE688A34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6347A4-0B42-4493-BC35-C9A4EFC156B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148E7E-F237-450F-9732-78330961E23E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D28481-F7A9-466B-B61D-D3C2E86B603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A80AA1-F0ED-4FEB-B844-6FE58960CA71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5ADA9D-B950-4D72-84EA-BB75F7D61B5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1A6453AB-D9EF-4026-BCA1-030E174919E5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48D65B33-D933-466B-B1A6-D859CE2735B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DC7FF-B79B-4D63-9F0A-F1CEC70766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1847852"/>
            <a:ext cx="10363200" cy="1752599"/>
          </a:xfrm>
        </p:spPr>
        <p:txBody>
          <a:bodyPr/>
          <a:lstStyle/>
          <a:p>
            <a:r>
              <a:rPr lang="en-US" sz="4800" dirty="0"/>
              <a:t>234</a:t>
            </a:r>
            <a:br>
              <a:rPr lang="en-US" sz="4800" dirty="0"/>
            </a:br>
            <a:r>
              <a:rPr lang="ml-IN" sz="4800" b="1" dirty="0"/>
              <a:t>സ്വീകരിക്കെൻ ജീവനെ</a:t>
            </a:r>
            <a:endParaRPr lang="en-US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D10A28-30BB-45CC-B821-E03F2C7C14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Sweekarikken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jeevaney</a:t>
            </a:r>
            <a:endParaRPr lang="en-US" sz="4000" b="1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en-US" sz="3600" i="1" dirty="0">
                <a:solidFill>
                  <a:schemeClr val="tx2"/>
                </a:solidFill>
              </a:rPr>
              <a:t>Take my Life and let it be – F. R. </a:t>
            </a:r>
            <a:r>
              <a:rPr lang="en-US" sz="3600" i="1" dirty="0" err="1">
                <a:solidFill>
                  <a:schemeClr val="tx2"/>
                </a:solidFill>
              </a:rPr>
              <a:t>Havergal</a:t>
            </a:r>
            <a:endParaRPr lang="en-US" sz="3600" i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58704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21771" y="651969"/>
            <a:ext cx="12192000" cy="2705687"/>
          </a:xfrm>
        </p:spPr>
        <p:txBody>
          <a:bodyPr anchor="t"/>
          <a:lstStyle/>
          <a:p>
            <a:pPr defTabSz="346075"/>
            <a:r>
              <a:rPr lang="ml-IN" sz="4000" b="1" dirty="0"/>
              <a:t>സ്വീകരിക്കെൻ ജീവനെ </a:t>
            </a:r>
            <a:br>
              <a:rPr lang="ml-IN" sz="4000" b="1" dirty="0"/>
            </a:br>
            <a:r>
              <a:rPr lang="en-US" sz="4000" b="1" dirty="0"/>
              <a:t>	</a:t>
            </a:r>
            <a:r>
              <a:rPr lang="ml-IN" sz="4000" b="1" dirty="0"/>
              <a:t>നിനക്കായെന്നേശുവേ </a:t>
            </a:r>
            <a:br>
              <a:rPr lang="ml-IN" sz="4000" b="1" dirty="0"/>
            </a:br>
            <a:r>
              <a:rPr lang="en-US" sz="4000" b="1" dirty="0"/>
              <a:t>	</a:t>
            </a:r>
            <a:r>
              <a:rPr lang="ml-IN" sz="4000" b="1" dirty="0"/>
              <a:t>ഓരോ ശ്വാസത്തോടും ഞാൻ </a:t>
            </a:r>
            <a:br>
              <a:rPr lang="ml-IN" sz="4000" b="1" dirty="0"/>
            </a:br>
            <a:r>
              <a:rPr lang="en-US" sz="4000" b="1" dirty="0"/>
              <a:t>	</a:t>
            </a:r>
            <a:r>
              <a:rPr lang="ml-IN" sz="4000" b="1" dirty="0"/>
              <a:t>ചൊല്ലട്ടെ ഹല്ലേലുയ്യാ</a:t>
            </a:r>
            <a:endParaRPr lang="en-US" sz="4000" b="1" dirty="0"/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200" b="1" dirty="0">
                <a:solidFill>
                  <a:srgbClr val="FF0000"/>
                </a:solidFill>
              </a:rPr>
              <a:t>234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070F6FC-AB79-4155-ACB7-4C7BFB5101D6}"/>
              </a:ext>
            </a:extLst>
          </p:cNvPr>
          <p:cNvSpPr txBox="1">
            <a:spLocks/>
          </p:cNvSpPr>
          <p:nvPr/>
        </p:nvSpPr>
        <p:spPr bwMode="auto">
          <a:xfrm>
            <a:off x="152400" y="656825"/>
            <a:ext cx="631371" cy="6809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defTabSz="346075"/>
            <a:r>
              <a:rPr lang="en-US" sz="4000" b="1" dirty="0"/>
              <a:t>1.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48B38AB-2DB9-4130-BECB-2D8F83446C10}"/>
              </a:ext>
            </a:extLst>
          </p:cNvPr>
          <p:cNvSpPr/>
          <p:nvPr/>
        </p:nvSpPr>
        <p:spPr>
          <a:xfrm>
            <a:off x="-21771" y="3699969"/>
            <a:ext cx="12192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Sweekarikken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jeevaney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Ninakkaayenneshuvey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Oroshwaasaththôdum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njaan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Chollattey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halleluyyaa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2582D1A-B757-46E3-91AD-EEE2A3D69F9F}"/>
              </a:ext>
            </a:extLst>
          </p:cNvPr>
          <p:cNvSpPr txBox="1">
            <a:spLocks/>
          </p:cNvSpPr>
          <p:nvPr/>
        </p:nvSpPr>
        <p:spPr bwMode="auto">
          <a:xfrm>
            <a:off x="174171" y="3699969"/>
            <a:ext cx="631371" cy="6809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defTabSz="346075"/>
            <a:r>
              <a:rPr lang="en-US" sz="3600" b="1" dirty="0">
                <a:solidFill>
                  <a:schemeClr val="tx2">
                    <a:lumMod val="75000"/>
                  </a:schemeClr>
                </a:solidFill>
              </a:rPr>
              <a:t>1.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457200"/>
            <a:ext cx="12192000" cy="2971800"/>
          </a:xfrm>
        </p:spPr>
        <p:txBody>
          <a:bodyPr anchor="t"/>
          <a:lstStyle/>
          <a:p>
            <a:pPr defTabSz="346075"/>
            <a:r>
              <a:rPr lang="en-US" sz="4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4000" b="1" dirty="0">
                <a:latin typeface="Kartika" panose="02020503030404060203" pitchFamily="18" charset="0"/>
                <a:cs typeface="Kartika" panose="02020503030404060203" pitchFamily="18" charset="0"/>
              </a:rPr>
              <a:t>സ്വീകരിക്കെൻ കൈകളെ </a:t>
            </a:r>
            <a:br>
              <a:rPr lang="ml-IN" sz="4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40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40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ചെ</a:t>
            </a:r>
            <a:r>
              <a:rPr lang="en-US" sz="40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40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യ് വാൻ സ്നേഹ</a:t>
            </a:r>
            <a:r>
              <a:rPr lang="en-US" sz="40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40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ക്രിയയെ </a:t>
            </a:r>
            <a:br>
              <a:rPr lang="ml-IN" sz="4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4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4000" b="1" dirty="0">
                <a:latin typeface="Kartika" panose="02020503030404060203" pitchFamily="18" charset="0"/>
                <a:cs typeface="Kartika" panose="02020503030404060203" pitchFamily="18" charset="0"/>
              </a:rPr>
              <a:t>കാലുകളും ഓടണം </a:t>
            </a:r>
            <a:br>
              <a:rPr lang="ml-IN" sz="4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4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4000" b="1" dirty="0">
                <a:latin typeface="Kartika" panose="02020503030404060203" pitchFamily="18" charset="0"/>
                <a:cs typeface="Kartika" panose="02020503030404060203" pitchFamily="18" charset="0"/>
              </a:rPr>
              <a:t>നീ വിളിച്ചാൽ തൽക്ഷണം  </a:t>
            </a:r>
            <a:endParaRPr lang="en-US" sz="4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200" b="1" dirty="0">
                <a:solidFill>
                  <a:srgbClr val="FF0000"/>
                </a:solidFill>
              </a:rPr>
              <a:t>234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FD9461-4267-4CBF-BF4F-D0238BDD0557}"/>
              </a:ext>
            </a:extLst>
          </p:cNvPr>
          <p:cNvSpPr/>
          <p:nvPr/>
        </p:nvSpPr>
        <p:spPr>
          <a:xfrm>
            <a:off x="-21771" y="3699969"/>
            <a:ext cx="12192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Sweekarikken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kaikalhey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Cheyvaan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sneha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kriyayey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Kaalukalhum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ôdanham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Nee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vilhichchaal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thalkshanham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BC7B460D-25BD-4805-80C7-9436F168AF0A}"/>
              </a:ext>
            </a:extLst>
          </p:cNvPr>
          <p:cNvSpPr txBox="1">
            <a:spLocks/>
          </p:cNvSpPr>
          <p:nvPr/>
        </p:nvSpPr>
        <p:spPr bwMode="auto">
          <a:xfrm>
            <a:off x="152400" y="656825"/>
            <a:ext cx="631371" cy="6809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defTabSz="346075"/>
            <a:r>
              <a:rPr lang="en-US" sz="4000" b="1" dirty="0"/>
              <a:t>2. 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E0F26E20-20FE-4AA3-99EA-7F06AD09F089}"/>
              </a:ext>
            </a:extLst>
          </p:cNvPr>
          <p:cNvSpPr txBox="1">
            <a:spLocks/>
          </p:cNvSpPr>
          <p:nvPr/>
        </p:nvSpPr>
        <p:spPr bwMode="auto">
          <a:xfrm>
            <a:off x="174171" y="3699969"/>
            <a:ext cx="631371" cy="6809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defTabSz="346075"/>
            <a:r>
              <a:rPr lang="en-US" sz="3600" b="1" dirty="0">
                <a:solidFill>
                  <a:schemeClr val="tx2">
                    <a:lumMod val="75000"/>
                  </a:schemeClr>
                </a:solidFill>
              </a:rPr>
              <a:t>2. </a:t>
            </a:r>
          </a:p>
        </p:txBody>
      </p:sp>
    </p:spTree>
    <p:extLst>
      <p:ext uri="{BB962C8B-B14F-4D97-AF65-F5344CB8AC3E}">
        <p14:creationId xmlns:p14="http://schemas.microsoft.com/office/powerpoint/2010/main" val="26422096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3"/>
          <p:cNvSpPr>
            <a:spLocks noGrp="1"/>
          </p:cNvSpPr>
          <p:nvPr>
            <p:ph type="ctrTitle"/>
          </p:nvPr>
        </p:nvSpPr>
        <p:spPr>
          <a:xfrm>
            <a:off x="-21771" y="228599"/>
            <a:ext cx="12192000" cy="3200401"/>
          </a:xfrm>
        </p:spPr>
        <p:txBody>
          <a:bodyPr anchor="t"/>
          <a:lstStyle/>
          <a:p>
            <a:pPr defTabSz="346075"/>
            <a:r>
              <a:rPr lang="ml-IN" sz="4000" b="1" dirty="0"/>
              <a:t>സ്വീകരിക്കെൻ നാവിനെ </a:t>
            </a:r>
            <a:br>
              <a:rPr lang="ml-IN" sz="4000" b="1" dirty="0"/>
            </a:br>
            <a:r>
              <a:rPr lang="en-US" sz="4000" b="1" dirty="0"/>
              <a:t>	</a:t>
            </a:r>
            <a:r>
              <a:rPr lang="ml-IN" sz="4000" b="1" dirty="0"/>
              <a:t>സ്തുതിപ്പാൻ പിതാവിനെ </a:t>
            </a:r>
            <a:br>
              <a:rPr lang="ml-IN" sz="4000" b="1" dirty="0"/>
            </a:br>
            <a:r>
              <a:rPr lang="en-US" sz="4000" b="1" dirty="0"/>
              <a:t>	</a:t>
            </a:r>
            <a:r>
              <a:rPr lang="ml-IN" sz="4000" b="1" dirty="0"/>
              <a:t>സ്വരം അധരം സർവ്വം </a:t>
            </a:r>
            <a:br>
              <a:rPr lang="ml-IN" sz="4000" b="1" dirty="0"/>
            </a:br>
            <a:r>
              <a:rPr lang="en-US" sz="4000" b="1" dirty="0"/>
              <a:t>	</a:t>
            </a:r>
            <a:r>
              <a:rPr lang="ml-IN" sz="4000" b="1" dirty="0"/>
              <a:t>നില്ക്കുന്നു നിൻ ദൂതിനായ്</a:t>
            </a:r>
            <a:endParaRPr lang="en-US" sz="4000" b="1" dirty="0"/>
          </a:p>
        </p:txBody>
      </p:sp>
      <p:sp>
        <p:nvSpPr>
          <p:cNvPr id="4099" name="Rectangle 3"/>
          <p:cNvSpPr>
            <a:spLocks noChangeArrowheads="1"/>
          </p:cNvSpPr>
          <p:nvPr/>
        </p:nvSpPr>
        <p:spPr bwMode="auto">
          <a:xfrm>
            <a:off x="11201400" y="1"/>
            <a:ext cx="9906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200" b="1" dirty="0">
                <a:solidFill>
                  <a:srgbClr val="FF0000"/>
                </a:solidFill>
              </a:rPr>
              <a:t>234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C9624F-8697-4038-8AC2-9F3F62F6BDE3}"/>
              </a:ext>
            </a:extLst>
          </p:cNvPr>
          <p:cNvSpPr/>
          <p:nvPr/>
        </p:nvSpPr>
        <p:spPr>
          <a:xfrm>
            <a:off x="-21771" y="3699969"/>
            <a:ext cx="12192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Sweekarikken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naaviney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Sthuthippaan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Pithaaviney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Swaram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adharam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sarvvam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Nilkunnu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nin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doothinaai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5C5B153F-8370-4948-A9FF-E7FEAA2CC033}"/>
              </a:ext>
            </a:extLst>
          </p:cNvPr>
          <p:cNvSpPr txBox="1">
            <a:spLocks/>
          </p:cNvSpPr>
          <p:nvPr/>
        </p:nvSpPr>
        <p:spPr bwMode="auto">
          <a:xfrm>
            <a:off x="152400" y="656825"/>
            <a:ext cx="631371" cy="6809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defTabSz="346075"/>
            <a:r>
              <a:rPr lang="en-US" sz="4000" b="1" dirty="0"/>
              <a:t>3. 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E156B525-08EA-4D7E-8FBB-05BB65153AB3}"/>
              </a:ext>
            </a:extLst>
          </p:cNvPr>
          <p:cNvSpPr txBox="1">
            <a:spLocks/>
          </p:cNvSpPr>
          <p:nvPr/>
        </p:nvSpPr>
        <p:spPr bwMode="auto">
          <a:xfrm>
            <a:off x="174171" y="3699969"/>
            <a:ext cx="631371" cy="6809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defTabSz="346075"/>
            <a:r>
              <a:rPr lang="en-US" sz="3600" b="1" dirty="0">
                <a:solidFill>
                  <a:schemeClr val="tx2">
                    <a:lumMod val="75000"/>
                  </a:schemeClr>
                </a:solidFill>
              </a:rPr>
              <a:t>3.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3"/>
          <p:cNvSpPr>
            <a:spLocks noGrp="1"/>
          </p:cNvSpPr>
          <p:nvPr>
            <p:ph type="ctrTitle"/>
          </p:nvPr>
        </p:nvSpPr>
        <p:spPr>
          <a:xfrm>
            <a:off x="-1" y="228601"/>
            <a:ext cx="12170229" cy="2743200"/>
          </a:xfrm>
        </p:spPr>
        <p:txBody>
          <a:bodyPr anchor="t"/>
          <a:lstStyle/>
          <a:p>
            <a:pPr defTabSz="346075"/>
            <a:r>
              <a:rPr lang="ml-IN" sz="4000" b="1" dirty="0"/>
              <a:t>സ്വീകരിക്കെൻ കർണ്ണത്തെ </a:t>
            </a:r>
            <a:br>
              <a:rPr lang="ml-IN" sz="4000" b="1" dirty="0"/>
            </a:br>
            <a:r>
              <a:rPr lang="ml-IN" sz="4000" b="1" dirty="0"/>
              <a:t>കേൾപ്പാൻ നിൻ മർമ്മങ്ങളെ </a:t>
            </a:r>
            <a:br>
              <a:rPr lang="ml-IN" sz="4000" b="1" dirty="0"/>
            </a:br>
            <a:r>
              <a:rPr lang="ml-IN" sz="4000" b="1" dirty="0"/>
              <a:t>കണ്ണിന്നായ് പ്രകാശം താ </a:t>
            </a:r>
            <a:br>
              <a:rPr lang="ml-IN" sz="4000" b="1" dirty="0"/>
            </a:br>
            <a:r>
              <a:rPr lang="ml-IN" sz="4000" b="1" dirty="0"/>
              <a:t>നിന്നെ കാണ്മാൻ സർവ്വദാ </a:t>
            </a:r>
            <a:endParaRPr lang="en-US" sz="4000" b="1" dirty="0"/>
          </a:p>
        </p:txBody>
      </p:sp>
      <p:sp>
        <p:nvSpPr>
          <p:cNvPr id="4099" name="Rectangle 3"/>
          <p:cNvSpPr>
            <a:spLocks noChangeArrowheads="1"/>
          </p:cNvSpPr>
          <p:nvPr/>
        </p:nvSpPr>
        <p:spPr bwMode="auto">
          <a:xfrm>
            <a:off x="11201400" y="1"/>
            <a:ext cx="9906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200" b="1" dirty="0">
                <a:solidFill>
                  <a:srgbClr val="FF0000"/>
                </a:solidFill>
              </a:rPr>
              <a:t>234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29A34B-21DA-4B25-B2B9-E09D6E98BEE2}"/>
              </a:ext>
            </a:extLst>
          </p:cNvPr>
          <p:cNvSpPr/>
          <p:nvPr/>
        </p:nvSpPr>
        <p:spPr>
          <a:xfrm>
            <a:off x="-21771" y="3699969"/>
            <a:ext cx="12192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Sweekarikken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karnhaththey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Kèlhppaan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nin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marmmangalhey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Kannhinaai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prakaasham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thaa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Ninney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kaanhmaan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sarvvadaa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239F305A-98E9-4C88-A4A0-4D9E6AE5E96B}"/>
              </a:ext>
            </a:extLst>
          </p:cNvPr>
          <p:cNvSpPr txBox="1">
            <a:spLocks/>
          </p:cNvSpPr>
          <p:nvPr/>
        </p:nvSpPr>
        <p:spPr bwMode="auto">
          <a:xfrm>
            <a:off x="152400" y="656825"/>
            <a:ext cx="631371" cy="6809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defTabSz="346075"/>
            <a:r>
              <a:rPr lang="en-US" sz="4000" b="1" dirty="0"/>
              <a:t>4. 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66214B4A-E366-4F1A-97D8-FCF28CE188C5}"/>
              </a:ext>
            </a:extLst>
          </p:cNvPr>
          <p:cNvSpPr txBox="1">
            <a:spLocks/>
          </p:cNvSpPr>
          <p:nvPr/>
        </p:nvSpPr>
        <p:spPr bwMode="auto">
          <a:xfrm>
            <a:off x="174171" y="3699969"/>
            <a:ext cx="631371" cy="6809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defTabSz="346075"/>
            <a:r>
              <a:rPr lang="en-US" sz="3600" b="1" dirty="0">
                <a:solidFill>
                  <a:schemeClr val="tx2">
                    <a:lumMod val="75000"/>
                  </a:schemeClr>
                </a:solidFill>
              </a:rPr>
              <a:t>4. </a:t>
            </a:r>
          </a:p>
        </p:txBody>
      </p:sp>
    </p:spTree>
    <p:extLst>
      <p:ext uri="{BB962C8B-B14F-4D97-AF65-F5344CB8AC3E}">
        <p14:creationId xmlns:p14="http://schemas.microsoft.com/office/powerpoint/2010/main" val="155122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3"/>
          <p:cNvSpPr>
            <a:spLocks noGrp="1"/>
          </p:cNvSpPr>
          <p:nvPr>
            <p:ph type="ctrTitle"/>
          </p:nvPr>
        </p:nvSpPr>
        <p:spPr>
          <a:xfrm>
            <a:off x="-1" y="533400"/>
            <a:ext cx="12170229" cy="2624631"/>
          </a:xfrm>
        </p:spPr>
        <p:txBody>
          <a:bodyPr anchor="t"/>
          <a:lstStyle/>
          <a:p>
            <a:pPr defTabSz="346075"/>
            <a:r>
              <a:rPr lang="ml-IN" sz="4000" b="1" dirty="0"/>
              <a:t>സ്വീകരിക്കെൻ ബുദ്ധിയെ </a:t>
            </a:r>
            <a:br>
              <a:rPr lang="ml-IN" sz="4000" b="1" dirty="0"/>
            </a:br>
            <a:r>
              <a:rPr lang="ml-IN" sz="4000" b="1" dirty="0"/>
              <a:t>ഗ്രഹിപ്പാൻ നിൻ ശുദ്ധിയെ </a:t>
            </a:r>
            <a:br>
              <a:rPr lang="ml-IN" sz="4000" b="1" dirty="0"/>
            </a:br>
            <a:r>
              <a:rPr lang="ml-IN" sz="4000" b="1" dirty="0"/>
              <a:t>മനശക്തി കേവലം </a:t>
            </a:r>
            <a:br>
              <a:rPr lang="ml-IN" sz="4000" b="1" dirty="0"/>
            </a:br>
            <a:r>
              <a:rPr lang="ml-IN" sz="4000" b="1" dirty="0"/>
              <a:t>നിനക്കായെരിയണം</a:t>
            </a:r>
            <a:endParaRPr lang="en-US" sz="40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D5FC83-8CD0-4926-999C-FD931E70E7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01400" y="1"/>
            <a:ext cx="9906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200" b="1" dirty="0">
                <a:solidFill>
                  <a:srgbClr val="FF0000"/>
                </a:solidFill>
              </a:rPr>
              <a:t>234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6962E8-78DD-45AA-82B1-5F9103B12201}"/>
              </a:ext>
            </a:extLst>
          </p:cNvPr>
          <p:cNvSpPr/>
          <p:nvPr/>
        </p:nvSpPr>
        <p:spPr>
          <a:xfrm>
            <a:off x="-21771" y="3699969"/>
            <a:ext cx="12192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Sweekarikken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budhdhiyé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Grahippan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nin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shudhdhiyé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Mana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shakthi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kèvalam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ninakkaayeriyanham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D5F2A0C3-3131-4643-B9C2-4BFA74E64780}"/>
              </a:ext>
            </a:extLst>
          </p:cNvPr>
          <p:cNvSpPr txBox="1">
            <a:spLocks/>
          </p:cNvSpPr>
          <p:nvPr/>
        </p:nvSpPr>
        <p:spPr bwMode="auto">
          <a:xfrm>
            <a:off x="152400" y="656825"/>
            <a:ext cx="631371" cy="6809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defTabSz="346075"/>
            <a:r>
              <a:rPr lang="en-US" sz="4000" b="1" dirty="0"/>
              <a:t>5. 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C6B03C82-47AF-47DA-AD06-A10AA46A59C8}"/>
              </a:ext>
            </a:extLst>
          </p:cNvPr>
          <p:cNvSpPr txBox="1">
            <a:spLocks/>
          </p:cNvSpPr>
          <p:nvPr/>
        </p:nvSpPr>
        <p:spPr bwMode="auto">
          <a:xfrm>
            <a:off x="174171" y="3699969"/>
            <a:ext cx="631371" cy="6809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defTabSz="346075"/>
            <a:r>
              <a:rPr lang="en-US" sz="3600" b="1" dirty="0">
                <a:solidFill>
                  <a:schemeClr val="tx2">
                    <a:lumMod val="75000"/>
                  </a:schemeClr>
                </a:solidFill>
              </a:rPr>
              <a:t>5.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3"/>
          <p:cNvSpPr>
            <a:spLocks noGrp="1"/>
          </p:cNvSpPr>
          <p:nvPr>
            <p:ph type="ctrTitle"/>
          </p:nvPr>
        </p:nvSpPr>
        <p:spPr>
          <a:xfrm>
            <a:off x="-1" y="533400"/>
            <a:ext cx="12170229" cy="2624631"/>
          </a:xfrm>
        </p:spPr>
        <p:txBody>
          <a:bodyPr anchor="t"/>
          <a:lstStyle/>
          <a:p>
            <a:pPr defTabSz="346075"/>
            <a:r>
              <a:rPr lang="ml-IN" sz="4000" b="1" dirty="0"/>
              <a:t>സ്വീകരിക്കെൻ ഹൃദയം </a:t>
            </a:r>
            <a:br>
              <a:rPr lang="ml-IN" sz="4000" b="1" dirty="0"/>
            </a:br>
            <a:r>
              <a:rPr lang="ml-IN" sz="4000" b="1" dirty="0"/>
              <a:t>അതു നിൻ സിംഹാസനം </a:t>
            </a:r>
            <a:br>
              <a:rPr lang="ml-IN" sz="4000" b="1" dirty="0"/>
            </a:br>
            <a:r>
              <a:rPr lang="ml-IN" sz="4000" b="1" dirty="0"/>
              <a:t>ഞാൻ അല്ല എൻ രാജാവേ </a:t>
            </a:r>
            <a:br>
              <a:rPr lang="ml-IN" sz="4000" b="1" dirty="0"/>
            </a:br>
            <a:r>
              <a:rPr lang="ml-IN" sz="4000" b="1" dirty="0"/>
              <a:t>നീ അതിൽ വാഴേണമേ</a:t>
            </a:r>
            <a:endParaRPr lang="en-US" sz="40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D5FC83-8CD0-4926-999C-FD931E70E7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01400" y="1"/>
            <a:ext cx="9906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200" b="1" dirty="0">
                <a:solidFill>
                  <a:srgbClr val="FF0000"/>
                </a:solidFill>
              </a:rPr>
              <a:t>234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8CE486-02BF-46F1-9CD0-B8BE1E299DE8}"/>
              </a:ext>
            </a:extLst>
          </p:cNvPr>
          <p:cNvSpPr/>
          <p:nvPr/>
        </p:nvSpPr>
        <p:spPr>
          <a:xfrm>
            <a:off x="-21771" y="3699969"/>
            <a:ext cx="12192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Sweekarikken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hridayam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Athu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nin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simhaasanam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Njaan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alla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en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raajaavey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Nee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athil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vaazhenhamey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52893516-0EF8-4A21-B1EC-E649FDA8B74C}"/>
              </a:ext>
            </a:extLst>
          </p:cNvPr>
          <p:cNvSpPr txBox="1">
            <a:spLocks/>
          </p:cNvSpPr>
          <p:nvPr/>
        </p:nvSpPr>
        <p:spPr bwMode="auto">
          <a:xfrm>
            <a:off x="152400" y="656825"/>
            <a:ext cx="631371" cy="6809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defTabSz="346075"/>
            <a:r>
              <a:rPr lang="en-US" sz="4000" b="1" dirty="0"/>
              <a:t>6. 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BB2D9EC7-2B17-4452-BFD6-A1D754BC76B6}"/>
              </a:ext>
            </a:extLst>
          </p:cNvPr>
          <p:cNvSpPr txBox="1">
            <a:spLocks/>
          </p:cNvSpPr>
          <p:nvPr/>
        </p:nvSpPr>
        <p:spPr bwMode="auto">
          <a:xfrm>
            <a:off x="174171" y="3699969"/>
            <a:ext cx="631371" cy="6809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defTabSz="346075"/>
            <a:r>
              <a:rPr lang="en-US" sz="3600" b="1" dirty="0">
                <a:solidFill>
                  <a:schemeClr val="tx2">
                    <a:lumMod val="75000"/>
                  </a:schemeClr>
                </a:solidFill>
              </a:rPr>
              <a:t>6. </a:t>
            </a:r>
          </a:p>
        </p:txBody>
      </p:sp>
    </p:spTree>
    <p:extLst>
      <p:ext uri="{BB962C8B-B14F-4D97-AF65-F5344CB8AC3E}">
        <p14:creationId xmlns:p14="http://schemas.microsoft.com/office/powerpoint/2010/main" val="21447532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3"/>
          <p:cNvSpPr>
            <a:spLocks noGrp="1"/>
          </p:cNvSpPr>
          <p:nvPr>
            <p:ph type="ctrTitle"/>
          </p:nvPr>
        </p:nvSpPr>
        <p:spPr>
          <a:xfrm>
            <a:off x="0" y="499569"/>
            <a:ext cx="12192000" cy="2929431"/>
          </a:xfrm>
        </p:spPr>
        <p:txBody>
          <a:bodyPr anchor="t"/>
          <a:lstStyle/>
          <a:p>
            <a:pPr defTabSz="346075"/>
            <a:r>
              <a:rPr lang="ml-IN" sz="4000" b="1" dirty="0"/>
              <a:t>സ്വീകരിക്കെൻ സമ്പത്തും </a:t>
            </a:r>
            <a:br>
              <a:rPr lang="ml-IN" sz="4000" b="1" dirty="0"/>
            </a:br>
            <a:r>
              <a:rPr lang="ml-IN" sz="4000" b="1" dirty="0"/>
              <a:t>എന്‍റെ പൊന്നും വെള്ളിയും </a:t>
            </a:r>
            <a:br>
              <a:rPr lang="en-US" sz="4000" b="1" dirty="0">
                <a:cs typeface="Kartika" pitchFamily="18" charset="0"/>
              </a:rPr>
            </a:br>
            <a:r>
              <a:rPr lang="ml-IN" sz="4000" b="1" dirty="0"/>
              <a:t>വേണ്ട ഭൂമിയിൽ ധനം </a:t>
            </a:r>
            <a:br>
              <a:rPr lang="ml-IN" sz="4000" b="1" dirty="0"/>
            </a:br>
            <a:r>
              <a:rPr lang="ml-IN" sz="4000" b="1" dirty="0"/>
              <a:t>എൻ നിക്ഷേപം സ്വർഗ്ഗത്തിൽ</a:t>
            </a:r>
            <a:endParaRPr lang="en-US" sz="40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2CBD989-8451-4504-810B-CDC726716A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01400" y="1"/>
            <a:ext cx="9906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200" b="1" dirty="0">
                <a:solidFill>
                  <a:srgbClr val="FF0000"/>
                </a:solidFill>
              </a:rPr>
              <a:t>234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44F2BD3-41BD-4482-9D77-04FB6015A855}"/>
              </a:ext>
            </a:extLst>
          </p:cNvPr>
          <p:cNvSpPr/>
          <p:nvPr/>
        </p:nvSpPr>
        <p:spPr>
          <a:xfrm>
            <a:off x="-21771" y="3699969"/>
            <a:ext cx="12192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Sweekarikken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sambaththum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Entey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ponnum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vellhiyum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Vènda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bhoomiyil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dhanam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En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nikshèpam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swarggaththil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974E43F-3A5E-4449-85CC-82F865AC00CE}"/>
              </a:ext>
            </a:extLst>
          </p:cNvPr>
          <p:cNvSpPr txBox="1">
            <a:spLocks/>
          </p:cNvSpPr>
          <p:nvPr/>
        </p:nvSpPr>
        <p:spPr bwMode="auto">
          <a:xfrm>
            <a:off x="152400" y="656825"/>
            <a:ext cx="631371" cy="6809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defTabSz="346075"/>
            <a:r>
              <a:rPr lang="en-US" sz="4000" b="1" dirty="0"/>
              <a:t>7. 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7B5275C7-16E1-4373-B8CD-47ADF10F7C3F}"/>
              </a:ext>
            </a:extLst>
          </p:cNvPr>
          <p:cNvSpPr txBox="1">
            <a:spLocks/>
          </p:cNvSpPr>
          <p:nvPr/>
        </p:nvSpPr>
        <p:spPr bwMode="auto">
          <a:xfrm>
            <a:off x="174171" y="3699969"/>
            <a:ext cx="631371" cy="6809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defTabSz="346075"/>
            <a:r>
              <a:rPr lang="en-US" sz="3600" b="1" dirty="0">
                <a:solidFill>
                  <a:schemeClr val="tx2">
                    <a:lumMod val="75000"/>
                  </a:schemeClr>
                </a:solidFill>
              </a:rPr>
              <a:t>7.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3"/>
          <p:cNvSpPr>
            <a:spLocks noGrp="1"/>
          </p:cNvSpPr>
          <p:nvPr>
            <p:ph type="ctrTitle"/>
          </p:nvPr>
        </p:nvSpPr>
        <p:spPr>
          <a:xfrm>
            <a:off x="21771" y="499569"/>
            <a:ext cx="12170229" cy="2929431"/>
          </a:xfrm>
        </p:spPr>
        <p:txBody>
          <a:bodyPr anchor="t"/>
          <a:lstStyle/>
          <a:p>
            <a:pPr defTabSz="346075"/>
            <a:r>
              <a:rPr lang="ml-IN" sz="4000" b="1" dirty="0"/>
              <a:t>സ്വീകരിക്കെൻ യേശുവേ </a:t>
            </a:r>
            <a:br>
              <a:rPr lang="ml-IN" sz="4000" b="1" dirty="0"/>
            </a:br>
            <a:r>
              <a:rPr lang="ml-IN" sz="4000" b="1" dirty="0"/>
              <a:t>എന്നെത്തന്നേ പ്രിയനെ </a:t>
            </a:r>
            <a:br>
              <a:rPr lang="ml-IN" sz="4000" b="1" dirty="0"/>
            </a:br>
            <a:r>
              <a:rPr lang="ml-IN" sz="4000" b="1" dirty="0"/>
              <a:t>എന്നെന്നേക്കും നിനക്കു </a:t>
            </a:r>
            <a:br>
              <a:rPr lang="ml-IN" sz="4000" b="1" dirty="0"/>
            </a:br>
            <a:r>
              <a:rPr lang="ml-IN" sz="4000" b="1" dirty="0"/>
              <a:t>എന്നെ ഞാൻ പ്രതിഷ്ഠിച്ചു </a:t>
            </a:r>
            <a:endParaRPr lang="en-US" sz="40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2CBD989-8451-4504-810B-CDC726716A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01400" y="1"/>
            <a:ext cx="9906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200" b="1" dirty="0">
                <a:solidFill>
                  <a:srgbClr val="FF0000"/>
                </a:solidFill>
              </a:rPr>
              <a:t>234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140D43-D153-434B-AE10-3ACFE7F70208}"/>
              </a:ext>
            </a:extLst>
          </p:cNvPr>
          <p:cNvSpPr/>
          <p:nvPr/>
        </p:nvSpPr>
        <p:spPr>
          <a:xfrm>
            <a:off x="-21771" y="3699969"/>
            <a:ext cx="12192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Sweekarikken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Yeshuvey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Enneyththanney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Priyaney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Ennannèkum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Ninakku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Enney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njaan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prathishtichchu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45E72068-CFA5-4785-AB13-2B3CDE9C6729}"/>
              </a:ext>
            </a:extLst>
          </p:cNvPr>
          <p:cNvSpPr txBox="1">
            <a:spLocks/>
          </p:cNvSpPr>
          <p:nvPr/>
        </p:nvSpPr>
        <p:spPr bwMode="auto">
          <a:xfrm>
            <a:off x="152400" y="656825"/>
            <a:ext cx="631371" cy="6809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defTabSz="346075"/>
            <a:r>
              <a:rPr lang="en-US" sz="4000" b="1" dirty="0"/>
              <a:t>8. 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5051F58E-B9E3-403C-9EE4-7C6E64DE5689}"/>
              </a:ext>
            </a:extLst>
          </p:cNvPr>
          <p:cNvSpPr txBox="1">
            <a:spLocks/>
          </p:cNvSpPr>
          <p:nvPr/>
        </p:nvSpPr>
        <p:spPr bwMode="auto">
          <a:xfrm>
            <a:off x="174171" y="3699969"/>
            <a:ext cx="631371" cy="6809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defTabSz="346075"/>
            <a:r>
              <a:rPr lang="en-US" sz="3600" b="1" dirty="0">
                <a:solidFill>
                  <a:schemeClr val="tx2">
                    <a:lumMod val="75000"/>
                  </a:schemeClr>
                </a:solidFill>
              </a:rPr>
              <a:t>8. </a:t>
            </a:r>
          </a:p>
        </p:txBody>
      </p:sp>
    </p:spTree>
    <p:extLst>
      <p:ext uri="{BB962C8B-B14F-4D97-AF65-F5344CB8AC3E}">
        <p14:creationId xmlns:p14="http://schemas.microsoft.com/office/powerpoint/2010/main" val="11647303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1661</TotalTime>
  <Words>149</Words>
  <Application>Microsoft Office PowerPoint</Application>
  <PresentationFormat>Widescreen</PresentationFormat>
  <Paragraphs>67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Kartika</vt:lpstr>
      <vt:lpstr>Office Theme</vt:lpstr>
      <vt:lpstr>234 സ്വീകരിക്കെൻ ജീവനെ</vt:lpstr>
      <vt:lpstr>സ്വീകരിക്കെൻ ജീവനെ   നിനക്കായെന്നേശുവേ   ഓരോ ശ്വാസത്തോടും ഞാൻ   ചൊല്ലട്ടെ ഹല്ലേലുയ്യാ</vt:lpstr>
      <vt:lpstr> സ്വീകരിക്കെൻ കൈകളെ   ചെ യ് വാൻ സ്നേഹ ക്രിയയെ   കാലുകളും ഓടണം   നീ വിളിച്ചാൽ തൽക്ഷണം  </vt:lpstr>
      <vt:lpstr>സ്വീകരിക്കെൻ നാവിനെ   സ്തുതിപ്പാൻ പിതാവിനെ   സ്വരം അധരം സർവ്വം   നില്ക്കുന്നു നിൻ ദൂതിനായ്</vt:lpstr>
      <vt:lpstr>സ്വീകരിക്കെൻ കർണ്ണത്തെ  കേൾപ്പാൻ നിൻ മർമ്മങ്ങളെ  കണ്ണിന്നായ് പ്രകാശം താ  നിന്നെ കാണ്മാൻ സർവ്വദാ </vt:lpstr>
      <vt:lpstr>സ്വീകരിക്കെൻ ബുദ്ധിയെ  ഗ്രഹിപ്പാൻ നിൻ ശുദ്ധിയെ  മനശക്തി കേവലം  നിനക്കായെരിയണം</vt:lpstr>
      <vt:lpstr>സ്വീകരിക്കെൻ ഹൃദയം  അതു നിൻ സിംഹാസനം  ഞാൻ അല്ല എൻ രാജാവേ  നീ അതിൽ വാഴേണമേ</vt:lpstr>
      <vt:lpstr>സ്വീകരിക്കെൻ സമ്പത്തും  എന്‍റെ പൊന്നും വെള്ളിയും  വേണ്ട ഭൂമിയിൽ ധനം  എൻ നിക്ഷേപം സ്വർഗ്ഗത്തിൽ</vt:lpstr>
      <vt:lpstr>സ്വീകരിക്കെൻ യേശുവേ  എന്നെത്തന്നേ പ്രിയനെ  എന്നെന്നേക്കും നിനക്കു  എന്നെ ഞാൻ പ്രതിഷ്ഠിച്ചു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Sweekarikken jeevane</dc:title>
  <dc:creator>Digital Input; GM JOHN; Acsah Mathews</dc:creator>
  <cp:lastModifiedBy>Acsah Mathews</cp:lastModifiedBy>
  <cp:revision>399</cp:revision>
  <dcterms:created xsi:type="dcterms:W3CDTF">2013-04-19T09:19:07Z</dcterms:created>
  <dcterms:modified xsi:type="dcterms:W3CDTF">2018-11-13T17:18:57Z</dcterms:modified>
</cp:coreProperties>
</file>