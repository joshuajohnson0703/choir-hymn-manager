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70" r:id="rId3"/>
    <p:sldId id="276" r:id="rId4"/>
    <p:sldId id="277" r:id="rId5"/>
    <p:sldId id="278" r:id="rId6"/>
    <p:sldId id="279" r:id="rId7"/>
    <p:sldId id="281" r:id="rId8"/>
    <p:sldId id="282" r:id="rId9"/>
    <p:sldId id="283" r:id="rId10"/>
    <p:sldId id="284" r:id="rId11"/>
    <p:sldId id="285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66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D5A76D-AB52-43B5-8336-B2E1F2288BAD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8FD82D-798A-4CFF-AB60-E4D80086AA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0B499A-9053-464C-8D2F-DF1C1892965B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66D480-53DB-4A27-9E89-B02B8D82D3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52EED1-838C-499D-A08D-55F418B06AC6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2654E-F17A-4029-A8DC-16968B8D9C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667C2-483E-4B18-A3D2-669DEEE9A9D5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66A2B7-D160-44D4-B687-89F06D3461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156EEB-0015-410E-9664-3D85183420DF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5D92A0-0C23-4C2D-9ED6-19C4167BBB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EBBFD-60DD-410B-9820-9CA0ADA9C00F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75E2DC-3683-4303-B2DD-269845F161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DD6B3-EA61-4CAB-BFCA-19D4A31890AD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2A122C-8C02-46CD-9AF5-F60CCB0E71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2755DE-7AD9-4C05-9BCD-DF87F938E6B5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9801F0-3D30-46EC-9423-BC3E6C29A0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6C8E1-8AE7-4749-A0D8-2F5A9C57F147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34C663-A030-4FA7-B644-A710284F45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D0857D-420F-4D22-8477-6E9B003AF358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C882F-B7D3-45C3-9024-133F100753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BAEB2F-4CA0-45CC-B471-A46F9993F010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B64234-D9C5-48E0-8AC7-E651A761BD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633B7EC-CE47-4838-8085-2E6B8E8EFDE3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3C776D7-D6E7-40E6-BF55-D1509B8E65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887E0-5705-4245-8EB8-AAE8C596B2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212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യേശുവേ! കരുണാസന!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355538-C6D0-4736-BDA1-B21F3CA5D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1430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Yeshuvey! </a:t>
            </a:r>
            <a:r>
              <a:rPr lang="en-US" sz="4000" b="1" dirty="0" err="1">
                <a:solidFill>
                  <a:schemeClr val="tx2"/>
                </a:solidFill>
              </a:rPr>
              <a:t>Karunhaasanaa</a:t>
            </a:r>
            <a:r>
              <a:rPr lang="en-US" sz="4000" b="1" dirty="0">
                <a:solidFill>
                  <a:schemeClr val="tx2"/>
                </a:solidFill>
              </a:rPr>
              <a:t>!</a:t>
            </a:r>
            <a:endParaRPr lang="en-US" sz="4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A51B28-1F46-4F54-89FF-24EA93F246BE}"/>
              </a:ext>
            </a:extLst>
          </p:cNvPr>
          <p:cNvSpPr/>
          <p:nvPr/>
        </p:nvSpPr>
        <p:spPr>
          <a:xfrm>
            <a:off x="7568258" y="5105400"/>
            <a:ext cx="24070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solidFill>
                  <a:schemeClr val="accent2"/>
                </a:solidFill>
                <a:latin typeface="Arial" panose="020B0604020202020204" pitchFamily="34" charset="0"/>
              </a:rPr>
              <a:t>(</a:t>
            </a:r>
            <a:r>
              <a:rPr lang="en-US" sz="2000" i="1" dirty="0" err="1">
                <a:solidFill>
                  <a:schemeClr val="accent2"/>
                </a:solidFill>
                <a:latin typeface="Arial" panose="020B0604020202020204" pitchFamily="34" charset="0"/>
              </a:rPr>
              <a:t>Yusthus</a:t>
            </a:r>
            <a:r>
              <a:rPr lang="en-US" sz="2000" i="1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sz="2000" i="1" dirty="0" err="1">
                <a:solidFill>
                  <a:schemeClr val="accent2"/>
                </a:solidFill>
                <a:latin typeface="Arial" panose="020B0604020202020204" pitchFamily="34" charset="0"/>
              </a:rPr>
              <a:t>Youseph</a:t>
            </a:r>
            <a:r>
              <a:rPr lang="en-US" sz="2000" i="1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B9FB98-4632-483B-B4FB-38CA7501658A}"/>
              </a:ext>
            </a:extLst>
          </p:cNvPr>
          <p:cNvSpPr/>
          <p:nvPr/>
        </p:nvSpPr>
        <p:spPr>
          <a:xfrm>
            <a:off x="2438400" y="5105400"/>
            <a:ext cx="3315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(യുസ്തുസ് യൌസേഫ്)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37780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5400" y="1109246"/>
            <a:ext cx="12192000" cy="2319754"/>
          </a:xfrm>
        </p:spPr>
        <p:txBody>
          <a:bodyPr anchor="t"/>
          <a:lstStyle/>
          <a:p>
            <a:pPr defTabSz="45720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യേശുവേ! കരുണാസന! മഹാ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ദോഷി ഞാനയ്യോ!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കൃപ തോന്നണ മയ്യോ!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21BDD4-CC89-4A53-AC44-E74D4CF69DE7}"/>
              </a:ext>
            </a:extLst>
          </p:cNvPr>
          <p:cNvSpPr/>
          <p:nvPr/>
        </p:nvSpPr>
        <p:spPr>
          <a:xfrm>
            <a:off x="0" y="3429000"/>
            <a:ext cx="1221740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Yeshuvey!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Karunhaasanaa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dôshi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njaanayyo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Kripa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thonnanhamayyo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676400" y="1566446"/>
            <a:ext cx="10541000" cy="2319754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നീചനാമെൻ ദുരിതങ്ങളെ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നോക്കണമിതാ-കൂടെ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പാർക്കണം സദാ </a:t>
            </a: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- യേശു...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21BDD4-CC89-4A53-AC44-E74D4CF69DE7}"/>
              </a:ext>
            </a:extLst>
          </p:cNvPr>
          <p:cNvSpPr/>
          <p:nvPr/>
        </p:nvSpPr>
        <p:spPr>
          <a:xfrm>
            <a:off x="0" y="3666529"/>
            <a:ext cx="1051560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Neechanaamen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durithangalhey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Nôkkanhamithaa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koodey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Paarkkanhem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sadaa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08EEF0-E50C-40E6-9622-181A4513B352}"/>
              </a:ext>
            </a:extLst>
          </p:cNvPr>
          <p:cNvSpPr txBox="1"/>
          <p:nvPr/>
        </p:nvSpPr>
        <p:spPr>
          <a:xfrm>
            <a:off x="0" y="7620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6998652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676400" y="1566446"/>
            <a:ext cx="10541000" cy="2319754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പെരിയ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സാത്താനരിശത്തോടു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പെരിയ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മാരിപോൽ അസ്ത്രം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ചൊരിയുന്നെന്‍റെ മേൽ </a:t>
            </a: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- യേശു...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21BDD4-CC89-4A53-AC44-E74D4CF69DE7}"/>
              </a:ext>
            </a:extLst>
          </p:cNvPr>
          <p:cNvSpPr/>
          <p:nvPr/>
        </p:nvSpPr>
        <p:spPr>
          <a:xfrm>
            <a:off x="0" y="3666529"/>
            <a:ext cx="1051560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Periyasaaththaan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arishaththodu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Periyamaaripol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asthram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Choriyunnentey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mèl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08EEF0-E50C-40E6-9622-181A4513B352}"/>
              </a:ext>
            </a:extLst>
          </p:cNvPr>
          <p:cNvSpPr txBox="1"/>
          <p:nvPr/>
        </p:nvSpPr>
        <p:spPr>
          <a:xfrm>
            <a:off x="0" y="7620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7826794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676400" y="1566446"/>
            <a:ext cx="10541000" cy="2319754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ജഡത്തിൻ മോഹം കടുത്ത വൈരി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അടുത്തണയുന്നു-നൃപാ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ഒടുക്കണമിന്നു - യേശു...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21BDD4-CC89-4A53-AC44-E74D4CF69DE7}"/>
              </a:ext>
            </a:extLst>
          </p:cNvPr>
          <p:cNvSpPr/>
          <p:nvPr/>
        </p:nvSpPr>
        <p:spPr>
          <a:xfrm>
            <a:off x="0" y="3666529"/>
            <a:ext cx="1051560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Jadaththinmôham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kaduththa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vairi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Aduththanhayunnu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nripa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odukkanhaminnu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08EEF0-E50C-40E6-9622-181A4513B352}"/>
              </a:ext>
            </a:extLst>
          </p:cNvPr>
          <p:cNvSpPr txBox="1"/>
          <p:nvPr/>
        </p:nvSpPr>
        <p:spPr>
          <a:xfrm>
            <a:off x="0" y="7620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5063718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676400" y="1566446"/>
            <a:ext cx="10541000" cy="2319754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ദുഷ്ടലോകം നിന്നിൽ നിന്നും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വിട്ടകറ്റുന്നേ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കൃപ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കിട്ടണമിന്നു - യേശു...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21BDD4-CC89-4A53-AC44-E74D4CF69DE7}"/>
              </a:ext>
            </a:extLst>
          </p:cNvPr>
          <p:cNvSpPr/>
          <p:nvPr/>
        </p:nvSpPr>
        <p:spPr>
          <a:xfrm>
            <a:off x="0" y="3666529"/>
            <a:ext cx="1051560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Dushtalôkam ninnil ninnum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Vittakattunna – kripa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kittanhamininnu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08EEF0-E50C-40E6-9622-181A4513B352}"/>
              </a:ext>
            </a:extLst>
          </p:cNvPr>
          <p:cNvSpPr txBox="1"/>
          <p:nvPr/>
        </p:nvSpPr>
        <p:spPr>
          <a:xfrm>
            <a:off x="0" y="7620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0352607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676400" y="1566446"/>
            <a:ext cx="10541000" cy="2319754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ലോകം ജഡം പിശാചു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വളരെ കേടുചെയ്യുന്നു -കൃപ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തേടുന്നേൻ ഇന്നു - യേശു...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21BDD4-CC89-4A53-AC44-E74D4CF69DE7}"/>
              </a:ext>
            </a:extLst>
          </p:cNvPr>
          <p:cNvSpPr/>
          <p:nvPr/>
        </p:nvSpPr>
        <p:spPr>
          <a:xfrm>
            <a:off x="0" y="3666529"/>
            <a:ext cx="1051560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Lôkam jadam pishaachu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Valharey kèducheyyunnu –kripa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Thèdunnen innu -yeshuvey...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08EEF0-E50C-40E6-9622-181A4513B352}"/>
              </a:ext>
            </a:extLst>
          </p:cNvPr>
          <p:cNvSpPr txBox="1"/>
          <p:nvPr/>
        </p:nvSpPr>
        <p:spPr>
          <a:xfrm>
            <a:off x="0" y="7620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6850595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676400" y="1566446"/>
            <a:ext cx="10541000" cy="2319754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കഠിന പാപച്ചുമടു നീക്കും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കരുണയുള്ളവാ!-കൃപ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തരണം നല്ലവാ! - യേശു...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21BDD4-CC89-4A53-AC44-E74D4CF69DE7}"/>
              </a:ext>
            </a:extLst>
          </p:cNvPr>
          <p:cNvSpPr/>
          <p:nvPr/>
        </p:nvSpPr>
        <p:spPr>
          <a:xfrm>
            <a:off x="0" y="3666529"/>
            <a:ext cx="1051560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Kadina paapachumaduneekkum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Karunhayullhavaa! – kripa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Tharanham nallavaa -yeshuvey...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08EEF0-E50C-40E6-9622-181A4513B352}"/>
              </a:ext>
            </a:extLst>
          </p:cNvPr>
          <p:cNvSpPr txBox="1"/>
          <p:nvPr/>
        </p:nvSpPr>
        <p:spPr>
          <a:xfrm>
            <a:off x="0" y="7620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8235998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676400" y="1566446"/>
            <a:ext cx="10541000" cy="2319754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ദുഷ്ട ശീലമെന്നിൽ നിന്നു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വിട്ടകറ്റണം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പുതു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സൃഷ്ടിയാക്കണം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 യേശു...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21BDD4-CC89-4A53-AC44-E74D4CF69DE7}"/>
              </a:ext>
            </a:extLst>
          </p:cNvPr>
          <p:cNvSpPr/>
          <p:nvPr/>
        </p:nvSpPr>
        <p:spPr>
          <a:xfrm>
            <a:off x="0" y="3666529"/>
            <a:ext cx="1051560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Dushta sheelamennil ninnu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Vittakattanham – puthu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Srishti yaakkanham -yeshuvey...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08EEF0-E50C-40E6-9622-181A4513B352}"/>
              </a:ext>
            </a:extLst>
          </p:cNvPr>
          <p:cNvSpPr txBox="1"/>
          <p:nvPr/>
        </p:nvSpPr>
        <p:spPr>
          <a:xfrm>
            <a:off x="0" y="7620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93341122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676400" y="1566446"/>
            <a:ext cx="10541000" cy="2319754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പരിശുദ്ധാത്മാവായ ദൈവം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വന്നു പാർക്കണം എന്നെ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എന്നും കാക്കണം</a:t>
            </a: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 - യേശു...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21BDD4-CC89-4A53-AC44-E74D4CF69DE7}"/>
              </a:ext>
            </a:extLst>
          </p:cNvPr>
          <p:cNvSpPr/>
          <p:nvPr/>
        </p:nvSpPr>
        <p:spPr>
          <a:xfrm>
            <a:off x="0" y="3666529"/>
            <a:ext cx="1051560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Parishudhaathmaavaaya Daivam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Vannu paarkkanham enney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Ennum kaakkanham -yeshuvey...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08EEF0-E50C-40E6-9622-181A4513B352}"/>
              </a:ext>
            </a:extLst>
          </p:cNvPr>
          <p:cNvSpPr txBox="1"/>
          <p:nvPr/>
        </p:nvSpPr>
        <p:spPr>
          <a:xfrm>
            <a:off x="0" y="7620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1004404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676400" y="1566446"/>
            <a:ext cx="10541000" cy="2319754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നിന്‍റെ രാജ്യം തന്നിലെന്നെ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കാത്തുകൊള്ളണം-എന്നും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ചേർത്തു കൊള്ളണം - യേശു...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21BDD4-CC89-4A53-AC44-E74D4CF69DE7}"/>
              </a:ext>
            </a:extLst>
          </p:cNvPr>
          <p:cNvSpPr/>
          <p:nvPr/>
        </p:nvSpPr>
        <p:spPr>
          <a:xfrm>
            <a:off x="0" y="3666529"/>
            <a:ext cx="1051560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Nintey raajyamthannillenney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Kaaththukollhanham – ennum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chèrthukollhanham -yeshuvey...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08EEF0-E50C-40E6-9622-181A4513B352}"/>
              </a:ext>
            </a:extLst>
          </p:cNvPr>
          <p:cNvSpPr txBox="1"/>
          <p:nvPr/>
        </p:nvSpPr>
        <p:spPr>
          <a:xfrm>
            <a:off x="0" y="7620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88520271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162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Kartika</vt:lpstr>
      <vt:lpstr>Office Theme</vt:lpstr>
      <vt:lpstr>212 യേശുവേ! കരുണാസന!</vt:lpstr>
      <vt:lpstr>യേശുവേ! കരുണാസന! മഹാ ദോഷി ഞാനയ്യോ! കൃപ തോന്നണ മയ്യോ!</vt:lpstr>
      <vt:lpstr>നീചനാമെൻ ദുരിതങ്ങളെ നോക്കണമിതാ-കൂടെ പാർക്കണം സദാ  - യേശു...</vt:lpstr>
      <vt:lpstr>പെരിയ സാത്താനരിശത്തോടു പെരിയ മാരിപോൽ അസ്ത്രം ചൊരിയുന്നെന്‍റെ മേൽ  - യേശു...</vt:lpstr>
      <vt:lpstr>ജഡത്തിൻ മോഹം കടുത്ത വൈരി അടുത്തണയുന്നു-നൃപാ ഒടുക്കണമിന്നു - യേശു...</vt:lpstr>
      <vt:lpstr>ദുഷ്ടലോകം നിന്നിൽ നിന്നും വിട്ടകറ്റുന്നേ - കൃപ കിട്ടണമിന്നു - യേശു...</vt:lpstr>
      <vt:lpstr>ലോകം ജഡം പിശാചു വളരെ കേടുചെയ്യുന്നു -കൃപ തേടുന്നേൻ ഇന്നു - യേശു...</vt:lpstr>
      <vt:lpstr>കഠിന പാപച്ചുമടു നീക്കും കരുണയുള്ളവാ!-കൃപ തരണം നല്ലവാ! - യേശു...</vt:lpstr>
      <vt:lpstr>ദുഷ്ട ശീലമെന്നിൽ നിന്നു വിട്ടകറ്റണം – പുതു - സൃഷ്ടിയാക്കണം  - യേശു... </vt:lpstr>
      <vt:lpstr>പരിശുദ്ധാത്മാവായ ദൈവം വന്നു പാർക്കണം എന്നെ എന്നും കാക്കണം  - യേശു...</vt:lpstr>
      <vt:lpstr>നിന്‍റെ രാജ്യം തന്നിലെന്നെ കാത്തുകൊള്ളണം-എന്നും ചേർത്തു കൊള്ളണം - യേശു...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Yeshuve karunaasanaa</dc:title>
  <dc:creator>Digital Input:; GM JOHN; Acsah Mathews</dc:creator>
  <cp:lastModifiedBy>Acsah Mathews</cp:lastModifiedBy>
  <cp:revision>202</cp:revision>
  <dcterms:created xsi:type="dcterms:W3CDTF">2013-04-19T09:19:07Z</dcterms:created>
  <dcterms:modified xsi:type="dcterms:W3CDTF">2018-11-08T19:14:40Z</dcterms:modified>
</cp:coreProperties>
</file>