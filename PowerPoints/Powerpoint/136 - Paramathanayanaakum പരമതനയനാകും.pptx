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70" r:id="rId3"/>
    <p:sldId id="276" r:id="rId4"/>
    <p:sldId id="285" r:id="rId5"/>
    <p:sldId id="277" r:id="rId6"/>
    <p:sldId id="286" r:id="rId7"/>
    <p:sldId id="278" r:id="rId8"/>
    <p:sldId id="287" r:id="rId9"/>
    <p:sldId id="279" r:id="rId10"/>
    <p:sldId id="288" r:id="rId11"/>
    <p:sldId id="280" r:id="rId12"/>
    <p:sldId id="289" r:id="rId13"/>
    <p:sldId id="281" r:id="rId14"/>
    <p:sldId id="290" r:id="rId15"/>
    <p:sldId id="282" r:id="rId16"/>
    <p:sldId id="291" r:id="rId17"/>
    <p:sldId id="283" r:id="rId18"/>
    <p:sldId id="292" r:id="rId19"/>
    <p:sldId id="284" r:id="rId20"/>
    <p:sldId id="293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92A44-20E2-4284-AFCD-4C6407FC14A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54A83-327A-4900-BFB7-3645FD817D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D4C8E-2BCE-4D2F-A9FC-6D899CC0597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12545-EA29-4E25-B995-8D9E70B617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0EF3B-22D1-47AA-AB2E-5A45225DB68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E7407-543C-47FC-B7C1-1ABA69AE39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1D5CF-8732-4752-9B73-272F3334D59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7FC1E2-BA14-4D6D-A325-6F52DCEEC8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C61289-D659-4338-9808-94FE234814D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6712D-0341-4BF0-8F2C-E40049EB2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96B5-53F5-47FE-802D-3D0B225CFF5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8C7DF-CBC3-40DB-9F8C-1FB4CFC17D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68E34-A24C-4D81-B7DD-AD5FF2237C2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B49-A70A-46EC-B9E7-51AFBD2417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A814E-01D5-42F1-976A-105734FD832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04F81-F4B4-4571-ADCA-8E424F9844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B92A6-7109-42E5-A81F-3A2BD9B3002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E5166-0705-4E8A-BFEA-7BE0EFDDB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59D04-08D5-41A4-8622-7B0DD6471C8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C4C5B-39FB-4CC2-879A-72F282AA80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707B1-62FA-4A15-8B4C-D2DA9E44237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19CE5-556D-4A2D-8956-E62B0712D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A0F489D-8F77-4512-9964-CA539A585B9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F87795D-3F0C-43A6-9115-D87A0DC427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4AAB-A967-49A1-A5C4-6207185A5C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136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പരമതനയനാകും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3C3F3-A3D6-4F1B-8AF0-3C9A7A837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Parama </a:t>
            </a:r>
            <a:r>
              <a:rPr lang="en-US" sz="4000" b="1" dirty="0" err="1">
                <a:solidFill>
                  <a:schemeClr val="tx2"/>
                </a:solidFill>
              </a:rPr>
              <a:t>thanayanaakum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8F7F6B-F5FC-4E91-B425-E208DF01D683}"/>
              </a:ext>
            </a:extLst>
          </p:cNvPr>
          <p:cNvSpPr/>
          <p:nvPr/>
        </p:nvSpPr>
        <p:spPr>
          <a:xfrm>
            <a:off x="1828800" y="5029200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+mn-lt"/>
              </a:rPr>
              <a:t>(യുസ്തുസ് യൌസേഫ്)</a:t>
            </a:r>
            <a:endParaRPr lang="en-US" sz="20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D67247-DEEA-457D-9720-1057E0899E39}"/>
              </a:ext>
            </a:extLst>
          </p:cNvPr>
          <p:cNvSpPr/>
          <p:nvPr/>
        </p:nvSpPr>
        <p:spPr>
          <a:xfrm>
            <a:off x="8254546" y="5029200"/>
            <a:ext cx="21235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+mn-lt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latin typeface="+mn-lt"/>
              </a:rPr>
              <a:t>Yusthus</a:t>
            </a:r>
            <a:r>
              <a:rPr lang="en-US" sz="20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+mn-lt"/>
              </a:rPr>
              <a:t>Youseph</a:t>
            </a:r>
            <a:r>
              <a:rPr lang="en-US" sz="2000" b="1" dirty="0">
                <a:solidFill>
                  <a:schemeClr val="accent2"/>
                </a:solidFill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331632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71476"/>
            <a:ext cx="12192000" cy="2514600"/>
          </a:xfrm>
        </p:spPr>
        <p:txBody>
          <a:bodyPr anchor="t"/>
          <a:lstStyle/>
          <a:p>
            <a:pPr algn="l" defTabSz="403225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മരണംവരെയുമെന്‍റെ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ദേഹി മഹാദു:ഖത്തിൽ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മരുവു ന്നെന്നോടു കൂടെ-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നിങ്ങളുണർന്നിരിപ്പിൻ</a:t>
            </a:r>
            <a:r>
              <a:rPr lang="en-US" sz="3600" b="1" dirty="0">
                <a:latin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</a:rPr>
              <a:t> - പരമ...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Maranham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vareyumentey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mahaadukhaththil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Maruvunnennodu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Ningalhunharnnirippin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4B06-AAC4-4CAD-A9EB-AA52D9DCCEB9}"/>
              </a:ext>
            </a:extLst>
          </p:cNvPr>
          <p:cNvSpPr/>
          <p:nvPr/>
        </p:nvSpPr>
        <p:spPr>
          <a:xfrm>
            <a:off x="-25400" y="38627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959573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993288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71476"/>
            <a:ext cx="12192000" cy="2514600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എന്നവരോടു ചൊല്ലി-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മുന്നോട്ടല്പം ചെന്നുടൻ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മണ്ണിൽ മുഖംകവിണു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വീണു പ്രാർത്ഥിച്ചാനേശു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– പരമ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...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Ennavarôdu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Munnôttalpam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chennudan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mukhamkavinnhu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prarthihchaanèshu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4B06-AAC4-4CAD-A9EB-AA52D9DCCEB9}"/>
              </a:ext>
            </a:extLst>
          </p:cNvPr>
          <p:cNvSpPr/>
          <p:nvPr/>
        </p:nvSpPr>
        <p:spPr>
          <a:xfrm>
            <a:off x="-25400" y="38627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41955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639215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71476"/>
            <a:ext cx="12192000" cy="2514600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കഴിയുമെന്നാലാനേരം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ഒഴിഞ്ഞു നീങ്ങിപ്പോകണം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കഴിയുമേ നിന്നാലെല്ലാം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അബ്ബാ പിതാവേ താതാ!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പരമ...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Kazhiyumennaalaanèram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Ozhinju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neengippôkènham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Kazhiyumey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Ninnaalellaam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Abbaa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Pithaavey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4B06-AAC4-4CAD-A9EB-AA52D9DCCEB9}"/>
              </a:ext>
            </a:extLst>
          </p:cNvPr>
          <p:cNvSpPr/>
          <p:nvPr/>
        </p:nvSpPr>
        <p:spPr>
          <a:xfrm>
            <a:off x="-25400" y="38627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8501464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969847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71476"/>
            <a:ext cx="12192000" cy="2514600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ഇപ്പാന പാത്ര മെന്നിൽ-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 നീക്കി ക്കൊള്ളുക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അബ്ബാ! പിതാവേ! പരി-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ശുദ്ധനാകും ദൈവമേ!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പരമ...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Ippaana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paathramennil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neekkikkollhuka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Abbaa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Pithaavey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Shudhdhanaakum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4B06-AAC4-4CAD-A9EB-AA52D9DCCEB9}"/>
              </a:ext>
            </a:extLst>
          </p:cNvPr>
          <p:cNvSpPr/>
          <p:nvPr/>
        </p:nvSpPr>
        <p:spPr>
          <a:xfrm>
            <a:off x="-25400" y="38627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861827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040081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71476"/>
            <a:ext cx="12192000" cy="2514600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എന്നാലുമെന്നിഛയിൻ-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വണ്ണമല്ല പിതാവേ!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നിന്നിച്ഛയിൻ വണ്ണമാ-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കുന്നതു നല്ലതെന്നാൻ - പരമ...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Ennaalum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ennichchayin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Vannhamalla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Pithaavey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Ninnichchayin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vannhamaa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kunnathu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nallathennaal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4B06-AAC4-4CAD-A9EB-AA52D9DCCEB9}"/>
              </a:ext>
            </a:extLst>
          </p:cNvPr>
          <p:cNvSpPr/>
          <p:nvPr/>
        </p:nvSpPr>
        <p:spPr>
          <a:xfrm>
            <a:off x="-25400" y="38627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0073338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540057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71476"/>
            <a:ext cx="12192000" cy="2514600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വാനിൽ നിന്നൊരു ദൈവ-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ദൂത നേശു നാഥന്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കാണായ് വന്നിതന്നേരം-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അവനെ ശക്തിപ്പെടുത്താൻ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പരമ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...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Vaanil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Doothanèshu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vannithanneram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shakthippeduththaan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4B06-AAC4-4CAD-A9EB-AA52D9DCCEB9}"/>
              </a:ext>
            </a:extLst>
          </p:cNvPr>
          <p:cNvSpPr/>
          <p:nvPr/>
        </p:nvSpPr>
        <p:spPr>
          <a:xfrm>
            <a:off x="-25400" y="38627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030213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012423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71476"/>
            <a:ext cx="12192000" cy="2514600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അത്യാസന്ന സ്ഥിതിയി-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ലായിവരൊരളവിൽ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അത്യന്തശ്രദ്ധയോടെ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പ്രാത്ഥിച്ചാൻ യേശുദേവൻ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പരമ...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Athyaasannasthithiyi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laayivaroralhavil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Athyanthantha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shraddhayodey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Prarthichchaan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Yeshudevan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4B06-AAC4-4CAD-A9EB-AA52D9DCCEB9}"/>
              </a:ext>
            </a:extLst>
          </p:cNvPr>
          <p:cNvSpPr/>
          <p:nvPr/>
        </p:nvSpPr>
        <p:spPr>
          <a:xfrm>
            <a:off x="-25400" y="38627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118316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059793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71476"/>
            <a:ext cx="12192000" cy="2514600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തിരുമേനിയിൽ നിന്നയ്യോ!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കറയില്ലാത്ത വിയർപ്പു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തറയിൽ വീണു വലിയ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ചോരതുള്ളികൾ പോലെ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പരമ...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Thirumeniyil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ninnaayo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Karhayillaaththa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viyarppu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Tharhayil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valiya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Chôraththullhikalh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pôley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4B06-AAC4-4CAD-A9EB-AA52D9DCCEB9}"/>
              </a:ext>
            </a:extLst>
          </p:cNvPr>
          <p:cNvSpPr/>
          <p:nvPr/>
        </p:nvSpPr>
        <p:spPr>
          <a:xfrm>
            <a:off x="-25400" y="38627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9887566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89182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71476"/>
            <a:ext cx="12192000" cy="2514600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ഇപ്പാടുകളേല്പതി-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ന്നിപ്പാപിയല്ലോ ഹേതു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ഇപ്പുണ്യത്തിന്നീടാമോ!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ഇപ്പുഴു നിന്നടിമ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പരമ...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Ippaadukalhèlpathi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nnippaapiyallo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hèthu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Ippunhyaththinneedaamô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Ippuzhu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ninnadima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4B06-AAC4-4CAD-A9EB-AA52D9DCCEB9}"/>
              </a:ext>
            </a:extLst>
          </p:cNvPr>
          <p:cNvSpPr/>
          <p:nvPr/>
        </p:nvSpPr>
        <p:spPr>
          <a:xfrm>
            <a:off x="-25400" y="38627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D1FD74-57AD-47EB-817E-6922ABD3EFBC}"/>
              </a:ext>
            </a:extLst>
          </p:cNvPr>
          <p:cNvSpPr/>
          <p:nvPr/>
        </p:nvSpPr>
        <p:spPr>
          <a:xfrm>
            <a:off x="9186049" y="3244334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(യുസ്തുസ് യൌസേഫ്)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F41467-C52D-4685-8395-C4A7C3B0831C}"/>
              </a:ext>
            </a:extLst>
          </p:cNvPr>
          <p:cNvSpPr/>
          <p:nvPr/>
        </p:nvSpPr>
        <p:spPr>
          <a:xfrm>
            <a:off x="10057946" y="6089848"/>
            <a:ext cx="2108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Yusthus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Youseph</a:t>
            </a:r>
            <a:r>
              <a:rPr lang="en-US" dirty="0">
                <a:solidFill>
                  <a:srgbClr val="000000"/>
                </a:solidFill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4454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9000"/>
            <a:ext cx="12192000" cy="2514600"/>
          </a:xfrm>
        </p:spPr>
        <p:txBody>
          <a:bodyPr anchor="t"/>
          <a:lstStyle/>
          <a:p>
            <a:pPr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പരമതനയനാകും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യേശുദേവനേറ്റവും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പരിഭ്രമിച്ചും വലഞ്ഞും-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വ്യസനപ്പെട്ടും തുടങ്ങി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638C74-3490-4BF7-8926-36FA470E11DE}"/>
              </a:ext>
            </a:extLst>
          </p:cNvPr>
          <p:cNvSpPr/>
          <p:nvPr/>
        </p:nvSpPr>
        <p:spPr>
          <a:xfrm>
            <a:off x="0" y="37338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thanayanaakum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Yeshudèvanèttavum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Paribhramichchum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valanjum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/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Vyasanappettum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thudangi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90609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</TotalTime>
  <Words>219</Words>
  <Application>Microsoft Office PowerPoint</Application>
  <PresentationFormat>Widescreen</PresentationFormat>
  <Paragraphs>129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Kartika</vt:lpstr>
      <vt:lpstr>Office Theme</vt:lpstr>
      <vt:lpstr>136 പരമതനയനാകും</vt:lpstr>
      <vt:lpstr>പരമതനയനാകും  യേശുദേവനേറ്റവും പരിഭ്രമിച്ചും വലഞ്ഞും- വ്യസനപ്പെട്ടും തുടങ്ങി</vt:lpstr>
      <vt:lpstr> മരണംവരെയുമെന്‍റെ  ദേഹി മഹാദു:ഖത്തിൽ  മരുവു ന്നെന്നോടു കൂടെ-  നിങ്ങളുണർന്നിരിപ്പിൻ   - പരമ...</vt:lpstr>
      <vt:lpstr>പരമതനയനാകും  യേശുദേവനേറ്റവും പരിഭ്രമിച്ചും വലഞ്ഞും- വ്യസനപ്പെട്ടും തുടങ്ങി</vt:lpstr>
      <vt:lpstr>എന്നവരോടു ചൊല്ലി- മുന്നോട്ടല്പം ചെന്നുടൻ മണ്ണിൽ മുഖംകവിണു വീണു പ്രാർത്ഥിച്ചാനേശു  – പരമ... </vt:lpstr>
      <vt:lpstr>പരമതനയനാകും  യേശുദേവനേറ്റവും പരിഭ്രമിച്ചും വലഞ്ഞും- വ്യസനപ്പെട്ടും തുടങ്ങി</vt:lpstr>
      <vt:lpstr>കഴിയുമെന്നാലാനേരം  ഒഴിഞ്ഞു നീങ്ങിപ്പോകണം കഴിയുമേ നിന്നാലെല്ലാം  അബ്ബാ പിതാവേ താതാ!   - പരമ... </vt:lpstr>
      <vt:lpstr>പരമതനയനാകും  യേശുദേവനേറ്റവും പരിഭ്രമിച്ചും വലഞ്ഞും- വ്യസനപ്പെട്ടും തുടങ്ങി</vt:lpstr>
      <vt:lpstr>ഇപ്പാന പാത്ര മെന്നിൽ- നിന്നു നീക്കി ക്കൊള്ളുക അബ്ബാ! പിതാവേ! പരി- ശുദ്ധനാകും ദൈവമേ!   - പരമ...</vt:lpstr>
      <vt:lpstr>പരമതനയനാകും  യേശുദേവനേറ്റവും പരിഭ്രമിച്ചും വലഞ്ഞും- വ്യസനപ്പെട്ടും തുടങ്ങി</vt:lpstr>
      <vt:lpstr>എന്നാലുമെന്നിഛയിൻ- വണ്ണമല്ല പിതാവേ! നിന്നിച്ഛയിൻ വണ്ണമാ- കുന്നതു നല്ലതെന്നാൻ - പരമ...</vt:lpstr>
      <vt:lpstr>പരമതനയനാകും  യേശുദേവനേറ്റവും പരിഭ്രമിച്ചും വലഞ്ഞും- വ്യസനപ്പെട്ടും തുടങ്ങി</vt:lpstr>
      <vt:lpstr>വാനിൽ നിന്നൊരു ദൈവ- ദൂത നേശു നാഥന്  കാണായ് വന്നിതന്നേരം- അവനെ ശക്തിപ്പെടുത്താൻ    - പരമ... </vt:lpstr>
      <vt:lpstr>പരമതനയനാകും  യേശുദേവനേറ്റവും പരിഭ്രമിച്ചും വലഞ്ഞും- വ്യസനപ്പെട്ടും തുടങ്ങി</vt:lpstr>
      <vt:lpstr>അത്യാസന്ന സ്ഥിതിയി- ലായിവരൊരളവിൽ അത്യന്തശ്രദ്ധയോടെ പ്രാത്ഥിച്ചാൻ യേശുദേവൻ   - പരമ...</vt:lpstr>
      <vt:lpstr>പരമതനയനാകും  യേശുദേവനേറ്റവും പരിഭ്രമിച്ചും വലഞ്ഞും- വ്യസനപ്പെട്ടും തുടങ്ങി</vt:lpstr>
      <vt:lpstr>തിരുമേനിയിൽ നിന്നയ്യോ!  കറയില്ലാത്ത വിയർപ്പു തറയിൽ വീണു വലിയ  ചോരതുള്ളികൾ പോലെ   - പരമ...</vt:lpstr>
      <vt:lpstr>പരമതനയനാകും  യേശുദേവനേറ്റവും പരിഭ്രമിച്ചും വലഞ്ഞും- വ്യസനപ്പെട്ടും തുടങ്ങി</vt:lpstr>
      <vt:lpstr>ഇപ്പാടുകളേല്പതി- ന്നിപ്പാപിയല്ലോ ഹേതു ഇപ്പുണ്യത്തിന്നീടാമോ! ഇപ്പുഴു നിന്നടിമ     - പരമ...</vt:lpstr>
      <vt:lpstr>പരമതനയനാകും  യേശുദേവനേറ്റവും പരിഭ്രമിച്ചും വലഞ്ഞും- വ്യസനപ്പെട്ടും തുടങ്ങി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Paramathanayanaakum</dc:title>
  <dc:creator>Digital Input:;GM JOHN</dc:creator>
  <cp:lastModifiedBy>Acsah Mathews</cp:lastModifiedBy>
  <cp:revision>332</cp:revision>
  <dcterms:created xsi:type="dcterms:W3CDTF">2013-04-19T09:19:07Z</dcterms:created>
  <dcterms:modified xsi:type="dcterms:W3CDTF">2018-11-05T18:06:06Z</dcterms:modified>
</cp:coreProperties>
</file>