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90" r:id="rId4"/>
    <p:sldId id="291" r:id="rId5"/>
    <p:sldId id="29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5" d="100"/>
          <a:sy n="45" d="100"/>
        </p:scale>
        <p:origin x="78" y="8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74E2E-CC75-4885-BB6E-7AF5F25837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E4275-AAEB-49E1-BF87-590B1F7F9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E8C7C-CF6C-4EE1-B90B-EE0FE8659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CE925-6A4B-4E81-9385-FCD0F40C5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ACB9C-B5A8-4F3E-A89A-9CC808F51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63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16DA-FAB0-434E-B2B5-7E63E1E6E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2AAA9-5C3F-4E6B-8047-463C5892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FA1D99-1EA9-4138-87FA-1D4383E7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F7AE8D-7397-40B4-BC65-BD65A80CF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6A0E5C-E0E3-43E4-88FF-B639A026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33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4C93-E9B3-4029-BDD7-7383320C8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B7289-0618-48ED-9374-E49754D981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06F2F-24C2-4AFA-8649-FB09DED2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F37A4-BC69-42D1-8DB4-41ADE974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02DDA-A7B6-49B5-BDA1-C649B96DA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47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987B1-C3DF-41B2-BABA-1E33531DD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E282C-60B5-40F9-B6AB-7F0B2BF7BC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1BD252-9F7C-45EE-9586-0911D79A0D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6DE8B-CAF2-4211-A1D0-A650A981C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FD126-38B6-4660-9B44-947EF3187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F8B15C-74FF-41BF-83CD-72C830A7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41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50ED-676E-40C2-B0E1-6759218CB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BE75A-A70D-4E6D-9EAF-64F825C85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760849-848A-4A38-8826-F34545FC7A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93980D-4BC7-40D8-874B-579EE60FE6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DC4799-40F2-483D-A42B-7BDEA9E6A9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046830-D29D-4A89-88DA-0F91539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000A1E-EC61-44E4-AB3E-3B3724ED6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641B5-990E-4506-83A5-C99B41E3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8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6FA0-4AFC-413E-AE2D-83611EAA3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877BB-A087-45C1-B8B3-7C1F2C8D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027342-5493-4A96-BADA-B1669E64D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D0B73C-D043-4478-91A6-C9CE1FE97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03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851EE6-B2E1-4C43-BC50-3B64618F2F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815BDF-ABF1-41B3-B4C7-5D8E8FC0B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82605-E3F8-48A3-A8FD-CAB7A163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644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0A77FF-F71F-4F48-B416-9FB707190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06B61-F343-4B71-BCEA-98DB26628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64EC5-2BD7-400A-BBE1-4465BE2E50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03435-DD1D-4283-A8E7-9DA918462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1303B6-9E0F-42E6-A022-969C7917B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F64642-DB4E-4FD2-9DF6-94945E2B4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422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EB03D-6144-4AA9-BB3D-A670225F3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BE28C9-CB84-4804-9537-342FD81B86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E9524-BD35-47F7-93CE-C9ABA940A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A46B22-16C5-450A-9C0E-6A2367451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39D1B-D6F4-49DF-B4CD-04D292493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225B0-4C95-4DFD-8B9E-4E74BB912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656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2DDB-C780-4EAE-85B3-517CA68A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0D29B6-DB48-481C-A33B-45C2B941F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6903-E96B-4BAE-BE0F-7175B5CC8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FC13F-04D1-44A7-ACB8-0F4F467AB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9AD8F-E4AC-4E32-AE33-45B30DA46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119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548AFC-1D3F-4A74-B195-485CAD2DDB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60636D-7570-45BF-939B-5C391A069F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34479-5037-48C3-9FF0-D3793A7E8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3698F-5E75-43D7-A211-DCB544B5C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EB7B53-DA4F-4D32-8D4E-D0C225DD8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31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AF6825-D21D-450D-A2DC-A7F5CCE34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1B706-155E-4168-817C-81919CEB5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D4B02-36A2-4B06-8218-4BD2B7333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F312A4-0CDE-4916-B7C9-0D1886D35883}" type="datetimeFigureOut">
              <a:rPr lang="en-US" smtClean="0"/>
              <a:t>12/3/2018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32D61-317D-4A79-A0AA-F6A90AD279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90303-24C0-4471-B841-C4594E9B4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59565-F720-4893-A1CA-EFC0A664F4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785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7CD90-1AA3-44F2-B65D-762AD2BC20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92369"/>
            <a:ext cx="12192000" cy="301759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490</a:t>
            </a:r>
            <a:br>
              <a:rPr lang="en-US" dirty="0"/>
            </a:br>
            <a:r>
              <a:rPr lang="ml-IN" sz="45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ഇത്രത്തോളമെന്നെ കൊണ്ടുവന്നീടുവാൻ</a:t>
            </a:r>
            <a:endParaRPr lang="en-US" sz="4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82B639-87B4-4B41-BCA7-37290E6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965453"/>
            <a:ext cx="12191999" cy="1005132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Ithraththolhamenne </a:t>
            </a:r>
            <a:r>
              <a:rPr lang="en-US" sz="4000" b="1" dirty="0" err="1">
                <a:solidFill>
                  <a:srgbClr val="002060"/>
                </a:solidFill>
              </a:rPr>
              <a:t>kondu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vanneeduvaan</a:t>
            </a:r>
            <a:endParaRPr lang="en-US" sz="40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2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87569" y="887920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ഇത്രത്തോളമെന്നെ കൊണ്ടുവന്നീടുവാൻ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എൻ കുടുംബവും എന്തുള്ളു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 നന്മകൾ ഞങ്ങളനുഭവിപ്പാൻ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എന്തുള്ളു യോഗ്യത നിൻ മുൻപിൽ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Ithraththolhamenne </a:t>
            </a:r>
            <a:r>
              <a:rPr lang="en-US" sz="3600" b="1" dirty="0" err="1">
                <a:solidFill>
                  <a:srgbClr val="002060"/>
                </a:solidFill>
              </a:rPr>
              <a:t>kondu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vanneeduvaan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kudumbavum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nanmakalh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njangalh-anubhavippaan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yogyatha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munpil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7453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87569" y="887920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ഇത്രത്തോളം എന്നെ ആഴമായ് സ്നേഹിപ്പാൻ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എൻ കുടുംബവും എന്തുള്ളു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 ശ്രേഷ്ഠമായതെല്ലാം തന്നീടുവാൻ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എന്തുള്ളു യോഗ്യത നിൻ മുൻപിൽ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Ithraththolhamenne </a:t>
            </a:r>
            <a:r>
              <a:rPr lang="en-US" sz="3600" b="1" dirty="0" err="1">
                <a:solidFill>
                  <a:srgbClr val="002060"/>
                </a:solidFill>
              </a:rPr>
              <a:t>aazhamaai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snehippaan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kudumbavum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Ithra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shreshtam-aayathelaam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thanneeduvaan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yogyatha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munpil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9333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87569" y="887920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ഇത്രത്തോളമെന്റെ ഭാവിയെ കരുതാൻ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എൻ കുടുംബവും എന്തുള്ളു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ഇത്രത്തോളമെന്നെ അത്ഭുതമാക്കുവാൻ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എന്തുള്ളു യോഗ്യത നിൻ മുൻപിൽ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Ithraththolham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bhaaviye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karuthaan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kudumbavum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Ithraththolham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athbhutham-aakkuvaan</a:t>
            </a:r>
            <a:endParaRPr lang="en-US" sz="36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yogyatha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munpil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989895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2786255-6AC7-4A01-A8FB-B568CD9C5917}"/>
              </a:ext>
            </a:extLst>
          </p:cNvPr>
          <p:cNvSpPr/>
          <p:nvPr/>
        </p:nvSpPr>
        <p:spPr>
          <a:xfrm>
            <a:off x="187569" y="887920"/>
            <a:ext cx="11626362" cy="257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ഇത്രത്തോളമെന്നെ ധന്യനായ് തീർക്കുവാൻ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ഞാനും എൻ കുടുംബവും എന്തുള്ളു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ഇത്രത്തോളമെന്നെ കാത്തു സൂക്ഷിക്കുവാൻ </a:t>
            </a:r>
            <a:b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</a:b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എന്തുള്ളു യോഗ്യത നിൻ മുൻപിൽ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59ECE-417F-48F8-B30D-7626955AC4B2}"/>
              </a:ext>
            </a:extLst>
          </p:cNvPr>
          <p:cNvSpPr/>
          <p:nvPr/>
        </p:nvSpPr>
        <p:spPr>
          <a:xfrm>
            <a:off x="961292" y="3591070"/>
            <a:ext cx="10199077" cy="2541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Ithraththolhamenne </a:t>
            </a:r>
            <a:r>
              <a:rPr lang="en-US" sz="3600" b="1" dirty="0" err="1">
                <a:solidFill>
                  <a:srgbClr val="002060"/>
                </a:solidFill>
              </a:rPr>
              <a:t>dhanyanaai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theerkkuvaan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Njanum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kudumbavum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Ithraththolhamenne </a:t>
            </a:r>
            <a:r>
              <a:rPr lang="en-US" sz="3600" b="1" dirty="0" err="1">
                <a:solidFill>
                  <a:srgbClr val="002060"/>
                </a:solidFill>
              </a:rPr>
              <a:t>kaaththu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sookshikkuvaan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r">
              <a:lnSpc>
                <a:spcPct val="112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Enthullhu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yogyatha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nin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mumpil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339E26-F2BF-46EE-813D-47CB424F2983}"/>
              </a:ext>
            </a:extLst>
          </p:cNvPr>
          <p:cNvSpPr txBox="1"/>
          <p:nvPr/>
        </p:nvSpPr>
        <p:spPr>
          <a:xfrm>
            <a:off x="11160369" y="0"/>
            <a:ext cx="1031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490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D8B69-AEBA-4E47-AE82-87349DCDF219}"/>
              </a:ext>
            </a:extLst>
          </p:cNvPr>
          <p:cNvSpPr txBox="1"/>
          <p:nvPr/>
        </p:nvSpPr>
        <p:spPr>
          <a:xfrm>
            <a:off x="-1" y="235938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534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81</Words>
  <Application>Microsoft Office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490 ഇത്രത്തോളമെന്നെ കൊണ്ടുവന്നീടുവാൻ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Ithratholamenne konduvaneeduvan</dc:title>
  <dc:creator>Acsah Mathews</dc:creator>
  <cp:lastModifiedBy>Acsah Mathews</cp:lastModifiedBy>
  <cp:revision>2</cp:revision>
  <dcterms:created xsi:type="dcterms:W3CDTF">2018-12-03T15:14:10Z</dcterms:created>
  <dcterms:modified xsi:type="dcterms:W3CDTF">2018-12-03T15:21:29Z</dcterms:modified>
</cp:coreProperties>
</file>