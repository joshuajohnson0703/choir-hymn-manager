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0" r:id="rId3"/>
    <p:sldId id="275" r:id="rId4"/>
    <p:sldId id="276" r:id="rId5"/>
    <p:sldId id="277" r:id="rId6"/>
    <p:sldId id="278" r:id="rId7"/>
    <p:sldId id="279" r:id="rId8"/>
    <p:sldId id="281" r:id="rId9"/>
    <p:sldId id="280" r:id="rId10"/>
    <p:sldId id="282" r:id="rId11"/>
    <p:sldId id="283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B644A-3CDF-4C0C-B575-9C3766E2372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668C3-48DC-4439-B713-2648070D10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53B07-F0B0-4E21-9F87-6EC4024F7A0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AA1B0-C9C1-44DB-BE23-D8C93AE7B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201DE-9618-453E-BC60-A5998176F1A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D657A-1C19-4927-986F-CEBAF21607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F4A2B-5D72-4230-A372-96A0F02EFA4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CE36A-472A-46B5-B4BE-C49F27C2B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7FA1A-5B55-4A26-AC15-87C2EC13025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76418-36AC-4B52-8780-57336CCC47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0F6EF-42DC-464D-BB44-347843C3853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3B5A6-6E99-4ADE-BA61-F396C27BFA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9582A-05C6-4A4C-8647-DDEC4B6879A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71C1D-F418-4774-AC9B-5C0D72811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A92101-B4F4-461A-817B-69284B12374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E74E2-66CB-45D0-8005-4D4CD9CF7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B7DBA-3D77-4326-A52C-E316C75CF34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15E56-92D4-47C0-9C0C-2345E140B7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5965-1FF1-48A0-913C-C2F66E0D85C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C7CA4-AD72-4AD0-8826-468A5EB2A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74291-53E3-4AC2-A7A2-81D530007D7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CF1A5-18B9-4BDC-8239-B989E02C69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7F965E-91FB-47A4-B9D3-1DF8B79CFC9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322D63-FF62-4A04-B8C4-9079AC3A94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9E1C-B989-48FF-AE3D-1F693DE27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യേശുവേ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b="1" dirty="0">
                <a:latin typeface="Kartika" panose="02020503030404060203" pitchFamily="18" charset="0"/>
              </a:rPr>
              <a:t> നിന്‍റെ രൂപമീയെന്‍റെ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69CDA-00A7-409D-A3B1-6FA1A27ED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Yeshuve </a:t>
            </a:r>
            <a:r>
              <a:rPr lang="en-US" sz="4000" b="1" dirty="0" err="1">
                <a:solidFill>
                  <a:srgbClr val="002060"/>
                </a:solidFill>
              </a:rPr>
              <a:t>ninte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roopameeyente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883674-EB58-4F0E-B8D8-ED87667EDBCE}"/>
              </a:ext>
            </a:extLst>
          </p:cNvPr>
          <p:cNvSpPr/>
          <p:nvPr/>
        </p:nvSpPr>
        <p:spPr>
          <a:xfrm>
            <a:off x="1482521" y="4572000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(വി. നാഗൽ)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6FC94-BB35-40A2-8731-AD65CE9C61A5}"/>
              </a:ext>
            </a:extLst>
          </p:cNvPr>
          <p:cNvSpPr/>
          <p:nvPr/>
        </p:nvSpPr>
        <p:spPr>
          <a:xfrm>
            <a:off x="8950121" y="4572000"/>
            <a:ext cx="14130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(V.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Nagal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8757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നിന്‍റെ രൂപമീയെന്‍റെ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കണ്ണുകൾക്കെത്ര സൗന്ദര്യം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ശിഷ്യനാകുന്ന എന്നെയും നിന്നെ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പ്പോലെയാക്കണം മുഴുവൻ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Yeshuve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roopameeyente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Kannukalhkethra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soundaryam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Shishyanaakunna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nine-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ppoleyakkanham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muzhuvan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	സ്നേഹമാം നിന്നെ ക്കണ്ടവൻ - പിന്നെ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സ്നേഹിക്കാതെ ജീവിക്കുമോ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ദഹിപ്പിക്കേണം എന്നെ അശേഷം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സ്നേഹം നൽകണം എൻപ്രഭോ!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Snehamaam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Snehikkaathe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jeevikkumo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Dahippikenham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475947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ദീനക്കാരെയും ഹീനന്മാരെയും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ആശ്വസിപ്പിപ്പാൻ വന്നോനെ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ആനന്ദത്തോടെ ഞാൻ നിന്നെപ്പോലെ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കാരുണ്യം ചെയ്‌വാൻ നൽകുകേ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Deenakkaareyum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heenanmareyum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Aashwasippippaan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vannone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Aanandathode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ninnepole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Kaarunyham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480215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4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	ദാസനെപ്പോലെ സേവനം ചെയ്ത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	ദൈവത്തിൻ ഏകജാതനെ!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	വാസം ചെയ്യണം ഈ നിൻ വിനയം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എന്‍റെ ഉള്ളിലും നാഥനെ</a:t>
            </a:r>
            <a:r>
              <a:rPr lang="en-US" sz="3400" b="1" dirty="0">
                <a:latin typeface="Kartika" panose="02020503030404060203" pitchFamily="18" charset="0"/>
              </a:rPr>
              <a:t>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Daasaneppole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sevanam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ekajaathane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cheyyanham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vinayam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ullhillum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naathane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140786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പാപികളുടെ വിപരീതത്തെ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എല്ലാം സഹിച്ച കുഞ്ഞാടേ!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കോപിപ്പാനല്ല ക്ഷമിപ്പാനുള്ള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 എനിക്കും നൽകുകേ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Paapikalhude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vipareethaththe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sahicha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kunjaade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Kopippan-alla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kshemippanullha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96010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തന്‍റെ പിതാവിൻ ഹിതമെപ്പോഴും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മോദമോടുടൻ ചെയ്തോനേ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ഇഷ്ടവും ദൈവ ഇഷ്ടത്തി-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ന്നനുരൂപമാക്കണമേ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hitham-eppozhum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Modamod-udan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cheythone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ishtavum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ishtathin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anuroopam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86231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തിരുവെഴുത്തു ശൈശവം തൊട്ടു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സ്നേഹിച്ചാരാഞ്ഞ യേശുവേ!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ഗുരു നീ തന്നെ വചനം നന്നെ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ഗ്രഹിപ്പിക്ക നിൻ ശിഷ്യനെ!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Thiruvezhutthu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shaishavam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thottu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Snehichaaraanja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Guru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Grahippikka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shishyane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901498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രാത്രി മുഴുവൻ പ്രാർത്ഥിപ്പാനായു-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ണർന്നിരുന്ന എൻ യേശുവേ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പ്രാർത്ഥിപ്പാനായും ഉണരാനായും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ശക്തി തരേണം എന്നുമേ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Raathri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muzhuvan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praarthippanai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Unharnnirunna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Praarthippanaayum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unharaanaayum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Shakthi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11598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 സ്ഥാനവും സാത്താൻ മാനവും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വെറുത്ത ദൈവ ജാതനേ!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ഏകമാം മനം തന്നിട്ടെൻ ധനം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ദൈവം താൻ എന്നോർപ്പിക്കുകേ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Loka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sthaanavum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maanavum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Verhuttha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thannitten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ennorppikkuke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66058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10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കൗശലങ്ങളും ഉപായങ്ങളും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പകെക്കും സത്യരാജാവേ!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ശിശുവിന്നുള്ള പരമാർത്ഥത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എന്നിലും നിത്യം കാക്കുകേ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Koushalangalhum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upaayangalhum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Pakekkum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Shishuvinulla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paramaarthatha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kakkuke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09824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ഇഹ ലോകത്തിൽ ചിന്തകൾ ലേശം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ഏശാഞ്ഞാശ്രിത വൽസലാ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മഹൽ ശക്തിയാം നിൻ ദൈവാശ്രയം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കൊണ്ടെന്നുള്ളം ഉറപ്പിക്ക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lesham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Aeshaanj-aashritha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Mahal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daivaashrayam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Kondennulham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urhappikka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944252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1571"/>
            <a:ext cx="12192000" cy="2514600"/>
          </a:xfrm>
        </p:spPr>
        <p:txBody>
          <a:bodyPr anchor="t"/>
          <a:lstStyle/>
          <a:p>
            <a:pPr algn="l" defTabSz="288925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12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മനുഷ്യരിലും ദൂതന്മാരിലും അതി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സുന്ദരനായോനേ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അനുദിനം നിൻ ദിവ്യ സൗന്ദര്യം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 മോദമാകേണമേ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C2BB44-3A06-4323-A90C-CF6F7821EE4B}"/>
              </a:ext>
            </a:extLst>
          </p:cNvPr>
          <p:cNvSpPr/>
          <p:nvPr/>
        </p:nvSpPr>
        <p:spPr>
          <a:xfrm>
            <a:off x="762000" y="3462298"/>
            <a:ext cx="9829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Manushyarilum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doothanmaarilum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sundaranaayone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Anudhinam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soundharyam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Enn-aamodha-maakkenhame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738451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185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Kartika</vt:lpstr>
      <vt:lpstr>Office Theme</vt:lpstr>
      <vt:lpstr>402 യേശുവേ! നിന്‍റെ രൂപമീയെന്‍റെ</vt:lpstr>
      <vt:lpstr>1  യേശുവേ! നിന്‍റെ രൂപമീയെന്‍റെ   കണ്ണുകൾക്കെത്ര സൗന്ദര്യം   ശിഷ്യനാകുന്ന എന്നെയും നിന്നെ   പ്പോലെയാക്കണം മുഴുവൻ</vt:lpstr>
      <vt:lpstr>2  സ്നേഹമാം നിന്നെ ക്കണ്ടവൻ - പിന്നെ   സ്നേഹിക്കാതെ ജീവിക്കുമോ   ദഹിപ്പിക്കേണം എന്നെ അശേഷം   സ്നേഹം നൽകണം എൻപ്രഭോ!</vt:lpstr>
      <vt:lpstr>3  ദീനക്കാരെയും ഹീനന്മാരെയും   ആശ്വസിപ്പിപ്പാൻ വന്നോനെ   ആനന്ദത്തോടെ ഞാൻ നിന്നെപ്പോലെ   കാരുണ്യം ചെയ്‌വാൻ നൽകുകേ</vt:lpstr>
      <vt:lpstr>4  ദാസനെപ്പോലെ സേവനം ചെയ്ത   ദൈവത്തിൻ ഏകജാതനെ!   വാസം ചെയ്യണം ഈ നിൻ വിനയം   എന്‍റെ ഉള്ളിലും നാഥനെ!</vt:lpstr>
      <vt:lpstr>5  പാപികളുടെ വിപരീതത്തെ   എല്ലാം സഹിച്ച കുഞ്ഞാടേ!   കോപിപ്പാനല്ല ക്ഷമിപ്പാനുള്ള   ശക്തി എനിക്കും നൽകുകേ</vt:lpstr>
      <vt:lpstr>6  തന്‍റെ പിതാവിൻ ഹിതമെപ്പോഴും   മോദമോടുടൻ ചെയ്തോനേ!   എന്‍റെ ഇഷ്ടവും ദൈവ ഇഷ്ടത്തി-   ന്നനുരൂപമാക്കണമേ</vt:lpstr>
      <vt:lpstr>7  തിരുവെഴുത്തു ശൈശവം തൊട്ടു   സ്നേഹിച്ചാരാഞ്ഞ യേശുവേ!   ഗുരു നീ തന്നെ വചനം നന്നെ   ഗ്രഹിപ്പിക്ക നിൻ ശിഷ്യനെ!</vt:lpstr>
      <vt:lpstr>8  രാത്രി മുഴുവൻ പ്രാർത്ഥിപ്പാനായു-   ണർന്നിരുന്ന എൻ യേശുവേ   പ്രാർത്ഥിപ്പാനായും ഉണരാനായും   ശക്തി തരേണം എന്നുമേ</vt:lpstr>
      <vt:lpstr>9  ലോക സ്ഥാനവും സാത്താൻ മാനവും   വെറുത്ത ദൈവ ജാതനേ!   ഏകമാം മനം തന്നിട്ടെൻ ധനം   ദൈവം താൻ എന്നോർപ്പിക്കുകേ</vt:lpstr>
      <vt:lpstr>10  കൗശലങ്ങളും ഉപായങ്ങളും    പകെക്കും സത്യരാജാവേ!    ശിശുവിന്നുള്ള പരമാർത്ഥത    എന്നിലും നിത്യം കാക്കുകേ</vt:lpstr>
      <vt:lpstr>11  ഇഹ ലോകത്തിൽ ചിന്തകൾ ലേശം    ഏശാഞ്ഞാശ്രിത വൽസലാ    മഹൽ ശക്തിയാം നിൻ ദൈവാശ്രയം    കൊണ്ടെന്നുള്ളം ഉറപ്പിക്ക</vt:lpstr>
      <vt:lpstr>12  മനുഷ്യരിലും ദൂതന്മാരിലും അതി    സുന്ദരനായോനേ    അനുദിനം നിൻ ദിവ്യ സൗന്ദര്യം    എന്നാ മോദമാകേണമേ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ninte roopameeyente</dc:title>
  <dc:creator>Digital Input:; GM JOHN; Acsah Mathews</dc:creator>
  <cp:lastModifiedBy>Acsah Mathews</cp:lastModifiedBy>
  <cp:revision>204</cp:revision>
  <dcterms:created xsi:type="dcterms:W3CDTF">2013-04-19T09:19:07Z</dcterms:created>
  <dcterms:modified xsi:type="dcterms:W3CDTF">2018-11-26T18:00:09Z</dcterms:modified>
</cp:coreProperties>
</file>