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82" r:id="rId2"/>
    <p:sldId id="270" r:id="rId3"/>
    <p:sldId id="275" r:id="rId4"/>
    <p:sldId id="276" r:id="rId5"/>
    <p:sldId id="277" r:id="rId6"/>
    <p:sldId id="278" r:id="rId7"/>
    <p:sldId id="279" r:id="rId8"/>
    <p:sldId id="281" r:id="rId9"/>
    <p:sldId id="280" r:id="rId10"/>
  </p:sldIdLst>
  <p:sldSz cx="12192000" cy="6858000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152" autoAdjust="0"/>
    <p:restoredTop sz="94660"/>
  </p:normalViewPr>
  <p:slideViewPr>
    <p:cSldViewPr>
      <p:cViewPr varScale="1">
        <p:scale>
          <a:sx n="40" d="100"/>
          <a:sy n="40" d="100"/>
        </p:scale>
        <p:origin x="78" y="876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94AA1F2-BC5B-48AE-8BB9-E5E6287E58C8}" type="datetimeFigureOut">
              <a:rPr lang="en-US"/>
              <a:pPr>
                <a:defRPr/>
              </a:pPr>
              <a:t>10/29/2018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D9BAD3E-1AEC-4D92-9288-4B4D6EBE29A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2341" y="181534"/>
            <a:ext cx="770972" cy="578229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93999" y="6111691"/>
            <a:ext cx="615660" cy="564776"/>
          </a:xfrm>
          <a:prstGeom prst="rect">
            <a:avLst/>
          </a:prstGeom>
        </p:spPr>
      </p:pic>
    </p:spTree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9F1F691-88E4-44B7-B5EB-BDA66862B3EC}" type="datetimeFigureOut">
              <a:rPr lang="en-US"/>
              <a:pPr>
                <a:defRPr/>
              </a:pPr>
              <a:t>10/29/2018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8F35EDB-A0AD-4261-B91A-A8CBF1DA307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64D0E56-5C27-4E43-8F5C-1881824CFCD7}" type="datetimeFigureOut">
              <a:rPr lang="en-US"/>
              <a:pPr>
                <a:defRPr/>
              </a:pPr>
              <a:t>10/29/2018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5202DB5-363F-43F1-BD80-C247F4EC44F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5F306AF-97EB-4F88-A62F-14D80CE1AC2C}" type="datetimeFigureOut">
              <a:rPr lang="en-US"/>
              <a:pPr>
                <a:defRPr/>
              </a:pPr>
              <a:t>10/29/2018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192DAE8-D850-4283-BA15-97372DCCE3D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C6A106A-436E-4646-9EB5-96D8DD54FA05}" type="datetimeFigureOut">
              <a:rPr lang="en-US"/>
              <a:pPr>
                <a:defRPr/>
              </a:pPr>
              <a:t>10/29/2018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92047BB-79A4-4D2C-B677-25A45AB7254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5D2E8E6-210B-490E-BEA0-BBAEAB359407}" type="datetimeFigureOut">
              <a:rPr lang="en-US"/>
              <a:pPr>
                <a:defRPr/>
              </a:pPr>
              <a:t>10/29/2018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E2022AE-7741-4019-8E65-389D85CDC98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09C691A-6D4F-4A66-8A66-F210FB604789}" type="datetimeFigureOut">
              <a:rPr lang="en-US"/>
              <a:pPr>
                <a:defRPr/>
              </a:pPr>
              <a:t>10/29/2018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50F8C33-89B5-48CD-A226-CBF58154FE6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577DD9F-5514-4DBA-8C08-325C414ED76C}" type="datetimeFigureOut">
              <a:rPr lang="en-US"/>
              <a:pPr>
                <a:defRPr/>
              </a:pPr>
              <a:t>10/29/2018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CB9482B-73B8-41B6-8E6E-DD4DE449373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043383A-9583-488B-A73E-58CBF722F877}" type="datetimeFigureOut">
              <a:rPr lang="en-US"/>
              <a:pPr>
                <a:defRPr/>
              </a:pPr>
              <a:t>10/29/2018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EED0E4D-8928-40AB-8B04-C9A3BFAB396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7029D6A-0556-4730-9527-B76987D88CF9}" type="datetimeFigureOut">
              <a:rPr lang="en-US"/>
              <a:pPr>
                <a:defRPr/>
              </a:pPr>
              <a:t>10/29/2018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9E2AAC5-6259-48EF-A947-D2F0F77CC27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1AFFFC7-7796-4C1F-915D-45440D26DA6A}" type="datetimeFigureOut">
              <a:rPr lang="en-US"/>
              <a:pPr>
                <a:defRPr/>
              </a:pPr>
              <a:t>10/29/2018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91305D0-7134-41FF-8EDB-0FCB7CD97AC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600201"/>
            <a:ext cx="109728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ABC8AE0E-E360-48DB-A20B-680E826CBABC}" type="datetimeFigureOut">
              <a:rPr lang="en-US"/>
              <a:pPr>
                <a:defRPr/>
              </a:pPr>
              <a:t>10/29/2018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9C0FEFDC-0B1F-443F-9CBB-A9783DEB6A4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483433-5B0F-439F-A0E5-A91DE6A4E62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54</a:t>
            </a:r>
            <a:br>
              <a:rPr lang="en-US" dirty="0"/>
            </a:br>
            <a:r>
              <a:rPr lang="ml-IN" b="1" dirty="0">
                <a:latin typeface="Kartika" panose="02020503030404060203" pitchFamily="18" charset="0"/>
              </a:rPr>
              <a:t>അഖിലേശനന്ദനനു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B024991-39E2-48D6-83C1-9678F302323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sz="4000" b="1" dirty="0" err="1">
                <a:solidFill>
                  <a:schemeClr val="tx2">
                    <a:lumMod val="75000"/>
                  </a:schemeClr>
                </a:solidFill>
              </a:rPr>
              <a:t>Akhilesha</a:t>
            </a:r>
            <a:r>
              <a:rPr lang="en-US" sz="4000" b="1" dirty="0">
                <a:solidFill>
                  <a:schemeClr val="tx2">
                    <a:lumMod val="75000"/>
                  </a:schemeClr>
                </a:solidFill>
              </a:rPr>
              <a:t> </a:t>
            </a:r>
            <a:r>
              <a:rPr lang="en-US" sz="4000" b="1" dirty="0" err="1">
                <a:solidFill>
                  <a:schemeClr val="tx2">
                    <a:lumMod val="75000"/>
                  </a:schemeClr>
                </a:solidFill>
              </a:rPr>
              <a:t>nandananu</a:t>
            </a:r>
            <a:endParaRPr lang="en-US" sz="4000" dirty="0"/>
          </a:p>
        </p:txBody>
      </p:sp>
    </p:spTree>
    <p:extLst>
      <p:ext uri="{BB962C8B-B14F-4D97-AF65-F5344CB8AC3E}">
        <p14:creationId xmlns:p14="http://schemas.microsoft.com/office/powerpoint/2010/main" val="2347199534"/>
      </p:ext>
    </p:extLst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0" y="157244"/>
            <a:ext cx="12192000" cy="3271755"/>
          </a:xfrm>
        </p:spPr>
        <p:txBody>
          <a:bodyPr anchor="t"/>
          <a:lstStyle/>
          <a:p>
            <a:pPr>
              <a:lnSpc>
                <a:spcPct val="114000"/>
              </a:lnSpc>
            </a:pPr>
            <a:r>
              <a:rPr lang="en-US" sz="3000" b="1" dirty="0">
                <a:latin typeface="Kartika" panose="02020503030404060203" pitchFamily="18" charset="0"/>
                <a:cs typeface="Kartika" panose="02020503030404060203" pitchFamily="18" charset="0"/>
              </a:rPr>
              <a:t>1</a:t>
            </a:r>
            <a:br>
              <a:rPr lang="en-US" sz="30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  <a:t>അഖിലേശനന്ദനനു അഖിലാണ്ഡനായകനു</a:t>
            </a:r>
            <a:b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  <a:t>അഖിലഗുണമുടയോരു പരമേശനു</a:t>
            </a:r>
            <a:b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  <a:t>ഇഹലോകമതിൽ</a:t>
            </a:r>
            <a:r>
              <a:rPr lang="en-US" sz="3200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  <a:t>മനുജമകനായി വന്നവനു</a:t>
            </a:r>
            <a:b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  <a:t>സകലാധികാരമുള്ള മനുവേലനു</a:t>
            </a:r>
            <a:b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  <a:t>ജയമംഗളം നിത്യ ശുഭമംഗളം (2)</a:t>
            </a:r>
            <a:endParaRPr lang="en-US" sz="32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506200" y="0"/>
            <a:ext cx="6858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054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A7AF5F9-A183-487A-A0E6-373559A6CBEC}"/>
              </a:ext>
            </a:extLst>
          </p:cNvPr>
          <p:cNvSpPr/>
          <p:nvPr/>
        </p:nvSpPr>
        <p:spPr>
          <a:xfrm>
            <a:off x="-8021" y="3429000"/>
            <a:ext cx="12192000" cy="333770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12000"/>
              </a:lnSpc>
            </a:pP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1</a:t>
            </a:r>
          </a:p>
          <a:p>
            <a:pPr algn="ctr">
              <a:lnSpc>
                <a:spcPct val="112000"/>
              </a:lnSpc>
            </a:pP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Akhilesha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nandananu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akhilaanda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naayakanu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</a:p>
          <a:p>
            <a:pPr algn="ctr">
              <a:lnSpc>
                <a:spcPct val="112000"/>
              </a:lnSpc>
            </a:pP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Akhila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gunhamudayoru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parameshanu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</a:p>
          <a:p>
            <a:pPr algn="ctr">
              <a:lnSpc>
                <a:spcPct val="112000"/>
              </a:lnSpc>
            </a:pP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Ihalokamathil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manujamakanayi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vannavanu</a:t>
            </a:r>
            <a:endParaRPr lang="en-US" sz="3200" b="1" dirty="0">
              <a:solidFill>
                <a:schemeClr val="tx2">
                  <a:lumMod val="75000"/>
                </a:schemeClr>
              </a:solidFill>
              <a:latin typeface="+mn-lt"/>
            </a:endParaRPr>
          </a:p>
          <a:p>
            <a:pPr algn="ctr">
              <a:lnSpc>
                <a:spcPct val="112000"/>
              </a:lnSpc>
            </a:pP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Sakalaadhikaaramullha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manuvelanu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 </a:t>
            </a:r>
          </a:p>
          <a:p>
            <a:pPr algn="ctr">
              <a:lnSpc>
                <a:spcPct val="112000"/>
              </a:lnSpc>
            </a:pP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Jayamangalham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nithya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shubha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mangalham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(2) </a:t>
            </a:r>
          </a:p>
        </p:txBody>
      </p:sp>
    </p:spTree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0" y="157244"/>
            <a:ext cx="12192000" cy="3337709"/>
          </a:xfrm>
        </p:spPr>
        <p:txBody>
          <a:bodyPr anchor="t"/>
          <a:lstStyle/>
          <a:p>
            <a:pPr>
              <a:lnSpc>
                <a:spcPct val="114000"/>
              </a:lnSpc>
            </a:pPr>
            <a:r>
              <a:rPr lang="en-US" sz="3200" b="1" dirty="0">
                <a:latin typeface="Kartika" panose="02020503030404060203" pitchFamily="18" charset="0"/>
                <a:cs typeface="Kartika" panose="02020503030404060203" pitchFamily="18" charset="0"/>
              </a:rPr>
              <a:t>2</a:t>
            </a:r>
            <a:br>
              <a:rPr lang="en-US" sz="32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  <a:t>ദുരിതാഴിയതിൽ വീണു</a:t>
            </a:r>
            <a:r>
              <a:rPr lang="en-US" sz="3200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  <a:t>പരിതാപമോടുഴലും</a:t>
            </a:r>
            <a:b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  <a:t>നരരോടുപെരുതായ</a:t>
            </a:r>
            <a:r>
              <a:rPr lang="en-US" sz="3200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  <a:t>കരുണപൂണ്ടു</a:t>
            </a:r>
            <a:b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  <a:t>കരളലിഞ്ഞു കനകതല-മതിൽ മരുവും താതനുടെ</a:t>
            </a:r>
            <a:b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  <a:t>തിരുമാർവ്വു വിട്ടോരു</a:t>
            </a:r>
            <a:r>
              <a:rPr lang="en-US" sz="3200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  <a:t>-</a:t>
            </a:r>
            <a:r>
              <a:rPr lang="en-US" sz="3200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  <a:t>മനുവേലനു</a:t>
            </a:r>
            <a:b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  <a:t>ജയമംഗളം നിത്യ ശുഭമംഗളം</a:t>
            </a:r>
            <a:r>
              <a:rPr lang="en-US" sz="3200" b="1" dirty="0">
                <a:latin typeface="Kartika" panose="02020503030404060203" pitchFamily="18" charset="0"/>
                <a:cs typeface="Kartika" panose="02020503030404060203" pitchFamily="18" charset="0"/>
              </a:rPr>
              <a:t>  (</a:t>
            </a:r>
            <a: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  <a:t>2)</a:t>
            </a:r>
            <a:endParaRPr lang="en-US" sz="32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506200" y="0"/>
            <a:ext cx="6858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054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A7AF5F9-A183-487A-A0E6-373559A6CBEC}"/>
              </a:ext>
            </a:extLst>
          </p:cNvPr>
          <p:cNvSpPr/>
          <p:nvPr/>
        </p:nvSpPr>
        <p:spPr>
          <a:xfrm>
            <a:off x="-8021" y="3429000"/>
            <a:ext cx="12192000" cy="33722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12000"/>
              </a:lnSpc>
            </a:pP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2</a:t>
            </a:r>
          </a:p>
          <a:p>
            <a:pPr algn="ctr">
              <a:lnSpc>
                <a:spcPct val="112000"/>
              </a:lnSpc>
            </a:pP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Durithaazhiyathil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veenhu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parithaapamoduzhalum</a:t>
            </a:r>
            <a:endParaRPr lang="en-US" sz="3200" b="1" dirty="0">
              <a:solidFill>
                <a:schemeClr val="tx2">
                  <a:lumMod val="75000"/>
                </a:schemeClr>
              </a:solidFill>
              <a:latin typeface="+mn-lt"/>
            </a:endParaRPr>
          </a:p>
          <a:p>
            <a:pPr algn="ctr">
              <a:lnSpc>
                <a:spcPct val="112000"/>
              </a:lnSpc>
            </a:pP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Nararodu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peruthaaya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karunha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poondu</a:t>
            </a:r>
            <a:endParaRPr lang="en-US" sz="3200" b="1" dirty="0">
              <a:solidFill>
                <a:schemeClr val="tx2">
                  <a:lumMod val="75000"/>
                </a:schemeClr>
              </a:solidFill>
              <a:latin typeface="+mn-lt"/>
            </a:endParaRPr>
          </a:p>
          <a:p>
            <a:pPr algn="ctr">
              <a:lnSpc>
                <a:spcPct val="112000"/>
              </a:lnSpc>
            </a:pP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Karalhalinju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kanakathalamathil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maruvin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thaathanude</a:t>
            </a:r>
            <a:endParaRPr lang="en-US" sz="3200" b="1" dirty="0">
              <a:solidFill>
                <a:schemeClr val="tx2">
                  <a:lumMod val="75000"/>
                </a:schemeClr>
              </a:solidFill>
              <a:latin typeface="+mn-lt"/>
            </a:endParaRPr>
          </a:p>
          <a:p>
            <a:pPr algn="ctr">
              <a:lnSpc>
                <a:spcPct val="112000"/>
              </a:lnSpc>
            </a:pP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Thirumaarvu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vittoru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-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manuvelanu</a:t>
            </a:r>
            <a:endParaRPr lang="en-US" sz="3200" b="1" dirty="0">
              <a:solidFill>
                <a:schemeClr val="tx2">
                  <a:lumMod val="75000"/>
                </a:schemeClr>
              </a:solidFill>
              <a:latin typeface="+mn-lt"/>
            </a:endParaRPr>
          </a:p>
          <a:p>
            <a:pPr algn="ctr">
              <a:lnSpc>
                <a:spcPct val="112000"/>
              </a:lnSpc>
            </a:pP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Jayamangalham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nithya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shubha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mangalham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(2)</a:t>
            </a:r>
          </a:p>
        </p:txBody>
      </p:sp>
    </p:spTree>
    <p:extLst>
      <p:ext uri="{BB962C8B-B14F-4D97-AF65-F5344CB8AC3E}">
        <p14:creationId xmlns:p14="http://schemas.microsoft.com/office/powerpoint/2010/main" val="945208404"/>
      </p:ext>
    </p:extLst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0" y="157244"/>
            <a:ext cx="12192000" cy="3337709"/>
          </a:xfrm>
        </p:spPr>
        <p:txBody>
          <a:bodyPr anchor="t"/>
          <a:lstStyle/>
          <a:p>
            <a:pPr>
              <a:lnSpc>
                <a:spcPct val="114000"/>
              </a:lnSpc>
            </a:pPr>
            <a:r>
              <a:rPr lang="en-US" sz="3200" b="1" dirty="0">
                <a:latin typeface="Kartika" panose="02020503030404060203" pitchFamily="18" charset="0"/>
                <a:cs typeface="Kartika" panose="02020503030404060203" pitchFamily="18" charset="0"/>
              </a:rPr>
              <a:t>3</a:t>
            </a:r>
            <a:br>
              <a:rPr lang="en-US" sz="32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  <a:t>ധരണീതിലെളിയൊരുനരനായി- ബേതലേം</a:t>
            </a:r>
            <a:b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  <a:t>പുരിയിൽ തിരുവവതാരം ചെയ്തവന്നു</a:t>
            </a:r>
            <a:b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  <a:t>പരിചോടു പന്തിരുവ-രോടു യൂദനഗരികളിൽ</a:t>
            </a:r>
            <a:b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  <a:t>തിരുമൊഴികൾ പൊഴിഞ്ഞോരു</a:t>
            </a:r>
            <a:r>
              <a:rPr lang="en-US" sz="3200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  <a:t>-</a:t>
            </a:r>
            <a:r>
              <a:rPr lang="en-US" sz="3200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  <a:t>മനുവേലനു</a:t>
            </a:r>
            <a:b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  <a:t>ജയമംഗളം നിത്യ ശുഭമംഗളം </a:t>
            </a:r>
            <a:r>
              <a:rPr lang="en-US" sz="3200" b="1" dirty="0">
                <a:latin typeface="Kartika" panose="02020503030404060203" pitchFamily="18" charset="0"/>
                <a:cs typeface="Kartika" panose="02020503030404060203" pitchFamily="18" charset="0"/>
              </a:rPr>
              <a:t>(2)</a:t>
            </a: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506200" y="0"/>
            <a:ext cx="6858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054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A7AF5F9-A183-487A-A0E6-373559A6CBEC}"/>
              </a:ext>
            </a:extLst>
          </p:cNvPr>
          <p:cNvSpPr/>
          <p:nvPr/>
        </p:nvSpPr>
        <p:spPr>
          <a:xfrm>
            <a:off x="-8021" y="3429000"/>
            <a:ext cx="12192000" cy="33722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12000"/>
              </a:lnSpc>
            </a:pP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3</a:t>
            </a:r>
          </a:p>
          <a:p>
            <a:pPr algn="ctr">
              <a:lnSpc>
                <a:spcPct val="112000"/>
              </a:lnSpc>
            </a:pP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Dharanhiyithilelhiyoru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naranaayi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-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bethlem</a:t>
            </a:r>
            <a:endParaRPr lang="en-US" sz="3200" b="1" dirty="0">
              <a:solidFill>
                <a:schemeClr val="tx2">
                  <a:lumMod val="75000"/>
                </a:schemeClr>
              </a:solidFill>
              <a:latin typeface="+mn-lt"/>
            </a:endParaRPr>
          </a:p>
          <a:p>
            <a:pPr algn="ctr">
              <a:lnSpc>
                <a:spcPct val="112000"/>
              </a:lnSpc>
            </a:pP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Puriyil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thiruvavathaaram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cheythavanu</a:t>
            </a:r>
            <a:endParaRPr lang="en-US" sz="3200" b="1" dirty="0">
              <a:solidFill>
                <a:schemeClr val="tx2">
                  <a:lumMod val="75000"/>
                </a:schemeClr>
              </a:solidFill>
              <a:latin typeface="+mn-lt"/>
            </a:endParaRPr>
          </a:p>
          <a:p>
            <a:pPr algn="ctr">
              <a:lnSpc>
                <a:spcPct val="112000"/>
              </a:lnSpc>
            </a:pP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Parichodu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panthiruvarodu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yooda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nagarikalhil</a:t>
            </a:r>
            <a:endParaRPr lang="en-US" sz="3200" b="1" dirty="0">
              <a:solidFill>
                <a:schemeClr val="tx2">
                  <a:lumMod val="75000"/>
                </a:schemeClr>
              </a:solidFill>
              <a:latin typeface="+mn-lt"/>
            </a:endParaRPr>
          </a:p>
          <a:p>
            <a:pPr algn="ctr">
              <a:lnSpc>
                <a:spcPct val="112000"/>
              </a:lnSpc>
            </a:pP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Thirumozhikal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pozhinjoru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–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manuvelanu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</a:p>
          <a:p>
            <a:pPr algn="ctr">
              <a:lnSpc>
                <a:spcPct val="112000"/>
              </a:lnSpc>
            </a:pP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Jayamangalham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nithya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shubha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mangalham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(2)</a:t>
            </a:r>
          </a:p>
        </p:txBody>
      </p:sp>
    </p:spTree>
    <p:extLst>
      <p:ext uri="{BB962C8B-B14F-4D97-AF65-F5344CB8AC3E}">
        <p14:creationId xmlns:p14="http://schemas.microsoft.com/office/powerpoint/2010/main" val="1260796868"/>
      </p:ext>
    </p:extLst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0" y="157244"/>
            <a:ext cx="12192000" cy="3337709"/>
          </a:xfrm>
        </p:spPr>
        <p:txBody>
          <a:bodyPr anchor="t"/>
          <a:lstStyle/>
          <a:p>
            <a:pPr>
              <a:lnSpc>
                <a:spcPct val="114000"/>
              </a:lnSpc>
            </a:pPr>
            <a:r>
              <a:rPr lang="en-US" sz="3200" b="1" dirty="0">
                <a:latin typeface="Kartika" panose="02020503030404060203" pitchFamily="18" charset="0"/>
                <a:cs typeface="Kartika" panose="02020503030404060203" pitchFamily="18" charset="0"/>
              </a:rPr>
              <a:t>4</a:t>
            </a:r>
            <a:br>
              <a:rPr lang="en-US" sz="32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200" b="1" dirty="0"/>
              <a:t>കുഷ്ഠരോഗങ്ങളേയും പൊട്ടിയ കൺകളെയും</a:t>
            </a:r>
            <a:br>
              <a:rPr lang="ml-IN" sz="3200" b="1" dirty="0"/>
            </a:br>
            <a:r>
              <a:rPr lang="ml-IN" sz="3200" b="1" dirty="0"/>
              <a:t>മറ്റു പല ദീനമുള്ളോരെയും</a:t>
            </a:r>
            <a:br>
              <a:rPr lang="ml-IN" sz="3200" b="1" dirty="0"/>
            </a:br>
            <a:r>
              <a:rPr lang="ml-IN" sz="3200" b="1" dirty="0"/>
              <a:t>മുറ്റും സുഖമാക്കി-മൃത്യുവന്നൊർകളെയും</a:t>
            </a:r>
            <a:br>
              <a:rPr lang="ml-IN" sz="3200" b="1" dirty="0"/>
            </a:br>
            <a:r>
              <a:rPr lang="ml-IN" sz="3200" b="1" dirty="0"/>
              <a:t>പെട്ടെന്നുയിർപ്പിച്ച</a:t>
            </a:r>
            <a:r>
              <a:rPr lang="en-US" sz="3200" b="1" dirty="0"/>
              <a:t> </a:t>
            </a:r>
            <a:r>
              <a:rPr lang="ml-IN" sz="3200" b="1" dirty="0"/>
              <a:t>-</a:t>
            </a:r>
            <a:r>
              <a:rPr lang="en-US" sz="3200" b="1" dirty="0"/>
              <a:t> </a:t>
            </a:r>
            <a:r>
              <a:rPr lang="ml-IN" sz="3200" b="1" dirty="0"/>
              <a:t>മനുവേലനു</a:t>
            </a:r>
            <a:br>
              <a:rPr lang="ml-IN" sz="3200" b="1" dirty="0"/>
            </a:br>
            <a:r>
              <a:rPr lang="ml-IN" sz="3200" b="1" dirty="0"/>
              <a:t>ജയമംഗളം നിത്യ ശുഭമംഗളം </a:t>
            </a:r>
            <a:r>
              <a:rPr lang="en-US" sz="3200" b="1" dirty="0"/>
              <a:t>(2)</a:t>
            </a:r>
            <a:endParaRPr lang="en-US" sz="32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506200" y="0"/>
            <a:ext cx="6858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054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A7AF5F9-A183-487A-A0E6-373559A6CBEC}"/>
              </a:ext>
            </a:extLst>
          </p:cNvPr>
          <p:cNvSpPr/>
          <p:nvPr/>
        </p:nvSpPr>
        <p:spPr>
          <a:xfrm>
            <a:off x="-8021" y="3429000"/>
            <a:ext cx="12192000" cy="33722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12000"/>
              </a:lnSpc>
            </a:pP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4</a:t>
            </a:r>
          </a:p>
          <a:p>
            <a:pPr algn="ctr">
              <a:lnSpc>
                <a:spcPct val="112000"/>
              </a:lnSpc>
            </a:pP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Kushtarogangalheyum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pottiya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kanhkalheyum</a:t>
            </a:r>
            <a:endParaRPr lang="en-US" sz="3200" b="1" dirty="0">
              <a:solidFill>
                <a:schemeClr val="tx2">
                  <a:lumMod val="75000"/>
                </a:schemeClr>
              </a:solidFill>
              <a:latin typeface="+mn-lt"/>
            </a:endParaRPr>
          </a:p>
          <a:p>
            <a:pPr algn="ctr">
              <a:lnSpc>
                <a:spcPct val="112000"/>
              </a:lnSpc>
            </a:pP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Mattu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pala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deenamulhoreyum</a:t>
            </a:r>
            <a:endParaRPr lang="en-US" sz="3200" b="1" dirty="0">
              <a:solidFill>
                <a:schemeClr val="tx2">
                  <a:lumMod val="75000"/>
                </a:schemeClr>
              </a:solidFill>
              <a:latin typeface="+mn-lt"/>
            </a:endParaRPr>
          </a:p>
          <a:p>
            <a:pPr algn="ctr">
              <a:lnSpc>
                <a:spcPct val="112000"/>
              </a:lnSpc>
            </a:pP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Muttum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sukhamaakki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mrithyuvannorkalheyum</a:t>
            </a:r>
            <a:endParaRPr lang="en-US" sz="3200" b="1" dirty="0">
              <a:solidFill>
                <a:schemeClr val="tx2">
                  <a:lumMod val="75000"/>
                </a:schemeClr>
              </a:solidFill>
              <a:latin typeface="+mn-lt"/>
            </a:endParaRPr>
          </a:p>
          <a:p>
            <a:pPr algn="ctr">
              <a:lnSpc>
                <a:spcPct val="112000"/>
              </a:lnSpc>
            </a:pP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Pettennuyirppicha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–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manuvelanu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</a:p>
          <a:p>
            <a:pPr algn="ctr">
              <a:lnSpc>
                <a:spcPct val="112000"/>
              </a:lnSpc>
            </a:pP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Jayamangalham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nithya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shubha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mangalham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(2)</a:t>
            </a:r>
          </a:p>
        </p:txBody>
      </p:sp>
    </p:spTree>
    <p:extLst>
      <p:ext uri="{BB962C8B-B14F-4D97-AF65-F5344CB8AC3E}">
        <p14:creationId xmlns:p14="http://schemas.microsoft.com/office/powerpoint/2010/main" val="1043696211"/>
      </p:ext>
    </p:extLst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0" y="157244"/>
            <a:ext cx="12192000" cy="3337709"/>
          </a:xfrm>
        </p:spPr>
        <p:txBody>
          <a:bodyPr anchor="t"/>
          <a:lstStyle/>
          <a:p>
            <a:pPr>
              <a:lnSpc>
                <a:spcPct val="114000"/>
              </a:lnSpc>
            </a:pPr>
            <a:r>
              <a:rPr lang="en-US" sz="3200" b="1" dirty="0">
                <a:latin typeface="Kartika" panose="02020503030404060203" pitchFamily="18" charset="0"/>
                <a:cs typeface="Kartika" panose="02020503030404060203" pitchFamily="18" charset="0"/>
              </a:rPr>
              <a:t>5</a:t>
            </a:r>
            <a:br>
              <a:rPr lang="en-US" sz="32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  <a:t>ഘനപീഡപൂണ്ടവന്നു കാൽവറിയിൽ മരിച്ചവന്നു</a:t>
            </a:r>
            <a:b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  <a:t>ദിനം മൂന്നിലുയിർത്തെഴുന്നു</a:t>
            </a:r>
            <a:r>
              <a:rPr lang="en-US" sz="3200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  <a:t>വന്ന പരന്നു</a:t>
            </a:r>
            <a:b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  <a:t>കനകതലമെഴുന്നു പിതൃ-വലമമർന്നു മദ്ധ്യസ്ഥത</a:t>
            </a:r>
            <a:b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  <a:t>കനിവോടു ചെയ്യുന്ന</a:t>
            </a:r>
            <a:r>
              <a:rPr lang="en-US" sz="3200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  <a:t>- മനുവേലനു</a:t>
            </a:r>
            <a:b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  <a:t>ജയമംഗളം നിത്യ ശുഭമംഗളം </a:t>
            </a:r>
            <a:r>
              <a:rPr lang="en-US" sz="3200" b="1" dirty="0">
                <a:latin typeface="Kartika" panose="02020503030404060203" pitchFamily="18" charset="0"/>
                <a:cs typeface="Kartika" panose="02020503030404060203" pitchFamily="18" charset="0"/>
              </a:rPr>
              <a:t>(2)</a:t>
            </a:r>
            <a:b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endParaRPr lang="en-US" sz="32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506200" y="0"/>
            <a:ext cx="6858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054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A7AF5F9-A183-487A-A0E6-373559A6CBEC}"/>
              </a:ext>
            </a:extLst>
          </p:cNvPr>
          <p:cNvSpPr/>
          <p:nvPr/>
        </p:nvSpPr>
        <p:spPr>
          <a:xfrm>
            <a:off x="-8021" y="3485795"/>
            <a:ext cx="12192000" cy="33722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5</a:t>
            </a:r>
          </a:p>
          <a:p>
            <a:pPr algn="ctr"/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Ghanapeedapoondavanu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kaalvarhiyil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marichavanu</a:t>
            </a:r>
            <a:endParaRPr lang="en-US" sz="3200" b="1" dirty="0">
              <a:solidFill>
                <a:schemeClr val="tx2">
                  <a:lumMod val="75000"/>
                </a:schemeClr>
              </a:solidFill>
              <a:latin typeface="+mn-lt"/>
            </a:endParaRPr>
          </a:p>
          <a:p>
            <a:pPr algn="ctr">
              <a:lnSpc>
                <a:spcPct val="112000"/>
              </a:lnSpc>
            </a:pP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Dinam-munnil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uyirthezhunnu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vanna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paranu</a:t>
            </a:r>
            <a:endParaRPr lang="en-US" sz="3200" b="1" dirty="0">
              <a:solidFill>
                <a:schemeClr val="tx2">
                  <a:lumMod val="75000"/>
                </a:schemeClr>
              </a:solidFill>
              <a:latin typeface="+mn-lt"/>
            </a:endParaRPr>
          </a:p>
          <a:p>
            <a:pPr algn="ctr">
              <a:lnSpc>
                <a:spcPct val="112000"/>
              </a:lnSpc>
            </a:pP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Kanakathalamezhunnu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pithru-valamamarnnu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madhyasthatha</a:t>
            </a:r>
            <a:endParaRPr lang="en-US" sz="3200" b="1" dirty="0">
              <a:solidFill>
                <a:schemeClr val="tx2">
                  <a:lumMod val="75000"/>
                </a:schemeClr>
              </a:solidFill>
              <a:latin typeface="+mn-lt"/>
            </a:endParaRPr>
          </a:p>
          <a:p>
            <a:pPr algn="ctr">
              <a:lnSpc>
                <a:spcPct val="112000"/>
              </a:lnSpc>
            </a:pP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Kanivodu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cheyunna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–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manuvelanu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</a:p>
          <a:p>
            <a:pPr algn="ctr">
              <a:lnSpc>
                <a:spcPct val="112000"/>
              </a:lnSpc>
            </a:pP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Jayamangalham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nithya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shubha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mangalham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(2)</a:t>
            </a:r>
          </a:p>
        </p:txBody>
      </p:sp>
    </p:spTree>
    <p:extLst>
      <p:ext uri="{BB962C8B-B14F-4D97-AF65-F5344CB8AC3E}">
        <p14:creationId xmlns:p14="http://schemas.microsoft.com/office/powerpoint/2010/main" val="2498289207"/>
      </p:ext>
    </p:extLst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0" y="157244"/>
            <a:ext cx="12192000" cy="3337709"/>
          </a:xfrm>
        </p:spPr>
        <p:txBody>
          <a:bodyPr anchor="t"/>
          <a:lstStyle/>
          <a:p>
            <a:pPr>
              <a:lnSpc>
                <a:spcPct val="114000"/>
              </a:lnSpc>
            </a:pPr>
            <a:r>
              <a:rPr lang="en-US" sz="3200" b="1" dirty="0">
                <a:latin typeface="Kartika" panose="02020503030404060203" pitchFamily="18" charset="0"/>
                <a:cs typeface="Kartika" panose="02020503030404060203" pitchFamily="18" charset="0"/>
              </a:rPr>
              <a:t>6</a:t>
            </a:r>
            <a:br>
              <a:rPr lang="en-US" sz="32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200" b="1" dirty="0"/>
              <a:t>കാഹളങ്ങൾ ധ്വനിച്ചീടവെ</a:t>
            </a:r>
            <a:r>
              <a:rPr lang="en-US" sz="3200" b="1" dirty="0"/>
              <a:t> </a:t>
            </a:r>
            <a:r>
              <a:rPr lang="ml-IN" sz="3200" b="1" dirty="0"/>
              <a:t>മേഘാഗ്നിജ്വലിച്ചീടവേ</a:t>
            </a:r>
            <a:br>
              <a:rPr lang="ml-IN" sz="3200" b="1" dirty="0"/>
            </a:br>
            <a:r>
              <a:rPr lang="ml-IN" sz="3200" b="1" dirty="0"/>
              <a:t>വേഗമൊടു ദൂതഗണം പാഞ്ഞുവരവെ</a:t>
            </a:r>
            <a:br>
              <a:rPr lang="ml-IN" sz="3200" b="1" dirty="0"/>
            </a:br>
            <a:r>
              <a:rPr lang="ml-IN" sz="3200" b="1" dirty="0"/>
              <a:t>ലോകാവസാനമതിൽ</a:t>
            </a:r>
            <a:r>
              <a:rPr lang="en-US" sz="3200" b="1" dirty="0"/>
              <a:t>  </a:t>
            </a:r>
            <a:r>
              <a:rPr lang="ml-IN" sz="3200" b="1" dirty="0"/>
              <a:t>മേഘങ്ങളിൽ കോടി</a:t>
            </a:r>
            <a:br>
              <a:rPr lang="ml-IN" sz="3200" b="1" dirty="0"/>
            </a:br>
            <a:r>
              <a:rPr lang="ml-IN" sz="3200" b="1" dirty="0"/>
              <a:t>സൂര്യനെപ്പോലെ വരും</a:t>
            </a:r>
            <a:r>
              <a:rPr lang="en-US" sz="3200" b="1" dirty="0"/>
              <a:t> – </a:t>
            </a:r>
            <a:r>
              <a:rPr lang="ml-IN" sz="3200" b="1" dirty="0"/>
              <a:t>മനുവേലനു</a:t>
            </a:r>
            <a:r>
              <a:rPr lang="en-US" sz="3200" b="1" dirty="0"/>
              <a:t> </a:t>
            </a:r>
            <a:br>
              <a:rPr lang="ml-IN" sz="3200" b="1" dirty="0"/>
            </a:br>
            <a:r>
              <a:rPr lang="ml-IN" sz="3200" b="1" dirty="0"/>
              <a:t>ജയമംഗളം നിത്യ ശുഭമംഗളം </a:t>
            </a:r>
            <a:r>
              <a:rPr lang="en-US" sz="3200" b="1" dirty="0"/>
              <a:t>(2)</a:t>
            </a:r>
            <a:endParaRPr lang="en-US" sz="32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506200" y="0"/>
            <a:ext cx="6858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054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A7AF5F9-A183-487A-A0E6-373559A6CBEC}"/>
              </a:ext>
            </a:extLst>
          </p:cNvPr>
          <p:cNvSpPr/>
          <p:nvPr/>
        </p:nvSpPr>
        <p:spPr>
          <a:xfrm>
            <a:off x="-8021" y="3485795"/>
            <a:ext cx="12192000" cy="30469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6</a:t>
            </a:r>
          </a:p>
          <a:p>
            <a:pPr algn="ctr"/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Kaahalhangal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dhwanicheedave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meghaagni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jwalicheedave</a:t>
            </a:r>
            <a:endParaRPr lang="en-US" sz="3200" b="1" dirty="0">
              <a:solidFill>
                <a:schemeClr val="tx2">
                  <a:lumMod val="75000"/>
                </a:schemeClr>
              </a:solidFill>
              <a:latin typeface="+mn-lt"/>
            </a:endParaRPr>
          </a:p>
          <a:p>
            <a:pPr algn="ctr"/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Vegamodu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doothaganham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paanjuvarave</a:t>
            </a:r>
            <a:endParaRPr lang="en-US" sz="3200" b="1" dirty="0">
              <a:solidFill>
                <a:schemeClr val="tx2">
                  <a:lumMod val="75000"/>
                </a:schemeClr>
              </a:solidFill>
              <a:latin typeface="+mn-lt"/>
            </a:endParaRPr>
          </a:p>
          <a:p>
            <a:pPr algn="ctr"/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Lokaavasaanamathil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meghangalhil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kodi</a:t>
            </a:r>
            <a:endParaRPr lang="en-US" sz="3200" b="1" dirty="0">
              <a:solidFill>
                <a:schemeClr val="tx2">
                  <a:lumMod val="75000"/>
                </a:schemeClr>
              </a:solidFill>
              <a:latin typeface="+mn-lt"/>
            </a:endParaRPr>
          </a:p>
          <a:p>
            <a:pPr algn="ctr"/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Sooryanepollevarum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–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manuvelanu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</a:p>
          <a:p>
            <a:pPr algn="ctr"/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Jayamangalham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nithya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shubha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mangalham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(2)</a:t>
            </a:r>
          </a:p>
        </p:txBody>
      </p:sp>
    </p:spTree>
    <p:extLst>
      <p:ext uri="{BB962C8B-B14F-4D97-AF65-F5344CB8AC3E}">
        <p14:creationId xmlns:p14="http://schemas.microsoft.com/office/powerpoint/2010/main" val="3683681472"/>
      </p:ext>
    </p:extLst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0" y="157244"/>
            <a:ext cx="12192000" cy="3337709"/>
          </a:xfrm>
        </p:spPr>
        <p:txBody>
          <a:bodyPr anchor="t"/>
          <a:lstStyle/>
          <a:p>
            <a:pPr>
              <a:lnSpc>
                <a:spcPct val="114000"/>
              </a:lnSpc>
            </a:pPr>
            <a:r>
              <a:rPr lang="en-US" sz="3200" b="1" dirty="0">
                <a:latin typeface="Kartika" panose="02020503030404060203" pitchFamily="18" charset="0"/>
                <a:cs typeface="Kartika" panose="02020503030404060203" pitchFamily="18" charset="0"/>
              </a:rPr>
              <a:t>7</a:t>
            </a:r>
            <a:br>
              <a:rPr lang="en-US" sz="32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200" b="1" dirty="0"/>
              <a:t>ശത്രുവാം സാത്താനെ-കെട്ടിവരിഞ്ഞാഴത്തിൽ</a:t>
            </a:r>
            <a:br>
              <a:rPr lang="ml-IN" sz="3200" b="1" dirty="0"/>
            </a:br>
            <a:r>
              <a:rPr lang="ml-IN" sz="3200" b="1" dirty="0"/>
              <a:t>ഇട്ടടച്ചുമുദ്രയതുവെയ്ക്കുന്നവനു</a:t>
            </a:r>
            <a:br>
              <a:rPr lang="ml-IN" sz="3200" b="1" dirty="0"/>
            </a:br>
            <a:r>
              <a:rPr lang="ml-IN" sz="3200" b="1" dirty="0"/>
              <a:t>ഇദ്ധരയെ പുതുതാക്കി- ഭക്തരോടിങ്ങായിരമാ</a:t>
            </a:r>
            <a:br>
              <a:rPr lang="ml-IN" sz="3200" b="1" dirty="0"/>
            </a:br>
            <a:r>
              <a:rPr lang="ml-IN" sz="3200" b="1" dirty="0"/>
              <a:t>ണ്ടുത്തമമായി വാഴുന്ന</a:t>
            </a:r>
            <a:r>
              <a:rPr lang="en-US" sz="3200" b="1" dirty="0"/>
              <a:t> – </a:t>
            </a:r>
            <a:r>
              <a:rPr lang="ml-IN" sz="3200" b="1" dirty="0"/>
              <a:t>മനുവേലനു</a:t>
            </a:r>
            <a:r>
              <a:rPr lang="en-US" sz="3200" b="1" dirty="0"/>
              <a:t> </a:t>
            </a:r>
            <a:br>
              <a:rPr lang="ml-IN" sz="3200" b="1" dirty="0"/>
            </a:br>
            <a:r>
              <a:rPr lang="ml-IN" sz="3200" b="1" dirty="0"/>
              <a:t>ജയമംഗളം നിത്യ ശുഭമംഗളം </a:t>
            </a:r>
            <a:r>
              <a:rPr lang="en-US" sz="3200" b="1" dirty="0"/>
              <a:t>(2)</a:t>
            </a:r>
            <a:br>
              <a:rPr lang="ml-IN" sz="3200" b="1" dirty="0"/>
            </a:br>
            <a:endParaRPr lang="en-US" sz="32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506200" y="0"/>
            <a:ext cx="6858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054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A7AF5F9-A183-487A-A0E6-373559A6CBEC}"/>
              </a:ext>
            </a:extLst>
          </p:cNvPr>
          <p:cNvSpPr/>
          <p:nvPr/>
        </p:nvSpPr>
        <p:spPr>
          <a:xfrm>
            <a:off x="-8021" y="3485795"/>
            <a:ext cx="12192000" cy="30469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7</a:t>
            </a:r>
          </a:p>
          <a:p>
            <a:pPr algn="ctr"/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Shathruvaam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saathane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kettivarinjaazhaththil</a:t>
            </a:r>
            <a:endParaRPr lang="en-US" sz="3200" b="1" dirty="0">
              <a:solidFill>
                <a:schemeClr val="tx2">
                  <a:lumMod val="75000"/>
                </a:schemeClr>
              </a:solidFill>
              <a:latin typeface="+mn-lt"/>
            </a:endParaRPr>
          </a:p>
          <a:p>
            <a:pPr algn="ctr"/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Ittadachu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mudrayathu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veukkunnavanu</a:t>
            </a:r>
            <a:endParaRPr lang="en-US" sz="3200" b="1" dirty="0">
              <a:solidFill>
                <a:schemeClr val="tx2">
                  <a:lumMod val="75000"/>
                </a:schemeClr>
              </a:solidFill>
              <a:latin typeface="+mn-lt"/>
            </a:endParaRPr>
          </a:p>
          <a:p>
            <a:pPr algn="ctr"/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Idharaye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puthuthaakki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bhaktharodingaayiramaandu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-</a:t>
            </a:r>
          </a:p>
          <a:p>
            <a:pPr algn="ctr"/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Uththamamaai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vaazhunna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–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manuvelanu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</a:p>
          <a:p>
            <a:pPr algn="ctr"/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Jayamangalham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nithya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shubha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mangalham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(2)</a:t>
            </a:r>
          </a:p>
        </p:txBody>
      </p:sp>
    </p:spTree>
    <p:extLst>
      <p:ext uri="{BB962C8B-B14F-4D97-AF65-F5344CB8AC3E}">
        <p14:creationId xmlns:p14="http://schemas.microsoft.com/office/powerpoint/2010/main" val="3302989956"/>
      </p:ext>
    </p:extLst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0" y="157244"/>
            <a:ext cx="12192000" cy="3337709"/>
          </a:xfrm>
        </p:spPr>
        <p:txBody>
          <a:bodyPr anchor="t"/>
          <a:lstStyle/>
          <a:p>
            <a:pPr>
              <a:lnSpc>
                <a:spcPct val="114000"/>
              </a:lnSpc>
            </a:pPr>
            <a:r>
              <a:rPr lang="en-US" sz="3200" b="1" dirty="0">
                <a:latin typeface="Kartika" panose="02020503030404060203" pitchFamily="18" charset="0"/>
                <a:cs typeface="Kartika" panose="02020503030404060203" pitchFamily="18" charset="0"/>
              </a:rPr>
              <a:t>8</a:t>
            </a:r>
            <a:br>
              <a:rPr lang="en-US" sz="32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200" b="1" dirty="0"/>
              <a:t>പരമസുതരായോർക്കും പാരിടമടക്കിയും</a:t>
            </a:r>
            <a:br>
              <a:rPr lang="ml-IN" sz="3200" b="1" dirty="0"/>
            </a:br>
            <a:r>
              <a:rPr lang="ml-IN" sz="3200" b="1" dirty="0"/>
              <a:t>പരമശാലേം പുരി</a:t>
            </a:r>
            <a:r>
              <a:rPr lang="en-US" sz="3200" b="1" dirty="0"/>
              <a:t> </a:t>
            </a:r>
            <a:r>
              <a:rPr lang="ml-IN" sz="3200" b="1" dirty="0"/>
              <a:t>പാരിതിലിറക്കിയും</a:t>
            </a:r>
            <a:br>
              <a:rPr lang="ml-IN" sz="3200" b="1" dirty="0"/>
            </a:br>
            <a:r>
              <a:rPr lang="ml-IN" sz="3200" b="1" dirty="0"/>
              <a:t>പരമ സന്തോഷങ്ങൾ</a:t>
            </a:r>
            <a:r>
              <a:rPr lang="en-US" sz="3200" b="1" dirty="0"/>
              <a:t> </a:t>
            </a:r>
            <a:r>
              <a:rPr lang="ml-IN" sz="3200" b="1" dirty="0"/>
              <a:t>പാരിതിൽ വരുത്തിയും</a:t>
            </a:r>
            <a:br>
              <a:rPr lang="ml-IN" sz="3200" b="1" dirty="0"/>
            </a:br>
            <a:r>
              <a:rPr lang="ml-IN" sz="3200" b="1" dirty="0"/>
              <a:t>പരിചോടുവാഴുന്ന</a:t>
            </a:r>
            <a:r>
              <a:rPr lang="en-US" sz="3200" b="1" dirty="0"/>
              <a:t> </a:t>
            </a:r>
            <a:r>
              <a:rPr lang="ml-IN" sz="3200" b="1" dirty="0"/>
              <a:t>–</a:t>
            </a:r>
            <a:r>
              <a:rPr lang="en-US" sz="3200" b="1" dirty="0"/>
              <a:t> </a:t>
            </a:r>
            <a:r>
              <a:rPr lang="ml-IN" sz="3200" b="1" dirty="0"/>
              <a:t>മനുവേലനു</a:t>
            </a:r>
            <a:r>
              <a:rPr lang="en-US" sz="3200" b="1" dirty="0"/>
              <a:t> </a:t>
            </a:r>
            <a:br>
              <a:rPr lang="ml-IN" sz="3200" b="1" dirty="0"/>
            </a:br>
            <a:r>
              <a:rPr lang="ml-IN" sz="3200" b="1" dirty="0"/>
              <a:t>ജയമംഗളം നിത്യ ശുഭമംഗളം </a:t>
            </a:r>
            <a:r>
              <a:rPr lang="en-US" sz="3200" b="1" dirty="0"/>
              <a:t>(2)</a:t>
            </a:r>
            <a:endParaRPr lang="en-US" sz="32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506200" y="0"/>
            <a:ext cx="6858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054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A7AF5F9-A183-487A-A0E6-373559A6CBEC}"/>
              </a:ext>
            </a:extLst>
          </p:cNvPr>
          <p:cNvSpPr/>
          <p:nvPr/>
        </p:nvSpPr>
        <p:spPr>
          <a:xfrm>
            <a:off x="-8021" y="3485795"/>
            <a:ext cx="12192000" cy="30469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8</a:t>
            </a:r>
          </a:p>
          <a:p>
            <a:pPr algn="ctr"/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Paramasutharaayorkkum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paaridamadakkiyum</a:t>
            </a:r>
            <a:endParaRPr lang="en-US" sz="3200" b="1" dirty="0">
              <a:solidFill>
                <a:schemeClr val="tx2">
                  <a:lumMod val="75000"/>
                </a:schemeClr>
              </a:solidFill>
              <a:latin typeface="+mn-lt"/>
            </a:endParaRPr>
          </a:p>
          <a:p>
            <a:pPr algn="ctr"/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Parama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shaalempuri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paarithilirhakkiyum</a:t>
            </a:r>
            <a:endParaRPr lang="en-US" sz="3200" b="1" dirty="0">
              <a:solidFill>
                <a:schemeClr val="tx2">
                  <a:lumMod val="75000"/>
                </a:schemeClr>
              </a:solidFill>
              <a:latin typeface="+mn-lt"/>
            </a:endParaRPr>
          </a:p>
          <a:p>
            <a:pPr algn="ctr"/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Parama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santhoshangalh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paarithil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varuththiyum</a:t>
            </a:r>
            <a:endParaRPr lang="en-US" sz="3200" b="1" dirty="0">
              <a:solidFill>
                <a:schemeClr val="tx2">
                  <a:lumMod val="75000"/>
                </a:schemeClr>
              </a:solidFill>
              <a:latin typeface="+mn-lt"/>
            </a:endParaRPr>
          </a:p>
          <a:p>
            <a:pPr algn="ctr"/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Parichodu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vaazhunna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-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manuvelanu</a:t>
            </a:r>
            <a:endParaRPr lang="en-US" sz="3200" b="1" dirty="0">
              <a:solidFill>
                <a:schemeClr val="tx2">
                  <a:lumMod val="75000"/>
                </a:schemeClr>
              </a:solidFill>
              <a:latin typeface="+mn-lt"/>
            </a:endParaRPr>
          </a:p>
          <a:p>
            <a:pPr algn="ctr"/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Jayamangalham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nithya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shubha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mangalham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(2)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DC67A22-C51D-4EB6-8DAE-4422519E984D}"/>
              </a:ext>
            </a:extLst>
          </p:cNvPr>
          <p:cNvSpPr/>
          <p:nvPr/>
        </p:nvSpPr>
        <p:spPr>
          <a:xfrm>
            <a:off x="9186049" y="3494953"/>
            <a:ext cx="300595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/>
              <a:t>(</a:t>
            </a:r>
            <a:r>
              <a:rPr lang="ml-IN" b="1" dirty="0"/>
              <a:t>യുസ്തുസ് യൌസേഫ്</a:t>
            </a:r>
            <a:r>
              <a:rPr lang="en-US" b="1" dirty="0"/>
              <a:t>)</a:t>
            </a:r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B480A51-9EDA-4F71-9CAC-227BCF7F8DD8}"/>
              </a:ext>
            </a:extLst>
          </p:cNvPr>
          <p:cNvSpPr/>
          <p:nvPr/>
        </p:nvSpPr>
        <p:spPr>
          <a:xfrm>
            <a:off x="10027247" y="6396541"/>
            <a:ext cx="217277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solidFill>
                  <a:srgbClr val="000000"/>
                </a:solidFill>
              </a:rPr>
              <a:t>(</a:t>
            </a:r>
            <a:r>
              <a:rPr lang="en-US" dirty="0" err="1">
                <a:solidFill>
                  <a:srgbClr val="000000"/>
                </a:solidFill>
              </a:rPr>
              <a:t>Yusthus</a:t>
            </a:r>
            <a:r>
              <a:rPr lang="en-US" dirty="0">
                <a:solidFill>
                  <a:srgbClr val="000000"/>
                </a:solidFill>
              </a:rPr>
              <a:t> </a:t>
            </a:r>
            <a:r>
              <a:rPr lang="en-US" dirty="0" err="1">
                <a:solidFill>
                  <a:srgbClr val="000000"/>
                </a:solidFill>
              </a:rPr>
              <a:t>Youseph</a:t>
            </a:r>
            <a:r>
              <a:rPr lang="en-US" dirty="0">
                <a:solidFill>
                  <a:srgbClr val="000000"/>
                </a:solidFill>
              </a:rPr>
              <a:t>)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23212060"/>
      </p:ext>
    </p:extLst>
  </p:cSld>
  <p:clrMapOvr>
    <a:masterClrMapping/>
  </p:clrMapOvr>
  <p:transition/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243</TotalTime>
  <Words>198</Words>
  <Application>Microsoft Office PowerPoint</Application>
  <PresentationFormat>Widescreen</PresentationFormat>
  <Paragraphs>68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Kartika</vt:lpstr>
      <vt:lpstr>Office Theme</vt:lpstr>
      <vt:lpstr>54 അഖിലേശനന്ദനനു</vt:lpstr>
      <vt:lpstr>1 അഖിലേശനന്ദനനു അഖിലാണ്ഡനായകനു അഖിലഗുണമുടയോരു പരമേശനു ഇഹലോകമതിൽ മനുജമകനായി വന്നവനു സകലാധികാരമുള്ള മനുവേലനു ജയമംഗളം നിത്യ ശുഭമംഗളം (2)</vt:lpstr>
      <vt:lpstr>2 ദുരിതാഴിയതിൽ വീണു പരിതാപമോടുഴലും നരരോടുപെരുതായ കരുണപൂണ്ടു കരളലിഞ്ഞു കനകതല-മതിൽ മരുവും താതനുടെ തിരുമാർവ്വു വിട്ടോരു - മനുവേലനു ജയമംഗളം നിത്യ ശുഭമംഗളം  (2)</vt:lpstr>
      <vt:lpstr>3 ധരണീതിലെളിയൊരുനരനായി- ബേതലേം പുരിയിൽ തിരുവവതാരം ചെയ്തവന്നു പരിചോടു പന്തിരുവ-രോടു യൂദനഗരികളിൽ തിരുമൊഴികൾ പൊഴിഞ്ഞോരു - മനുവേലനു ജയമംഗളം നിത്യ ശുഭമംഗളം (2)</vt:lpstr>
      <vt:lpstr>4 കുഷ്ഠരോഗങ്ങളേയും പൊട്ടിയ കൺകളെയും മറ്റു പല ദീനമുള്ളോരെയും മുറ്റും സുഖമാക്കി-മൃത്യുവന്നൊർകളെയും പെട്ടെന്നുയിർപ്പിച്ച - മനുവേലനു ജയമംഗളം നിത്യ ശുഭമംഗളം (2)</vt:lpstr>
      <vt:lpstr>5 ഘനപീഡപൂണ്ടവന്നു കാൽവറിയിൽ മരിച്ചവന്നു ദിനം മൂന്നിലുയിർത്തെഴുന്നു വന്ന പരന്നു കനകതലമെഴുന്നു പിതൃ-വലമമർന്നു മദ്ധ്യസ്ഥത കനിവോടു ചെയ്യുന്ന - മനുവേലനു ജയമംഗളം നിത്യ ശുഭമംഗളം (2) </vt:lpstr>
      <vt:lpstr>6 കാഹളങ്ങൾ ധ്വനിച്ചീടവെ മേഘാഗ്നിജ്വലിച്ചീടവേ വേഗമൊടു ദൂതഗണം പാഞ്ഞുവരവെ ലോകാവസാനമതിൽ  മേഘങ്ങളിൽ കോടി സൂര്യനെപ്പോലെ വരും – മനുവേലനു  ജയമംഗളം നിത്യ ശുഭമംഗളം (2)</vt:lpstr>
      <vt:lpstr>7 ശത്രുവാം സാത്താനെ-കെട്ടിവരിഞ്ഞാഴത്തിൽ ഇട്ടടച്ചുമുദ്രയതുവെയ്ക്കുന്നവനു ഇദ്ധരയെ പുതുതാക്കി- ഭക്തരോടിങ്ങായിരമാ ണ്ടുത്തമമായി വാഴുന്ന – മനുവേലനു  ജയമംഗളം നിത്യ ശുഭമംഗളം (2) </vt:lpstr>
      <vt:lpstr>8 പരമസുതരായോർക്കും പാരിടമടക്കിയും പരമശാലേം പുരി പാരിതിലിറക്കിയും പരമ സന്തോഷങ്ങൾ പാരിതിൽ വരുത്തിയും പരിചോടുവാഴുന്ന – മനുവേലനു  ജയമംഗളം നിത്യ ശുഭമംഗളം (2)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Akhilesha nandannanu</dc:title>
  <dc:creator>Digital Input:;GM JOHN</dc:creator>
  <cp:lastModifiedBy>Acsah Mathews</cp:lastModifiedBy>
  <cp:revision>81</cp:revision>
  <dcterms:created xsi:type="dcterms:W3CDTF">2013-04-19T09:19:07Z</dcterms:created>
  <dcterms:modified xsi:type="dcterms:W3CDTF">2018-10-29T15:48:48Z</dcterms:modified>
</cp:coreProperties>
</file>