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7" r:id="rId5"/>
    <p:sldId id="274" r:id="rId6"/>
    <p:sldId id="278" r:id="rId7"/>
    <p:sldId id="275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12288-F9FE-45EF-BF3E-C308B5203A3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1DD6E-77B2-43B4-B9B0-7F69B79840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B640F-0836-4F7F-869C-C7D0BBC8505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4CA1-4264-4ED8-82A6-88F94D820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1FDAA-8C42-4333-9F1C-2138075C3DD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3FB90-7763-4367-BE6F-F913A8DB5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E5A86-1EC7-4A16-92D4-0531148EA75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1C9FE-6DCD-4E32-9607-701179FBF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93EEB-75AE-4B61-AA2E-315DFFAD53F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71DAE-7F60-4C74-B6E7-BCDDB292B5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413EC-707E-481B-84AC-0B866859F91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23BC1-FDFC-4537-B370-41C145B90E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55165-88FC-48D4-9A80-E39F46A4720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A4C19-C645-40E6-ABCF-5DBEB6794B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E48F8-C836-4C48-B45A-34FEA17A485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887F2-EC42-4331-BAC1-0A3D337DA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4B533-6AB1-4432-9B2B-6D075CC9072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D3CA5-AC29-4939-BAA8-97A35FBE05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8835D-8CCC-4D9C-9714-145E54A6A45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D1D69-FF13-4CFD-BDD4-A3D0CF0A5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50C86-0557-4FF5-B6C6-6EE0B02CF23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334F2-4DCB-4CF9-8773-1C9E079750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DDBE49-13F8-497E-AEFE-66FA862B755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D5B2D52-641B-4942-831C-B59595B230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E631-2D50-48B5-82B3-6365E62AD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303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സുവിശേഷം അതു ജയിക്കുമേ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7C5D4-4948-40E5-A20E-BDCD31B96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7620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Suvishesham </a:t>
            </a:r>
            <a:r>
              <a:rPr lang="en-US" sz="4000" b="1" dirty="0" err="1">
                <a:solidFill>
                  <a:srgbClr val="002060"/>
                </a:solidFill>
              </a:rPr>
              <a:t>athu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jayikkumey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3E574-3CD4-4B04-ACCC-5855001CFA64}"/>
              </a:ext>
            </a:extLst>
          </p:cNvPr>
          <p:cNvSpPr/>
          <p:nvPr/>
        </p:nvSpPr>
        <p:spPr>
          <a:xfrm>
            <a:off x="1828800" y="4876800"/>
            <a:ext cx="2879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</a:rPr>
              <a:t>(റ്റി. കെ. ശാമുവേൽ)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4399A-29C4-473C-94C4-CB9CDDA1B9A5}"/>
              </a:ext>
            </a:extLst>
          </p:cNvPr>
          <p:cNvSpPr/>
          <p:nvPr/>
        </p:nvSpPr>
        <p:spPr>
          <a:xfrm>
            <a:off x="8640367" y="4876800"/>
            <a:ext cx="1882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(T. K. Samuel)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2522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 അതു ജയിക്കുമേ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അതു ജയിക്കുമേ - എന്നും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ജയിക്കുമേ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621689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Suvishesham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suvishesham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19200"/>
            <a:ext cx="118110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പോകുവിൻ നിങ്ങൾ എൻ സുവിശേഷം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ഓതിടുവാനായ് ലോകമ ശേഷം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യേശു നാഥൻ ഈ സന്ദേശം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ഏകുകയാൽ പോക നാം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810000"/>
            <a:ext cx="100584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Pokuvin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Ôthiduvaanaai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lôkamashèsham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Èkukayaal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B6AD0-9AAE-42D2-9B72-88F973C5B49A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29497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 അതു ജയിക്കുമേ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അതു ജയിക്കുമേ - എന്നും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ജയിക്കുമേ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621689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Suvishesham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suvishesham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1698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19200"/>
            <a:ext cx="118110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 മലയിൽ കൈവന്ന വിജയം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കാഹളനാദം മുഴക്കി സമ്മോദം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യെരിഹോവിനു നേരെയുള്ള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പോരിന്നായി പോകനാം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810000"/>
            <a:ext cx="100584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Kaalvari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malayil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kaivanna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vijayam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naatham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muzhakki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sammodam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Yerihovinu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nèreyullha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Pôrinaayi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pôkanham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B6AD0-9AAE-42D2-9B72-88F973C5B49A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274871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 അതു ജയിക്കുമേ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അതു ജയിക്കുമേ - എന്നും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ജയിക്കുമേ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621689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Suvishesham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suvishesham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61171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19200"/>
            <a:ext cx="118110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പ്രതിനിധി സേവ തുടരുക നമ്മൾ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പ്രതിഫലം ഇതിനുണ്ടധികം അന്നാളിൽ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പ്രാണനാഥന്നായ് നമുക്കു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പ്രാണനും കൊടുത്തിടാം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810000"/>
            <a:ext cx="100584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Prathinidhi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sèva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thudaruka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nammalh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Prathiphalam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ithinundadhikam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annaalhil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naathanaai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namukku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Praanhanum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koduththidaam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B6AD0-9AAE-42D2-9B72-88F973C5B49A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63183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 അതു ജയിക്കുമേ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അതു ജയിക്കുമേ - എന്നും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ജയിക്കുമേ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സുവിശേഷം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BE081-10DB-4F3F-B649-80422492355B}"/>
              </a:ext>
            </a:extLst>
          </p:cNvPr>
          <p:cNvSpPr/>
          <p:nvPr/>
        </p:nvSpPr>
        <p:spPr>
          <a:xfrm>
            <a:off x="0" y="3621689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Suvishesham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jayikkumey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suvishesham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180056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121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303 സുവിശേഷം അതു ജയിക്കുമേ</vt:lpstr>
      <vt:lpstr>സുവിശേഷം അതു ജയിക്കുമേ അതു ജയിക്കുമേ - എന്നും  ജയിക്കുമേ സുവിശേഷം</vt:lpstr>
      <vt:lpstr>പോകുവിൻ നിങ്ങൾ എൻ സുവിശേഷം ഓതിടുവാനായ് ലോകമ ശേഷം യേശു നാഥൻ ഈ സന്ദേശം  ഏകുകയാൽ പോക നാം</vt:lpstr>
      <vt:lpstr>സുവിശേഷം അതു ജയിക്കുമേ അതു ജയിക്കുമേ - എന്നും  ജയിക്കുമേ സുവിശേഷം</vt:lpstr>
      <vt:lpstr>കാൽവറി മലയിൽ കൈവന്ന വിജയം കാഹളനാദം മുഴക്കി സമ്മോദം  യെരിഹോവിനു നേരെയുള്ള  പോരിന്നായി പോകനാം </vt:lpstr>
      <vt:lpstr>സുവിശേഷം അതു ജയിക്കുമേ അതു ജയിക്കുമേ - എന്നും  ജയിക്കുമേ സുവിശേഷം</vt:lpstr>
      <vt:lpstr>പ്രതിനിധി സേവ തുടരുക നമ്മൾ  പ്രതിഫലം ഇതിനുണ്ടധികം അന്നാളിൽ പ്രാണനാഥന്നായ് നമുക്കു പ്രാണനും കൊടുത്തിടാം </vt:lpstr>
      <vt:lpstr>സുവിശേഷം അതു ജയിക്കുമേ അതു ജയിക്കുമേ - എന്നും  ജയിക്കുമേ സുവിശേഷം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Suvisheshame athu jayikkume</dc:title>
  <dc:creator>Digital Input:; GM JOHN; Acsah Mathews</dc:creator>
  <cp:lastModifiedBy>Acsah Mathews</cp:lastModifiedBy>
  <cp:revision>306</cp:revision>
  <dcterms:created xsi:type="dcterms:W3CDTF">2013-04-19T09:19:07Z</dcterms:created>
  <dcterms:modified xsi:type="dcterms:W3CDTF">2018-11-16T16:25:42Z</dcterms:modified>
</cp:coreProperties>
</file>