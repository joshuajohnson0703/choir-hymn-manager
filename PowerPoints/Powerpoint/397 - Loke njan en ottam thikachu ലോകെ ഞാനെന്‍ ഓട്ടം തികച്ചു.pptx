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1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8F290-8A3A-4490-A0E2-86FA48DA39D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C04E6C-425F-4BFE-895E-6C8ADE388E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9697D-0CD2-45FA-9552-ABB97303CE5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04142-ADE3-4D8C-8E35-F3FF153535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2D924-AF1E-45B6-A798-C77B9762988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F5EDEC-B7BB-4F3C-9658-982B94DA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06E326-9AF6-4852-B965-F92060F7E03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05F96-A465-4042-B5A1-5FFB778433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C75990-35FF-4033-BA99-7C7A436372B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F43D7-F2B7-4132-84C5-3D5B4BB6A6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9DD55-BC79-4076-BD03-C02CBF74B6A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575884-711A-475B-B6F7-8583D98538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15A53-8B80-43DD-80D1-E1B9ED2C4A7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5C18C-D420-437F-B6A5-F5D27E48E6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F1960-1776-4B89-A1B9-155DFF2169D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B5A6A-324B-4AF4-A3CA-3A093069F0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D6B749-D63D-4200-A85B-763B2B2790D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BFD378-517F-45D7-85B6-2A912D803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50F54-3567-402C-981E-3D87797B692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97F7E-8B49-481E-BD1D-38C6A6636E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55DBC-3058-4FE1-8117-7946C78F00F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30A8BE-25B0-49CB-B640-C60F0DB596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CAF0DA3-8283-43E2-9B1C-C9297AA02AA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6589031-2EA2-4936-BB47-14F8BF25B4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93F2-AD09-4489-B0E8-D2AA48D91F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397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ലോകെ ഞാനെന്‍ ഓട്ടം തികച്ചു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9A5442-1C5A-4A69-BE37-95D1BE700A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sz="4000" b="1" dirty="0">
                <a:solidFill>
                  <a:srgbClr val="002060"/>
                </a:solidFill>
              </a:rPr>
              <a:t>Loke njan en ottam thikachchu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7687787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1595" y="1011044"/>
            <a:ext cx="12192000" cy="2438400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tabLst>
                <a:tab pos="280988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ലോകെ ഞാനെന്‍ ഓട്ടം തികച്ചു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സ്വര്‍ഗ്ഗ ഗേഹേ വിരുതിന്നായി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പറന്നീടും ഞാന്‍ മരുരൂപമായ്‌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പരനേശു രാജന്‍ സന്നിധൌ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174A64-BE45-43BE-8ACF-055B35F39742}"/>
              </a:ext>
            </a:extLst>
          </p:cNvPr>
          <p:cNvSpPr/>
          <p:nvPr/>
        </p:nvSpPr>
        <p:spPr>
          <a:xfrm>
            <a:off x="1295400" y="3733800"/>
            <a:ext cx="10134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Loke njan en ottam thikachchu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Swarga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gehe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viruthinaayi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Parhaneedum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marhuroopamaai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sannidhou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1595" y="1011044"/>
            <a:ext cx="12192000" cy="2438400"/>
          </a:xfrm>
        </p:spPr>
        <p:txBody>
          <a:bodyPr anchor="t"/>
          <a:lstStyle/>
          <a:p>
            <a:pPr defTabSz="341313">
              <a:lnSpc>
                <a:spcPct val="114000"/>
              </a:lnSpc>
              <a:tabLst>
                <a:tab pos="2809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ദൂത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സംഘമാകവേ എന്നെ എതിരേല്‍ക്കുവാന്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സദാ സന്നദ്ധരായ്‌ നിന്നീടുന്നേ 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ശുഭ്രവസ്ത്ര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ധാരിയായ്‌ എന്‍റെ പ്രിയന്‍റെ മുമ്പില്‍   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പാടിടും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174A64-BE45-43BE-8ACF-055B35F39742}"/>
              </a:ext>
            </a:extLst>
          </p:cNvPr>
          <p:cNvSpPr/>
          <p:nvPr/>
        </p:nvSpPr>
        <p:spPr>
          <a:xfrm>
            <a:off x="1295400" y="3733800"/>
            <a:ext cx="10134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3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Dootha sanghamaakave enne ethirelkkuvaan</a:t>
            </a:r>
          </a:p>
          <a:p>
            <a:pPr algn="ctr">
              <a:lnSpc>
                <a:spcPct val="113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Sada sannadharaai ninneedunne</a:t>
            </a:r>
          </a:p>
          <a:p>
            <a:pPr algn="ctr">
              <a:lnSpc>
                <a:spcPct val="113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Shubhra vasthra dhaariyaai ente priyante mumbil</a:t>
            </a:r>
          </a:p>
          <a:p>
            <a:pPr algn="ctr">
              <a:lnSpc>
                <a:spcPct val="113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Hallelujah paadidum njan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263025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1595" y="1011044"/>
            <a:ext cx="12192000" cy="2438400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tabLst>
                <a:tab pos="2809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ഏറെ നാളായ്‌ കാണ്മാന്‍ ആശയായ്‌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കാത്തിരുന്ന എന്‍റെ പ്രിയനെ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തേജസ്സോടെ ഞാന്‍ കാണുന്ന നേരം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 മാര്‍വ്വോടണഞ്ഞീടുമേ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174A64-BE45-43BE-8ACF-055B35F39742}"/>
              </a:ext>
            </a:extLst>
          </p:cNvPr>
          <p:cNvSpPr/>
          <p:nvPr/>
        </p:nvSpPr>
        <p:spPr>
          <a:xfrm>
            <a:off x="1295400" y="3733800"/>
            <a:ext cx="10134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Aerhe naalhaai kaanhmaan aashayaai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Kaaththirunna ente priyane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Thejassode njan kaanhunna neram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Thiru maarhvodanhanjeedume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126092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1595" y="1011044"/>
            <a:ext cx="12192000" cy="2438400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tabLst>
                <a:tab pos="2809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നീതിമാന്മാരായ സിദ്ധന്മാര്‍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ജീവിതം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വെറുത്ത വീരന്മാര്‍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വീണകളേന്തി ഗാനം പാടുമ്പോള്‍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ഞാനും ചേര്‍ന്നു </a:t>
            </a:r>
            <a:r>
              <a:rPr lang="ml-IN" sz="3400" b="1" dirty="0">
                <a:latin typeface="Kartika" panose="02020503030404060203" pitchFamily="18" charset="0"/>
              </a:rPr>
              <a:t>പാടീടുമേ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174A64-BE45-43BE-8ACF-055B35F39742}"/>
              </a:ext>
            </a:extLst>
          </p:cNvPr>
          <p:cNvSpPr/>
          <p:nvPr/>
        </p:nvSpPr>
        <p:spPr>
          <a:xfrm>
            <a:off x="1295400" y="3733800"/>
            <a:ext cx="10134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Neethimaanmaar-aaya sidhdhanmaarh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Jeevitham verhuththa veeranmaar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Veenhakalhenthi gaanam paadumbolh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Njanum chernnu paadeedume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099880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1595" y="1011044"/>
            <a:ext cx="12192000" cy="2438400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tabLst>
                <a:tab pos="2809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താതൻ പേര്‍ക്കായ് സേവ ചെയ്തതാല്‍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താതനെന്നെ മാനിക്കുവാനായ്‌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തരുമോരോരോ ബഹുമാനങ്ങള്‍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വിളങ്ങീടും കിരീടങ്ങളായ്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174A64-BE45-43BE-8ACF-055B35F39742}"/>
              </a:ext>
            </a:extLst>
          </p:cNvPr>
          <p:cNvSpPr/>
          <p:nvPr/>
        </p:nvSpPr>
        <p:spPr>
          <a:xfrm>
            <a:off x="1295400" y="3733800"/>
            <a:ext cx="10134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Thaathan perkkaai seva cheythathaal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Thaathanenne maanikkuvaanaai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Tharumororo bahumaanangalh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Vilhangeedum kireedangalhai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155572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1595" y="1011044"/>
            <a:ext cx="12192000" cy="2438400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tabLst>
                <a:tab pos="2809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കൈകളാല്‍ തീര്‍ക്കപ്പെടാത്തതാം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പുതുശാലേം നഗരമതിൽ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സദാ കാലം ഞാന്‍ മണവാട്ടിയായ്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പരനോടു കൂടെ വാഴുമേ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174A64-BE45-43BE-8ACF-055B35F39742}"/>
              </a:ext>
            </a:extLst>
          </p:cNvPr>
          <p:cNvSpPr/>
          <p:nvPr/>
        </p:nvSpPr>
        <p:spPr>
          <a:xfrm>
            <a:off x="1295400" y="3733800"/>
            <a:ext cx="10134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Kaikalhaal theerkkapedaathathaam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Puthu shaalem nagaramathil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Sadaa kaalam njaan manhavaattiyaai</a:t>
            </a:r>
          </a:p>
          <a:p>
            <a:pPr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Paranodu koode vaazhume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4372895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98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397 ലോകെ ഞാനെന്‍ ഓട്ടം തികച്ചു</vt:lpstr>
      <vt:lpstr>1  ലോകെ ഞാനെന്‍ ഓട്ടം തികച്ചു    സ്വര്‍ഗ്ഗ ഗേഹേ വിരുതിന്നായി    പറന്നീടും ഞാന്‍ മരുരൂപമായ്‌    പരനേശു രാജന്‍ സന്നിധൌ</vt:lpstr>
      <vt:lpstr>ദൂത സംഘമാകവേ എന്നെ എതിരേല്‍ക്കുവാന്‍   സദാ സന്നദ്ധരായ്‌ നിന്നീടുന്നേ     ശുഭ്രവസ്ത്ര ധാരിയായ്‌ എന്‍റെ പ്രിയന്‍റെ മുമ്പില്‍     ഹല്ലേലുയ്യാ പാടിടും ഞാന്‍</vt:lpstr>
      <vt:lpstr>2  ഏറെ നാളായ്‌ കാണ്മാന്‍ ആശയായ്‌    കാത്തിരുന്ന എന്‍റെ പ്രിയനെ   തേജസ്സോടെ ഞാന്‍ കാണുന്ന നേരം    തിരു മാര്‍വ്വോടണഞ്ഞീടുമേ </vt:lpstr>
      <vt:lpstr>3  നീതിമാന്മാരായ സിദ്ധന്മാര്‍    ജീവിതം വെറുത്ത വീരന്മാര്‍    വീണകളേന്തി ഗാനം പാടുമ്പോള്‍    ഞാനും ചേര്‍ന്നു പാടീടുമേ </vt:lpstr>
      <vt:lpstr>4  താതൻ പേര്‍ക്കായ് സേവ ചെയ്തതാല്‍    താതനെന്നെ മാനിക്കുവാനായ്‌    തരുമോരോരോ ബഹുമാനങ്ങള്‍    വിളങ്ങീടും കിരീടങ്ങളായ് </vt:lpstr>
      <vt:lpstr>5  കൈകളാല്‍ തീര്‍ക്കപ്പെടാത്തതാം   പുതുശാലേം നഗരമതിൽ   സദാ കാലം ഞാന്‍ മണവാട്ടിയായ്   പരനോടു കൂടെ വാഴുമേ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Loke njan en ottam thikachu</dc:title>
  <dc:creator>Digital Input:; GM JOHN; Acsah Mathews</dc:creator>
  <cp:lastModifiedBy>Acsah Mathews</cp:lastModifiedBy>
  <cp:revision>210</cp:revision>
  <dcterms:created xsi:type="dcterms:W3CDTF">2013-04-19T09:19:07Z</dcterms:created>
  <dcterms:modified xsi:type="dcterms:W3CDTF">2018-11-26T16:54:06Z</dcterms:modified>
</cp:coreProperties>
</file>