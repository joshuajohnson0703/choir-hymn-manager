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7" r:id="rId3"/>
    <p:sldId id="278" r:id="rId4"/>
    <p:sldId id="279" r:id="rId5"/>
    <p:sldId id="282" r:id="rId6"/>
    <p:sldId id="280" r:id="rId7"/>
    <p:sldId id="283" r:id="rId8"/>
    <p:sldId id="281" r:id="rId9"/>
    <p:sldId id="284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D02AF3-9C0C-4B16-846E-9DF02BB240C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182C5-CBCA-4501-A6F4-94E897C114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99FD9-6596-481D-8FF6-87AEDFA03C9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34DBC-3496-424A-8D57-64E9C587B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46D79-BF8D-4756-887A-F3084AEC073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9E13A-73A4-42B2-9833-747342D084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D9D5D-4395-4045-8218-3C8AADF54B9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8E32B-4C78-4917-BE0B-A3917A67A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EB6F1-FE34-4ADB-A6F2-BA7DBCD5F5C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C6E9B-BC45-41C9-B836-B4EC9420EF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0A7A2-A3F4-4C0C-8E03-4B188F373F1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59757-8E82-4BB2-96B8-2A4147E3DF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5E6A28-66B8-4896-BCEA-F82863020F5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5C9EC-40E3-45EF-86E1-17A0B44C11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2CF73-FAE4-4BEB-8EAE-735E855DB91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EE4C6-1A4A-446A-8709-E9E1EDBE2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AA64-1996-454B-84D4-90104C85ED9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BD8D5-86BF-400D-BE17-DA6C2FE6B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3BF1-5EE3-4595-AC25-EE76422B876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34A9E-A6E5-4EC4-ABC6-E2B2FE931E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0A753-4281-4098-A513-7CDDA2FD7D8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0881C-B9D2-41D3-A9E4-574C66A76E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F1BBE4-19E5-4447-8C3C-D229EC839AD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1FA39D4-7DAC-4EF8-A731-9E6B169A43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7749-BC0E-4A7D-A080-406DF86BB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എൻ നാഥനെ ഏറ്റു ചൊൽവാൻ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14C36-4F3D-4FD7-94D3-718DFF0BA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Naathaney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éttucholvaan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>
                    <a:lumMod val="75000"/>
                  </a:schemeClr>
                </a:solidFill>
              </a:rPr>
              <a:t>I am not ashamed to own – Isaac Watts</a:t>
            </a:r>
          </a:p>
          <a:p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54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32106"/>
            <a:ext cx="11734800" cy="25908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നാഥനെ ഏറ്റു ചൊൽവാൻ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ലജ്ജിക്കയില്ല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ക്രൂശിൻപം വാക് തേജസ്സും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ചൊല്ലി കീർത്തിക്കും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685800" y="3581400"/>
            <a:ext cx="10210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éttucholvaan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Lajjikkayilla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krushinpam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thèjassum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keerththikkum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B2500-BC0F-4B20-BCED-D92ABBF8B15B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3209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349746"/>
            <a:ext cx="12192000" cy="3231654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ക്രൂശിങ്കൽ ക്രൂശിങ്കൽ സൽ പ്രകാശം കണ്ടേൻ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മനോഭാരവും നീങ്ങിപ്പോയ്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വിശ്വാസത്താൽ കിട്ടി കാഴ്ചയുമപ്പോൾ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ഞാൻ ഭാഗ്യവാൻ തന്നേ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0" y="3581400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Sal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manôbhaaravum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neengippoi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kaazhchayumappolh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938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32106"/>
            <a:ext cx="11734800" cy="25908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യേശുനാമം ഞാൻ അറിയും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അതൊന്നെൻ ആശ്രയം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വരാൻ നിരാശ ലജ്ജകൾ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താൻ സമ്മതിച്ചീടാ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685800" y="3581400"/>
            <a:ext cx="10210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Yeshunaamam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ariyum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Athonnen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aashrayam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niraasha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lajjakalh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sammathichcheedaa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B2500-BC0F-4B20-BCED-D92ABBF8B15B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52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349746"/>
            <a:ext cx="12192000" cy="3231654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ക്രൂശിങ്കൽ ക്രൂശിങ്കൽ സൽ പ്രകാശം കണ്ടേൻ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മനോഭാരവും നീങ്ങിപ്പോയ്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വിശ്വാസത്താൽ കിട്ടി കാഴ്ചയുമപ്പോൾ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ഞാൻ ഭാഗ്യവാൻ തന്നേ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0" y="3581400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Sal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manôbhaaravum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neengippoi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kaazhchayumappolh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979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32106"/>
            <a:ext cx="11734800" cy="25908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തന്നെപ്പോൽ തൻ വാക്കും-സ്ഥിരം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ഞാൻ ഏല്പിച്ചതിനെ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നന്നായ് വിധിനാൾ വരെ താൻ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ഭദ്രമായ്‌ സൂക്ഷിക്കും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685800" y="3581400"/>
            <a:ext cx="10210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 pol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sthiram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elpichchathiney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vidhinaalh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Bhadramaai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sookshikkum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B2500-BC0F-4B20-BCED-D92ABBF8B15B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366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349746"/>
            <a:ext cx="12192000" cy="3231654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ക്രൂശിങ്കൽ ക്രൂശിങ്കൽ സൽ പ്രകാശം കണ്ടേൻ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മനോഭാരവും നീങ്ങിപ്പോയ്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വിശ്വാസത്താൽ കിട്ടി കാഴ്ചയുമപ്പോൾ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ഞാൻ ഭാഗ്യവാൻ തന്നേ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0" y="3581400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Sal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manôbhaaravum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neengippoi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kaazhchayumappolh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936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132106"/>
            <a:ext cx="11734800" cy="2590800"/>
          </a:xfrm>
        </p:spPr>
        <p:txBody>
          <a:bodyPr anchor="t"/>
          <a:lstStyle/>
          <a:p>
            <a:pPr algn="l" defTabSz="346075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പിതാ മുമ്പിലീപ്പാപിയെ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അന്നാൾ താൻ ഏറ്റിടും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പുതുശാലേമിൽ എനിക്കും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സ്ഥാനം കല്പിച്ചിടും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685800" y="3581400"/>
            <a:ext cx="10210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munbileeppaapiye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ettidum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Puthushaalemil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kalpichcheedum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B2500-BC0F-4B20-BCED-D92ABBF8B15B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8282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349746"/>
            <a:ext cx="12192000" cy="3231654"/>
          </a:xfrm>
        </p:spPr>
        <p:txBody>
          <a:bodyPr anchor="t"/>
          <a:lstStyle/>
          <a:p>
            <a:pPr defTabSz="346075">
              <a:lnSpc>
                <a:spcPct val="150000"/>
              </a:lnSpc>
              <a:defRPr/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ക്രൂശിങ്കൽ ക്രൂശിങ്കൽ സൽ പ്രകാശം കണ്ടേൻ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എൻ മനോഭാരവും നീങ്ങിപ്പോയ്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വിശ്വാസത്താൽ കിട്ടി കാഴ്ചയുമപ്പോൾ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സന്തതം ഞാൻ ഭാഗ്യവാൻ തന്നേ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2FA35-5E8E-439A-B5BE-04225E25A2B6}"/>
              </a:ext>
            </a:extLst>
          </p:cNvPr>
          <p:cNvSpPr/>
          <p:nvPr/>
        </p:nvSpPr>
        <p:spPr>
          <a:xfrm>
            <a:off x="0" y="3581400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Krushinkal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Sal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prakaasham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manôbhaaravum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neengippoi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Vishwaasaththaal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kitti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kaazhchayumappolh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137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161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267 എൻ നാഥനെ ഏറ്റു ചൊൽവാൻ</vt:lpstr>
      <vt:lpstr>എൻ നാഥനെ ഏറ്റു ചൊൽവാൻ  ലജ്ജിക്കയില്ല ഞാൻ  തൻ ക്രൂശിൻപം വാക് തേജസ്സും ചൊല്ലി കീർത്തിക്കും ഞാൻ</vt:lpstr>
      <vt:lpstr>ക്രൂശിങ്കൽ ക്രൂശിങ്കൽ സൽ പ്രകാശം കണ്ടേൻ  എൻ മനോഭാരവും നീങ്ങിപ്പോയ്  വിശ്വാസത്താൽ കിട്ടി കാഴ്ചയുമപ്പോൾ  സന്തതം ഞാൻ ഭാഗ്യവാൻ തന്നേ </vt:lpstr>
      <vt:lpstr>യേശുനാമം ഞാൻ അറിയും  അതൊന്നെൻ ആശ്രയം  വരാൻ നിരാശ ലജ്ജകൾ  താൻ സമ്മതിച്ചീടാ </vt:lpstr>
      <vt:lpstr>ക്രൂശിങ്കൽ ക്രൂശിങ്കൽ സൽ പ്രകാശം കണ്ടേൻ  എൻ മനോഭാരവും നീങ്ങിപ്പോയ്  വിശ്വാസത്താൽ കിട്ടി കാഴ്ചയുമപ്പോൾ  സന്തതം ഞാൻ ഭാഗ്യവാൻ തന്നേ </vt:lpstr>
      <vt:lpstr>തന്നെപ്പോൽ തൻ വാക്കും-സ്ഥിരം  ഞാൻ ഏല്പിച്ചതിനെ  നന്നായ് വിധിനാൾ വരെ താൻ  ഭദ്രമായ്‌ സൂക്ഷിക്കും</vt:lpstr>
      <vt:lpstr>ക്രൂശിങ്കൽ ക്രൂശിങ്കൽ സൽ പ്രകാശം കണ്ടേൻ  എൻ മനോഭാരവും നീങ്ങിപ്പോയ്  വിശ്വാസത്താൽ കിട്ടി കാഴ്ചയുമപ്പോൾ  സന്തതം ഞാൻ ഭാഗ്യവാൻ തന്നേ </vt:lpstr>
      <vt:lpstr>പിതാ മുമ്പിലീപ്പാപിയെ  അന്നാൾ താൻ ഏറ്റിടും  പുതുശാലേമിൽ എനിക്കും  സ്ഥാനം കല്പിച്ചിടും</vt:lpstr>
      <vt:lpstr>ക്രൂശിങ്കൽ ക്രൂശിങ്കൽ സൽ പ്രകാശം കണ്ടേൻ  എൻ മനോഭാരവും നീങ്ങിപ്പോയ്  വിശ്വാസത്താൽ കിട്ടി കാഴ്ചയുമപ്പോൾ  സന്തതം ഞാൻ ഭാഗ്യവാൻ തന്നേ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nadhane ettu cholvan</dc:title>
  <dc:creator>Digital Input; GM JOHN; Acsah Mathews</dc:creator>
  <cp:lastModifiedBy>Acsah Mathews</cp:lastModifiedBy>
  <cp:revision>388</cp:revision>
  <dcterms:created xsi:type="dcterms:W3CDTF">2013-04-19T09:19:07Z</dcterms:created>
  <dcterms:modified xsi:type="dcterms:W3CDTF">2018-11-14T19:59:49Z</dcterms:modified>
</cp:coreProperties>
</file>