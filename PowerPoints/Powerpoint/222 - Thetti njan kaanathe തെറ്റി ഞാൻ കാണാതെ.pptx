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6" r:id="rId2"/>
    <p:sldId id="280" r:id="rId3"/>
    <p:sldId id="283" r:id="rId4"/>
    <p:sldId id="284" r:id="rId5"/>
    <p:sldId id="28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84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5C66899-FC2F-4195-87DE-CAB06533881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BE27DFB-E8F0-4D5D-A739-1A3163AC21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97DE8-4E03-4B0B-B603-25D8E37CD8A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CFE74-712A-4702-B6D0-AF971567F9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68DC1-75FD-4D5F-9968-88838EAE5B8C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4BC00-A90A-4517-8B55-B8FDD4FADC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2F0EA-5DA8-4EBC-9DFE-4D05BC7AD74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2F10E-1A9F-41B0-A894-C9F3C5A0F4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C35D1-EEC8-4AFC-9209-B38078B8A44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7F5FF-2C90-48A8-BDF6-D34D07A6FC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45793-28DD-4EEF-B576-F0E1FA4308A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004067-ADC4-4645-B6E2-AB77A614C0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72C91F-B6E3-4EF4-9E80-D971FE87330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6BCF6-5E7E-4290-8491-9342388689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003B4-3A87-4A6F-964C-0B06D87539F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044AA-0E03-411E-9125-4AF2505D2D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93A23-03B3-40E9-9059-152FAB3395E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695F5-C006-48D0-A7C0-AC689D7863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B4726-DCEF-4F7F-98B4-5A0900E698E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F77A1-FCEA-4FA2-A2D9-72C447F9D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B3668-0337-4E59-A5E4-4ECCE943600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BD482-CF36-49F8-88BC-CFCBD940D3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781D0-36F0-41C8-AAB5-0D173F053AB9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DB707-2269-4091-95F3-5455A704A0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09FC5BB-E0FC-4E35-91FD-7E491703540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32FEBC2-14AA-4975-8D80-7965335238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51932-0504-4E9B-B857-54D1C5001C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222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തെറ്റി ഞാൻ കാണാതെ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4DC2E-52EC-4983-A3E8-4D8E12D73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Thetti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kaanhaathey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800" i="1" dirty="0">
                <a:solidFill>
                  <a:schemeClr val="bg1">
                    <a:lumMod val="50000"/>
                  </a:schemeClr>
                </a:solidFill>
              </a:rPr>
              <a:t>Tune: Down in the valley – W. O. Cushing</a:t>
            </a:r>
          </a:p>
        </p:txBody>
      </p:sp>
    </p:spTree>
    <p:extLst>
      <p:ext uri="{BB962C8B-B14F-4D97-AF65-F5344CB8AC3E}">
        <p14:creationId xmlns:p14="http://schemas.microsoft.com/office/powerpoint/2010/main" val="425928789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6476" y="729109"/>
            <a:ext cx="12191999" cy="22098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തെറ്റി ഞാൻ കാണാതെ പോയൊരാടു പോലയ്യോ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ചുറ്റി പാരം കാടാകെ നാഥനില്ലാതെ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വിട്ടു നിൻ വഴികൾ കല്പനനകൾ എന്നിവ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പട്ടു എൻ ഹൃദയം ഘോരകൃത്യത്താൽ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572453-44F4-487D-BD8D-FDF5C8A5BD0F}"/>
              </a:ext>
            </a:extLst>
          </p:cNvPr>
          <p:cNvSpPr/>
          <p:nvPr/>
        </p:nvSpPr>
        <p:spPr>
          <a:xfrm>
            <a:off x="16477" y="2760077"/>
            <a:ext cx="1194692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ശുദ്ധമാക്ക എന്നെ യാകമാനം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ശുദ്ധനാം യേശുവേ! നിന്‍റെ രക്തത്താൽ (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393E3C-E267-4C24-AAC9-AC403F0D044D}"/>
              </a:ext>
            </a:extLst>
          </p:cNvPr>
          <p:cNvSpPr/>
          <p:nvPr/>
        </p:nvSpPr>
        <p:spPr>
          <a:xfrm>
            <a:off x="-16476" y="3746276"/>
            <a:ext cx="1220847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Thetti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kaanhaathey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Pôyoraadu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pôlayyo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Chutti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kaadaakey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Naathanillaathey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Vittu nin vazhikalh kalpanakalh enniva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Pattu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hridayam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ghora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krithyaththaal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81647A-6FD5-48DB-ADA7-F787BA5EC38E}"/>
              </a:ext>
            </a:extLst>
          </p:cNvPr>
          <p:cNvSpPr/>
          <p:nvPr/>
        </p:nvSpPr>
        <p:spPr>
          <a:xfrm>
            <a:off x="-2060" y="5715000"/>
            <a:ext cx="1141472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Shudhdhamaakka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yaakamaanam</a:t>
            </a:r>
            <a:endParaRPr lang="en-US" sz="3200" b="1" dirty="0">
              <a:solidFill>
                <a:schemeClr val="accent1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Shudhdhanaam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Nintey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rakthaththaal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! (2)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6476" y="729109"/>
            <a:ext cx="12191999" cy="22098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ദുഷ്ടരായ കള്ളർ കയ്യിൽ പെട്ടവനെപ്പോൽ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ദുഷ്ടരാകും പേയ് ഗണത്താൽ ചുറ്റപ്പെട്ടഹോ!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കഷ്ടതയിൽ വീണുഴലും എഴയാമെന്നെ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തൃക്കരത്തിൽ ഏന്തി സ്വസ്ഥമാക്കുക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572453-44F4-487D-BD8D-FDF5C8A5BD0F}"/>
              </a:ext>
            </a:extLst>
          </p:cNvPr>
          <p:cNvSpPr/>
          <p:nvPr/>
        </p:nvSpPr>
        <p:spPr>
          <a:xfrm>
            <a:off x="16477" y="2760077"/>
            <a:ext cx="1194692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ശുദ്ധമാക്ക എന്നെ യാകമാനം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ശുദ്ധനാം യേശുവേ! നിന്‍റെ രക്തത്താൽ (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393E3C-E267-4C24-AAC9-AC403F0D044D}"/>
              </a:ext>
            </a:extLst>
          </p:cNvPr>
          <p:cNvSpPr/>
          <p:nvPr/>
        </p:nvSpPr>
        <p:spPr>
          <a:xfrm>
            <a:off x="-16476" y="3746276"/>
            <a:ext cx="1220847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Dushtaraaya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kallhar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kayyil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pettavaneypôl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Dushtaraakum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pèi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ganhaththaal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chuttapettaho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Kashtathayil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veenhuzhalum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èzhayaamenney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Thrikkaraththil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ènthi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swasthamaakkuka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81647A-6FD5-48DB-ADA7-F787BA5EC38E}"/>
              </a:ext>
            </a:extLst>
          </p:cNvPr>
          <p:cNvSpPr/>
          <p:nvPr/>
        </p:nvSpPr>
        <p:spPr>
          <a:xfrm>
            <a:off x="-2060" y="5715000"/>
            <a:ext cx="1141472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Shudhdhamaakka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yaakamaanam</a:t>
            </a:r>
            <a:endParaRPr lang="en-US" sz="3200" b="1" dirty="0">
              <a:solidFill>
                <a:schemeClr val="accent1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Shudhdhanaam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Nintey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rakthaththaal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! (2)</a:t>
            </a:r>
          </a:p>
        </p:txBody>
      </p:sp>
    </p:spTree>
    <p:extLst>
      <p:ext uri="{BB962C8B-B14F-4D97-AF65-F5344CB8AC3E}">
        <p14:creationId xmlns:p14="http://schemas.microsoft.com/office/powerpoint/2010/main" val="267828402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6476" y="729109"/>
            <a:ext cx="12191999" cy="22098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നല്ലിടയനാകുമെന്‍റെ പോന്നുകാന്താ! നിൻ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വല്ലഭാത്താ ലുള്ളലിഞ്ഞു തേടുക എന്നെ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ശക്തനാക്കു കാകമാനം ക്ഷീണനാ മെന്നെ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കെട്ടുകയെൻ പാപ മുറിവുകളെ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572453-44F4-487D-BD8D-FDF5C8A5BD0F}"/>
              </a:ext>
            </a:extLst>
          </p:cNvPr>
          <p:cNvSpPr/>
          <p:nvPr/>
        </p:nvSpPr>
        <p:spPr>
          <a:xfrm>
            <a:off x="16477" y="2760077"/>
            <a:ext cx="1194692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ശുദ്ധമാക്ക എന്നെ യാകമാനം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ശുദ്ധനാം യേശുവേ! നിന്‍റെ രക്തത്താൽ (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393E3C-E267-4C24-AAC9-AC403F0D044D}"/>
              </a:ext>
            </a:extLst>
          </p:cNvPr>
          <p:cNvSpPr/>
          <p:nvPr/>
        </p:nvSpPr>
        <p:spPr>
          <a:xfrm>
            <a:off x="-16476" y="3746276"/>
            <a:ext cx="1220847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Nallidayanaakumentey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ponnukaanthaa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Nin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Vallabhaththaa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lullhalinjuthèduka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Shakthanaakkukaakamaanam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ksheenhanaamenney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Kettukayen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murivukalhey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81647A-6FD5-48DB-ADA7-F787BA5EC38E}"/>
              </a:ext>
            </a:extLst>
          </p:cNvPr>
          <p:cNvSpPr/>
          <p:nvPr/>
        </p:nvSpPr>
        <p:spPr>
          <a:xfrm>
            <a:off x="-2060" y="5715000"/>
            <a:ext cx="1141472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Shudhdhamaakka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yaakamaanam</a:t>
            </a:r>
            <a:endParaRPr lang="en-US" sz="3200" b="1" dirty="0">
              <a:solidFill>
                <a:schemeClr val="accent1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Shudhdhanaam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Nintey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rakthaththaal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! (2)</a:t>
            </a:r>
          </a:p>
        </p:txBody>
      </p:sp>
    </p:spTree>
    <p:extLst>
      <p:ext uri="{BB962C8B-B14F-4D97-AF65-F5344CB8AC3E}">
        <p14:creationId xmlns:p14="http://schemas.microsoft.com/office/powerpoint/2010/main" val="213389493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6476" y="729109"/>
            <a:ext cx="12191999" cy="22098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എൻ ആത്മാവേ! ഉള്ളിൽ ഖേദിക്കുന്ന തെന്തിന്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തന്‍റെ ജീവ നേകിയോൻ താൻ നിന്നെ വിടുമോ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താൻ ചുമന്നു കൊണ്ടുപോകും സ്വർഗ്ഗ സീയോനിൽ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തൻ വിളികേട്ടു സന്നിധൗ ചെല്ലുകിൽ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572453-44F4-487D-BD8D-FDF5C8A5BD0F}"/>
              </a:ext>
            </a:extLst>
          </p:cNvPr>
          <p:cNvSpPr/>
          <p:nvPr/>
        </p:nvSpPr>
        <p:spPr>
          <a:xfrm>
            <a:off x="16477" y="2760077"/>
            <a:ext cx="1194692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ശുദ്ധമാക്ക എന്നെ യാകമാനം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ശുദ്ധനാം യേശുവേ! നിന്‍റെ രക്തത്താൽ (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393E3C-E267-4C24-AAC9-AC403F0D044D}"/>
              </a:ext>
            </a:extLst>
          </p:cNvPr>
          <p:cNvSpPr/>
          <p:nvPr/>
        </p:nvSpPr>
        <p:spPr>
          <a:xfrm>
            <a:off x="-16476" y="3746276"/>
            <a:ext cx="1220847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Ullhilkhèdikkunna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thenthinu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nèkiyôn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vidumô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chumannu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kondupôkum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swargga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vilhikèttu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sannidhou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chellukil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81647A-6FD5-48DB-ADA7-F787BA5EC38E}"/>
              </a:ext>
            </a:extLst>
          </p:cNvPr>
          <p:cNvSpPr/>
          <p:nvPr/>
        </p:nvSpPr>
        <p:spPr>
          <a:xfrm>
            <a:off x="-2060" y="5715000"/>
            <a:ext cx="1141472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Shudhdhamaakka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yaakamaanam</a:t>
            </a:r>
            <a:endParaRPr lang="en-US" sz="3200" b="1" dirty="0">
              <a:solidFill>
                <a:schemeClr val="accent1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Shudhdhanaam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Nintey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rakthaththaal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! (2)</a:t>
            </a:r>
          </a:p>
        </p:txBody>
      </p:sp>
    </p:spTree>
    <p:extLst>
      <p:ext uri="{BB962C8B-B14F-4D97-AF65-F5344CB8AC3E}">
        <p14:creationId xmlns:p14="http://schemas.microsoft.com/office/powerpoint/2010/main" val="130779090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2255</TotalTime>
  <Words>182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222 തെറ്റി ഞാൻ കാണാതെ</vt:lpstr>
      <vt:lpstr>1 തെറ്റി ഞാൻ കാണാതെ പോയൊരാടു പോലയ്യോ   ചുറ്റി പാരം കാടാകെ നാഥനില്ലാതെ   വിട്ടു നിൻ വഴികൾ കല്പനനകൾ എന്നിവ   പട്ടു എൻ ഹൃദയം ഘോരകൃത്യത്താൽ </vt:lpstr>
      <vt:lpstr>2 ദുഷ്ടരായ കള്ളർ കയ്യിൽ പെട്ടവനെപ്പോൽ   ദുഷ്ടരാകും പേയ് ഗണത്താൽ ചുറ്റപ്പെട്ടഹോ!  കഷ്ടതയിൽ വീണുഴലും എഴയാമെന്നെ   തൃക്കരത്തിൽ ഏന്തി സ്വസ്ഥമാക്കുക </vt:lpstr>
      <vt:lpstr>3 നല്ലിടയനാകുമെന്‍റെ പോന്നുകാന്താ! നിൻ   വല്ലഭാത്താ ലുള്ളലിഞ്ഞു തേടുക എന്നെ   ശക്തനാക്കു കാകമാനം ക്ഷീണനാ മെന്നെ   കെട്ടുകയെൻ പാപ മുറിവുകളെ </vt:lpstr>
      <vt:lpstr>4 എൻ ആത്മാവേ! ഉള്ളിൽ ഖേദിക്കുന്ന തെന്തിന്   തന്‍റെ ജീവ നേകിയോൻ താൻ നിന്നെ വിടുമോ   താൻ ചുമന്നു കൊണ്ടുപോകും സ്വർഗ്ഗ സീയോനിൽ   തൻ വിളികേട്ടു സന്നിധൗ ചെല്ലുകിൽ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Thetti njan kaanathe</dc:title>
  <dc:creator>Digital Input:; GM JOHN; Acsah Mathews</dc:creator>
  <cp:lastModifiedBy>Acsah Mathews</cp:lastModifiedBy>
  <cp:revision>574</cp:revision>
  <dcterms:created xsi:type="dcterms:W3CDTF">2013-04-19T09:19:07Z</dcterms:created>
  <dcterms:modified xsi:type="dcterms:W3CDTF">2018-11-09T16:07:53Z</dcterms:modified>
</cp:coreProperties>
</file>