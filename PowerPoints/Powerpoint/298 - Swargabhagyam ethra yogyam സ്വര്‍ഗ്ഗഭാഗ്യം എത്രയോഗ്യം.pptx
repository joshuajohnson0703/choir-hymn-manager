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2" r:id="rId2"/>
    <p:sldId id="271" r:id="rId3"/>
    <p:sldId id="275" r:id="rId4"/>
    <p:sldId id="276" r:id="rId5"/>
    <p:sldId id="277" r:id="rId6"/>
    <p:sldId id="278" r:id="rId7"/>
    <p:sldId id="279" r:id="rId8"/>
    <p:sldId id="280" r:id="rId9"/>
    <p:sldId id="281" r:id="rId10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42" d="100"/>
          <a:sy n="42" d="100"/>
        </p:scale>
        <p:origin x="54" y="84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EAA7D-E2CE-4B2B-BEFA-2F1A000A7603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A4388B5-0DCD-4AFA-A7A3-93046A809C9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9B4D46-CCFF-4C82-9AFC-245CD6B431D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645ECB-301B-416C-8B14-9D29F2D08E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27E05F-8FFF-488B-85C6-10545EB4F09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FE739-7939-4069-923F-029F1A29942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5B554B-02EC-4C8C-B41F-06FB62640CAD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891AFE-0AB8-4F1D-8BDF-2DDFB67A0C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470593-C6E2-416B-9A0D-13BF4EB8E9F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2F82A-DB27-4729-B288-4F61ED17B4A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38F07E-F06E-4795-9788-711411B818A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5CE4ADC-888E-4907-BAB5-FFA4E93D3F0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CD6B4-6E39-4A85-8DEC-4D07BE55EC24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A283534-BAB5-4D0F-BA9B-2CB17E07B5F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847F4FC-325A-45B9-A9A4-15DC9DC86142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A6CD08C-7D15-4944-A856-363F7BD03A0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3CF751-3653-4F1F-8231-9D554AC69BC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7F924F-4953-48F0-A7C4-D55852F359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7781CA5-295F-43A4-8646-F346AAD8D995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9BA419-5EE4-4EC1-8453-57F9409B5E1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004C5FB-E0DA-418B-97D1-71BAAB87C151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3D6DDD-2C38-4AAB-9B20-B82F3818BC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41CC0B-8D6D-4D2C-B785-8A281CB866CB}" type="datetimeFigureOut">
              <a:rPr lang="en-US"/>
              <a:pPr>
                <a:defRPr/>
              </a:pPr>
              <a:t>11/16/2018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C0ABEA75-EBBD-432C-8490-3B50206519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ADAD23-D482-4394-9620-9C7C844C45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298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സ്വര്‍ഗ്ഗഭാഗ്യം</a:t>
            </a:r>
            <a:r>
              <a:rPr lang="en-US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b="1">
                <a:latin typeface="Kartika" panose="02020503030404060203" pitchFamily="18" charset="0"/>
              </a:rPr>
              <a:t>എത്രയോഗ്യം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5943EEC-C4DC-4DFA-83BB-A85BA12413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sz="4000" b="1" dirty="0">
                <a:solidFill>
                  <a:srgbClr val="002060"/>
                </a:solidFill>
              </a:rPr>
              <a:t>Swarga </a:t>
            </a:r>
            <a:r>
              <a:rPr lang="en-US" sz="4000" b="1" dirty="0" err="1">
                <a:solidFill>
                  <a:srgbClr val="002060"/>
                </a:solidFill>
              </a:rPr>
              <a:t>bhaagyam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ethra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  <a:r>
              <a:rPr lang="en-US" sz="4000" b="1" dirty="0" err="1">
                <a:solidFill>
                  <a:srgbClr val="002060"/>
                </a:solidFill>
              </a:rPr>
              <a:t>yogyam</a:t>
            </a:r>
            <a:r>
              <a:rPr lang="en-US" sz="4000" b="1" dirty="0">
                <a:solidFill>
                  <a:srgbClr val="002060"/>
                </a:solidFill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136941307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സ്വര്‍ഗ്ഗഭാഗ്യം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എത്രയോഗ്യം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ആര്‍ക്കു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വര്‍ണ്ണിക്കാം- അതിൻ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ഭാഗ്യമോര്‍ക്കുന്തോറുമെനിക്കാശയേറുന്നേ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Swarga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yogyam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aarkku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varnnhikkaam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thorum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enikk-aashayerunne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!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1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പാപലോകത്തില്‍ കിടന്നു പാടുപെടുന്ന എനി-</a:t>
            </a:r>
            <a:b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	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ക്കെപ്പോഴെന്‍റെ മോക്ഷവീട്ടില്‍ ചെന്നു ചേര്‍ന്നീടാം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Paapalokaththil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kidannu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paadupedunna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kkeppozhente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mokshaveettil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chennu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chernneedaam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73238884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</a:rPr>
              <a:t>2	മുമ്പേ മുമ്പേ പോയിടുന്നോര്‍</a:t>
            </a:r>
            <a:r>
              <a:rPr lang="en-US" sz="3400" b="1" dirty="0">
                <a:latin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</a:rPr>
              <a:t>ഭാഗ്യ മുള്ളവര്‍ -മന്നി-	ലുള്ള കഷ്ടതകള്‍ നീങ്ങി സ്വസ്ഥരായവര്‍ 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Mumpe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mumpe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poyidumpol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bhaagyamullavar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manni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lullha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kashtathakal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neengi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svasth-araayavar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46332182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3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ലോക സംബന്ധ ഭവനം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വിട്ടുപോയെന്നാല്‍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-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മോക്ഷേ 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കൈകളാല്‍ തീര്‍ക്കാത്ത</a:t>
            </a:r>
            <a:r>
              <a:rPr lang="en-US" sz="34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വീട്ടില്‍ പാര്‍ത്തിടാമല്ലോ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Loka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sambandha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bhavanam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vittu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poyennal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mokshe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Kaikalhaal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theer-kaaththa-veettil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paar-thidaamallo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31678515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4	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രണ്ടിനാല്‍ ഞരങ്ങി ഞാനും</a:t>
            </a:r>
            <a:r>
              <a:rPr lang="en-US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400" b="1" spc="-150" dirty="0">
                <a:latin typeface="Kartika" panose="02020503030404060203" pitchFamily="18" charset="0"/>
                <a:cs typeface="Kartika" panose="02020503030404060203" pitchFamily="18" charset="0"/>
              </a:rPr>
              <a:t>വാഞ്ഛിച്ചീടുന്നു-ആത്മ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വീണ്ടെടുപ്പാം പുത്ര സന്തോഷത്തിലെത്തുവാൻ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Randinaal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njarangi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njanum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vaanji-cheedunnue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–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aathma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Vendeduppaam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santhoshaththil-ethuvaan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30801286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5	</a:t>
            </a: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ഇങ്ങു പെടും പാടുകള്‍ക്കാശ്വാസം പ്രാപിപ്പാൻ-എന്‍റെ</a:t>
            </a:r>
            <a:b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മംഗല മോക്ഷപുരത്തിലെപ്പോഴെത്തും ഞാൻ?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Ingu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pedum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paadukalkkaashvaasam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praapippaan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Mangala moksha-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purathil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eppozheththum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1837113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952393"/>
            <a:ext cx="12192000" cy="1828800"/>
          </a:xfrm>
        </p:spPr>
        <p:txBody>
          <a:bodyPr anchor="t"/>
          <a:lstStyle/>
          <a:p>
            <a:pPr algn="l" defTabSz="457200">
              <a:lnSpc>
                <a:spcPct val="150000"/>
              </a:lnSpc>
              <a:defRPr/>
            </a:pPr>
            <a:r>
              <a:rPr lang="ml-IN" sz="34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6	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പ്രാവിനെപ്പോല്‍ രണ്ടു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ചിറകുണ്ടെന്നാകില്‍ ഞാൻ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-</a:t>
            </a:r>
            <a:r>
              <a:rPr lang="en-US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200" b="1" spc="-300" dirty="0">
                <a:latin typeface="Kartika" panose="02020503030404060203" pitchFamily="18" charset="0"/>
                <a:cs typeface="Kartika" panose="02020503030404060203" pitchFamily="18" charset="0"/>
              </a:rPr>
              <a:t>ശീഘ്രം</a:t>
            </a:r>
            <a:br>
              <a:rPr lang="en-US" sz="3300" b="1" spc="-300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400" b="1" dirty="0">
                <a:latin typeface="Kartika" panose="02020503030404060203" pitchFamily="18" charset="0"/>
                <a:cs typeface="Kartika" panose="02020503030404060203" pitchFamily="18" charset="0"/>
              </a:rPr>
              <a:t>	എത്തും പറന്നെന്‍റെ 	മണവാളന്‍ സന്നിധൌ</a:t>
            </a:r>
            <a:endParaRPr lang="en-US" sz="34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609600" y="3429000"/>
            <a:ext cx="11582400" cy="16684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Praavinepol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randu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chirhakundennaakil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njaan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Sheeghram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parhannte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manhavaalan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sannidhau</a:t>
            </a:r>
            <a:endParaRPr lang="en-US" sz="3600" b="1" dirty="0">
              <a:solidFill>
                <a:srgbClr val="00206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4589583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0" y="762000"/>
            <a:ext cx="12192000" cy="2667000"/>
          </a:xfrm>
        </p:spPr>
        <p:txBody>
          <a:bodyPr anchor="t"/>
          <a:lstStyle/>
          <a:p>
            <a:pPr defTabSz="457200">
              <a:lnSpc>
                <a:spcPct val="150000"/>
              </a:lnSpc>
              <a:defRPr/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സ്വര്‍ഗ്ഗഭാഗ്യം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എത്രയോഗ്യം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ആര്‍ക്കു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വര്‍ണ്ണിക്കാം- അതിൻ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ഭാഗ്യമോര്‍ക്കുന്തോറുമെനിക്കാശയേറുന്നേ</a:t>
            </a:r>
            <a: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  <a:t> </a:t>
            </a: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!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430000" y="0"/>
            <a:ext cx="762000" cy="33855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600" b="1" dirty="0">
                <a:solidFill>
                  <a:srgbClr val="FF0000"/>
                </a:solidFill>
              </a:rPr>
              <a:t>298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A2B57AA-32AF-4660-AE47-DC01C8C62AC9}"/>
              </a:ext>
            </a:extLst>
          </p:cNvPr>
          <p:cNvSpPr/>
          <p:nvPr/>
        </p:nvSpPr>
        <p:spPr>
          <a:xfrm>
            <a:off x="0" y="3429000"/>
            <a:ext cx="12192000" cy="24994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+mn-lt"/>
              </a:rPr>
              <a:t>Swarga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ethra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yogyam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aarkku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varnnhikkaam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-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Athin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</a:p>
          <a:p>
            <a:pPr algn="ctr">
              <a:lnSpc>
                <a:spcPct val="150000"/>
              </a:lnSpc>
            </a:pP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Bhaagyam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orkkum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thorum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</a:t>
            </a:r>
            <a:r>
              <a:rPr lang="en-US" sz="3600" b="1" dirty="0" err="1">
                <a:solidFill>
                  <a:srgbClr val="002060"/>
                </a:solidFill>
                <a:latin typeface="+mn-lt"/>
              </a:rPr>
              <a:t>enikk-aashayerunne</a:t>
            </a:r>
            <a:r>
              <a:rPr lang="en-US" sz="3600" b="1" dirty="0">
                <a:solidFill>
                  <a:srgbClr val="002060"/>
                </a:solidFill>
                <a:latin typeface="+mn-lt"/>
              </a:rPr>
              <a:t> !</a:t>
            </a:r>
          </a:p>
        </p:txBody>
      </p:sp>
    </p:spTree>
    <p:extLst>
      <p:ext uri="{BB962C8B-B14F-4D97-AF65-F5344CB8AC3E}">
        <p14:creationId xmlns:p14="http://schemas.microsoft.com/office/powerpoint/2010/main" val="2064630921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624</TotalTime>
  <Words>106</Words>
  <Application>Microsoft Office PowerPoint</Application>
  <PresentationFormat>Widescreen</PresentationFormat>
  <Paragraphs>31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Kartika</vt:lpstr>
      <vt:lpstr>Office Theme</vt:lpstr>
      <vt:lpstr>298 സ്വര്‍ഗ്ഗഭാഗ്യം എത്രയോഗ്യം</vt:lpstr>
      <vt:lpstr>സ്വര്‍ഗ്ഗഭാഗ്യം എത്രയോഗ്യം  ആര്‍ക്കു വര്‍ണ്ണിക്കാം- അതിൻ ഭാഗ്യമോര്‍ക്കുന്തോറുമെനിക്കാശയേറുന്നേ !</vt:lpstr>
      <vt:lpstr>1 പാപലോകത്തില്‍ കിടന്നു പാടുപെടുന്ന എനി-  ക്കെപ്പോഴെന്‍റെ മോക്ഷവീട്ടില്‍ ചെന്നു ചേര്‍ന്നീടാം</vt:lpstr>
      <vt:lpstr>2 മുമ്പേ മുമ്പേ പോയിടുന്നോര്‍ ഭാഗ്യ മുള്ളവര്‍ -മന്നി- ലുള്ള കഷ്ടതകള്‍ നീങ്ങി സ്വസ്ഥരായവര്‍ </vt:lpstr>
      <vt:lpstr>3 ലോക സംബന്ധ ഭവനം വിട്ടുപോയെന്നാല്‍ - മോക്ഷേ   കൈകളാല്‍ തീര്‍ക്കാത്ത വീട്ടില്‍ പാര്‍ത്തിടാമല്ലോ</vt:lpstr>
      <vt:lpstr>4 രണ്ടിനാല്‍ ഞരങ്ങി ഞാനും വാഞ്ഛിച്ചീടുന്നു-ആത്മ  വീണ്ടെടുപ്പാം പുത്ര സന്തോഷത്തിലെത്തുവാൻ</vt:lpstr>
      <vt:lpstr>5 ഇങ്ങു പെടും പാടുകള്‍ക്കാശ്വാസം പ്രാപിപ്പാൻ-എന്‍റെ  മംഗല മോക്ഷപുരത്തിലെപ്പോഴെത്തും ഞാൻ?</vt:lpstr>
      <vt:lpstr>6 പ്രാവിനെപ്പോല്‍ രണ്ടു ചിറകുണ്ടെന്നാകില്‍ ഞാൻ - ശീഘ്രം  എത്തും പറന്നെന്‍റെ  മണവാളന്‍ സന്നിധൌ</vt:lpstr>
      <vt:lpstr>സ്വര്‍ഗ്ഗഭാഗ്യം എത്രയോഗ്യം  ആര്‍ക്കു വര്‍ണ്ണിക്കാം- അതിൻ ഭാഗ്യമോര്‍ക്കുന്തോറുമെനിക്കാശയേറുന്നേ 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Swargabhagyam ethrayogyam</dc:title>
  <dc:creator>Digital Input:; GM JOHN; Acsah Mathews</dc:creator>
  <cp:lastModifiedBy>Acsah Mathews</cp:lastModifiedBy>
  <cp:revision>247</cp:revision>
  <dcterms:created xsi:type="dcterms:W3CDTF">2013-04-19T09:19:07Z</dcterms:created>
  <dcterms:modified xsi:type="dcterms:W3CDTF">2018-11-16T14:54:42Z</dcterms:modified>
</cp:coreProperties>
</file>