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0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48" y="7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314B1-AAA1-47D5-9FDD-46B96EB88ADB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0CA335-2261-40A4-B54A-9FA00284A5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38E56-5C58-4930-8044-9254634BDF9E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C9F24-FB12-4B8C-B764-56DD938375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AEAFB7-1750-4BBE-9EA8-64FDC876BFB6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2AB81-862D-4BBA-9C29-0C892D5465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B4EDB-376F-4044-87FC-B65522BAE1A7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3A4C7-FBD3-465E-A5E7-9384F85C63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8BFD51-24CC-45CE-80C9-BA9CD04F462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FB3030-515C-408E-9FC2-5E4F61BCEF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C7FCC-F251-488C-BD39-C29A451BE41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811A54-1C75-4906-A2A0-E6E678D628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5603B4-7DDC-4A41-B275-F721EFA86A2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B24030-9546-46CA-9DBB-7F33DC5729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9EA46E-857B-41D6-8B1D-F9E5F2D22381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441D1-4073-4861-A752-FB9B31ED25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90153-3264-46B1-8531-2FA00A0CD39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7B062-CD98-4573-9AC9-C27C21BAFA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77135-AB65-4637-B90A-989CDC958F6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C9F71-EFAC-47BF-9258-3ADEEEA8DF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5F0B2-0A5E-45C2-BDAD-5237E5476872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1E16EC-8AC6-47E8-90DF-61B1A81086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9E8223F-B130-4FDF-A6EA-6FB60FB08CE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CE31A72-3C6B-4952-9806-AE827C8A15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7794-A1A9-4F7D-A054-8BCDBF16C5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latin typeface="Kartika" panose="02020503030404060203" pitchFamily="18" charset="0"/>
              </a:rPr>
              <a:t>61</a:t>
            </a:r>
            <a:br>
              <a:rPr lang="en-US" b="1" dirty="0">
                <a:latin typeface="Kartika" panose="02020503030404060203" pitchFamily="18" charset="0"/>
              </a:rPr>
            </a:br>
            <a:r>
              <a:rPr lang="ml-IN" sz="4500" b="1" dirty="0">
                <a:latin typeface="Kartika" panose="02020503030404060203" pitchFamily="18" charset="0"/>
              </a:rPr>
              <a:t>സ്തോത്രം യേശുവേ!</a:t>
            </a:r>
            <a:endParaRPr lang="en-US" sz="4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94DED-510A-41C6-BD72-9B29DA7AC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Sthothram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Yeshuvey</a:t>
            </a:r>
            <a:r>
              <a:rPr lang="en-US" sz="4000" b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!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9385769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600200"/>
            <a:ext cx="12192000" cy="2209800"/>
          </a:xfrm>
        </p:spPr>
        <p:txBody>
          <a:bodyPr anchor="t"/>
          <a:lstStyle/>
          <a:p>
            <a:pPr algn="l" defTabSz="282575">
              <a:defRPr/>
            </a:pP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ദാസനാമെന്‍റെ നാശമകറ്റാൻ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നര വേ-ഷമായവതരിച്ച ദൈവജാതനേ-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2800" b="1" dirty="0">
                <a:latin typeface="Kartika" panose="02020503030404060203" pitchFamily="18" charset="0"/>
              </a:rPr>
              <a:t>പാപത്തിന്നുടെ ശാപശിക്ഷയാം - ദൈവ</a:t>
            </a:r>
            <a:br>
              <a:rPr lang="ml-IN" sz="2800" b="1" dirty="0">
                <a:latin typeface="Kartika" panose="02020503030404060203" pitchFamily="18" charset="0"/>
              </a:rPr>
            </a:b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dirty="0">
                <a:latin typeface="Kartika" panose="02020503030404060203" pitchFamily="18" charset="0"/>
              </a:rPr>
              <a:t>കോപത്തീയിൽ വെന്തെരിഞ്ഞ ജീവനാഥനേ!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-   </a:t>
            </a:r>
            <a:r>
              <a:rPr lang="ml-IN" sz="2800" b="1" dirty="0">
                <a:latin typeface="Kartika" panose="02020503030404060203" pitchFamily="18" charset="0"/>
              </a:rPr>
              <a:t>സ്തോ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…..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7E071E-4CBC-40CF-981E-394168D56CE9}"/>
              </a:ext>
            </a:extLst>
          </p:cNvPr>
          <p:cNvSpPr/>
          <p:nvPr/>
        </p:nvSpPr>
        <p:spPr>
          <a:xfrm>
            <a:off x="0" y="533400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യേശുവേ! സ്തോത്രം യേശുവേ! നിന്നെ-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മാത്രം നന്ദിയോടെ എന്നും വാഴിത്തിപ്പാടും ഞാൻ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-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  <a:endParaRPr lang="en-US" sz="3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5BBA07-4EC3-4AE6-BFF3-D4BFB2F7BFE8}"/>
              </a:ext>
            </a:extLst>
          </p:cNvPr>
          <p:cNvSpPr/>
          <p:nvPr/>
        </p:nvSpPr>
        <p:spPr>
          <a:xfrm>
            <a:off x="0" y="3734812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Sthothram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Sthothram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-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Maathram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nanniyodey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Vaazhthi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paadum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njaan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Daasanaamentey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Naashamakattaan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Nara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vèsham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aayavatharichcha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Daiva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Jaathaney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			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stho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... </a:t>
            </a:r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Paapaththinudey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Shaapa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shikshayaam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Daiva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kôpatheeyil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ventherinja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Jeeva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naathaney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			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stho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cs typeface="Arial" panose="020B0604020202020204" pitchFamily="34" charset="0"/>
              </a:rPr>
              <a:t>... 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1" y="682373"/>
            <a:ext cx="12192000" cy="924103"/>
          </a:xfrm>
        </p:spPr>
        <p:txBody>
          <a:bodyPr anchor="t"/>
          <a:lstStyle/>
          <a:p>
            <a:pPr algn="l" defTabSz="282575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ശത്രുവാമെന്നെ നിൻ പുത്രനാക്കുവാൻ എന്നിൽ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ചേർത്തനിൻ കൃപക്കനന്തം സ്തോത്രം യേശുവേ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7E071E-4CBC-40CF-981E-394168D56CE9}"/>
              </a:ext>
            </a:extLst>
          </p:cNvPr>
          <p:cNvSpPr/>
          <p:nvPr/>
        </p:nvSpPr>
        <p:spPr>
          <a:xfrm>
            <a:off x="-5861" y="1604754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 യേശുവേ! സ്തോത്രം യേശുവേ! നിന്നെ-</a:t>
            </a:r>
            <a:b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മാത്രം നന്ദിയോടെ എന്നും വാഴിത്തിപ്പാടും ഞാൻ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  </a:t>
            </a:r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5BBA07-4EC3-4AE6-BFF3-D4BFB2F7BFE8}"/>
              </a:ext>
            </a:extLst>
          </p:cNvPr>
          <p:cNvSpPr/>
          <p:nvPr/>
        </p:nvSpPr>
        <p:spPr>
          <a:xfrm>
            <a:off x="0" y="3657600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Shathruvaam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Nin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puthranaakkuvaan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chèrththa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kripaikkanantham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Sthothram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stho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7C96F81-5731-4606-A5E8-2C6513EFCD5A}"/>
              </a:ext>
            </a:extLst>
          </p:cNvPr>
          <p:cNvSpPr txBox="1">
            <a:spLocks/>
          </p:cNvSpPr>
          <p:nvPr/>
        </p:nvSpPr>
        <p:spPr bwMode="auto">
          <a:xfrm>
            <a:off x="17585" y="2667506"/>
            <a:ext cx="12192000" cy="924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282575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ആർത്തികൾ തീർത്ത കരുണാ സമുദ്രമേ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ചെയ് വാനെന്നെ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പാത്രനാക്കുക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…..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6BD43-8D16-41F3-A7FD-33F5244FBEBF}"/>
              </a:ext>
            </a:extLst>
          </p:cNvPr>
          <p:cNvSpPr/>
          <p:nvPr/>
        </p:nvSpPr>
        <p:spPr>
          <a:xfrm>
            <a:off x="-17584" y="58423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Aarththikalh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theertha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Karunhaa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samudramey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sthothram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cheivaanenney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paathranaakkuka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stho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65AC64-1BCB-4891-B9B9-2D33E4E4FDA7}"/>
              </a:ext>
            </a:extLst>
          </p:cNvPr>
          <p:cNvSpPr/>
          <p:nvPr/>
        </p:nvSpPr>
        <p:spPr>
          <a:xfrm>
            <a:off x="0" y="4724400"/>
            <a:ext cx="1222716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Sthothram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Yeshuvey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! Sthothram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Yeshuvey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!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Ninney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- </a:t>
            </a:r>
          </a:p>
          <a:p>
            <a:pPr lvl="0" algn="ctr"/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Maathram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nanniyodey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ennum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Vaazhthi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paadum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njaan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605683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5861" y="682373"/>
            <a:ext cx="12192000" cy="924103"/>
          </a:xfrm>
        </p:spPr>
        <p:txBody>
          <a:bodyPr anchor="t"/>
          <a:lstStyle/>
          <a:p>
            <a:pPr algn="l" defTabSz="282575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ജീവനാഥനേ ദേവ നന്ദനാ നിന്‍റെ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ജീവനെന്നിൽ തന്നതിന്നായ് സ്തോത്രം യേശുവേ</a:t>
            </a:r>
            <a:r>
              <a:rPr lang="en-US" sz="30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…..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061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7E071E-4CBC-40CF-981E-394168D56CE9}"/>
              </a:ext>
            </a:extLst>
          </p:cNvPr>
          <p:cNvSpPr/>
          <p:nvPr/>
        </p:nvSpPr>
        <p:spPr>
          <a:xfrm>
            <a:off x="-5861" y="1604754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സ്തോത്രം യേശുവേ! സ്തോത്രം യേശുവേ! നിന്നെ-</a:t>
            </a:r>
            <a:b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മാത്രം നന്ദിയോടെ എന്നും വാഴിത്തിപ്പാടും ഞാൻ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  </a:t>
            </a:r>
            <a:r>
              <a:rPr lang="ml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5BBA07-4EC3-4AE6-BFF3-D4BFB2F7BFE8}"/>
              </a:ext>
            </a:extLst>
          </p:cNvPr>
          <p:cNvSpPr/>
          <p:nvPr/>
        </p:nvSpPr>
        <p:spPr>
          <a:xfrm>
            <a:off x="0" y="3657600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5. Jeeva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naathaney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Deva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nandana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Nintey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jeevanennnil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thannathinaai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Sthothram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! 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stho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87C96F81-5731-4606-A5E8-2C6513EFCD5A}"/>
              </a:ext>
            </a:extLst>
          </p:cNvPr>
          <p:cNvSpPr txBox="1">
            <a:spLocks/>
          </p:cNvSpPr>
          <p:nvPr/>
        </p:nvSpPr>
        <p:spPr bwMode="auto">
          <a:xfrm>
            <a:off x="17585" y="2667506"/>
            <a:ext cx="12192000" cy="924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defTabSz="282575"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നാശലോകത്തിൽ ദാസനാമെന്നെ സൽപ്ര-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കാശമായ്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നടത്തിടേണം യേശുനാഥനേ!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 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…..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C6BD43-8D16-41F3-A7FD-33F5244FBEBF}"/>
              </a:ext>
            </a:extLst>
          </p:cNvPr>
          <p:cNvSpPr/>
          <p:nvPr/>
        </p:nvSpPr>
        <p:spPr>
          <a:xfrm>
            <a:off x="-17584" y="5842337"/>
            <a:ext cx="12192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6.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Naasha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lokaththil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Daasanaamenney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Salpra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kaashamaainadaththeedènham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naathaney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 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stho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65AC64-1BCB-4891-B9B9-2D33E4E4FDA7}"/>
              </a:ext>
            </a:extLst>
          </p:cNvPr>
          <p:cNvSpPr/>
          <p:nvPr/>
        </p:nvSpPr>
        <p:spPr>
          <a:xfrm>
            <a:off x="0" y="4724400"/>
            <a:ext cx="1222716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Sthothram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Yeshuvey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! Sthothram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Yeshuvey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!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Ninney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- </a:t>
            </a:r>
          </a:p>
          <a:p>
            <a:pPr lvl="0" algn="ctr"/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Maathram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nanniyodey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ennum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Vaazhthi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paadum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njaan</a:t>
            </a:r>
            <a:r>
              <a:rPr lang="en-US" sz="3000" b="1" dirty="0">
                <a:solidFill>
                  <a:srgbClr val="1F497D">
                    <a:lumMod val="75000"/>
                  </a:srgbClr>
                </a:solidFill>
                <a:latin typeface="Calibri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214F3A-D820-42EE-8FE8-25AF2C7E741D}"/>
              </a:ext>
            </a:extLst>
          </p:cNvPr>
          <p:cNvSpPr/>
          <p:nvPr/>
        </p:nvSpPr>
        <p:spPr>
          <a:xfrm>
            <a:off x="9863665" y="3619891"/>
            <a:ext cx="22990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(</a:t>
            </a:r>
            <a:r>
              <a:rPr lang="ml-IN" b="1" dirty="0">
                <a:latin typeface="Kartika" panose="02020503030404060203" pitchFamily="18" charset="0"/>
                <a:cs typeface="Kartika" panose="02020503030404060203" pitchFamily="18" charset="0"/>
              </a:rPr>
              <a:t>പി. വി. തൊമ്മി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39442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138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61 സ്തോത്രം യേശുവേ!</vt:lpstr>
      <vt:lpstr>1 ദാസനാമെന്‍റെ നാശമകറ്റാൻ  നര വേ-ഷമായവതരിച്ച ദൈവജാതനേ-   സ്തോ….  2 പാപത്തിന്നുടെ ശാപശിക്ഷയാം - ദൈവ  കോപത്തീയിൽ വെന്തെരിഞ്ഞ ജീവനാഥനേ!-   സ്തോ…..</vt:lpstr>
      <vt:lpstr>3 ശത്രുവാമെന്നെ നിൻ പുത്രനാക്കുവാൻ എന്നിൽ  ചേർത്തനിൻ കൃപക്കനന്തം സ്തോത്രം യേശുവേ-</vt:lpstr>
      <vt:lpstr>5 ജീവനാഥനേ ദേവ നന്ദനാ നിന്‍റെ  ജീവനെന്നിൽ തന്നതിന്നായ് സ്തോത്രം യേശുവേ -സ്തോ…..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ക്രിസ്തീയ കീർത്തനങ്ങൾ</dc:title>
  <dc:creator>Digital Input:;GM JOHN</dc:creator>
  <cp:lastModifiedBy>Acsah Mathews</cp:lastModifiedBy>
  <cp:revision>277</cp:revision>
  <dcterms:created xsi:type="dcterms:W3CDTF">2013-04-19T09:19:07Z</dcterms:created>
  <dcterms:modified xsi:type="dcterms:W3CDTF">2018-10-31T12:42:51Z</dcterms:modified>
</cp:coreProperties>
</file>