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76" r:id="rId3"/>
    <p:sldId id="277" r:id="rId4"/>
    <p:sldId id="278" r:id="rId5"/>
    <p:sldId id="279" r:id="rId6"/>
    <p:sldId id="280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86" autoAdjust="0"/>
    <p:restoredTop sz="94660"/>
  </p:normalViewPr>
  <p:slideViewPr>
    <p:cSldViewPr>
      <p:cViewPr varScale="1">
        <p:scale>
          <a:sx n="42" d="100"/>
          <a:sy n="42" d="100"/>
        </p:scale>
        <p:origin x="60" y="82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0BC0C5-8E74-4A94-A1CE-8ADF7D796479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E478E-B85A-4B58-96BE-38A7318D8D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FF76F9-45E0-45FA-9EDD-7E9D332AD2CB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84D0E-19D0-42F8-8C7F-E698564A04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EE326C-D550-4C69-9FB9-6DB9C45943EA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AD61A5-4931-44DC-8D81-54E707D417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BE43F2-5BBD-4E03-B76E-3A78A746C108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28BAB1-44D8-4735-BE3F-C9032B00E0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8F1823-C820-4F3F-8350-4C1BCDEC01A0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8DE449-F600-495B-B8D4-93210E53C7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41F3EE-DB84-4F5B-ABDB-276EB94D0D9D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B26DAC-87B1-468D-A09C-C9DF411894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36F6D7-7D3B-46D0-9904-CF7606AA221E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782503-45A0-47F3-975A-72D82D0E4C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7D41D3-2A73-47EA-94FC-E714C4BEAA5D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1C7A4B-60D1-41EF-BE18-D4473AA9D1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D2BC44-3232-4342-88B3-5A0BE444A6E2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0C08D6-8414-4CA0-ACE2-2A446FB6F4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8B64AF-28A9-4156-B390-01D3458A9D39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187CC4-FBE8-48AF-AAF9-4E1372252E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BF62AA-FC5E-4FA3-A5C6-AFD245E8A1DD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4CD7E5-F6AD-4937-9C41-C96F05A642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57CA391-2F53-4E50-A661-1115290C13CE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A589507-EDFB-469B-BC66-A3684082BD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F8E23-F1DA-46FA-BA7A-0FBAACB3EC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105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പരമപിതാവിനു സ്തുതി പാടാം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A49846-12E4-4A3D-9ED0-6ECFEE628A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Parama </a:t>
            </a:r>
            <a:r>
              <a:rPr lang="en-US" sz="4000" b="1" dirty="0" err="1">
                <a:solidFill>
                  <a:schemeClr val="tx2"/>
                </a:solidFill>
              </a:rPr>
              <a:t>Pithaavinu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sthuthi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paadaam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9AA715-FE4C-4813-97D3-202C867C932A}"/>
              </a:ext>
            </a:extLst>
          </p:cNvPr>
          <p:cNvSpPr/>
          <p:nvPr/>
        </p:nvSpPr>
        <p:spPr>
          <a:xfrm>
            <a:off x="1371600" y="4977882"/>
            <a:ext cx="28857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(</a:t>
            </a:r>
            <a:r>
              <a:rPr lang="ml-IN" sz="2000" b="1" dirty="0">
                <a:solidFill>
                  <a:schemeClr val="accent2"/>
                </a:solidFill>
              </a:rPr>
              <a:t>ചാക്കോ കുരുവിള</a:t>
            </a:r>
            <a:r>
              <a:rPr lang="en-US" sz="2000" b="1" dirty="0">
                <a:solidFill>
                  <a:schemeClr val="accent2"/>
                </a:solidFill>
              </a:rPr>
              <a:t>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D099A3-1319-428A-92DA-05C448D0B00B}"/>
              </a:ext>
            </a:extLst>
          </p:cNvPr>
          <p:cNvSpPr/>
          <p:nvPr/>
        </p:nvSpPr>
        <p:spPr>
          <a:xfrm>
            <a:off x="8915400" y="4884420"/>
            <a:ext cx="23519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(Chacko Kuruvilla) </a:t>
            </a:r>
          </a:p>
        </p:txBody>
      </p:sp>
    </p:spTree>
    <p:extLst>
      <p:ext uri="{BB962C8B-B14F-4D97-AF65-F5344CB8AC3E}">
        <p14:creationId xmlns:p14="http://schemas.microsoft.com/office/powerpoint/2010/main" val="29112759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975104"/>
            <a:ext cx="12192000" cy="2249486"/>
          </a:xfrm>
        </p:spPr>
        <p:txBody>
          <a:bodyPr anchor="t"/>
          <a:lstStyle/>
          <a:p>
            <a:pPr algn="l">
              <a:tabLst>
                <a:tab pos="404813" algn="l"/>
              </a:tabLst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പരമപിതാവിനു സ്തുതി പാടാം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അവനല്ലോ ജീവനെ നൽകിടുന്നു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പാപങ്ങളൊക്കെയും ക്ഷമിച്ചിടുന്നു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രോഗങ്ങളാകവെ നീക്കിടുന്നു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105</a:t>
            </a:r>
            <a:endParaRPr lang="en-US" sz="16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BC7241-D4FF-49B8-A841-479F9CBD3E9C}"/>
              </a:ext>
            </a:extLst>
          </p:cNvPr>
          <p:cNvSpPr/>
          <p:nvPr/>
        </p:nvSpPr>
        <p:spPr>
          <a:xfrm>
            <a:off x="1905000" y="3861140"/>
            <a:ext cx="10287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Parama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Pithaavinu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paadaam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Avanallo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jeevaney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nalkeedunnu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Paapangalhokkeyum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kshamichcheedunnu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Rôgangalhaakavey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neekkidunnu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		 -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parama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...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DF9638-DECB-4F53-8F6E-E0556CF2A2B9}"/>
              </a:ext>
            </a:extLst>
          </p:cNvPr>
          <p:cNvSpPr/>
          <p:nvPr/>
        </p:nvSpPr>
        <p:spPr>
          <a:xfrm>
            <a:off x="0" y="106680"/>
            <a:ext cx="12192000" cy="621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4000"/>
              </a:lnSpc>
            </a:pPr>
            <a:r>
              <a:rPr lang="en-US" sz="3200" b="1" dirty="0">
                <a:latin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7771403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22860" y="722314"/>
            <a:ext cx="12192000" cy="2249486"/>
          </a:xfrm>
        </p:spPr>
        <p:txBody>
          <a:bodyPr anchor="t"/>
          <a:lstStyle/>
          <a:p>
            <a:pPr algn="l">
              <a:tabLst>
                <a:tab pos="404813" algn="l"/>
              </a:tabLst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ഇടയനെപ്പോൽ നമ്മെ തേടിവന്നു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പാപക്കുഴിയിൽ നിന്നേറ്റിയവൻ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സ്വന്തമാക്കി നമ്മെ തീർത്തിടുവാൻ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സ്വന്തരക്തം നമുക്കേകിയതാൽ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105</a:t>
            </a:r>
            <a:endParaRPr lang="en-US" sz="16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BC7241-D4FF-49B8-A841-479F9CBD3E9C}"/>
              </a:ext>
            </a:extLst>
          </p:cNvPr>
          <p:cNvSpPr/>
          <p:nvPr/>
        </p:nvSpPr>
        <p:spPr>
          <a:xfrm>
            <a:off x="1905000" y="3505200"/>
            <a:ext cx="10287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Idayaneypol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nammey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thédi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Paapakuzhiyil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ninnèttiyavan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Swanthamaakki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nammey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theerthiduvaan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swantha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rakhtham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namukkèkiyathaal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7B5D92-5726-43CC-9155-01CF7E2D6D0D}"/>
              </a:ext>
            </a:extLst>
          </p:cNvPr>
          <p:cNvSpPr/>
          <p:nvPr/>
        </p:nvSpPr>
        <p:spPr>
          <a:xfrm>
            <a:off x="-45720" y="2907620"/>
            <a:ext cx="12192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പരമപിതാവിനു സ്തുതി പാടാം</a:t>
            </a:r>
            <a:r>
              <a:rPr lang="en-US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അവനല്ലോ ജീവനെ നൽകിടുന്നു </a:t>
            </a:r>
            <a:endParaRPr lang="en-US" sz="3000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70BC3A-F7CD-4B3C-A260-E9AC61D99F14}"/>
              </a:ext>
            </a:extLst>
          </p:cNvPr>
          <p:cNvSpPr/>
          <p:nvPr/>
        </p:nvSpPr>
        <p:spPr>
          <a:xfrm>
            <a:off x="0" y="6019800"/>
            <a:ext cx="12138660" cy="621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4000"/>
              </a:lnSpc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Parama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Pithaavinu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sthuthi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paadaam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-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Avanallo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jeevaney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nalkeedunnu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E4E2B6-BAC3-4609-9B3E-BE50DBDAC659}"/>
              </a:ext>
            </a:extLst>
          </p:cNvPr>
          <p:cNvSpPr/>
          <p:nvPr/>
        </p:nvSpPr>
        <p:spPr>
          <a:xfrm>
            <a:off x="0" y="106680"/>
            <a:ext cx="12192000" cy="621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4000"/>
              </a:lnSpc>
            </a:pPr>
            <a:r>
              <a:rPr lang="en-US" sz="3200" b="1" dirty="0"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1400603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22860" y="722314"/>
            <a:ext cx="12192000" cy="2249486"/>
          </a:xfrm>
        </p:spPr>
        <p:txBody>
          <a:bodyPr anchor="t"/>
          <a:lstStyle/>
          <a:p>
            <a:pPr algn="l">
              <a:tabLst>
                <a:tab pos="404813" algn="l"/>
              </a:tabLst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അമ്മയെപ്പോൽ നമ്മെ ഓമനിച്ചു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അപകടവേളയിൽ പാലിച്ചവൻ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ആഹാരപാനീയമേകിയവൻ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നിത്യമാം ജീവനും നൽകിടുന്നു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105</a:t>
            </a:r>
            <a:endParaRPr lang="en-US" sz="16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BC7241-D4FF-49B8-A841-479F9CBD3E9C}"/>
              </a:ext>
            </a:extLst>
          </p:cNvPr>
          <p:cNvSpPr/>
          <p:nvPr/>
        </p:nvSpPr>
        <p:spPr>
          <a:xfrm>
            <a:off x="1905000" y="3505200"/>
            <a:ext cx="10287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Ammayepol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nammey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ômanichchu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Apakadavèlhayil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paalichchavan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Aahaara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paaniyamèkiyavan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Nithyamaam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jeevanum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nalkeedunnu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7B5D92-5726-43CC-9155-01CF7E2D6D0D}"/>
              </a:ext>
            </a:extLst>
          </p:cNvPr>
          <p:cNvSpPr/>
          <p:nvPr/>
        </p:nvSpPr>
        <p:spPr>
          <a:xfrm>
            <a:off x="-45720" y="2907620"/>
            <a:ext cx="12192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പരമപിതാവിനു സ്തുതി പാടാം</a:t>
            </a:r>
            <a:r>
              <a:rPr lang="en-US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അവനല്ലോ ജീവനെ നൽകിടുന്നു </a:t>
            </a:r>
            <a:endParaRPr lang="en-US" sz="3000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70BC3A-F7CD-4B3C-A260-E9AC61D99F14}"/>
              </a:ext>
            </a:extLst>
          </p:cNvPr>
          <p:cNvSpPr/>
          <p:nvPr/>
        </p:nvSpPr>
        <p:spPr>
          <a:xfrm>
            <a:off x="0" y="6019800"/>
            <a:ext cx="12138660" cy="621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4000"/>
              </a:lnSpc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Parama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Pithaavinu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sthuthi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paadaam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-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Avanallo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jeevaney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nalkeedunnu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E4E2B6-BAC3-4609-9B3E-BE50DBDAC659}"/>
              </a:ext>
            </a:extLst>
          </p:cNvPr>
          <p:cNvSpPr/>
          <p:nvPr/>
        </p:nvSpPr>
        <p:spPr>
          <a:xfrm>
            <a:off x="0" y="106680"/>
            <a:ext cx="12192000" cy="621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4000"/>
              </a:lnSpc>
            </a:pPr>
            <a:r>
              <a:rPr lang="en-US" sz="3200" b="1" dirty="0">
                <a:latin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93155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22860" y="722314"/>
            <a:ext cx="12192000" cy="2249486"/>
          </a:xfrm>
        </p:spPr>
        <p:txBody>
          <a:bodyPr anchor="t"/>
          <a:lstStyle/>
          <a:p>
            <a:pPr algn="l">
              <a:tabLst>
                <a:tab pos="404813" algn="l"/>
              </a:tabLst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കൂടുകളെക്കൂടെ ക്കൂടിളക്കി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പറക്കുവാനായ് നമ്മെ ശീലിപ്പിച്ചു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ചിറകുകളതിന്മേൽ വഹിച്ചു നമ്മെ,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നിലംപരിചായ് നാം നശിച്ചിടാതെ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105</a:t>
            </a:r>
            <a:endParaRPr lang="en-US" sz="16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BC7241-D4FF-49B8-A841-479F9CBD3E9C}"/>
              </a:ext>
            </a:extLst>
          </p:cNvPr>
          <p:cNvSpPr/>
          <p:nvPr/>
        </p:nvSpPr>
        <p:spPr>
          <a:xfrm>
            <a:off x="1905000" y="3505200"/>
            <a:ext cx="10287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Koodukalheykkoodey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kkudilhakki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Parakkuvaanaai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nammey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sheelippichchu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Chirakukalhathinmél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vahichchu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nammey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Nilam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parichaainaam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nashichcheedaathey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7B5D92-5726-43CC-9155-01CF7E2D6D0D}"/>
              </a:ext>
            </a:extLst>
          </p:cNvPr>
          <p:cNvSpPr/>
          <p:nvPr/>
        </p:nvSpPr>
        <p:spPr>
          <a:xfrm>
            <a:off x="-45720" y="2907620"/>
            <a:ext cx="12192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പരമപിതാവിനു സ്തുതി പാടാം</a:t>
            </a:r>
            <a:r>
              <a:rPr lang="en-US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അവനല്ലോ ജീവനെ നൽകിടുന്നു </a:t>
            </a:r>
            <a:endParaRPr lang="en-US" sz="3000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70BC3A-F7CD-4B3C-A260-E9AC61D99F14}"/>
              </a:ext>
            </a:extLst>
          </p:cNvPr>
          <p:cNvSpPr/>
          <p:nvPr/>
        </p:nvSpPr>
        <p:spPr>
          <a:xfrm>
            <a:off x="0" y="6019800"/>
            <a:ext cx="12138660" cy="621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4000"/>
              </a:lnSpc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Parama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Pithaavinu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sthuthi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paadaam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-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Avanallo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jeevaney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nalkeedunnu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E4E2B6-BAC3-4609-9B3E-BE50DBDAC659}"/>
              </a:ext>
            </a:extLst>
          </p:cNvPr>
          <p:cNvSpPr/>
          <p:nvPr/>
        </p:nvSpPr>
        <p:spPr>
          <a:xfrm>
            <a:off x="0" y="106680"/>
            <a:ext cx="12192000" cy="621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4000"/>
              </a:lnSpc>
            </a:pPr>
            <a:r>
              <a:rPr lang="en-US" sz="3200" b="1" dirty="0">
                <a:latin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8083822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22860" y="722314"/>
            <a:ext cx="12192000" cy="2249486"/>
          </a:xfrm>
        </p:spPr>
        <p:txBody>
          <a:bodyPr anchor="t"/>
          <a:lstStyle/>
          <a:p>
            <a:pPr algn="l">
              <a:tabLst>
                <a:tab pos="404813" algn="l"/>
              </a:tabLst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സ്തോത്രം ചെയ്യാം ഹൃദയംഗമായി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കുമ്പിടാം അവൻ മുമ്പിലാദരവായ്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ഹല്ലേലുയ്യാ! പാടാം മോദമോടെ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അവനല്ലോ നമ്മുടെ രക്ഷയിൻ പാറാ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105</a:t>
            </a:r>
            <a:endParaRPr lang="en-US" sz="16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BC7241-D4FF-49B8-A841-479F9CBD3E9C}"/>
              </a:ext>
            </a:extLst>
          </p:cNvPr>
          <p:cNvSpPr/>
          <p:nvPr/>
        </p:nvSpPr>
        <p:spPr>
          <a:xfrm>
            <a:off x="1905000" y="3505200"/>
            <a:ext cx="10287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Sthothram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cheyyaam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hridayangamaayi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Kumbidaam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avan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munbilaadaravaai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paadaam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modamodey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Avanallo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nammudey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rakshayin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paara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7B5D92-5726-43CC-9155-01CF7E2D6D0D}"/>
              </a:ext>
            </a:extLst>
          </p:cNvPr>
          <p:cNvSpPr/>
          <p:nvPr/>
        </p:nvSpPr>
        <p:spPr>
          <a:xfrm>
            <a:off x="-45720" y="2907620"/>
            <a:ext cx="12192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പരമപിതാവിനു സ്തുതി പാടാം</a:t>
            </a:r>
            <a:r>
              <a:rPr lang="en-US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അവനല്ലോ ജീവനെ നൽകിടുന്നു </a:t>
            </a:r>
            <a:endParaRPr lang="en-US" sz="3000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70BC3A-F7CD-4B3C-A260-E9AC61D99F14}"/>
              </a:ext>
            </a:extLst>
          </p:cNvPr>
          <p:cNvSpPr/>
          <p:nvPr/>
        </p:nvSpPr>
        <p:spPr>
          <a:xfrm>
            <a:off x="0" y="6019800"/>
            <a:ext cx="12138660" cy="621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4000"/>
              </a:lnSpc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Parama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Pithaavinu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sthuthi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paadaam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-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Avanallo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jeevaney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nalkeedunnu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E4E2B6-BAC3-4609-9B3E-BE50DBDAC659}"/>
              </a:ext>
            </a:extLst>
          </p:cNvPr>
          <p:cNvSpPr/>
          <p:nvPr/>
        </p:nvSpPr>
        <p:spPr>
          <a:xfrm>
            <a:off x="0" y="106680"/>
            <a:ext cx="12192000" cy="621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4000"/>
              </a:lnSpc>
            </a:pPr>
            <a:r>
              <a:rPr lang="en-US" sz="3200" b="1" dirty="0">
                <a:latin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358747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888</TotalTime>
  <Words>140</Words>
  <Application>Microsoft Office PowerPoint</Application>
  <PresentationFormat>Widescreen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105 പരമപിതാവിനു സ്തുതി പാടാം</vt:lpstr>
      <vt:lpstr> പരമപിതാവിനു സ്തുതി പാടാം    അവനല്ലോ ജീവനെ നൽകിടുന്നു   പാപങ്ങളൊക്കെയും ക്ഷമിച്ചിടുന്നു   രോഗങ്ങളാകവെ നീക്കിടുന്നു    - പര…</vt:lpstr>
      <vt:lpstr> ഇടയനെപ്പോൽ നമ്മെ തേടിവന്നു   പാപക്കുഴിയിൽ നിന്നേറ്റിയവൻ   സ്വന്തമാക്കി നമ്മെ തീർത്തിടുവാൻ   സ്വന്തരക്തം നമുക്കേകിയതാൽ</vt:lpstr>
      <vt:lpstr> അമ്മയെപ്പോൽ നമ്മെ ഓമനിച്ചു   അപകടവേളയിൽ പാലിച്ചവൻ   ആഹാരപാനീയമേകിയവൻ   നിത്യമാം ജീവനും നൽകിടുന്നു</vt:lpstr>
      <vt:lpstr> കൂടുകളെക്കൂടെ ക്കൂടിളക്കി   പറക്കുവാനായ് നമ്മെ ശീലിപ്പിച്ചു   ചിറകുകളതിന്മേൽ വഹിച്ചു നമ്മെ,   നിലംപരിചായ് നാം നശിച്ചിടാതെ</vt:lpstr>
      <vt:lpstr> സ്തോത്രം ചെയ്യാം ഹൃദയംഗമായി   കുമ്പിടാം അവൻ മുമ്പിലാദരവായ്   ഹല്ലേലുയ്യാ! പാടാം മോദമോടെ   അവനല്ലോ നമ്മുടെ രക്ഷയിൻ പാറാ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Paramapithaavinu sthuthi</dc:title>
  <dc:creator>Digital Input:; GM JOHN; Acsah Mathews</dc:creator>
  <cp:lastModifiedBy>Acsah Mathews</cp:lastModifiedBy>
  <cp:revision>208</cp:revision>
  <dcterms:created xsi:type="dcterms:W3CDTF">2013-04-25T00:28:25Z</dcterms:created>
  <dcterms:modified xsi:type="dcterms:W3CDTF">2018-11-02T13:59:35Z</dcterms:modified>
</cp:coreProperties>
</file>