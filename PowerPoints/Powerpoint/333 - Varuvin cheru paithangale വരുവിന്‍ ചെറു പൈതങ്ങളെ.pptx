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3" r:id="rId4"/>
    <p:sldId id="279" r:id="rId5"/>
    <p:sldId id="274" r:id="rId6"/>
    <p:sldId id="280" r:id="rId7"/>
    <p:sldId id="275" r:id="rId8"/>
    <p:sldId id="281" r:id="rId9"/>
    <p:sldId id="276" r:id="rId10"/>
    <p:sldId id="282" r:id="rId11"/>
    <p:sldId id="277" r:id="rId12"/>
    <p:sldId id="283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1811A-C21D-498C-9CD9-3D2080FF320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A5E98-29BB-4BF1-B04C-46BE58A565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69D85-2387-4B26-8E57-047A2E1A20A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0D833-3871-4139-A61E-42EA6B1FF2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A2716-3544-4C60-982B-B3ADA70EDCE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49431-8215-4745-A384-A818B5DB4A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52C9FD-F089-4C38-8EA3-C93B0126291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97BB6-0A80-4866-AFAD-F990AFBE3E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7C22A-C67C-4E26-9A6B-5E2128A9E8A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DE7C9-964F-4EF8-8A82-CAE2420C7B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D88B20-3E42-4CFF-A127-6E6493B4361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BB411-5C17-4991-B08B-9C24815823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26BAF8-39BE-4260-A07F-DF28DDA445F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ACC6-A274-4BBD-B4B5-5363A93F3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8FC7C-7A20-4D1A-99C2-C7D927C76BA8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04D4C-0F95-47E4-AF00-8090625A06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B2B4E-8139-43A4-83C0-E412AD301CE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B3AA8-E65B-4DEE-9B8D-87A1C573E7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DF18BB-0E57-4BD8-B428-1953AE2AC18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A4571-631D-4E91-AA43-C4022A4BF1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0E244-081D-4031-9F52-192B85C91DB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BB240-4AE0-4E87-A2F9-CB5D342615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E816EED-ECD1-4584-9694-9A73E41A96C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394443B-2F1F-46F9-AD83-68BD4087F5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BE25-985B-464F-837F-D21E7453BB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333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വരുവിന്‍ ചെറു പൈതങ്ങളെ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9B935-52CA-475D-BB62-2903167D5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Varuvin </a:t>
            </a:r>
            <a:r>
              <a:rPr lang="en-US" sz="4000" b="1" dirty="0" err="1">
                <a:solidFill>
                  <a:schemeClr val="tx2"/>
                </a:solidFill>
              </a:rPr>
              <a:t>cherhu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paithangalhe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6313F-DC4C-45D0-A95A-86E6176CAF60}"/>
              </a:ext>
            </a:extLst>
          </p:cNvPr>
          <p:cNvSpPr/>
          <p:nvPr/>
        </p:nvSpPr>
        <p:spPr>
          <a:xfrm>
            <a:off x="1810215" y="5010149"/>
            <a:ext cx="31502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 (ആഭരണം ഹാബേൽ)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00C1D8-AB28-4085-9CC4-4AD8F953A6C5}"/>
              </a:ext>
            </a:extLst>
          </p:cNvPr>
          <p:cNvSpPr/>
          <p:nvPr/>
        </p:nvSpPr>
        <p:spPr>
          <a:xfrm>
            <a:off x="8119627" y="5010149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Abharanam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Habel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02702962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3010" y="678824"/>
            <a:ext cx="12205010" cy="25908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വരുവിന്‍ ചെറു പൈതങ്ങളെ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ഗുരുവാം യേശു അരികില്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തിരിവിന്‍ തിരുവചനങ്ങളില്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മരുവി പെരുകീടുവിൻ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Varuvin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paithangalhe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Guruvaam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Thirivin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vachanangalhil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Maruvi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perukeeduvin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1066800"/>
            <a:ext cx="113538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ബാല്യകാലമതെത്ര വേഗത്തില്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മറയും നിറം കുറയും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ചിരകാലവും നില നിന്നിടാ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നരയ്ക്കും ജര അണയും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0515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Baalyakaalamathethra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marhayum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Chirakaalavum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ninnidaa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narakkum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anhayum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468540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3010" y="678824"/>
            <a:ext cx="12205010" cy="25908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വരുവിന്‍ ചെറു പൈതങ്ങളെ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ഗുരുവാം യേശു അരികില്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തിരിവിന്‍ തിരുവചനങ്ങളില്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മരുവി പെരുകീടുവിൻ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Varuvin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paithangalhe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Guruvaam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Thirivin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vachanangalhil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Maruvi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perukeeduvin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98008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1066800"/>
            <a:ext cx="113538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ഇന്നു കണ്ട ഗുണങ്ങളൊക്കെയും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മങ്ങി മങ്ങി മറഞ്ഞുപോം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സുന്ദരം ബഹു ഭംഗി ശക്തിയും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ഒന്നിനൊന്നു കുറഞ്ഞുപോം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0515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Innu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gunhangalhokkeyum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mangi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mangi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marhanju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Sundaram bahu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bhangi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onninonnu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kurhanjupom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873551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3010" y="678824"/>
            <a:ext cx="12205010" cy="25908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വരുവിന്‍ ചെറു പൈതങ്ങളെ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ഗുരുവാം യേശു അരികില്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തിരിവിന്‍ തിരുവചനങ്ങളില്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മരുവി പെരുകീടുവിൻ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Varuvin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paithangalhe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Guruvaam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Thirivin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vachanangalhil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Maruvi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perukeeduvin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399473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1066800"/>
            <a:ext cx="113538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എത്രയോ പല ബാലകര്‍ മനോ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ദുഃഖമായ്‌ മരിച്ചില്ലയോ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അത്രയോ ചില ഭീതികള്‍ ദിനം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അടുക്കും നമുക്കല്ലയോ?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0515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Ethrayo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baalakarh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marichillayo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Athrayo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beethikalh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adukkum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namukkillayo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4980573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3010" y="678824"/>
            <a:ext cx="12205010" cy="25908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വരുവിന്‍ ചെറു പൈതങ്ങളെ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ഗുരുവാം യേശു അരികില്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തിരിവിന്‍ തിരുവചനങ്ങളില്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മരുവി പെരുകീടുവിൻ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Varuvin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paithangalhe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Guruvaam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Thirivin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vachanangalhil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Maruvi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perukeeduvin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672973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1066800"/>
            <a:ext cx="113538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</a:rPr>
              <a:t>വേദവാക്യങ്ങളാകെ നാം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മഹാഗീത വാക്യമായ് പാടുവാൻ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വേദനാഥനാം യേശു തന്നിൽ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നാം മോദമായതു തേടുവാൻ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0515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Vedavaakyangalhaake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geethavaakyamaai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Vedanaadhanaam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modamaayathu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286132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3010" y="678824"/>
            <a:ext cx="12205010" cy="25908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വരുവിന്‍ ചെറു പൈതങ്ങളെ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ഗുരുവാം യേശു അരികില്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തിരിവിന്‍ തിരുവചനങ്ങളില്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മരുവി പെരുകീടുവിൻ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Varuvin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paithangalhe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Guruvaam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Thirivin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vachanangalhil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Maruvi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perukeeduvin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999546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1066800"/>
            <a:ext cx="113538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</a:rPr>
              <a:t>സ്നേഹമായതു പൂണ്ടിട്ടല്ലയോ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മശിഹാ ഇഹ മരിച്ചാൻ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സ്നേഹമായതു കൊണ്ടിട്ടല്ലയോ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തിരുരക്തത്തെ  ചൊറിച്ചാൻ</a:t>
            </a:r>
            <a:r>
              <a:rPr lang="en-US" sz="3400" b="1" dirty="0">
                <a:latin typeface="Kartika" panose="02020503030404060203" pitchFamily="18" charset="0"/>
              </a:rPr>
              <a:t>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05156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Snehamaayathu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poondittallayo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mashihaa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marichaan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Snehamaayathu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kondittallayo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thirurakthathe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chorichaan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4004297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3010" y="678824"/>
            <a:ext cx="12205010" cy="25908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വരുവിന്‍ ചെറു പൈതങ്ങളെ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ഗുരുവാം യേശു അരികില്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തിരിവിന്‍ തിരുവചനങ്ങളില്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മരുവി പെരുകീടുവിൻ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294A-97B6-4F1E-B749-B4C37B153C53}"/>
              </a:ext>
            </a:extLst>
          </p:cNvPr>
          <p:cNvSpPr/>
          <p:nvPr/>
        </p:nvSpPr>
        <p:spPr>
          <a:xfrm>
            <a:off x="0" y="358837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70C0"/>
                </a:solidFill>
                <a:latin typeface="+mn-lt"/>
              </a:rPr>
              <a:t>Varuvin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paithangalhe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Guruvaam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Thirivin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vachanangalhil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Maruvi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perukeeduvin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741275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172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333 വരുവിന്‍ ചെറു പൈതങ്ങളെ</vt:lpstr>
      <vt:lpstr>വരുവിന്‍ ചെറു പൈതങ്ങളെ ഗുരുവാം യേശു അരികില്‍ തിരിവിന്‍ തിരുവചനങ്ങളില്‍ മരുവി പെരുകീടുവിൻ </vt:lpstr>
      <vt:lpstr>1 ബാല്യകാലമതെത്ര വേഗത്തില്‍   മറയും നിറം കുറയും  ചിരകാലവും നില നിന്നിടാ  നരയ്ക്കും ജര അണയും</vt:lpstr>
      <vt:lpstr>വരുവിന്‍ ചെറു പൈതങ്ങളെ ഗുരുവാം യേശു അരികില്‍ തിരിവിന്‍ തിരുവചനങ്ങളില്‍ മരുവി പെരുകീടുവിൻ </vt:lpstr>
      <vt:lpstr>2 ഇന്നു കണ്ട ഗുണങ്ങളൊക്കെയും  മങ്ങി മങ്ങി മറഞ്ഞുപോം  സുന്ദരം ബഹു ഭംഗി ശക്തിയും   ഒന്നിനൊന്നു കുറഞ്ഞുപോം </vt:lpstr>
      <vt:lpstr>വരുവിന്‍ ചെറു പൈതങ്ങളെ ഗുരുവാം യേശു അരികില്‍ തിരിവിന്‍ തിരുവചനങ്ങളില്‍ മരുവി പെരുകീടുവിൻ </vt:lpstr>
      <vt:lpstr>3 എത്രയോ പല ബാലകര്‍ മനോ-  ദുഃഖമായ്‌ മരിച്ചില്ലയോ  അത്രയോ ചില ഭീതികള്‍ ദിനം   അടുക്കും നമുക്കല്ലയോ? </vt:lpstr>
      <vt:lpstr>വരുവിന്‍ ചെറു പൈതങ്ങളെ ഗുരുവാം യേശു അരികില്‍ തിരിവിന്‍ തിരുവചനങ്ങളില്‍ മരുവി പെരുകീടുവിൻ </vt:lpstr>
      <vt:lpstr>4 വേദവാക്യങ്ങളാകെ നാം   മഹാഗീത വാക്യമായ് പാടുവാൻ   വേദനാഥനാം യേശു തന്നിൽ   നാം മോദമായതു തേടുവാൻ </vt:lpstr>
      <vt:lpstr>വരുവിന്‍ ചെറു പൈതങ്ങളെ ഗുരുവാം യേശു അരികില്‍ തിരിവിന്‍ തിരുവചനങ്ങളില്‍ മരുവി പെരുകീടുവിൻ </vt:lpstr>
      <vt:lpstr>5 സ്നേഹമായതു പൂണ്ടിട്ടല്ലയോ   മശിഹാ ഇഹ മരിച്ചാൻ   സ്നേഹമായതു കൊണ്ടിട്ടല്ലയോ   തിരുരക്തത്തെ  ചൊറിച്ചാൻ!</vt:lpstr>
      <vt:lpstr>വരുവിന്‍ ചെറു പൈതങ്ങളെ ഗുരുവാം യേശു അരികില്‍ തിരിവിന്‍ തിരുവചനങ്ങളില്‍ മരുവി പെരുകീടുവിൻ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Varuvin cheru paithangale</dc:title>
  <dc:creator>Digital Input:; GM JOHN; Acsah Mathews</dc:creator>
  <cp:lastModifiedBy>Acsah Mathews</cp:lastModifiedBy>
  <cp:revision>214</cp:revision>
  <dcterms:created xsi:type="dcterms:W3CDTF">2013-04-19T09:19:07Z</dcterms:created>
  <dcterms:modified xsi:type="dcterms:W3CDTF">2018-11-19T19:44:39Z</dcterms:modified>
</cp:coreProperties>
</file>