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E7AC7-328B-4F4E-BE7D-6B8EFDD7612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393BB-34C8-4148-B73C-40935C171F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4CE13-41CA-4642-8EBF-3B563F202E9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39D15-5989-40A7-B8E5-AA03E35EDF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B5498-47DE-4EA3-BFD0-347A0DE7509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11466-BAB5-40AC-BD7F-96EF2DFA5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85EE8-17E7-48A5-B8BB-166525D27BC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264A5-3DC2-464F-BA59-BC4DBB017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BE827-099F-4455-9F82-09FCD84FE40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21E2A-0FCE-497F-BA98-2AE12A03EB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97EDE-56A5-4819-B04A-08B0844AA78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A9EB6-1E9D-4332-A5E8-ECFDD761E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EABB9-C812-46FF-902B-FBE44FF8856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155C0D-036E-46ED-AD77-7C2B2585C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70F70-F26C-4D31-A8EC-48D05D5ACD6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392F1-9332-432D-841B-02329C57AE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D5252-F5FE-4A90-B4F1-2CE66161671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9FA64-3859-491A-8ED3-339AA4B51D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DFD71-9E34-4C98-8236-B0730154381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5AA1A-F271-4BCE-A347-73E7B993A3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BF77A-5A02-4BDF-B99C-E2B7137EF68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4AE33-8255-43D3-85A6-4EFBC869E5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AD809D-1281-4C4A-A055-0F3329F461B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9EF487B-10B4-47CC-9C25-80DAC5A75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A640-92E6-4DA8-8C6F-4DDB28D73A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അറിയാത്ത സമാധാനം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020AF-030E-4087-88D3-44918951F3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Ariyaaththa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samaadhaanam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4000" i="1" dirty="0">
                <a:solidFill>
                  <a:schemeClr val="accent1">
                    <a:lumMod val="75000"/>
                  </a:schemeClr>
                </a:solidFill>
              </a:rPr>
              <a:t>O Christ in Thee my soul hath found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94297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9522"/>
            <a:ext cx="12192000" cy="1363981"/>
          </a:xfrm>
        </p:spPr>
        <p:txBody>
          <a:bodyPr anchor="t"/>
          <a:lstStyle/>
          <a:p>
            <a:pPr algn="l" defTabSz="51752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അറിയാത്ത സമാധാനം-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കുറയാത്ത മോദം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പണ്ടനേകർ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കണ്ടപോലെ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B14F2-AF54-4F87-8EAC-2DD5A790F080}"/>
              </a:ext>
            </a:extLst>
          </p:cNvPr>
          <p:cNvSpPr/>
          <p:nvPr/>
        </p:nvSpPr>
        <p:spPr>
          <a:xfrm>
            <a:off x="0" y="247713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ക്രിസ്തുവല്ലാതെന്നെയാരും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തൃപ്തനാക്കാ ഇപ്പോൾ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 സന്തോഷ ജീവിതം ക്രിസ്തുവിൽ ഞാൻ കണ്ടേ!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0D6DD-93E5-46F6-915E-E6E38C86C42E}"/>
              </a:ext>
            </a:extLst>
          </p:cNvPr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E2D2A-9999-4857-B410-908BF6824A23}"/>
              </a:ext>
            </a:extLst>
          </p:cNvPr>
          <p:cNvSpPr/>
          <p:nvPr/>
        </p:nvSpPr>
        <p:spPr>
          <a:xfrm>
            <a:off x="548640" y="3949987"/>
            <a:ext cx="1164336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Ariyaaththa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kurayaaththa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môtham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Pandanèkar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kandapôley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4A47B-9EED-442E-89E3-267DD818BEFA}"/>
              </a:ext>
            </a:extLst>
          </p:cNvPr>
          <p:cNvSpPr/>
          <p:nvPr/>
        </p:nvSpPr>
        <p:spPr>
          <a:xfrm>
            <a:off x="0" y="5301960"/>
            <a:ext cx="121767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Kristhuvallaathenney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yaarum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thripthanaakkaa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9522"/>
            <a:ext cx="12192000" cy="1363981"/>
          </a:xfrm>
        </p:spPr>
        <p:txBody>
          <a:bodyPr anchor="t"/>
          <a:lstStyle/>
          <a:p>
            <a:pPr algn="l" defTabSz="51752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പൊട്ടമരവികളിൽ നീർ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പൊട്ടനായ് ഞാൻ തേടി	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കുടിക്കുവാൻ കുനിഞ്ഞപ്പോൾ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പൊട്ടിച്ചിരിച്ചവ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B14F2-AF54-4F87-8EAC-2DD5A790F080}"/>
              </a:ext>
            </a:extLst>
          </p:cNvPr>
          <p:cNvSpPr/>
          <p:nvPr/>
        </p:nvSpPr>
        <p:spPr>
          <a:xfrm>
            <a:off x="0" y="247713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ക്രിസ്തുവല്ലാതെന്നെയാരും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തൃപ്തനാക്കാ ഇപ്പോൾ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 സന്തോഷ ജീവിതം ക്രിസ്തുവിൽ ഞാൻ കണ്ടേ!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0D6DD-93E5-46F6-915E-E6E38C86C42E}"/>
              </a:ext>
            </a:extLst>
          </p:cNvPr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E2D2A-9999-4857-B410-908BF6824A23}"/>
              </a:ext>
            </a:extLst>
          </p:cNvPr>
          <p:cNvSpPr/>
          <p:nvPr/>
        </p:nvSpPr>
        <p:spPr>
          <a:xfrm>
            <a:off x="548640" y="3949987"/>
            <a:ext cx="1164336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Potta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maravikalhil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neerpottanaai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thèdi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Kudikkuvaan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kuninjappolh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pottichirichchava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4A47B-9EED-442E-89E3-267DD818BEFA}"/>
              </a:ext>
            </a:extLst>
          </p:cNvPr>
          <p:cNvSpPr/>
          <p:nvPr/>
        </p:nvSpPr>
        <p:spPr>
          <a:xfrm>
            <a:off x="0" y="5301960"/>
            <a:ext cx="121767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Kristhuvallaathenney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yaarum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thripthanaakkaa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31485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9522"/>
            <a:ext cx="12192000" cy="1363981"/>
          </a:xfrm>
        </p:spPr>
        <p:txBody>
          <a:bodyPr anchor="t"/>
          <a:lstStyle/>
          <a:p>
            <a:pPr algn="l" defTabSz="51752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സുന്ദരനാം നിന്നെ കാണ്മാൻ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കണ്ണുകൾക്കായ്  കാഴ്ച-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കൃപയാൽ കിട്ടും നാൾവരെ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എൻ മോദമായ്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B14F2-AF54-4F87-8EAC-2DD5A790F080}"/>
              </a:ext>
            </a:extLst>
          </p:cNvPr>
          <p:cNvSpPr/>
          <p:nvPr/>
        </p:nvSpPr>
        <p:spPr>
          <a:xfrm>
            <a:off x="0" y="247713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ക്രിസ്തുവല്ലാതെന്നെയാരും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തൃപ്തനാക്കാ ഇപ്പോൾ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 സന്തോഷ ജീവിതം ക്രിസ്തുവിൽ ഞാൻ കണ്ടേ!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0D6DD-93E5-46F6-915E-E6E38C86C42E}"/>
              </a:ext>
            </a:extLst>
          </p:cNvPr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E2D2A-9999-4857-B410-908BF6824A23}"/>
              </a:ext>
            </a:extLst>
          </p:cNvPr>
          <p:cNvSpPr/>
          <p:nvPr/>
        </p:nvSpPr>
        <p:spPr>
          <a:xfrm>
            <a:off x="548640" y="3949987"/>
            <a:ext cx="1164336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Sundaranaam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kannhukalhkkaai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kittum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naalhvarey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môthamaai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4A47B-9EED-442E-89E3-267DD818BEFA}"/>
              </a:ext>
            </a:extLst>
          </p:cNvPr>
          <p:cNvSpPr/>
          <p:nvPr/>
        </p:nvSpPr>
        <p:spPr>
          <a:xfrm>
            <a:off x="0" y="5301960"/>
            <a:ext cx="121767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Kristhuvallaathenney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yaarum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thripthanaakkaa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62733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9522"/>
            <a:ext cx="12192000" cy="1363981"/>
          </a:xfrm>
        </p:spPr>
        <p:txBody>
          <a:bodyPr anchor="t"/>
          <a:lstStyle/>
          <a:p>
            <a:pPr algn="l" defTabSz="51752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വിശ്വസ്തനാം നിന്നെ വിട്ട്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വിശ്രമം തേടി ഞാൻ	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കടന്നു പോകുമ്പോൾ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പിടിച്ചു നിൻ സ്നേഹം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B14F2-AF54-4F87-8EAC-2DD5A790F080}"/>
              </a:ext>
            </a:extLst>
          </p:cNvPr>
          <p:cNvSpPr/>
          <p:nvPr/>
        </p:nvSpPr>
        <p:spPr>
          <a:xfrm>
            <a:off x="0" y="2477138"/>
            <a:ext cx="12161520" cy="1197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ക്രിസ്തുവല്ലാതെന്നെയാരും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തൃപ്തനാക്കാ ഇപ്പോൾ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നിത്യ സന്തോഷ ജീവിതം ക്രിസ്തുവിൽ ഞാൻ കണ്ടേ!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0D6DD-93E5-46F6-915E-E6E38C86C42E}"/>
              </a:ext>
            </a:extLst>
          </p:cNvPr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E2D2A-9999-4857-B410-908BF6824A23}"/>
              </a:ext>
            </a:extLst>
          </p:cNvPr>
          <p:cNvSpPr/>
          <p:nvPr/>
        </p:nvSpPr>
        <p:spPr>
          <a:xfrm>
            <a:off x="548640" y="3949987"/>
            <a:ext cx="11643360" cy="1351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Vishwasthanaam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vishramam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4A47B-9EED-442E-89E3-267DD818BEFA}"/>
              </a:ext>
            </a:extLst>
          </p:cNvPr>
          <p:cNvSpPr/>
          <p:nvPr/>
        </p:nvSpPr>
        <p:spPr>
          <a:xfrm>
            <a:off x="0" y="5301960"/>
            <a:ext cx="1217676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Kristhuvallaathenney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yaarum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thripthanaakkaa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80164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165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283 അറിയാത്ത സമാധാനം</vt:lpstr>
      <vt:lpstr>അറിയാത്ത സമാധാനം- കുറയാത്ത മോദം പണ്ടനേകർ കണ്ടപോലെ കണ്ടേ! ഞാൻ ക്രിസ്തുവിൽ</vt:lpstr>
      <vt:lpstr>പൊട്ടമരവികളിൽ നീർ പൊട്ടനായ് ഞാൻ തേടി  കുടിക്കുവാൻ കുനിഞ്ഞപ്പോൾ പൊട്ടിച്ചിരിച്ചവ</vt:lpstr>
      <vt:lpstr>സുന്ദരനാം നിന്നെ കാണ്മാൻ കണ്ണുകൾക്കായ്  കാഴ്ച- കൃപയാൽ കിട്ടും നാൾവരെ പാപം എൻ മോദമായ്</vt:lpstr>
      <vt:lpstr>വിശ്വസ്തനാം നിന്നെ വിട്ട് വിശ്രമം തേടി ഞാൻ  നിന്നെ കടന്നു പോകുമ്പോൾ പിടിച്ചു നിൻ സ്നേഹം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Ariyatha samadhanam</dc:title>
  <dc:creator>Digital Input:; GM JOHN; Acsah Mathews</dc:creator>
  <cp:lastModifiedBy>Acsah Mathews</cp:lastModifiedBy>
  <cp:revision>274</cp:revision>
  <dcterms:created xsi:type="dcterms:W3CDTF">2013-04-19T09:19:07Z</dcterms:created>
  <dcterms:modified xsi:type="dcterms:W3CDTF">2018-11-15T16:59:11Z</dcterms:modified>
</cp:coreProperties>
</file>