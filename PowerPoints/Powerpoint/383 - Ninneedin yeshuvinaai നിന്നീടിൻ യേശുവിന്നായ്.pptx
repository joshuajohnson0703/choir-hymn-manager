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5" r:id="rId2"/>
    <p:sldId id="288" r:id="rId3"/>
    <p:sldId id="291" r:id="rId4"/>
    <p:sldId id="292" r:id="rId5"/>
    <p:sldId id="293" r:id="rId6"/>
    <p:sldId id="294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8" d="100"/>
          <a:sy n="48" d="100"/>
        </p:scale>
        <p:origin x="48" y="8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09EF88-3FFB-4639-8F85-DEF9CDA85587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9B393-A0A0-4E93-8F48-871BC478A89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9B393-A0A0-4E93-8F48-871BC478A89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9B393-A0A0-4E93-8F48-871BC478A8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28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9B393-A0A0-4E93-8F48-871BC478A8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53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9B393-A0A0-4E93-8F48-871BC478A8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45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79B393-A0A0-4E93-8F48-871BC478A8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82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F393B-ED1D-4D4D-922E-7DD30F279FD5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296F3-02CC-4A1C-B7DD-647274913B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1E790-E059-4E70-A441-3D8958FC8BD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76432-5513-46B9-8653-D6F42E7E13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952CF-04A6-42C0-90C7-2606426CD33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4FAC3-FC50-49EF-8350-7C6F5EF1F1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446D1-52B5-430D-8E23-20C9A1A3182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83096-EB6F-433C-AEA1-FAD9A2ED17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69C9A-EC4B-46A4-8D70-ECD983A7449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B7DA9F-E003-4E6E-9254-B667DB37C8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637A7-D3F8-4826-BD05-F02DB16E80C1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75BDB-14A1-4302-B6B0-90E5483375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E658D-0345-43DB-966E-5607CAA17B3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E3B867-392B-4C7F-8F5C-F20182439F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FA030-5FB9-4A7F-AADC-A88AB78DD6E1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ADAFB0-651A-4626-883B-EC51603250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75044-74F7-4DBE-88EB-4442FBCF5631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E15C9-DF50-494E-99AA-C2740141A7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312C5-5A62-4528-8DCA-EE607742835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CD4DE-B682-4B59-91F1-2BFAA7CC91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CB2A2-C0CD-4E20-9D58-71F904917C96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F2AA5C-F25E-4CED-9D43-A66FE65178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D6A47BC-8E51-4262-9529-CD261AB5885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159E070-132A-45AF-B169-9F1B511919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6FCF4-44A8-4FFB-96F5-60E6D9FE5E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383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നിന്നീടിൻ യേശുവിന്നായ്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8DC6A-EB10-4BFB-AD2C-DA60FBE4A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3886200"/>
            <a:ext cx="11811000" cy="1752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Ninneedin </a:t>
            </a:r>
            <a:r>
              <a:rPr lang="en-US" sz="4000" b="1" dirty="0" err="1">
                <a:solidFill>
                  <a:srgbClr val="002060"/>
                </a:solidFill>
              </a:rPr>
              <a:t>yeshuvinnai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rgbClr val="002060"/>
                </a:solidFill>
              </a:rPr>
              <a:t>Stand up, stand up for Jesus – G. Duffield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79823285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252" y="1313982"/>
            <a:ext cx="12172122" cy="2362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നിന്നീടിൻ യേശുവിന്നായ് ക്രിസ്ത്യ സേനകളേ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ഉയർത്തിടീൻ കൊടിയെ നഷ്ടം നേരിടല്ലേ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ജയം ജയം തനിക്കും തന്‍റെ സേന കൾക്കും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വൈരികൾ എല്ലാം തോൽക്കും താൻ കർത്താവായ് വാഴും</a:t>
            </a:r>
            <a:endParaRPr lang="en-US" sz="33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40DC85-EF41-42E8-A9A2-F9CAEEB99A99}"/>
              </a:ext>
            </a:extLst>
          </p:cNvPr>
          <p:cNvSpPr txBox="1"/>
          <p:nvPr/>
        </p:nvSpPr>
        <p:spPr>
          <a:xfrm>
            <a:off x="6626" y="533400"/>
            <a:ext cx="121787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BCD7B-4B30-4860-8543-99124A88E758}"/>
              </a:ext>
            </a:extLst>
          </p:cNvPr>
          <p:cNvSpPr txBox="1"/>
          <p:nvPr/>
        </p:nvSpPr>
        <p:spPr>
          <a:xfrm>
            <a:off x="13252" y="3810000"/>
            <a:ext cx="11188148" cy="2444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Ninneedin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yeshuvinnai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kristhya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senakalhe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Uyartheedin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nashtam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nerdalle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senakalhkkum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Vairikkalh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tholkkum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karthaavai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252" y="1313982"/>
            <a:ext cx="12172122" cy="2362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നിന്നീടിൻ യേശുവിന്നായ്എന്നീ പോർവിളികൾ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നിങ്ങൾ നിദ്ര കൊണ്ടാലോ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അവന്നു ലജ്ജ താൻ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ഉള്ളിലും പുറത്തും കാണുന്ന തിന്മയെ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നേരിട്ടു പോരാടി, ഇല്ലായ്മ ആക്കുക </a:t>
            </a:r>
            <a:endParaRPr lang="en-US" sz="33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40DC85-EF41-42E8-A9A2-F9CAEEB99A99}"/>
              </a:ext>
            </a:extLst>
          </p:cNvPr>
          <p:cNvSpPr txBox="1"/>
          <p:nvPr/>
        </p:nvSpPr>
        <p:spPr>
          <a:xfrm>
            <a:off x="6626" y="533400"/>
            <a:ext cx="121787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BCD7B-4B30-4860-8543-99124A88E758}"/>
              </a:ext>
            </a:extLst>
          </p:cNvPr>
          <p:cNvSpPr txBox="1"/>
          <p:nvPr/>
        </p:nvSpPr>
        <p:spPr>
          <a:xfrm>
            <a:off x="13252" y="3810000"/>
            <a:ext cx="11188148" cy="2444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Ninneedin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yeshuvinnai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porvilhikelh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nidra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kondaalo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lajja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purhaththum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thinmaye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nerittu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poraadi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illaima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aakkuka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068939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252" y="1313982"/>
            <a:ext cx="12172122" cy="2362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നിന്നീടിൻ യേശുവിന്നായ് കാഹള നാദം കേൾ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മുന്നോട്ടു ചേരിൻ പോരിൽ ഈ നേരം വീരരെ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എണ്ണം ഇല്ലാ വൈരികൾ ഏറ്റം ശൗര്യം ഉള്ളോർ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പേടിച്ചി ടേണ്ടവരെ ധൈര്യമായ് ചെയ്ക പോർ</a:t>
            </a:r>
            <a:endParaRPr lang="en-US" sz="33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40DC85-EF41-42E8-A9A2-F9CAEEB99A99}"/>
              </a:ext>
            </a:extLst>
          </p:cNvPr>
          <p:cNvSpPr txBox="1"/>
          <p:nvPr/>
        </p:nvSpPr>
        <p:spPr>
          <a:xfrm>
            <a:off x="6626" y="533400"/>
            <a:ext cx="121787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BCD7B-4B30-4860-8543-99124A88E758}"/>
              </a:ext>
            </a:extLst>
          </p:cNvPr>
          <p:cNvSpPr txBox="1"/>
          <p:nvPr/>
        </p:nvSpPr>
        <p:spPr>
          <a:xfrm>
            <a:off x="13252" y="3810000"/>
            <a:ext cx="11188148" cy="2444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Ninneedin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yeshuvinnai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kaahalha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Munnottu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veerare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Enhnham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vairikalh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aettam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shouryam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ullhor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Pedichidendavare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dairyamaayi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porh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369450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252" y="1313982"/>
            <a:ext cx="12172122" cy="2362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നിന്നീടിൻ യേശുവിന്നായ്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ശക്തി ശരണം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സ്വശക്തി ഫലിച്ചിടാ സ്വ ആശ്രയം വൃഥാ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സർവ്വായുധ വർഗ്ഗം നീ ആത്മാവിൽ ധരിക്ക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ആപത്തിൻ നടുവിലും ആവതു ചെയ്ക നീ</a:t>
            </a:r>
            <a:endParaRPr lang="en-US" sz="33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40DC85-EF41-42E8-A9A2-F9CAEEB99A99}"/>
              </a:ext>
            </a:extLst>
          </p:cNvPr>
          <p:cNvSpPr txBox="1"/>
          <p:nvPr/>
        </p:nvSpPr>
        <p:spPr>
          <a:xfrm>
            <a:off x="6626" y="533400"/>
            <a:ext cx="121787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BCD7B-4B30-4860-8543-99124A88E758}"/>
              </a:ext>
            </a:extLst>
          </p:cNvPr>
          <p:cNvSpPr txBox="1"/>
          <p:nvPr/>
        </p:nvSpPr>
        <p:spPr>
          <a:xfrm>
            <a:off x="13252" y="3810000"/>
            <a:ext cx="11188148" cy="2444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Ninneedin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yeshuvinnai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sharanham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Swashakthi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phalicheedaa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aashrayam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vridhaa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Sarvaayudhavarggam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aathmaavil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dharikka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Aapaththin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naduvilum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aavathu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cheyka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108882028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3252" y="1313982"/>
            <a:ext cx="12172122" cy="2362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നിന്നീടിൻ യേശുവിന്നായ് യുദ്ധം വേഗം തീരും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 പോരിൻ സന്നാഹം നാളെ ജയഗീതം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ജയാളിക്കു ലഭിക്കും ജീവന്‍റെ കിരീടം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തേജസ്സിൽ യേശുവോടു വാണിടും എന്നുമേ!</a:t>
            </a:r>
            <a:endParaRPr lang="en-US" sz="33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40DC85-EF41-42E8-A9A2-F9CAEEB99A99}"/>
              </a:ext>
            </a:extLst>
          </p:cNvPr>
          <p:cNvSpPr txBox="1"/>
          <p:nvPr/>
        </p:nvSpPr>
        <p:spPr>
          <a:xfrm>
            <a:off x="6626" y="533400"/>
            <a:ext cx="121787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CBCD7B-4B30-4860-8543-99124A88E758}"/>
              </a:ext>
            </a:extLst>
          </p:cNvPr>
          <p:cNvSpPr txBox="1"/>
          <p:nvPr/>
        </p:nvSpPr>
        <p:spPr>
          <a:xfrm>
            <a:off x="13252" y="3810000"/>
            <a:ext cx="11188148" cy="2444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Ninneedin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yeshuvinnai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yudham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Innu porin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sannaaham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jayageetham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Jayaalhikku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labhikkum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kireedam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Thejjassil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vaanhidum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0933369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1862</TotalTime>
  <Words>149</Words>
  <Application>Microsoft Office PowerPoint</Application>
  <PresentationFormat>Widescreen</PresentationFormat>
  <Paragraphs>43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383 നിന്നീടിൻ യേശുവിന്നായ്</vt:lpstr>
      <vt:lpstr>നിന്നീടിൻ യേശുവിന്നായ് ക്രിസ്ത്യ സേനകളേ ഉയർത്തിടീൻ കൊടിയെ നഷ്ടം നേരിടല്ലേ  ജയം ജയം തനിക്കും തന്‍റെ സേന കൾക്കും  വൈരികൾ എല്ലാം തോൽക്കും താൻ കർത്താവായ് വാഴും</vt:lpstr>
      <vt:lpstr>നിന്നീടിൻ യേശുവിന്നായ്എന്നീ പോർവിളികൾ  നിങ്ങൾ നിദ്ര കൊണ്ടാലോ അവന്നു ലജ്ജ താൻ  നിൻ ഉള്ളിലും പുറത്തും കാണുന്ന തിന്മയെ  നീ നേരിട്ടു പോരാടി, ഇല്ലായ്മ ആക്കുക </vt:lpstr>
      <vt:lpstr>നിന്നീടിൻ യേശുവിന്നായ് കാഹള നാദം കേൾ  മുന്നോട്ടു ചേരിൻ പോരിൽ ഈ നേരം വീരരെ  എണ്ണം ഇല്ലാ വൈരികൾ ഏറ്റം ശൗര്യം ഉള്ളോർ  പേടിച്ചി ടേണ്ടവരെ ധൈര്യമായ് ചെയ്ക പോർ</vt:lpstr>
      <vt:lpstr>നിന്നീടിൻ യേശുവിന്നായ് തൻ ശക്തി ശരണം  സ്വശക്തി ഫലിച്ചിടാ സ്വ ആശ്രയം വൃഥാ  സർവ്വായുധ വർഗ്ഗം നീ ആത്മാവിൽ ധരിക്ക ആപത്തിൻ നടുവിലും ആവതു ചെയ്ക നീ</vt:lpstr>
      <vt:lpstr>നിന്നീടിൻ യേശുവിന്നായ് യുദ്ധം വേഗം തീരും  ഇന്നു പോരിൻ സന്നാഹം നാളെ ജയഗീതം  ജയാളിക്കു ലഭിക്കും ജീവന്‍റെ കിരീടം  തേജസ്സിൽ യേശുവോടു വാണിടും എന്നുമേ!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Ninneedin Yeshuvinnai</dc:title>
  <dc:creator>Digital Input:; GM JOHN; Acsah Mathews</dc:creator>
  <cp:lastModifiedBy>Acsah Mathews</cp:lastModifiedBy>
  <cp:revision>511</cp:revision>
  <dcterms:created xsi:type="dcterms:W3CDTF">2013-04-19T09:19:07Z</dcterms:created>
  <dcterms:modified xsi:type="dcterms:W3CDTF">2018-11-23T19:36:13Z</dcterms:modified>
</cp:coreProperties>
</file>