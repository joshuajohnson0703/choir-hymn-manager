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4C0C-4AA0-44CD-928E-141D836DC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AD5D2-0F4A-45AD-9F61-136075264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6AB4A-30B1-42B5-B1EF-C677D693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22332-4E88-4BB7-B41D-91D91F4A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98E66-A2D3-4B01-A033-96217A26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3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527D-C471-48C7-A7C0-A1A3F951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3B12D-AB8D-46CC-A55B-8406A15F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2295-F863-4D53-BBAB-C3955803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2CCAB-C40B-4216-B1A7-E995BC8A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EF195-894A-446C-9F2A-9935F5A0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5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A7E7-FDB8-4D8D-8921-65A0D494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2D8FF-5A65-4B57-847C-FDAC553A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08A66-3582-41E9-AD73-60E278F3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257E9-7EE6-4A66-9379-0228CFC8D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5CBF3-6664-4173-A639-B0CFC353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3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8434-8EA9-40EB-B94C-D72B3489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F1E42-9D6A-4A6F-8474-C936AF30A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B889E-1D85-49C8-B529-81654FFF9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05B27-8C80-4D89-82E5-28B499CD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0597D-F5BF-4E2C-AACF-972024F2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46F21-A7A1-4175-BA1F-A34BA536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E935-C38A-49A0-92C6-80420378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95B8D-73DC-4EAC-809C-7C1E656FA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68562-4868-4591-BC79-AF77B0E01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31490-08DC-40B9-A8F2-4017EC9C0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1F241-FEAC-4AE1-ACD3-0318959B5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45584-2116-4E53-931E-111C7912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CB7AAC-058A-4231-87A2-0E33B986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3875E-E892-44F1-B560-CD733AB2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6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35097-F4FA-4622-9916-A675397B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283ED-F9ED-40A8-86EA-A46B62E4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B4E23-4550-42FA-8496-CC377645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68617-8ED8-43E1-810E-FE5BB66C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4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9DFF4-ECFA-43B1-A4AB-602DEF20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076DD-2D05-4868-9559-32C5BBCEA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957A7-D1DF-4847-B2D7-3E2B9282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37A5-221C-454A-AF4E-11BB24F02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C8C03-71BA-4D01-A4BA-A0797EE43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0A31A-140E-4A45-8BF3-FDBFC3C8B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52FE3-6A16-488E-AA74-CE6E0442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0F8A1-2AAA-4741-ADA2-412B3C23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32AB5-DD71-4930-8D75-C6F941F7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8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35FE-6B17-4DE9-B009-B4C45EBF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33FD0-9111-4026-84C6-0A0FB68B5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AA841-3B1F-4A6D-8811-1238D2E1E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99F54-1B77-470E-BC96-84D39BCF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EB815-3D0D-44FD-8296-88B7CECD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534C0-6F8F-40CA-AABC-34279DF1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4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EBFA-611D-4F75-8900-63779D81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D8574-CEF5-4813-8F5F-F5E4950B1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96214-B71A-42EC-834C-1F58B769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11285-CB22-446F-ABB2-81983717E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DE9D0-9E43-42C9-985C-C90227A7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4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601A0-A349-437A-BE4B-6DD76ACD1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2C1B0-8618-4184-BB16-BA80342FB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78B23-62A6-4FDB-BFA3-99112EFD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D1630-DB1D-4B7B-BD2F-4B0897DA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1D867-4190-441B-B948-C2EB31904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9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113C58-CF88-4266-ACC9-0CA323305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B3D87-828D-4369-A98D-FB7F6B11C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062B6-8102-4370-9B60-4CC8E35A6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F2ACC-747A-478C-BAA3-D156BD76BE7F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57C6F-65A0-49A6-83F6-BDFEB3A9D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A698A-265A-4A3B-9AB5-BBFB67B86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A8E16-3952-4526-A364-8F624A147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492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 മനോഹരം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3"/>
            <a:ext cx="12191999" cy="217065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Kripa </a:t>
            </a:r>
            <a:r>
              <a:rPr lang="en-US" sz="4000" b="1" dirty="0" err="1">
                <a:solidFill>
                  <a:srgbClr val="002060"/>
                </a:solidFill>
              </a:rPr>
              <a:t>manoharam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Grace! Tis a charming sound –</a:t>
            </a:r>
          </a:p>
          <a:p>
            <a:r>
              <a:rPr lang="en-US" sz="3600" i="1" dirty="0">
                <a:solidFill>
                  <a:srgbClr val="002060"/>
                </a:solidFill>
              </a:rPr>
              <a:t>P. </a:t>
            </a:r>
            <a:r>
              <a:rPr lang="en-US" sz="3600" i="1" dirty="0" err="1">
                <a:solidFill>
                  <a:srgbClr val="002060"/>
                </a:solidFill>
              </a:rPr>
              <a:t>Dodridge</a:t>
            </a:r>
            <a:r>
              <a:rPr lang="en-US" sz="3600" i="1" dirty="0">
                <a:solidFill>
                  <a:srgbClr val="002060"/>
                </a:solidFill>
              </a:rPr>
              <a:t> &amp; A.M. </a:t>
            </a:r>
            <a:r>
              <a:rPr lang="en-US" sz="3600" i="1" dirty="0" err="1">
                <a:solidFill>
                  <a:srgbClr val="002060"/>
                </a:solidFill>
              </a:rPr>
              <a:t>Doplady</a:t>
            </a:r>
            <a:r>
              <a:rPr lang="en-US" sz="3600" i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88442"/>
            <a:ext cx="11767770" cy="1333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 മനോഹരം ചെവിക്കിമ്പസ്വരം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പ്രതിധ്വനിയാൽ മുഴങ്ങും സ്വർല്ലോകം ഭൂമിയും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82211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Kripa </a:t>
            </a:r>
            <a:r>
              <a:rPr lang="en-US" sz="3600" b="1" dirty="0" err="1">
                <a:solidFill>
                  <a:srgbClr val="002060"/>
                </a:solidFill>
              </a:rPr>
              <a:t>manoharam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chevikkimba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swaram</a:t>
            </a:r>
            <a:endParaRPr lang="en-US" sz="3600" b="1" dirty="0">
              <a:solidFill>
                <a:srgbClr val="002060"/>
              </a:solidFill>
            </a:endParaRPr>
          </a:p>
          <a:p>
            <a:r>
              <a:rPr lang="en-US" sz="3600" b="1" dirty="0" err="1">
                <a:solidFill>
                  <a:srgbClr val="002060"/>
                </a:solidFill>
              </a:rPr>
              <a:t>Prathidhwaniyaal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muzhangum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swarlokam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bhoomiyum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7252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8" y="2166340"/>
            <a:ext cx="119091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കൃപയാൽ രക്ഷ ഇതെന്നാശ്രയം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സർവ്വനരര്‍ക്കായ്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മരിച്ചാനെനിക്കും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2470484" y="5067028"/>
            <a:ext cx="92972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Kripayaal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raksha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ithenn-aashrayam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nararkkai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Marichaan-enikkum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7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88442"/>
            <a:ext cx="12192000" cy="129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ജീവപുസ്തകത്തിൽ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എന്‍ നാമമെഴുതി</a:t>
            </a:r>
          </a:p>
          <a:p>
            <a:pPr>
              <a:lnSpc>
                <a:spcPct val="112000"/>
              </a:lnSpc>
            </a:pP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കൃപ കുഞ്ഞാട്ടിൽ പക്ഷത്തിൽ</a:t>
            </a:r>
            <a:r>
              <a:rPr lang="en-US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ചേര്‍ത്തെന്നാധി</a:t>
            </a:r>
            <a:r>
              <a:rPr lang="en-US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പോക്കി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82211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Jeeva </a:t>
            </a:r>
            <a:r>
              <a:rPr lang="en-US" sz="3600" b="1" dirty="0" err="1">
                <a:solidFill>
                  <a:srgbClr val="002060"/>
                </a:solidFill>
              </a:rPr>
              <a:t>pusthakaththil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naamam-ezhuthi</a:t>
            </a:r>
            <a:endParaRPr lang="en-US" sz="3600" b="1" dirty="0">
              <a:solidFill>
                <a:srgbClr val="002060"/>
              </a:solidFill>
            </a:endParaRPr>
          </a:p>
          <a:p>
            <a:r>
              <a:rPr lang="en-US" sz="3600" b="1" dirty="0">
                <a:solidFill>
                  <a:srgbClr val="002060"/>
                </a:solidFill>
              </a:rPr>
              <a:t>Kripa </a:t>
            </a:r>
            <a:r>
              <a:rPr lang="en-US" sz="3600" b="1" dirty="0" err="1">
                <a:solidFill>
                  <a:srgbClr val="002060"/>
                </a:solidFill>
              </a:rPr>
              <a:t>kunjaattin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pakshaththil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cherththenn-aadhi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pokki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7252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8" y="2166340"/>
            <a:ext cx="119091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കൃപയാൽ രക്ഷ ഇതെന്നാശ്രയം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സർവ്വനരര്‍ക്കായ്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മരിച്ചാനെനിക്കും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2470484" y="5067028"/>
            <a:ext cx="92972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Kripayaal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raksha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ithenn-aashrayam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nararkkai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Marichaan-enikkum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0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88442"/>
            <a:ext cx="11767770" cy="1333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സർവ്വപാതയിൽ എന്‍ കാല്‍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ഗമിപ്പാന്‍ പഠിച്ചു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സർവ്വനിറവുമുണ്ടതാല്‍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ദൈവാശ്രയം കൊണ്ട്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82211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</a:rPr>
              <a:t>Sarvva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paathayil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kaal </a:t>
            </a:r>
            <a:r>
              <a:rPr lang="en-US" sz="3600" b="1" dirty="0" err="1">
                <a:solidFill>
                  <a:srgbClr val="002060"/>
                </a:solidFill>
              </a:rPr>
              <a:t>gamippaan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padichu</a:t>
            </a:r>
            <a:endParaRPr lang="en-US" sz="3600" b="1" dirty="0">
              <a:solidFill>
                <a:srgbClr val="002060"/>
              </a:solidFill>
            </a:endParaRPr>
          </a:p>
          <a:p>
            <a:r>
              <a:rPr lang="en-US" sz="3600" b="1" dirty="0" err="1">
                <a:solidFill>
                  <a:srgbClr val="002060"/>
                </a:solidFill>
              </a:rPr>
              <a:t>Sarvva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nirhavum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undathaal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daivaashrayam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kondu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7252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8" y="2166340"/>
            <a:ext cx="119091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കൃപയാൽ രക്ഷ ഇതെന്നാശ്രയം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സർവ്വനരര്‍ക്കായ്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മരിച്ചാനെനിക്കും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2470484" y="5067028"/>
            <a:ext cx="92972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Kripayaal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raksha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ithenn-aashrayam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nararkkai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Marichaan-enikkum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29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88442"/>
            <a:ext cx="11767770" cy="1333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 ജപം ചെയ് വാന്‍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വശമാക്കി എന്നെ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കൈവിടാതിന്നയോളം താന്‍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ഭദ്രം പാലിച്ചെന്നെ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82211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Kripa </a:t>
            </a:r>
            <a:r>
              <a:rPr lang="en-US" sz="3600" b="1" dirty="0" err="1">
                <a:solidFill>
                  <a:srgbClr val="002060"/>
                </a:solidFill>
              </a:rPr>
              <a:t>japam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cheyvaan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vashamaakki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endParaRPr lang="en-US" sz="3600" b="1" dirty="0">
              <a:solidFill>
                <a:srgbClr val="002060"/>
              </a:solidFill>
            </a:endParaRPr>
          </a:p>
          <a:p>
            <a:r>
              <a:rPr lang="en-US" sz="3600" b="1" dirty="0" err="1">
                <a:solidFill>
                  <a:srgbClr val="002060"/>
                </a:solidFill>
              </a:rPr>
              <a:t>Kaividaathinnayolham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bhadram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paalichenne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7252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8" y="2166340"/>
            <a:ext cx="119091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കൃപയാൽ രക്ഷ ഇതെന്നാശ്രയം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സർവ്വനരര്‍ക്കായ്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മരിച്ചാനെനിക്കും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2470484" y="5067028"/>
            <a:ext cx="92972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Kripayaal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raksha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ithenn-aashrayam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nararkkai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Marichaan-enikkum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2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88442"/>
            <a:ext cx="11767770" cy="1333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 ദൈവബലം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എന്നുള്ളിലൂതട്ടെ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ശക്തി മുറ്റും എന്നാളും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വകയാകട്ടെ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82211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Kripa </a:t>
            </a:r>
            <a:r>
              <a:rPr lang="en-US" sz="3600" b="1" dirty="0" err="1">
                <a:solidFill>
                  <a:srgbClr val="002060"/>
                </a:solidFill>
              </a:rPr>
              <a:t>daivabalam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ennullhiloothatte</a:t>
            </a:r>
            <a:endParaRPr lang="en-US" sz="3600" b="1" dirty="0">
              <a:solidFill>
                <a:srgbClr val="002060"/>
              </a:solidFill>
            </a:endParaRPr>
          </a:p>
          <a:p>
            <a:r>
              <a:rPr lang="en-US" sz="3600" b="1" dirty="0">
                <a:solidFill>
                  <a:srgbClr val="002060"/>
                </a:solidFill>
              </a:rPr>
              <a:t>En Shakthi </a:t>
            </a:r>
            <a:r>
              <a:rPr lang="en-US" sz="3600" b="1" dirty="0" err="1">
                <a:solidFill>
                  <a:srgbClr val="002060"/>
                </a:solidFill>
              </a:rPr>
              <a:t>muttum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ennaalhum</a:t>
            </a:r>
            <a:r>
              <a:rPr lang="en-US" sz="3600" b="1" dirty="0">
                <a:solidFill>
                  <a:srgbClr val="002060"/>
                </a:solidFill>
              </a:rPr>
              <a:t> Nin </a:t>
            </a:r>
            <a:r>
              <a:rPr lang="en-US" sz="3600" b="1" dirty="0" err="1">
                <a:solidFill>
                  <a:srgbClr val="002060"/>
                </a:solidFill>
              </a:rPr>
              <a:t>vaka-yaakatte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2" y="7252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2AFA3-6363-4A4A-A71E-C1FD37F5301C}"/>
              </a:ext>
            </a:extLst>
          </p:cNvPr>
          <p:cNvSpPr/>
          <p:nvPr/>
        </p:nvSpPr>
        <p:spPr>
          <a:xfrm>
            <a:off x="141408" y="2166340"/>
            <a:ext cx="119091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കൃപയാൽ രക്ഷ ഇതെന്നാശ്രയം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സർവ്വനരര്‍ക്കായ്</a:t>
            </a:r>
          </a:p>
          <a:p>
            <a:pPr lvl="0" algn="r"/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മരിച്ചാനെനിക്കും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B25A8B-DCAD-4988-BCE8-EFAD2759284A}"/>
              </a:ext>
            </a:extLst>
          </p:cNvPr>
          <p:cNvSpPr/>
          <p:nvPr/>
        </p:nvSpPr>
        <p:spPr>
          <a:xfrm>
            <a:off x="2470484" y="5067028"/>
            <a:ext cx="92972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Kripayaal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raksha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ithenn-aashrayam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sarva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nararkkai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 algn="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Marichaan-enikkum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182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492 കൃപ മനോഹരം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Kripa manoharam </dc:title>
  <dc:creator>Acsah Mathews</dc:creator>
  <cp:lastModifiedBy>Acsah Mathews</cp:lastModifiedBy>
  <cp:revision>3</cp:revision>
  <dcterms:created xsi:type="dcterms:W3CDTF">2018-12-03T15:35:04Z</dcterms:created>
  <dcterms:modified xsi:type="dcterms:W3CDTF">2018-12-03T15:45:11Z</dcterms:modified>
</cp:coreProperties>
</file>