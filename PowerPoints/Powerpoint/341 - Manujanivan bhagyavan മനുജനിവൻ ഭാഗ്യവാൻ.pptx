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0" r:id="rId3"/>
    <p:sldId id="275" r:id="rId4"/>
    <p:sldId id="283" r:id="rId5"/>
    <p:sldId id="276" r:id="rId6"/>
    <p:sldId id="284" r:id="rId7"/>
    <p:sldId id="277" r:id="rId8"/>
    <p:sldId id="285" r:id="rId9"/>
    <p:sldId id="278" r:id="rId10"/>
    <p:sldId id="286" r:id="rId11"/>
    <p:sldId id="279" r:id="rId12"/>
    <p:sldId id="287" r:id="rId13"/>
    <p:sldId id="280" r:id="rId14"/>
    <p:sldId id="288" r:id="rId15"/>
    <p:sldId id="281" r:id="rId16"/>
    <p:sldId id="289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C1BA3-2A39-465D-B13D-2A1203616C5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7D871-8876-4228-9852-142826D340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5D1F6-9E31-4C97-846E-BCCB8040CE7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26687-F3F7-460A-BC57-4FE0334AD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29F7F-CE1C-4459-9C54-EBDB3AE5AC02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C00E3D-8CF4-4878-A1F3-6EADA8F2A0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E3787-0676-4DC6-B677-DDE0DD93780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F2EE9-3BB9-48E1-8AA0-AFB1371E2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1FC6E-B86C-4467-B66C-4D2560D1462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B4EF3-64D8-4184-8B47-A7E94D4F94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C3873-82D7-4C49-B4BC-DD04835DED5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95907-432A-4AAD-A216-29D1BDF6B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079C0-2E1F-4A47-AD5E-D352A02A7C0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7404E-E555-4240-9A56-C1D2C1022E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B17D3-B162-41B8-B55A-227CC8E9FFDD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3F634-628C-4AC4-B857-F7CCE62258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3F277-9D99-4EDF-B0A1-A2E75A92777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1DC03-FDD0-4E8E-B017-74C9FD8F67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8DC2C-0FD2-4C4A-92A1-82A8B5B9EE7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19A5EA-DF62-4A4E-9673-70AA43876D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F216F-454E-4405-9203-BDCF9DDB6E0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8A857-4077-44F0-B853-F94D49D9CC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9E1CDC0-43D1-4907-95C0-5C632ACC64D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3FACA66-3823-4EBC-A36E-E2CAF0DE4B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24FE-F111-464D-906B-2138EA9B7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623713"/>
            <a:ext cx="10363200" cy="1984374"/>
          </a:xfrm>
        </p:spPr>
        <p:txBody>
          <a:bodyPr/>
          <a:lstStyle/>
          <a:p>
            <a:r>
              <a:rPr lang="en-US" dirty="0"/>
              <a:t>341</a:t>
            </a:r>
            <a:br>
              <a:rPr lang="en-US" dirty="0"/>
            </a:br>
            <a:r>
              <a:rPr lang="ml-IN" sz="5000" b="1" dirty="0">
                <a:latin typeface="Kartika" panose="02020503030404060203" pitchFamily="18" charset="0"/>
              </a:rPr>
              <a:t>മനുജനിവൻ ഭാഗ്യവാൻ</a:t>
            </a:r>
            <a:br>
              <a:rPr lang="en-US" b="1" dirty="0">
                <a:latin typeface="Kartika" panose="02020503030404060203" pitchFamily="18" charset="0"/>
              </a:rPr>
            </a:br>
            <a:r>
              <a:rPr lang="ml-IN" sz="4000" i="1" dirty="0">
                <a:latin typeface="Kartika" panose="02020503030404060203" pitchFamily="18" charset="0"/>
                <a:cs typeface="Kartika" panose="02020503030404060203" pitchFamily="18" charset="0"/>
              </a:rPr>
              <a:t>സങ്കീർത്തനം</a:t>
            </a:r>
            <a:r>
              <a:rPr lang="en-US" sz="4000" i="1" dirty="0">
                <a:latin typeface="Kartika" panose="02020503030404060203" pitchFamily="18" charset="0"/>
                <a:cs typeface="Kartika" panose="02020503030404060203" pitchFamily="18" charset="0"/>
              </a:rPr>
              <a:t>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675AD-A83A-4B45-82E7-3FDD8A0D5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90892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Manujanivan </a:t>
            </a:r>
            <a:r>
              <a:rPr lang="en-US" sz="4000" b="1" dirty="0" err="1">
                <a:solidFill>
                  <a:srgbClr val="002060"/>
                </a:solidFill>
              </a:rPr>
              <a:t>bhaagyavaan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Psalm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AEA28B-B268-4AFE-AF2D-CCD40A6BE1B1}"/>
              </a:ext>
            </a:extLst>
          </p:cNvPr>
          <p:cNvSpPr/>
          <p:nvPr/>
        </p:nvSpPr>
        <p:spPr>
          <a:xfrm>
            <a:off x="1676400" y="5243723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3103E7-E845-4DB9-8B55-8123AFCFDC99}"/>
              </a:ext>
            </a:extLst>
          </p:cNvPr>
          <p:cNvSpPr/>
          <p:nvPr/>
        </p:nvSpPr>
        <p:spPr>
          <a:xfrm>
            <a:off x="8305800" y="5243723"/>
            <a:ext cx="23224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Yusthus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Youseph</a:t>
            </a:r>
            <a:r>
              <a:rPr lang="en-US" sz="2000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008656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860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വിനയാം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ന്നാലോചനയിൽ നടക്കാതുള്ള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Vinayaam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dushtarinnalochanayil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nadakkathullha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250752"/>
            <a:ext cx="11506200" cy="2460724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തിരിഞ്ഞു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പാപികളുടെ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വഴിയിൽ നിന്നിടാതെയും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പരിഹാസികളിൻ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പീഠ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ത്തിരുന്നിടാതെയുമുള്ള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9829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Thirinju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paapikalhude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vazhiyil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ninnidaatheyum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Parihaasikalhin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peeda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ththirunnidaatheyum-ullha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C4DA2-4A93-41B1-84F0-82D43478A8C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9002710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860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വിനയാം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ന്നാലോചനയിൽ നടക്കാതുള്ള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Vinayaam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dushtarinnalochanayil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nadakkathullha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313869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250752"/>
            <a:ext cx="11506200" cy="2460724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തനതിഷ്ടം ദേവ വാക്കിൽ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ദിനവും വച്ചതിൽ നിന്നു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മനസ്സി ലെല്ലാ നേരവും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നിനച്ചു ധ്യാനം ചെയ്യുന്ന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9829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Thanathishtam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devavaakkil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dinavum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vachathil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Manassilellaa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neravum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ninachu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dhyaanam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cheyunna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C4DA2-4A93-41B1-84F0-82D43478A8C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3843267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860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വിനയാം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ന്നാലോചനയിൽ നടക്കാതുള്ള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Vinayaam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dushtarinnalochanayil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nadakkathullha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0037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250752"/>
            <a:ext cx="11506200" cy="2460724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ആറ്റരികത്തു നട്ടു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വാട്ടം ഇലയ്ക്കില്ലാതെ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ഏറ്റകാലത്തു കനി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കായ്ക്കും വൃക്ഷത്തോടൊത്ത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9829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Aatarikathu nattu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vaattam illaykkillaathe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Aetta kaalathu kani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kaaykkum vrikshaththodoththa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C4DA2-4A93-41B1-84F0-82D43478A8C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5098654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860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വിനയാം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ന്നാലോചനയിൽ നടക്കാതുള്ള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Vinayaam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dushtarinnalochanayil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nadakkathullha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663595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250752"/>
            <a:ext cx="11506200" cy="2460724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ചെയ്യുന്നതെല്ലാമവൻ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മെയ്യായ് സാധിക്കും ദുഷ്ട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ക്കയ്യർ പാറ്റിക്കളയും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തീയ പതിർപോൽ തന്നെ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9829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Cheyyunnathellaam avan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meyyaayi saadhikkum dushta-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Kkayyarh paattikalhayum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theeya pathirpol thane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C4DA2-4A93-41B1-84F0-82D43478A8C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8213317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860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വിനയാം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ന്നാലോചനയിൽ നടക്കാതുള്ള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Vinayaam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dushtarinnalochanayil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nadakkathullha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097752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250752"/>
            <a:ext cx="11506200" cy="2460724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നല്ലോർ വഴിയെ സർവ്വ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 നറിയുന്നു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വല്ലാത്ത ദുഷ്ടർ വഴി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എല്ലാം നശിച്ചുപോകും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9829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Nallorh vazhiye sarvva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vallabhanarhiyunnu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Vallaaththa dushtar vazhi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elaam nashichu pokum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C4DA2-4A93-41B1-84F0-82D43478A8C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4575416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860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വിനയാം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ന്നാലോചനയിൽ നടക്കാതുള്ള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Vinayaam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dushtarinnalochanayil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nadakkathullha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26914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250752"/>
            <a:ext cx="11506200" cy="2460724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അതിനാൽ ദുഷ്ടന്മാർ ന്യായ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വിധിയിങ്കലും പാപികൾ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എഴുന്നേറ്റിടാ നീതിയു-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ള്ളവരിൻ സഭയിങ്കലും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9829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Athinaal dushtanmaar nyaaya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vidhiyinkalum paapikalh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Ezhunettidaa neethiyu-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llhavarin sabhayinkalum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C4DA2-4A93-41B1-84F0-82D43478A8C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5189323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860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വിനയാം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ന്നാലോചനയിൽ നടക്കാതുള്ള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Vinayaam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dushtarinnalochanayil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nadakkathullha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262077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250752"/>
            <a:ext cx="11506200" cy="2460724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നാമമേ ജയം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നാമമേ ജയം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ക്രിസ്തേശുനാമത്തിന്നു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ജയം ജയമേ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9829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Kristhu naamame jayam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kristhu naamame jayam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Kristheshu naamathinu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ennum jayam jayame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C4DA2-4A93-41B1-84F0-82D43478A8C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2587716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860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മനുജനിവൻ ഭാഗ്യവാൻ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വിനയാം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ന്നാലോചനയിൽ നടക്കാതുള്ള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709B2-07D3-4C70-8558-EA9288FEB74C}"/>
              </a:ext>
            </a:extLst>
          </p:cNvPr>
          <p:cNvSpPr/>
          <p:nvPr/>
        </p:nvSpPr>
        <p:spPr>
          <a:xfrm>
            <a:off x="0" y="3711476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+mn-lt"/>
              </a:rPr>
              <a:t>Manujanivan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bhaagyavaan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Vinayaam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dushtarinnalochanayil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nadakkathullha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17312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190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Kartika</vt:lpstr>
      <vt:lpstr>Office Theme</vt:lpstr>
      <vt:lpstr>341 മനുജനിവൻ ഭാഗ്യവാൻ സങ്കീർത്തനം 1</vt:lpstr>
      <vt:lpstr>മനുജനിവൻ ഭാഗ്യവാൻ  മനുജനിവൻ ഭാഗ്യവാൻ   വിനയാം ദുഷ്ടരി ന്നാലോചനയിൽ നടക്കാതുള്ള </vt:lpstr>
      <vt:lpstr>തിരിഞ്ഞു പാപികളുടെ വഴിയിൽ നിന്നിടാതെയും  പരിഹാസികളിൻ പീഠ- ത്തിരുന്നിടാതെയുമുള്ള</vt:lpstr>
      <vt:lpstr>മനുജനിവൻ ഭാഗ്യവാൻ  മനുജനിവൻ ഭാഗ്യവാൻ   വിനയാം ദുഷ്ടരി ന്നാലോചനയിൽ നടക്കാതുള്ള </vt:lpstr>
      <vt:lpstr>തനതിഷ്ടം ദേവ വാക്കിൽ ദിനവും വച്ചതിൽ നിന്നു  മനസ്സി ലെല്ലാ നേരവും നിനച്ചു ധ്യാനം ചെയ്യുന്ന </vt:lpstr>
      <vt:lpstr>മനുജനിവൻ ഭാഗ്യവാൻ  മനുജനിവൻ ഭാഗ്യവാൻ   വിനയാം ദുഷ്ടരി ന്നാലോചനയിൽ നടക്കാതുള്ള </vt:lpstr>
      <vt:lpstr>ആറ്റരികത്തു നട്ടു വാട്ടം ഇലയ്ക്കില്ലാതെ ഏറ്റകാലത്തു കനി കായ്ക്കും വൃക്ഷത്തോടൊത്ത </vt:lpstr>
      <vt:lpstr>മനുജനിവൻ ഭാഗ്യവാൻ  മനുജനിവൻ ഭാഗ്യവാൻ   വിനയാം ദുഷ്ടരി ന്നാലോചനയിൽ നടക്കാതുള്ള </vt:lpstr>
      <vt:lpstr>ചെയ്യുന്നതെല്ലാമവൻ മെയ്യായ് സാധിക്കും ദുഷ്ട  ക്കയ്യർ പാറ്റിക്കളയും തീയ പതിർപോൽ തന്നെ </vt:lpstr>
      <vt:lpstr>മനുജനിവൻ ഭാഗ്യവാൻ  മനുജനിവൻ ഭാഗ്യവാൻ   വിനയാം ദുഷ്ടരി ന്നാലോചനയിൽ നടക്കാതുള്ള </vt:lpstr>
      <vt:lpstr>നല്ലോർ വഴിയെ സർവ്വ വല്ലഭ നറിയുന്നു  വല്ലാത്ത ദുഷ്ടർ വഴി എല്ലാം നശിച്ചുപോകും </vt:lpstr>
      <vt:lpstr>മനുജനിവൻ ഭാഗ്യവാൻ  മനുജനിവൻ ഭാഗ്യവാൻ   വിനയാം ദുഷ്ടരി ന്നാലോചനയിൽ നടക്കാതുള്ള </vt:lpstr>
      <vt:lpstr>അതിനാൽ ദുഷ്ടന്മാർ ന്യായ വിധിയിങ്കലും പാപികൾ എഴുന്നേറ്റിടാ നീതിയു- ള്ളവരിൻ സഭയിങ്കലും </vt:lpstr>
      <vt:lpstr>മനുജനിവൻ ഭാഗ്യവാൻ  മനുജനിവൻ ഭാഗ്യവാൻ   വിനയാം ദുഷ്ടരി ന്നാലോചനയിൽ നടക്കാതുള്ള </vt:lpstr>
      <vt:lpstr>ക്രിസ്തു നാമമേ ജയം ക്രിസ്തു നാമമേ ജയം  ക്രിസ്തേശുനാമത്തിന്നു എന്നും ജയം ജയമേ </vt:lpstr>
      <vt:lpstr>മനുജനിവൻ ഭാഗ്യവാൻ  മനുജനിവൻ ഭാഗ്യവാൻ   വിനയാം ദുഷ്ടരി ന്നാലോചനയിൽ നടക്കാതുള്ള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Manujanivan bhagyavan</dc:title>
  <dc:creator>Digital Input:; GM JOHN; Acsah Mathews</dc:creator>
  <cp:lastModifiedBy>Acsah Mathews</cp:lastModifiedBy>
  <cp:revision>294</cp:revision>
  <dcterms:created xsi:type="dcterms:W3CDTF">2013-04-19T09:19:07Z</dcterms:created>
  <dcterms:modified xsi:type="dcterms:W3CDTF">2018-11-20T17:06:44Z</dcterms:modified>
</cp:coreProperties>
</file>