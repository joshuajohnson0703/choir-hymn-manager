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2" r:id="rId3"/>
    <p:sldId id="274" r:id="rId4"/>
    <p:sldId id="275" r:id="rId5"/>
    <p:sldId id="276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0" autoAdjust="0"/>
    <p:restoredTop sz="94660"/>
  </p:normalViewPr>
  <p:slideViewPr>
    <p:cSldViewPr>
      <p:cViewPr varScale="1">
        <p:scale>
          <a:sx n="47" d="100"/>
          <a:sy n="47" d="100"/>
        </p:scale>
        <p:origin x="72" y="90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7B253-F6CF-48A2-8AA1-4D293935BDE3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12145-8198-4C4A-AFD6-F58A84C540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DBEF23-C73D-4E57-A48B-7329D92A9418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1CE3FC-F3CF-4400-82B5-AC62D74B8B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433673-F1EA-4EEC-8A81-54CA48EAD284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EB11D-7DAF-4546-9C5B-9BB7BA00DC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9B5F7-982D-4023-BD4D-7DF4792A9030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C718A-901A-41CD-AE2A-9A14E66579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F17AFC-DF59-4F33-92C4-FC5FE8E185DF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F02B9C-C663-42BC-9561-7F264ADD6A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59014-AD98-40F3-8415-0AD524CF564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A6AC5-084D-41F8-BDE2-99DAEB2F66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2A5981-727F-4C91-9E6F-DEC500884C30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103C3B-0215-453D-AC19-B028FDD77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BAD49-EE7B-4CFE-B3DB-47B0080CA5A6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0A6A0-4A04-4A84-A7AB-6462D378CB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28A62D-5302-4760-9F42-0570E668AC4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77274A-14C7-48BF-9B41-77ECF91944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E0BC1-B702-4E89-BB58-DB343F71E157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EAABA-F7B0-4242-BB0C-42E42151E0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FEC173-0EEA-4CD7-9DDD-CFF3531EDBC3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5A9D70-B366-4C0A-8807-1636EDFB3E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0045208-9EF5-4209-AD67-71805FBCC02C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08F46DB-5276-47B2-B59C-B0922569BA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35F07-2337-421C-9BF8-CB7296FCC8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376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ദൈവമേ ത്രിയേകനെ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9D7A1-0644-4A9A-B80A-76EA47807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581400"/>
            <a:ext cx="8534400" cy="10668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Daivamey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Thriyèkaney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F76445-8125-43DE-AFEB-C7BAD75175A4}"/>
              </a:ext>
            </a:extLst>
          </p:cNvPr>
          <p:cNvSpPr/>
          <p:nvPr/>
        </p:nvSpPr>
        <p:spPr>
          <a:xfrm>
            <a:off x="889000" y="4253468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  <a:latin typeface="Arial" panose="020B0604020202020204" pitchFamily="34" charset="0"/>
              </a:rPr>
              <a:t>(പി. ഡി. ജോൺ)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E0912D-8F4E-46E4-A716-EFC3C005B9C4}"/>
              </a:ext>
            </a:extLst>
          </p:cNvPr>
          <p:cNvSpPr/>
          <p:nvPr/>
        </p:nvSpPr>
        <p:spPr>
          <a:xfrm>
            <a:off x="9866180" y="4253468"/>
            <a:ext cx="1437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(P.D. John) </a:t>
            </a:r>
          </a:p>
        </p:txBody>
      </p:sp>
    </p:spTree>
    <p:extLst>
      <p:ext uri="{BB962C8B-B14F-4D97-AF65-F5344CB8AC3E}">
        <p14:creationId xmlns:p14="http://schemas.microsoft.com/office/powerpoint/2010/main" val="121915392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1460663"/>
            <a:ext cx="12192000" cy="2271703"/>
          </a:xfrm>
        </p:spPr>
        <p:txBody>
          <a:bodyPr anchor="t"/>
          <a:lstStyle/>
          <a:p>
            <a:pPr algn="l">
              <a:lnSpc>
                <a:spcPts val="4000"/>
              </a:lnSpc>
              <a:tabLst>
                <a:tab pos="577850" algn="l"/>
              </a:tabLst>
              <a:defRPr/>
            </a:pP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അപ്പൻ തന്മക്കളിൽ കാരുണ്യം പോൽ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ഇപ്പാപിയാമെന്നെ ദർശിക്കണേ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പുത്രന്മൂലം നിൻ  സവിധേ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എത്തണമെ എന്‍റെ യാചനകൾ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….</a:t>
            </a:r>
            <a:endParaRPr lang="ml-IN" sz="34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5200" y="0"/>
            <a:ext cx="1066800" cy="32387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376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C15C79-2A4E-421C-A6CD-98449498932A}"/>
              </a:ext>
            </a:extLst>
          </p:cNvPr>
          <p:cNvSpPr/>
          <p:nvPr/>
        </p:nvSpPr>
        <p:spPr>
          <a:xfrm>
            <a:off x="0" y="133494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ദൈവമേ ത്രിയേകനെ -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സവിധേ ഞാൻ വരുന്നു -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3CDB64-B23B-4A33-A729-215A2A4C2527}"/>
              </a:ext>
            </a:extLst>
          </p:cNvPr>
          <p:cNvSpPr/>
          <p:nvPr/>
        </p:nvSpPr>
        <p:spPr>
          <a:xfrm>
            <a:off x="30480" y="3581400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Thriyèkaney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savidhey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8BD918-3C53-4176-A7FC-4C4207D253A0}"/>
              </a:ext>
            </a:extLst>
          </p:cNvPr>
          <p:cNvSpPr/>
          <p:nvPr/>
        </p:nvSpPr>
        <p:spPr>
          <a:xfrm>
            <a:off x="30480" y="4620205"/>
            <a:ext cx="1162812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1.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Appan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makkalhil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kaarunhyam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pôl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Ippaapi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yaamenney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darshikkanhey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Puthran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moolam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savidhey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Eththanhamey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entey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yaachanakalh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00097"/>
            <a:ext cx="12192000" cy="2271703"/>
          </a:xfrm>
        </p:spPr>
        <p:txBody>
          <a:bodyPr anchor="t"/>
          <a:lstStyle/>
          <a:p>
            <a:pPr algn="l">
              <a:lnSpc>
                <a:spcPts val="4000"/>
              </a:lnSpc>
              <a:tabLst>
                <a:tab pos="577850" algn="l"/>
              </a:tabLst>
              <a:defRPr/>
            </a:pPr>
            <a:r>
              <a:rPr lang="en-US" sz="3400" b="1" spc="-300" dirty="0">
                <a:latin typeface="Kartika" panose="02020503030404060203" pitchFamily="18" charset="0"/>
              </a:rPr>
              <a:t>2	</a:t>
            </a:r>
            <a:r>
              <a:rPr lang="ml-IN" sz="3400" b="1" spc="-300" dirty="0">
                <a:latin typeface="Kartika" panose="02020503030404060203" pitchFamily="18" charset="0"/>
              </a:rPr>
              <a:t>സ്വർഗ്ഗത്തിലെ  ദിവ്യാനുഗ്രഹത്താൽ</a:t>
            </a:r>
            <a:br>
              <a:rPr lang="ml-IN" sz="3400" b="1" spc="-300" dirty="0">
                <a:latin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</a:rPr>
              <a:t>നിത്യം നിറയ്ക്കാമെന്നോതിയോനെ </a:t>
            </a:r>
            <a:br>
              <a:rPr lang="ml-IN" sz="3400" b="1" spc="-300" dirty="0">
                <a:latin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</a:rPr>
              <a:t>സത്യവഴി യേശുവേ നീ </a:t>
            </a:r>
            <a:br>
              <a:rPr lang="ml-IN" sz="3400" b="1" spc="-300" dirty="0">
                <a:latin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</a:rPr>
              <a:t>നിത്യതയിലേക്കു വാതിലും നീ </a:t>
            </a:r>
            <a:endParaRPr lang="ml-IN" sz="34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5200" y="0"/>
            <a:ext cx="1066800" cy="32387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376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C15C79-2A4E-421C-A6CD-98449498932A}"/>
              </a:ext>
            </a:extLst>
          </p:cNvPr>
          <p:cNvSpPr/>
          <p:nvPr/>
        </p:nvSpPr>
        <p:spPr>
          <a:xfrm>
            <a:off x="0" y="26712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ദൈവമേ ത്രിയേകനെ -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സവിധേ ഞാൻ വരുന്നു -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3CDB64-B23B-4A33-A729-215A2A4C2527}"/>
              </a:ext>
            </a:extLst>
          </p:cNvPr>
          <p:cNvSpPr/>
          <p:nvPr/>
        </p:nvSpPr>
        <p:spPr>
          <a:xfrm>
            <a:off x="0" y="5619294"/>
            <a:ext cx="1112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Thriyèkaney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savidhey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8BD918-3C53-4176-A7FC-4C4207D253A0}"/>
              </a:ext>
            </a:extLst>
          </p:cNvPr>
          <p:cNvSpPr/>
          <p:nvPr/>
        </p:nvSpPr>
        <p:spPr>
          <a:xfrm>
            <a:off x="0" y="3718679"/>
            <a:ext cx="1162812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Swarggaththiley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divyaanugrahaththaal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Nithyam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niraikkaa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mennoththiyoney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Sathya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vazhi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Yeshuvey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Nithyathayilèkku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vaathilum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nee</a:t>
            </a:r>
          </a:p>
        </p:txBody>
      </p:sp>
    </p:spTree>
    <p:extLst>
      <p:ext uri="{BB962C8B-B14F-4D97-AF65-F5344CB8AC3E}">
        <p14:creationId xmlns:p14="http://schemas.microsoft.com/office/powerpoint/2010/main" val="398276520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00097"/>
            <a:ext cx="12192000" cy="2271703"/>
          </a:xfrm>
        </p:spPr>
        <p:txBody>
          <a:bodyPr anchor="t"/>
          <a:lstStyle/>
          <a:p>
            <a:pPr algn="l">
              <a:lnSpc>
                <a:spcPts val="4000"/>
              </a:lnSpc>
              <a:tabLst>
                <a:tab pos="577850" algn="l"/>
              </a:tabLst>
              <a:defRPr/>
            </a:pP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ജല്പനം ചെയ്യുവാനല്ല ഞങ്ങൾ 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ഹൃദ്യമായ് നിന്നിൽ ലയിച്ചീടുവാൻ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ഏകാത്മാവാൽ - ഏകമായ് നിൻ 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സാന്നിദ്ധ്യം തേടിവരുന്നു ഞങ്ങൾ</a:t>
            </a:r>
            <a:endParaRPr lang="ml-IN" sz="34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5200" y="0"/>
            <a:ext cx="1066800" cy="32387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376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C15C79-2A4E-421C-A6CD-98449498932A}"/>
              </a:ext>
            </a:extLst>
          </p:cNvPr>
          <p:cNvSpPr/>
          <p:nvPr/>
        </p:nvSpPr>
        <p:spPr>
          <a:xfrm>
            <a:off x="0" y="26712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ദൈവമേ ത്രിയേകനെ -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സവിധേ ഞാൻ വരുന്നു -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3CDB64-B23B-4A33-A729-215A2A4C2527}"/>
              </a:ext>
            </a:extLst>
          </p:cNvPr>
          <p:cNvSpPr/>
          <p:nvPr/>
        </p:nvSpPr>
        <p:spPr>
          <a:xfrm>
            <a:off x="0" y="5619294"/>
            <a:ext cx="1112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Thriyèkaney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savidhey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8BD918-3C53-4176-A7FC-4C4207D253A0}"/>
              </a:ext>
            </a:extLst>
          </p:cNvPr>
          <p:cNvSpPr/>
          <p:nvPr/>
        </p:nvSpPr>
        <p:spPr>
          <a:xfrm>
            <a:off x="0" y="3718679"/>
            <a:ext cx="1162812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3.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Jalpanam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cheyyuvaanalla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njangalh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Hridya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maai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ninnil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layichcheeduvaan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Èkaathmaavil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èkamaai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Saannidhyam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thèdi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njangalh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827964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0" y="700097"/>
            <a:ext cx="12192000" cy="2271703"/>
          </a:xfrm>
        </p:spPr>
        <p:txBody>
          <a:bodyPr anchor="t"/>
          <a:lstStyle/>
          <a:p>
            <a:pPr algn="l">
              <a:lnSpc>
                <a:spcPts val="4000"/>
              </a:lnSpc>
              <a:tabLst>
                <a:tab pos="577850" algn="l"/>
              </a:tabLst>
              <a:defRPr/>
            </a:pP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രോഗിക്കു സൗഖ്യപ്രദായകൻ നീ 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പാപിക്കു രക്ഷയും നീതിയും നീ 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ആത്മാവിനാൽ അത്യന്തമായ് 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ശക്തീകരിച്ചു നയിപ്പതും നീ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endParaRPr lang="ml-IN" sz="3400" b="1" spc="-2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25200" y="0"/>
            <a:ext cx="1066800" cy="32387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376</a:t>
            </a:r>
            <a:endParaRPr lang="en-US" sz="1600" b="1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C15C79-2A4E-421C-A6CD-98449498932A}"/>
              </a:ext>
            </a:extLst>
          </p:cNvPr>
          <p:cNvSpPr/>
          <p:nvPr/>
        </p:nvSpPr>
        <p:spPr>
          <a:xfrm>
            <a:off x="0" y="2671227"/>
            <a:ext cx="12192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ദൈവമേ ത്രിയേകനെ - </a:t>
            </a:r>
            <a:b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നിൻ സവിധേ ഞാൻ വരുന്നു -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3CDB64-B23B-4A33-A729-215A2A4C2527}"/>
              </a:ext>
            </a:extLst>
          </p:cNvPr>
          <p:cNvSpPr/>
          <p:nvPr/>
        </p:nvSpPr>
        <p:spPr>
          <a:xfrm>
            <a:off x="0" y="5619294"/>
            <a:ext cx="11125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Thriyèkaney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Nin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savidhey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varunnu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8BD918-3C53-4176-A7FC-4C4207D253A0}"/>
              </a:ext>
            </a:extLst>
          </p:cNvPr>
          <p:cNvSpPr/>
          <p:nvPr/>
        </p:nvSpPr>
        <p:spPr>
          <a:xfrm>
            <a:off x="0" y="3718679"/>
            <a:ext cx="1162812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Rôgikku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soukhya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pradaayakan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Paapikku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rakshayum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neethiyum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Aathmaavinaal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athyanthamaai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    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Shaktheekarichchu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nayippathum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nee</a:t>
            </a:r>
          </a:p>
        </p:txBody>
      </p:sp>
    </p:spTree>
    <p:extLst>
      <p:ext uri="{BB962C8B-B14F-4D97-AF65-F5344CB8AC3E}">
        <p14:creationId xmlns:p14="http://schemas.microsoft.com/office/powerpoint/2010/main" val="147661785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135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376 ദൈവമേ ത്രിയേകനെ</vt:lpstr>
      <vt:lpstr>1 അപ്പൻ തന്മക്കളിൽ കാരുണ്യം പോൽ  ഇപ്പാപിയാമെന്നെ ദർശിക്കണേ  പുത്രന്മൂലം നിൻ  സവിധേ  എത്തണമെ എന്‍റെ യാചനകൾ      ദൈവ….</vt:lpstr>
      <vt:lpstr>2 സ്വർഗ്ഗത്തിലെ  ദിവ്യാനുഗ്രഹത്താൽ  നിത്യം നിറയ്ക്കാമെന്നോതിയോനെ   സത്യവഴി യേശുവേ നീ   നിത്യതയിലേക്കു വാതിലും നീ </vt:lpstr>
      <vt:lpstr>3 ജല്പനം ചെയ്യുവാനല്ല ഞങ്ങൾ   ഹൃദ്യമായ് നിന്നിൽ ലയിച്ചീടുവാൻ  ഏകാത്മാവാൽ - ഏകമായ് നിൻ   സാന്നിദ്ധ്യം തേടിവരുന്നു ഞങ്ങൾ</vt:lpstr>
      <vt:lpstr>4 രോഗിക്കു സൗഖ്യപ്രദായകൻ നീ   പാപിക്കു രക്ഷയും നീതിയും നീ   ആത്മാവിനാൽ അത്യന്തമായ്   ശക്തീകരിച്ചു നയിപ്പതും നീ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Daivame thriyekane</dc:title>
  <dc:creator>Digital Input:; GM JOHN; Acsah Mathews</dc:creator>
  <cp:lastModifiedBy>Acsah Mathews</cp:lastModifiedBy>
  <cp:revision>120</cp:revision>
  <dcterms:created xsi:type="dcterms:W3CDTF">2013-04-25T00:28:25Z</dcterms:created>
  <dcterms:modified xsi:type="dcterms:W3CDTF">2018-11-23T17:52:27Z</dcterms:modified>
</cp:coreProperties>
</file>