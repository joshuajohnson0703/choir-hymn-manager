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0" r:id="rId3"/>
    <p:sldId id="277" r:id="rId4"/>
    <p:sldId id="278" r:id="rId5"/>
    <p:sldId id="279" r:id="rId6"/>
    <p:sldId id="280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3AEF6-F964-4856-8A7F-3CC8658972D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6AC0E-A6D8-42EB-A8D4-32C3D32D1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9FF54-3D4E-414D-9206-70AF37EA83E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EFAAE-85B2-487F-9506-F1E405175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5F525-4464-4D1E-A6DF-6F0D2591F13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1AE6B-D217-49EF-B1C3-FD3C887070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C9330-8EF4-4D0B-991F-F2F07BF03D2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C9384-FFD9-4E01-8E4C-DAED797929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CD2AC-D329-4760-BB94-9DCBA3F6A32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4A714-9765-4540-B9B6-2AD288B35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4A995-E373-4B03-B344-C9EE322219E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5FFB6-B321-48C5-97E6-6EA56FDD76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1B543-1551-4A7D-B029-623CB053E72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B08CC-B591-41E0-A13D-DBAE960AC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22E39-0E77-4A9B-977F-DEAB5E76AD2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DC6D5-2BB0-48A8-83AC-CB86F5D547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536E3-D898-47B2-9493-E9CCEA248B5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CA15E-3934-467B-A0E0-D794895E4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7D1D4-2187-4E8A-9379-5A422656103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55EDF-0D8D-466A-8C4D-8508CBA71D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1218A-A64E-41DB-B21A-563D5113A9E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C309-9B20-4327-B8ED-C14DACE762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5F0706-F103-4B2C-A70F-4F4184F38E8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F1A5772-8516-440F-B492-241E5D32DE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26E4-CA39-48DE-91E9-A3840C8EA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മരണം ജയിച്ച വീരാ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86C03-28D5-41D4-A960-FD607F882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Maranham </a:t>
            </a:r>
            <a:r>
              <a:rPr lang="en-US" sz="4000" b="1" dirty="0" err="1">
                <a:solidFill>
                  <a:schemeClr val="tx2"/>
                </a:solidFill>
              </a:rPr>
              <a:t>jayicha</a:t>
            </a:r>
            <a:r>
              <a:rPr lang="en-US" sz="4000" b="1" dirty="0">
                <a:solidFill>
                  <a:schemeClr val="tx2"/>
                </a:solidFill>
              </a:rPr>
              <a:t> Veera</a:t>
            </a:r>
            <a:endParaRPr lang="en-US" sz="4000" dirty="0"/>
          </a:p>
          <a:p>
            <a:r>
              <a:rPr lang="en-US" i="1" dirty="0"/>
              <a:t>Tune: </a:t>
            </a:r>
            <a:r>
              <a:rPr lang="en-US" i="1" dirty="0" err="1"/>
              <a:t>Saviour</a:t>
            </a:r>
            <a:r>
              <a:rPr lang="en-US" i="1" dirty="0"/>
              <a:t>, Like a Shepherd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49D882-C162-436A-9F95-AD725D8E6EE9}"/>
              </a:ext>
            </a:extLst>
          </p:cNvPr>
          <p:cNvSpPr/>
          <p:nvPr/>
        </p:nvSpPr>
        <p:spPr>
          <a:xfrm>
            <a:off x="2819400" y="5641974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CB603-9ABD-4AF4-800F-FC621CD2B7FA}"/>
              </a:ext>
            </a:extLst>
          </p:cNvPr>
          <p:cNvSpPr/>
          <p:nvPr/>
        </p:nvSpPr>
        <p:spPr>
          <a:xfrm>
            <a:off x="7068349" y="5641974"/>
            <a:ext cx="13903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sz="2000" i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9140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മരണം ജയിച്ച വീരാ എൻ കർത്താവാം യേശുവേ!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മരണവും തീരെ വിഴുങ്ങിയ ജീവനെ!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ജീവൻ എന്നിൽ വേണം വേണ്ട സ്വന്ത ജീവിതം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നീ എന്നുള്ളിൽ വസിക്കേണം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എന്നത്രെ എൻ താല്പര്യം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Maranham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jayicha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Veera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Karthaavaam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maranhavum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Vizhungiya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ennilvenham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 Venda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ennullhil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vasikkenham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thaalparyam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ലോകത്തിനും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പാപത്തിനും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ക്രൂശിന്മേൽ ഞാൻ മരിച്ചു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ജീവന്‍റെ പുതുക്കത്തിനും ഉടൻ നിന്നെ ധരിച്ചു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സ്വർഗ്ഗത്തിലിപ്പോളെൻ ജീവൻ യേശു താനെൻ പാർപ്പിടം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ഉന്നതങ്ങളിൽ ഈ ഹീനർ വാഴുന്നെന്തോരാശ്ചര്യം!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Lokaththinum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paapaththinum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Krushinmel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marichu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puthukaththinum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Udan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dharichchu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Swargaththilhippolen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Jeevan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paarpidam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Unnathangalhil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heenan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Vaazhunnenthoraascharyam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106851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ജീവവെള്ളം ഒഴുകുന്നു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നനയ്ക്കുന്നെൻ ഹൃദയം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പുഷ്പങ്ങളായ് പുഷ്പ്പിക്കുന്നു ശാന്തി സ്നേഹം ആനന്ദം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ഇതെൻ പ്രിയന്നുള്ള തോട്ടം ഇതിൽ നടക്കുന്നു ഞാൻ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രാവും പകലും തൻ നോട്ടം ഉണ്ടതിന്മേൽ കാക്കുവാൻ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Jeevavellham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ozhukkunnu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Nanaikunnen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hridayam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Pushpangalhaai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pushpikunnu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Shaanthisneham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aanandam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Ithen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priyanullha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thottam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nôttam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Undathinmel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kaakkuvaan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25360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ശക്തി എന്‍റെ ശക്തി 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എല്ലാറ്റിന്നും മതി ഞാൻ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ശക്തി എന്‍റെ ഭക്തി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ഹാ! നിന്നിൽ ഞാൻ ധനവാൻ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പ്രിയനെനിക്കുള്ളോൻ അവനുള്ളോൻ ഞാനുമായ്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ക്രൂശിൽ സ്വന്ത രക്തം തന്നോൻ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വാങ്ങി തനിക്കായ്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Ellaattinum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bhakthi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Ha!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dhanavaan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priyanenikkullhon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Avanullhon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Krushil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swantharaktham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thannon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vaangi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thanikkaai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49300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യേശു! എൻ വിശ്വാസക്കണ്ണു കാത്തു സൂക്ഷിക്കേണമേ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അതിൽ ഇഹ ലോക മണ്ണു വീണു മയക്കരുതേ!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സാത്താൻ ഓരോ ചിന്തകളെ ഈച്ചകളെ എന്ന 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അയച്ചാൽ കൺപോളകളെ ഉടൻ നീ അടച്ചു കൊൾ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vishwaasakannhu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sookshikkenhamey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Veenhumayakkaruthey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Saathaan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oro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chinthakalhey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Eechakalhey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pol</a:t>
            </a: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Ayachaal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kanhpolhakalhey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Udan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adachukolh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5510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667000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വേണ്ട ഒന്നും വേണ്ടാ	യേശു മതി എനിക്കു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സാത്താനേ നീ ആശിക്കേണ്ട കൊണ്ടുപോ നിൻ സമ്പത്ത്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കഴുകൻ പോൽ പറക്കുന്നു മേലോട്ടെന്‍റെ ഹൃദയം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 താഴെ കിടക്കുന്നു ദൂരെയതിൻ അശുദ്ധി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venda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venda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enikku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Saathaaney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aashikkenda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Kondupo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sambath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Kazhukan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Melottentey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hridayam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Bhoomi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thaazhey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kidakkunnu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Doorey-athin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ashudhdhi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62938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93604"/>
            <a:ext cx="12192000" cy="2404864"/>
          </a:xfrm>
        </p:spPr>
        <p:txBody>
          <a:bodyPr anchor="t"/>
          <a:lstStyle/>
          <a:p>
            <a:pPr algn="l" defTabSz="463550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യേശുവേ! നീ ജീവിക്കുന്നു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ഞാനുമെന്നും ജീവിക്കും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 ജീവൻ നിന്നിൽ നിന്നു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എന്നിലെന്നും ഒഴുകും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സ്വർഗ്ഗത്തിൽ നീ ഇരിക്കുന്നു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വേഗം ഞാനു മിരിക്കും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സംസർഗ്ഗത്തിനു നിന്‍റെ കൂടെ വസിക്കും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59B1C-5997-4C0F-86E7-A7AEEB901823}"/>
              </a:ext>
            </a:extLst>
          </p:cNvPr>
          <p:cNvSpPr/>
          <p:nvPr/>
        </p:nvSpPr>
        <p:spPr>
          <a:xfrm>
            <a:off x="0" y="3974995"/>
            <a:ext cx="12192000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jeevikkum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ozhukum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Swargathil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irikkunnu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njaanumirikkum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Snehaththin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sam-sarggathinu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vasikkum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036C9-984E-456F-9073-E3D90A390565}"/>
              </a:ext>
            </a:extLst>
          </p:cNvPr>
          <p:cNvSpPr/>
          <p:nvPr/>
        </p:nvSpPr>
        <p:spPr>
          <a:xfrm>
            <a:off x="-25400" y="478051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3C813-E3DF-47BD-8879-9519FFAA2813}"/>
              </a:ext>
            </a:extLst>
          </p:cNvPr>
          <p:cNvSpPr/>
          <p:nvPr/>
        </p:nvSpPr>
        <p:spPr>
          <a:xfrm>
            <a:off x="10548353" y="3498468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(വി. നാഗൽ)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B11CC9-B388-438C-A0E8-C829D29B44FB}"/>
              </a:ext>
            </a:extLst>
          </p:cNvPr>
          <p:cNvSpPr/>
          <p:nvPr/>
        </p:nvSpPr>
        <p:spPr>
          <a:xfrm>
            <a:off x="10137864" y="6302478"/>
            <a:ext cx="127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(V.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Nagal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1948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239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155 മരണം ജയിച്ച വീരാ</vt:lpstr>
      <vt:lpstr>മരണം ജയിച്ച വീരാ എൻ കർത്താവാം യേശുവേ! എന്‍റെ മരണവും തീരെ വിഴുങ്ങിയ ജീവനെ! നിന്‍റെ ജീവൻ എന്നിൽ വേണം വേണ്ട സ്വന്ത ജീവിതം നീ എന്നുള്ളിൽ വസിക്കേണം എന്നത്രെ എൻ താല്പര്യം</vt:lpstr>
      <vt:lpstr>ലോകത്തിനും പാപത്തിനും ക്രൂശിന്മേൽ ഞാൻ മരിച്ചു ജീവന്‍റെ പുതുക്കത്തിനും ഉടൻ നിന്നെ ധരിച്ചു സ്വർഗ്ഗത്തിലിപ്പോളെൻ ജീവൻ യേശു താനെൻ പാർപ്പിടം ഉന്നതങ്ങളിൽ ഈ ഹീനർ വാഴുന്നെന്തോരാശ്ചര്യം!</vt:lpstr>
      <vt:lpstr>ജീവവെള്ളം ഒഴുകുന്നു  നനയ്ക്കുന്നെൻ ഹൃദയം പുഷ്പങ്ങളായ് പുഷ്പ്പിക്കുന്നു ശാന്തി സ്നേഹം ആനന്ദം ഇതെൻ പ്രിയന്നുള്ള തോട്ടം ഇതിൽ നടക്കുന്നു ഞാൻ  രാവും പകലും തൻ നോട്ടം ഉണ്ടതിന്മേൽ കാക്കുവാൻ </vt:lpstr>
      <vt:lpstr>നിന്‍റെ ശക്തി എന്‍റെ ശക്തി  എല്ലാറ്റിന്നും മതി ഞാൻ നിന്‍റെ ശക്തി എന്‍റെ ഭക്തി ഹാ! നിന്നിൽ ഞാൻ ധനവാൻ എന്‍റെ പ്രിയനെനിക്കുള്ളോൻ അവനുള്ളോൻ ഞാനുമായ്  ക്രൂശിൽ സ്വന്ത രക്തം തന്നോൻ എന്നെ വാങ്ങി തനിക്കായ്</vt:lpstr>
      <vt:lpstr>യേശു! എൻ വിശ്വാസക്കണ്ണു കാത്തു സൂക്ഷിക്കേണമേ അതിൽ ഇഹ ലോക മണ്ണു വീണു മയക്കരുതേ! സാത്താൻ ഓരോ ചിന്തകളെ ഈച്ചകളെ എന്ന പോൽ അയച്ചാൽ കൺപോളകളെ ഉടൻ നീ അടച്ചു കൊൾ</vt:lpstr>
      <vt:lpstr>ലോകം വേണ്ട ഒന്നും വേണ്ടാ യേശു മതി എനിക്കു  സാത്താനേ നീ ആശിക്കേണ്ട കൊണ്ടുപോ നിൻ സമ്പത്ത് കഴുകൻ പോൽ പറക്കുന്നു മേലോട്ടെന്‍റെ ഹൃദയം ഭൂമി താഴെ കിടക്കുന്നു ദൂരെയതിൻ അശുദ്ധി</vt:lpstr>
      <vt:lpstr>യേശുവേ! നീ ജീവിക്കുന്നു ഞാനുമെന്നും ജീവിക്കും നിത്യ ജീവൻ നിന്നിൽ നിന്നു എന്നിലെന്നും ഒഴുകും സ്വർഗ്ഗത്തിൽ നീ ഇരിക്കുന്നു വേഗം ഞാനു മിരിക്കും സ്നേഹത്തിൻ സംസർഗ്ഗത്തിനു നിന്‍റെ കൂടെ വസിക്കും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Maranam jayicha veera</dc:title>
  <dc:creator>Digital Input:; GM JOHN; Acsah Mathews</dc:creator>
  <cp:lastModifiedBy>Acsah Mathews</cp:lastModifiedBy>
  <cp:revision>265</cp:revision>
  <dcterms:created xsi:type="dcterms:W3CDTF">2013-04-19T09:19:07Z</dcterms:created>
  <dcterms:modified xsi:type="dcterms:W3CDTF">2018-11-06T15:39:12Z</dcterms:modified>
</cp:coreProperties>
</file>