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286" r:id="rId3"/>
    <p:sldId id="290" r:id="rId4"/>
    <p:sldId id="291" r:id="rId5"/>
    <p:sldId id="295" r:id="rId6"/>
    <p:sldId id="292" r:id="rId7"/>
    <p:sldId id="296" r:id="rId8"/>
    <p:sldId id="293" r:id="rId9"/>
    <p:sldId id="297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1A97CD-C5B9-4189-9684-7676B25A818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A687B2-181C-414C-A655-76E366C0CF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5C5C05-D2C5-4B63-944F-8B54AD310565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58994-B510-4D13-93D3-77B181316E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109E9-F75D-431C-9FC3-4CE69094AB7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C05383-BC9C-4828-94FC-ED3EC77AFA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83E2BA-29AE-4C0D-846B-AD1CCD62ADD6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D02953-DCDE-43A5-847A-2690BF0845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99829E-3DA7-45B1-97D9-CC6B14ADC99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228BFC-17AF-432D-9785-B892808D6D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CF22CF-5F70-4D0C-AEA6-EDA10F4A86E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B3F8D0-ACC5-497B-B790-85486F3C82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B53FF-7CCB-488A-A9CB-3487844D6CF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2017F-E7C2-47CF-8A87-8D949CE341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4FCBC2-1460-4E7B-9532-507D0935B9B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31FA51-8E57-4789-A28D-B40E49B896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AB3988-0FE2-4163-B8A4-605173792655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F5222-58D6-4E23-9666-669E6E254F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528D8-E5AA-4B51-A518-D7A7D3AAC7A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6149D-383F-4237-9727-34E17304EF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0AE8F3-AFA1-4330-9069-89AB811DFB2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954DE-9068-4EEA-AA09-657594784F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EAFDB1C-2266-4D89-866E-7BE4F303E30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FAE9A86-9ABA-47B3-AADB-3BF5B2D64F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EBB3-1612-4B00-80F3-6C35B30F6C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393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കാൽവറിയിൽ  എൻ പേർക്കഹോ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FCB707-06C3-4865-96B6-559309604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470025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Kaalvariyil </a:t>
            </a:r>
            <a:r>
              <a:rPr lang="en-US" sz="4000" b="1" dirty="0" err="1">
                <a:solidFill>
                  <a:srgbClr val="002060"/>
                </a:solidFill>
              </a:rPr>
              <a:t>en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perkkaho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800" i="1" dirty="0"/>
              <a:t>Tune: I’ve reached the land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7FC816-17D6-43B8-9488-45F9E6519395}"/>
              </a:ext>
            </a:extLst>
          </p:cNvPr>
          <p:cNvSpPr/>
          <p:nvPr/>
        </p:nvSpPr>
        <p:spPr>
          <a:xfrm>
            <a:off x="1626437" y="5230713"/>
            <a:ext cx="25523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(റ്റി. ഡി. ജോർജ്ജ്)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F1065C-0C36-4935-A37B-64ABDDF444A6}"/>
              </a:ext>
            </a:extLst>
          </p:cNvPr>
          <p:cNvSpPr/>
          <p:nvPr/>
        </p:nvSpPr>
        <p:spPr>
          <a:xfrm>
            <a:off x="8514168" y="5241864"/>
            <a:ext cx="18490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(T.D. George) </a:t>
            </a:r>
          </a:p>
        </p:txBody>
      </p:sp>
    </p:spTree>
    <p:extLst>
      <p:ext uri="{BB962C8B-B14F-4D97-AF65-F5344CB8AC3E}">
        <p14:creationId xmlns:p14="http://schemas.microsoft.com/office/powerpoint/2010/main" val="1850646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4868" y="1143000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കാൽവറിയിൽ  എൻ പേർക്കഹോ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ജീവൻ കൊടുത്തെൻ രക്ഷകൻ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മഹത്വത്തിൽ ദൂതരുമായ്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ഇഹത്തിൽ വീണ്ടും വന്നിടും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26283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D9C1D7-CEAA-4C67-B04F-F35D7EBB3CFA}"/>
              </a:ext>
            </a:extLst>
          </p:cNvPr>
          <p:cNvSpPr/>
          <p:nvPr/>
        </p:nvSpPr>
        <p:spPr>
          <a:xfrm>
            <a:off x="533400" y="3429000"/>
            <a:ext cx="9829801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Kaalvariyil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perkkaho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Jeevan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koduththen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rakshakan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dootharumaai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Ihaththil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vannidum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74854"/>
            <a:ext cx="12192000" cy="2590800"/>
          </a:xfrm>
        </p:spPr>
        <p:txBody>
          <a:bodyPr anchor="t"/>
          <a:lstStyle/>
          <a:p>
            <a:pPr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വരും വിണ്ടും വരും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ശുദ്ധരെ ചേർത്തുകൊൾവാൻ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ആകാശ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മണ്ഡലങ്ങളിൽ മേഘങ്ങളിൽ ആഘോഷമായ്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ആനന്ദമേ ഹാ! എന്നുമേ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മനുവേലിന്നല്ലേലൂയ്യാ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26283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D9C1D7-CEAA-4C67-B04F-F35D7EBB3CFA}"/>
              </a:ext>
            </a:extLst>
          </p:cNvPr>
          <p:cNvSpPr/>
          <p:nvPr/>
        </p:nvSpPr>
        <p:spPr>
          <a:xfrm>
            <a:off x="0" y="3429000"/>
            <a:ext cx="12188283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varum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varum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shudhdharey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chèrthukolhvaan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Aakaasha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mandalangalhil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meghangalhil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aaghoshamaai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Aanandamey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manuvèli-nnalleyluyya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00073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4868" y="1143000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ലോകത്തിൻ നാനാ ഭാഗത്തും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കേൾക്കുന്നിതാ അത്യുച്ചത്തിൽ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തൻ വരവി ന്നാർപ്പു വിളി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ഏവരും കേട്ടുണരുവിൻ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26283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D9C1D7-CEAA-4C67-B04F-F35D7EBB3CFA}"/>
              </a:ext>
            </a:extLst>
          </p:cNvPr>
          <p:cNvSpPr/>
          <p:nvPr/>
        </p:nvSpPr>
        <p:spPr>
          <a:xfrm>
            <a:off x="533400" y="3429000"/>
            <a:ext cx="9829801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Lôkaththin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naanaa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bhaagaththum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Kèlhkkunnithaa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athyuchchaththil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varavinnaarppu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vilhi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evarum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kèttunharuvin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7069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74854"/>
            <a:ext cx="12192000" cy="2590800"/>
          </a:xfrm>
        </p:spPr>
        <p:txBody>
          <a:bodyPr anchor="t"/>
          <a:lstStyle/>
          <a:p>
            <a:pPr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വരും വിണ്ടും വരും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ശുദ്ധരെ ചേർത്തുകൊൾവാൻ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ആകാശ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മണ്ഡലങ്ങളിൽ മേഘങ്ങളിൽ ആഘോഷമായ്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ആനന്ദമേ ഹാ! എന്നുമേ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മനുവേലിന്നല്ലേലൂയ്യാ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26283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D9C1D7-CEAA-4C67-B04F-F35D7EBB3CFA}"/>
              </a:ext>
            </a:extLst>
          </p:cNvPr>
          <p:cNvSpPr/>
          <p:nvPr/>
        </p:nvSpPr>
        <p:spPr>
          <a:xfrm>
            <a:off x="0" y="3429000"/>
            <a:ext cx="12188283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varum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varum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shudhdharey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chèrthukolhvaan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Aakaasha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mandalangalhil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meghangalhil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aaghoshamaai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Aanandamey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manuvèli-nnalleyluyya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4207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4868" y="1143000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കത്തും വിളക്കോടും അര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കെട്ടിയും തന്നെ കാക്കുവിൻ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അല്ലായ്കിൽ നിങ്ങൾ ഏവരും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തള്ളപ്പെടും പുറത്തഹോ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26283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D9C1D7-CEAA-4C67-B04F-F35D7EBB3CFA}"/>
              </a:ext>
            </a:extLst>
          </p:cNvPr>
          <p:cNvSpPr/>
          <p:nvPr/>
        </p:nvSpPr>
        <p:spPr>
          <a:xfrm>
            <a:off x="533400" y="3429000"/>
            <a:ext cx="9829801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Kaththum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vilhakkôdum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kettiyum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kaakkuvin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Allaaikil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évarum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thallhappedum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puraththaho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1107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74854"/>
            <a:ext cx="12192000" cy="2590800"/>
          </a:xfrm>
        </p:spPr>
        <p:txBody>
          <a:bodyPr anchor="t"/>
          <a:lstStyle/>
          <a:p>
            <a:pPr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വരും വിണ്ടും വരും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ശുദ്ധരെ ചേർത്തുകൊൾവാൻ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ആകാശ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മണ്ഡലങ്ങളിൽ മേഘങ്ങളിൽ ആഘോഷമായ്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ആനന്ദമേ ഹാ! എന്നുമേ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മനുവേലിന്നല്ലേലൂയ്യാ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26283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D9C1D7-CEAA-4C67-B04F-F35D7EBB3CFA}"/>
              </a:ext>
            </a:extLst>
          </p:cNvPr>
          <p:cNvSpPr/>
          <p:nvPr/>
        </p:nvSpPr>
        <p:spPr>
          <a:xfrm>
            <a:off x="0" y="3429000"/>
            <a:ext cx="12188283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varum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varum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shudhdharey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chèrthukolhvaan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Aakaasha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mandalangalhil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meghangalhil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aaghoshamaai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Aanandamey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manuvèli-nnalleyluyya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1361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4868" y="1143000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വാതിൽ അടച്ച ശേഷം ഈ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ഭൂതലേയുണ്ടാമേവർക്കും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അത്യന്ത കഷ്ടങ്ങൾ അവ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തെറ്റി ഒഴിവിൻ ഇപ്പോഴേ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26283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D9C1D7-CEAA-4C67-B04F-F35D7EBB3CFA}"/>
              </a:ext>
            </a:extLst>
          </p:cNvPr>
          <p:cNvSpPr/>
          <p:nvPr/>
        </p:nvSpPr>
        <p:spPr>
          <a:xfrm>
            <a:off x="533400" y="3583259"/>
            <a:ext cx="9829801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adachcha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shésham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bhoothaleyundaa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mèvarkkum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Athyantha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kashtangalh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ava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thetti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ozhivin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ippozhey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5787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74854"/>
            <a:ext cx="12192000" cy="2590800"/>
          </a:xfrm>
        </p:spPr>
        <p:txBody>
          <a:bodyPr anchor="t"/>
          <a:lstStyle/>
          <a:p>
            <a:pPr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വരും വിണ്ടും വരും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ശുദ്ധരെ ചേർത്തുകൊൾവാൻ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ആകാശ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മണ്ഡലങ്ങളിൽ മേഘങ്ങളിൽ ആഘോഷമായ്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ആനന്ദമേ ഹാ! എന്നുമേ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മനുവേലിന്നല്ലേലൂയ്യാ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26283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D9C1D7-CEAA-4C67-B04F-F35D7EBB3CFA}"/>
              </a:ext>
            </a:extLst>
          </p:cNvPr>
          <p:cNvSpPr/>
          <p:nvPr/>
        </p:nvSpPr>
        <p:spPr>
          <a:xfrm>
            <a:off x="0" y="3429000"/>
            <a:ext cx="12188283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varum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varum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shudhdharey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chèrthukolhvaan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Aakaasha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mandalangalhil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meghangalhil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aaghoshamaai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Aanandamey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manuvèli-nnalleyluyya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3186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1950</TotalTime>
  <Words>160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393 കാൽവറിയിൽ  എൻ പേർക്കഹോ</vt:lpstr>
      <vt:lpstr>1 കാൽവറിയിൽ  എൻ പേർക്കഹോ   ജീവൻ കൊടുത്തെൻ രക്ഷകൻ   മഹത്വത്തിൽ ദൂതരുമായ്   ഇഹത്തിൽ വീണ്ടും വന്നിടും</vt:lpstr>
      <vt:lpstr>യേശു വരും വിണ്ടും വരും  തൻ ശുദ്ധരെ ചേർത്തുകൊൾവാൻ  ആകാശ മണ്ഡലങ്ങളിൽ മേഘങ്ങളിൽ ആഘോഷമായ്  ആനന്ദമേ ഹാ! എന്നുമേ – മനുവേലിന്നല്ലേലൂയ്യാ </vt:lpstr>
      <vt:lpstr>2 ലോകത്തിൻ നാനാ ഭാഗത്തും   കേൾക്കുന്നിതാ അത്യുച്ചത്തിൽ   തൻ വരവി ന്നാർപ്പു വിളി   ഏവരും കേട്ടുണരുവിൻ </vt:lpstr>
      <vt:lpstr>യേശു വരും വിണ്ടും വരും  തൻ ശുദ്ധരെ ചേർത്തുകൊൾവാൻ  ആകാശ മണ്ഡലങ്ങളിൽ മേഘങ്ങളിൽ ആഘോഷമായ്  ആനന്ദമേ ഹാ! എന്നുമേ – മനുവേലിന്നല്ലേലൂയ്യാ </vt:lpstr>
      <vt:lpstr>3 കത്തും വിളക്കോടും അര   കെട്ടിയും തന്നെ കാക്കുവിൻ   അല്ലായ്കിൽ നിങ്ങൾ ഏവരും   തള്ളപ്പെടും പുറത്തഹോ </vt:lpstr>
      <vt:lpstr>യേശു വരും വിണ്ടും വരും  തൻ ശുദ്ധരെ ചേർത്തുകൊൾവാൻ  ആകാശ മണ്ഡലങ്ങളിൽ മേഘങ്ങളിൽ ആഘോഷമായ്  ആനന്ദമേ ഹാ! എന്നുമേ – മനുവേലിന്നല്ലേലൂയ്യാ </vt:lpstr>
      <vt:lpstr>4 വാതിൽ അടച്ച ശേഷം ഈ   ഭൂതലേയുണ്ടാമേവർക്കും   അത്യന്ത കഷ്ടങ്ങൾ അവ   തെറ്റി ഒഴിവിൻ ഇപ്പോഴേ</vt:lpstr>
      <vt:lpstr>യേശു വരും വിണ്ടും വരും  തൻ ശുദ്ധരെ ചേർത്തുകൊൾവാൻ  ആകാശ മണ്ഡലങ്ങളിൽ മേഘങ്ങളിൽ ആഘോഷമായ്  ആനന്ദമേ ഹാ! എന്നുമേ – മനുവേലിന്നല്ലേലൂയ്യാ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Kaalvariyil en perkkaho</dc:title>
  <dc:creator>Digital Input; GM JOHN; Acsah Mathews</dc:creator>
  <cp:lastModifiedBy>Acsah Mathews</cp:lastModifiedBy>
  <cp:revision>524</cp:revision>
  <dcterms:created xsi:type="dcterms:W3CDTF">2013-04-19T09:19:07Z</dcterms:created>
  <dcterms:modified xsi:type="dcterms:W3CDTF">2018-11-26T16:06:04Z</dcterms:modified>
</cp:coreProperties>
</file>