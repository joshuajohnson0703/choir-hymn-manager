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6" r:id="rId3"/>
    <p:sldId id="288" r:id="rId4"/>
    <p:sldId id="293" r:id="rId5"/>
    <p:sldId id="289" r:id="rId6"/>
    <p:sldId id="294" r:id="rId7"/>
    <p:sldId id="290" r:id="rId8"/>
    <p:sldId id="295" r:id="rId9"/>
    <p:sldId id="291" r:id="rId10"/>
    <p:sldId id="296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4DC126-576A-433D-B0D8-CC7F4E20D1A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BC66A-B0AD-41DE-903F-3427C2186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FA7EE-83AD-4DE8-A83C-F8E064B0B42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F80B2-CE87-4C32-A81F-C4AFEA4B0F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364D9-E27F-4EB8-A306-05C25435A6F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AF889-3EF1-4512-A1D3-791FCBDAB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BD917-2F37-45FF-889D-01C3C686305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793E8-270D-4AEA-BA62-33D11210A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D6371-F5EC-4A55-8787-8D0F63DEC3E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B0F10-1435-4B7E-AA5A-A6AFEE1B6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22597-45CD-4307-A300-21310C97CF1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EDF37-3D37-4C70-8BA6-9DACE0AD75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08E33-ECB5-4343-8F51-C3B52E52B5A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2C779-3847-4D19-AD21-427CC14A10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90601-FD7E-40C6-92FF-BC8677B9F1F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FE8F3-740F-4DC0-8987-67417647B5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EBCA5-11F9-47CA-B8AF-73DCCA4509A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80EF-A33B-4722-9BDE-E3795826EB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2D9-2E97-4CCB-8630-96EC8244474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66C7B-DCF2-4E52-8207-8785E5D66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E584B-27F2-4A68-920F-D1EFAC4E73A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59A8C-3320-44B1-A26A-232453A59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B08796-CB9B-4D67-923A-D777293D378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AB5E430-060C-49BB-BB2F-F63ABA7CA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61B3-6AF1-40E0-81FC-E890AE524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355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മഹാത്ഭുതമേ കാൽവറിയിൽ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71299-37B7-4287-80C4-A9FA788A9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Mahaathbhuthame </a:t>
            </a:r>
            <a:r>
              <a:rPr lang="en-US" sz="4000" b="1" dirty="0" err="1">
                <a:solidFill>
                  <a:srgbClr val="002060"/>
                </a:solidFill>
              </a:rPr>
              <a:t>kaalvarhiyil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3679AE-26B4-4170-A67E-603B50B61854}"/>
              </a:ext>
            </a:extLst>
          </p:cNvPr>
          <p:cNvSpPr/>
          <p:nvPr/>
        </p:nvSpPr>
        <p:spPr>
          <a:xfrm>
            <a:off x="1295400" y="4800600"/>
            <a:ext cx="3308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(എം. ഈ.  ചെറിയാൻ)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F870F-6428-4CBD-BEA3-BCA4A31448D1}"/>
              </a:ext>
            </a:extLst>
          </p:cNvPr>
          <p:cNvSpPr/>
          <p:nvPr/>
        </p:nvSpPr>
        <p:spPr>
          <a:xfrm>
            <a:off x="8686800" y="480060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(M. E. Cherian) </a:t>
            </a:r>
          </a:p>
        </p:txBody>
      </p:sp>
    </p:spTree>
    <p:extLst>
      <p:ext uri="{BB962C8B-B14F-4D97-AF65-F5344CB8AC3E}">
        <p14:creationId xmlns:p14="http://schemas.microsoft.com/office/powerpoint/2010/main" val="37580404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മഹാത്ഭുതമേ കാൽവറിയിൽ കാണുന്ന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മഹോന്നതൻ വഹിച്ചീടുന്നു ലോകത്തിൻ പാപം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 ശാപം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636048"/>
            <a:ext cx="1216152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Mahaathbhuthame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Mahonnathan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ആദിയുഗങ്ങൾ തുടസ്സമായതിൻ മുമ്പേ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ആദിപരാ! പാപികളെയോർത്ത നിൻ അൻപേ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ആശ്രയമതാണെനിക്കുള്ളാശയിൻകൂമ്പേ-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ദിവ്യ-കാരുണ്യകാമ്പേ!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886200"/>
            <a:ext cx="1216152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Aadiyugangalh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thudassam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Aadiparaa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anpe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Aashrayamathaanhenikkullhaashayin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koombe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kaarunyakaambe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396392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മഹാത്ഭുതമേ കാൽവറിയിൽ കാണുന്ന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മഹോന്നതൻ വഹിച്ചീടുന്നു ലോകത്തിൻ പാപം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 ശാപം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636048"/>
            <a:ext cx="1216152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Mahaathbhuthame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Mahonnathan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49693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വേദനപ്പെടും മനുജനായവതാരം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മേദുര മനോഹരം നീ ചെയ്തതിൻ സാരം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ആരറിയു ന്നതിശയമേ നിന്നുപകാരം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തവ-സ്നേഹമപാരം-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886200"/>
            <a:ext cx="1216152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Vedanappedum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manujanaayavathaaram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Medura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Aararhiyunnathishayame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ninnupakaaram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snehamapaaram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723622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മഹാത്ഭുതമേ കാൽവറിയിൽ കാണുന്ന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മഹോന്നതൻ വഹിച്ചീടുന്നു ലോകത്തിൻ പാപം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 ശാപം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636048"/>
            <a:ext cx="1216152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Mahaathbhuthame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Mahonnathan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5242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തിരുസഭയെ തൻനിണത്താൽ വാങ്ങുക യെന്നോ!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തിരുഹിതത്തിൻ നിർണ്ണയങ്ങളീ വിധമെന്നോ!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തിരുഹൃദയം ഏഴകൾക്കായ് തകരുകയെന്നോ!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ദൈവം കൈവിടുകെന്നോ?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886200"/>
            <a:ext cx="1216152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ninhaththaal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vaangukayenno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Thiruhithathin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nirnhayangalhee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vidhamenno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ezhakalhkaai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thakarukayenno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kaividukenno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5574823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മഹാത്ഭുതമേ കാൽവറിയിൽ കാണുന്ന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മഹോന്നതൻ വഹിച്ചീടുന്നു ലോകത്തിൻ പാപം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 ശാപം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636048"/>
            <a:ext cx="1216152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Mahaathbhuthame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Mahonnathan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10396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സ്വർഗ്ഗ സുഖ മണുവോളവു മനുഭവ മാക്കാൻ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യോഗ്യതയി ല്ലഗതി യെനി ക്കല്പവു മോർക്കിൽ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ഭാഗ്യവശാൽ പാപിയാം ഞാൻ രക്ഷിതനായി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ശാപ-ശിക്ഷകൾ പോയി!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886200"/>
            <a:ext cx="1216152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sukhamanhuvolhavum-anubhavamaakkaan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Yogyathayilla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gathiyenikkalpavumorkkil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Bhagyavashaal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rakshithanaayi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shikshakalh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1103917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09246"/>
            <a:ext cx="12192000" cy="2472154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മഹാത്ഭുതമേ കാൽവറിയിൽ കാണുന്ന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മഹോന്നതൻ വഹിച്ചീടുന്നു ലോകത്തിൻ പാപം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ലോകത്തിൻ ശാപം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85F3F-2433-4FB2-9946-001141FA4EA1}"/>
              </a:ext>
            </a:extLst>
          </p:cNvPr>
          <p:cNvSpPr/>
          <p:nvPr/>
        </p:nvSpPr>
        <p:spPr>
          <a:xfrm>
            <a:off x="0" y="3636048"/>
            <a:ext cx="1216152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Mahaathbhuthame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Mahonnathan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433521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182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355 മഹാത്ഭുതമേ കാൽവറിയിൽ</vt:lpstr>
      <vt:lpstr>മഹാത്ഭുതമേ കാൽവറിയിൽ കാണുന്ന സ്നേഹം  മഹോന്നതൻ വഹിച്ചീടുന്നു ലോകത്തിൻ പാപം  സർവ്വ ലോകത്തിൻ ശാപം</vt:lpstr>
      <vt:lpstr>1 ആദിയുഗങ്ങൾ തുടസ്സമായതിൻ മുമ്പേ    ആദിപരാ! പാപികളെയോർത്ത നിൻ അൻപേ  ആശ്രയമതാണെനിക്കുള്ളാശയിൻകൂമ്പേ-  ദിവ്യ-കാരുണ്യകാമ്പേ!</vt:lpstr>
      <vt:lpstr>മഹാത്ഭുതമേ കാൽവറിയിൽ കാണുന്ന സ്നേഹം  മഹോന്നതൻ വഹിച്ചീടുന്നു ലോകത്തിൻ പാപം  സർവ്വ ലോകത്തിൻ ശാപം</vt:lpstr>
      <vt:lpstr>2 വേദനപ്പെടും മനുജനായവതാരം   മേദുര മനോഹരം നീ ചെയ്തതിൻ സാരം  ആരറിയു ന്നതിശയമേ നിന്നുപകാരം  തവ-സ്നേഹമപാരം- </vt:lpstr>
      <vt:lpstr>മഹാത്ഭുതമേ കാൽവറിയിൽ കാണുന്ന സ്നേഹം  മഹോന്നതൻ വഹിച്ചീടുന്നു ലോകത്തിൻ പാപം  സർവ്വ ലോകത്തിൻ ശാപം</vt:lpstr>
      <vt:lpstr>3 തിരുസഭയെ തൻനിണത്താൽ വാങ്ങുക യെന്നോ!   തിരുഹിതത്തിൻ നിർണ്ണയങ്ങളീ വിധമെന്നോ!  തിരുഹൃദയം ഏഴകൾക്കായ് തകരുകയെന്നോ!  ദൈവം കൈവിടുകെന്നോ?</vt:lpstr>
      <vt:lpstr>മഹാത്ഭുതമേ കാൽവറിയിൽ കാണുന്ന സ്നേഹം  മഹോന്നതൻ വഹിച്ചീടുന്നു ലോകത്തിൻ പാപം  സർവ്വ ലോകത്തിൻ ശാപം</vt:lpstr>
      <vt:lpstr>4 സ്വർഗ്ഗ സുഖ മണുവോളവു മനുഭവ മാക്കാൻ   യോഗ്യതയി ല്ലഗതി യെനി ക്കല്പവു മോർക്കിൽ  ഭാഗ്യവശാൽ പാപിയാം ഞാൻ രക്ഷിതനായി  ശാപ-ശിക്ഷകൾ പോയി!</vt:lpstr>
      <vt:lpstr>മഹാത്ഭുതമേ കാൽവറിയിൽ കാണുന്ന സ്നേഹം  മഹോന്നതൻ വഹിച്ചീടുന്നു ലോകത്തിൻ പാപം  സർവ്വ ലോകത്തിൻ ശാപം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Mahaathbhuthame kaalvariyil</dc:title>
  <dc:creator>Digital Input; GM JOHN; Acsah Mathews</dc:creator>
  <cp:lastModifiedBy>Acsah Mathews</cp:lastModifiedBy>
  <cp:revision>489</cp:revision>
  <dcterms:created xsi:type="dcterms:W3CDTF">2013-04-19T09:19:07Z</dcterms:created>
  <dcterms:modified xsi:type="dcterms:W3CDTF">2018-11-20T19:45:28Z</dcterms:modified>
</cp:coreProperties>
</file>