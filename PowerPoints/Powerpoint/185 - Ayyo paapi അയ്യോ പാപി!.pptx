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95" r:id="rId2"/>
    <p:sldId id="280" r:id="rId3"/>
    <p:sldId id="288" r:id="rId4"/>
    <p:sldId id="289" r:id="rId5"/>
    <p:sldId id="290" r:id="rId6"/>
    <p:sldId id="291" r:id="rId7"/>
    <p:sldId id="292" r:id="rId8"/>
    <p:sldId id="293" r:id="rId9"/>
    <p:sldId id="294" r:id="rId10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40" d="100"/>
          <a:sy n="40" d="100"/>
        </p:scale>
        <p:origin x="72" y="87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FFE2AC44-8F71-4385-919C-6C72CCDEC2D7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571C2243-DEB8-4D88-90B9-0EA191CD562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70DFC4-1B75-4DE3-80EB-C2F883659812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78FA9-FFEA-48E0-AE8E-E9C295AFDD0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D5C5BB-3A44-4660-A6F5-5F4795FC8E1F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C6BFB1-4A92-42A9-B363-4B394C20E8F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63EA82-728E-4FC3-B13A-F60A1CD0F6F0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5593B5-F847-4A56-957E-D49052BDC95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E13094-D0B5-4A35-B301-97E016F2FFD2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6B0985-D44C-49BC-A094-BAF1EC04D7F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D26EA2-6A0A-41EC-884F-D9EA7AB8E28B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D27171-233A-4AC3-B336-3DF3A970842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5956EF-52AD-44E4-BE87-E28B00E1EB78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AF3EB8-A514-408A-9CAB-44FBAF314D4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C850C3-0DDF-460A-91D0-9F6DA46420C5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34999E-7A83-4E3D-94C6-F556D9F9477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FAA436-B423-452F-BE85-82EA2B93008A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A94F78-565A-4983-B3CC-2FF896EA288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0166EE-388F-45D9-8EF1-AE9B0F2117C1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42C135-C68A-4E6A-AE69-1AF9E326897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CA4718-2530-4BB7-8685-6CA8A35E686F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5C3DD3-EEA5-4D66-8320-DDE7F9B67E0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CDCA37-956F-4151-A491-21D497AFD71D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727AA8-0925-4A94-8E17-112FE0573E0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03458508-7C9E-448B-9273-A968BE32CF41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8E9C073F-2685-4943-A9D5-0F978AD814F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EEF4A4-0FBE-4C0B-B4C5-92E515835DB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185</a:t>
            </a:r>
            <a:br>
              <a:rPr lang="en-US" dirty="0"/>
            </a:br>
            <a:r>
              <a:rPr lang="ml-IN" b="1">
                <a:latin typeface="Kartika" panose="02020503030404060203" pitchFamily="18" charset="0"/>
              </a:rPr>
              <a:t>അയ്യോ പാപി!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7E7255-7CF1-4574-9EB6-F18039DA10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990600"/>
          </a:xfrm>
        </p:spPr>
        <p:txBody>
          <a:bodyPr/>
          <a:lstStyle/>
          <a:p>
            <a:r>
              <a:rPr lang="fi-FI" sz="4000" b="1" dirty="0">
                <a:solidFill>
                  <a:schemeClr val="tx2"/>
                </a:solidFill>
              </a:rPr>
              <a:t>Ayyo paapi!</a:t>
            </a:r>
            <a:endParaRPr lang="en-US" sz="4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35F0FEE-AA65-4FC1-9DE6-84A2366A40D9}"/>
              </a:ext>
            </a:extLst>
          </p:cNvPr>
          <p:cNvSpPr/>
          <p:nvPr/>
        </p:nvSpPr>
        <p:spPr>
          <a:xfrm>
            <a:off x="3048000" y="5079329"/>
            <a:ext cx="226215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sz="2000" b="1" dirty="0">
                <a:solidFill>
                  <a:schemeClr val="accent2"/>
                </a:solidFill>
              </a:rPr>
              <a:t>(മോശവത്സലം)</a:t>
            </a:r>
            <a:endParaRPr lang="en-US" sz="2000" dirty="0">
              <a:solidFill>
                <a:schemeClr val="accent2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8A5C441-73DA-4885-95BA-2BDD6CCDA374}"/>
              </a:ext>
            </a:extLst>
          </p:cNvPr>
          <p:cNvSpPr/>
          <p:nvPr/>
        </p:nvSpPr>
        <p:spPr>
          <a:xfrm>
            <a:off x="7772400" y="5079329"/>
            <a:ext cx="222048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  <a:latin typeface="Arial" panose="020B0604020202020204" pitchFamily="34" charset="0"/>
              </a:rPr>
              <a:t>(</a:t>
            </a:r>
            <a:r>
              <a:rPr lang="en-US" sz="2000" dirty="0" err="1">
                <a:solidFill>
                  <a:schemeClr val="accent2"/>
                </a:solidFill>
                <a:latin typeface="Arial" panose="020B0604020202020204" pitchFamily="34" charset="0"/>
              </a:rPr>
              <a:t>Moshavatsalam</a:t>
            </a:r>
            <a:r>
              <a:rPr lang="en-US" sz="2000" dirty="0">
                <a:solidFill>
                  <a:schemeClr val="accent2"/>
                </a:solidFill>
                <a:latin typeface="Arial" panose="020B0604020202020204" pitchFamily="34" charset="0"/>
              </a:rPr>
              <a:t>) </a:t>
            </a:r>
            <a:endParaRPr lang="en-US" sz="20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50621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-28074" y="533400"/>
            <a:ext cx="12191999" cy="3352799"/>
          </a:xfrm>
        </p:spPr>
        <p:txBody>
          <a:bodyPr anchor="t"/>
          <a:lstStyle/>
          <a:p>
            <a:pPr defTabSz="341313">
              <a:spcBef>
                <a:spcPts val="600"/>
              </a:spcBef>
              <a:spcAft>
                <a:spcPts val="600"/>
              </a:spcAft>
              <a:defRPr/>
            </a:pPr>
            <a:r>
              <a:rPr lang="ml-IN" sz="2600" i="1" dirty="0">
                <a:latin typeface="Kartika" panose="02020503030404060203" pitchFamily="18" charset="0"/>
                <a:cs typeface="Kartika" panose="02020503030404060203" pitchFamily="18" charset="0"/>
              </a:rPr>
              <a:t>പല്ലവി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അയ്യോ പാപി! നീ എൻ - പാടു കാണുക!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1400" b="1" dirty="0">
                <a:latin typeface="Kartika" panose="02020503030404060203" pitchFamily="18" charset="0"/>
                <a:cs typeface="Kartika" panose="02020503030404060203" pitchFamily="18" charset="0"/>
              </a:rPr>
              <a:t>				</a:t>
            </a:r>
            <a:br>
              <a:rPr lang="en-US" sz="1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1400" b="1" dirty="0">
                <a:latin typeface="Kartika" panose="02020503030404060203" pitchFamily="18" charset="0"/>
                <a:cs typeface="Kartika" panose="02020503030404060203" pitchFamily="18" charset="0"/>
              </a:rPr>
              <a:t>					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2600" i="1" dirty="0">
                <a:latin typeface="Kartika" panose="02020503030404060203" pitchFamily="18" charset="0"/>
                <a:cs typeface="Kartika" panose="02020503030404060203" pitchFamily="18" charset="0"/>
              </a:rPr>
              <a:t>അനുപല്ലവി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പാതകം നീ ചെയ്തതാൽ ഈ</a:t>
            </a:r>
            <a:r>
              <a:rPr lang="en-US" sz="36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– </a:t>
            </a:r>
            <a:br>
              <a:rPr lang="en-US" sz="3600" b="1" spc="-15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പാടു ഞാൻ പെട്ടേൻ!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-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അയ്യോ!...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398250" y="0"/>
            <a:ext cx="79375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185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0FA686C-D212-4D70-80E0-6DA47C55114E}"/>
              </a:ext>
            </a:extLst>
          </p:cNvPr>
          <p:cNvSpPr/>
          <p:nvPr/>
        </p:nvSpPr>
        <p:spPr>
          <a:xfrm>
            <a:off x="28075" y="3657599"/>
            <a:ext cx="12187988" cy="22159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i-FI" sz="2600" i="1" dirty="0">
                <a:solidFill>
                  <a:schemeClr val="tx2"/>
                </a:solidFill>
                <a:latin typeface="+mn-lt"/>
              </a:rPr>
              <a:t>Pallavi </a:t>
            </a:r>
          </a:p>
          <a:p>
            <a:pPr algn="ctr"/>
            <a:r>
              <a:rPr lang="fi-FI" sz="3600" b="1" dirty="0">
                <a:solidFill>
                  <a:schemeClr val="tx2"/>
                </a:solidFill>
                <a:latin typeface="+mn-lt"/>
              </a:rPr>
              <a:t>Ayyo paapi! Nee en – paadu kaanhuka!</a:t>
            </a:r>
          </a:p>
          <a:p>
            <a:pPr algn="ctr"/>
            <a:r>
              <a:rPr lang="fi-FI" sz="14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ctr"/>
            <a:r>
              <a:rPr lang="nl-NL" sz="2600" i="1" dirty="0">
                <a:solidFill>
                  <a:schemeClr val="tx2"/>
                </a:solidFill>
                <a:latin typeface="+mn-lt"/>
              </a:rPr>
              <a:t>Anupallavi</a:t>
            </a:r>
          </a:p>
          <a:p>
            <a:pPr algn="ctr"/>
            <a:r>
              <a:rPr lang="nl-NL" sz="3600" b="1" dirty="0">
                <a:solidFill>
                  <a:schemeClr val="tx2"/>
                </a:solidFill>
                <a:latin typeface="+mn-lt"/>
              </a:rPr>
              <a:t>Paathakam nee cheythaal ee – paadu njan petten! -ayyo… 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228600" y="1213008"/>
            <a:ext cx="11963399" cy="1987393"/>
          </a:xfrm>
        </p:spPr>
        <p:txBody>
          <a:bodyPr anchor="t"/>
          <a:lstStyle/>
          <a:p>
            <a:pPr algn="l" defTabSz="341313">
              <a:spcBef>
                <a:spcPts val="600"/>
              </a:spcBef>
              <a:spcAft>
                <a:spcPts val="600"/>
              </a:spcAft>
              <a:defRPr/>
            </a:pPr>
            <a:r>
              <a:rPr lang="ml-IN" sz="36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പരമാനന്ദം ഞാൻ</a:t>
            </a:r>
            <a:r>
              <a:rPr lang="en-US" sz="36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r>
              <a:rPr lang="en-US" sz="36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വിട്ടു നിന്മൂലം </a:t>
            </a:r>
            <a:br>
              <a:rPr lang="ml-IN" sz="3600" b="1" spc="-30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പേരും കാട്ടിന്നുൾ ഞാൻ</a:t>
            </a:r>
            <a:r>
              <a:rPr lang="en-US" sz="36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r>
              <a:rPr lang="en-US" sz="36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വന്നു നിന്മൂലം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കീറിയ വസ്ത്രം പുതച്ചേൻ - പാരിന്നുടയോൻ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398250" y="0"/>
            <a:ext cx="79375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185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0FA686C-D212-4D70-80E0-6DA47C55114E}"/>
              </a:ext>
            </a:extLst>
          </p:cNvPr>
          <p:cNvSpPr/>
          <p:nvPr/>
        </p:nvSpPr>
        <p:spPr>
          <a:xfrm>
            <a:off x="228600" y="4090897"/>
            <a:ext cx="11963399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i-FI" sz="3600" b="1" dirty="0">
                <a:solidFill>
                  <a:schemeClr val="tx2"/>
                </a:solidFill>
                <a:latin typeface="+mn-lt"/>
              </a:rPr>
              <a:t>Paramaanandam njaan - vittu ninmoolam</a:t>
            </a:r>
          </a:p>
          <a:p>
            <a:r>
              <a:rPr lang="fi-FI" sz="3600" b="1" dirty="0">
                <a:solidFill>
                  <a:schemeClr val="tx2"/>
                </a:solidFill>
                <a:latin typeface="+mn-lt"/>
              </a:rPr>
              <a:t>Perum kaattinnulh njan - vannu ninmoolam</a:t>
            </a:r>
          </a:p>
          <a:p>
            <a:r>
              <a:rPr lang="fi-FI" sz="3600" b="1" dirty="0">
                <a:solidFill>
                  <a:schemeClr val="tx2"/>
                </a:solidFill>
                <a:latin typeface="+mn-lt"/>
              </a:rPr>
              <a:t>Keerhiya vasthram puthchen - paarinnudayon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FD7EFD2-7428-4572-A4F3-4D5094D432B4}"/>
              </a:ext>
            </a:extLst>
          </p:cNvPr>
          <p:cNvSpPr/>
          <p:nvPr/>
        </p:nvSpPr>
        <p:spPr>
          <a:xfrm>
            <a:off x="0" y="3151525"/>
            <a:ext cx="1217194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6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ea typeface="+mj-ea"/>
                <a:cs typeface="Kartika" panose="02020503030404060203" pitchFamily="18" charset="0"/>
              </a:rPr>
              <a:t>അയ്യോ പാപി! നീ എൻ - പാടു കാണുക!</a:t>
            </a:r>
            <a:br>
              <a:rPr lang="en-US" sz="36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ea typeface="+mj-ea"/>
                <a:cs typeface="Kartika" panose="02020503030404060203" pitchFamily="18" charset="0"/>
              </a:rPr>
            </a:b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3147ABA-3FDA-409B-9EA9-2AE4AC6697C2}"/>
              </a:ext>
            </a:extLst>
          </p:cNvPr>
          <p:cNvSpPr/>
          <p:nvPr/>
        </p:nvSpPr>
        <p:spPr>
          <a:xfrm>
            <a:off x="0" y="5656297"/>
            <a:ext cx="1219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fi-FI" sz="36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Ayyo paapi! Nee en – paadu kaanhuka!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D6EA10-5920-466C-A34F-2F135E409109}"/>
              </a:ext>
            </a:extLst>
          </p:cNvPr>
          <p:cNvSpPr txBox="1"/>
          <p:nvPr/>
        </p:nvSpPr>
        <p:spPr>
          <a:xfrm>
            <a:off x="0" y="338554"/>
            <a:ext cx="121719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8305609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228600" y="1213008"/>
            <a:ext cx="11963399" cy="1987393"/>
          </a:xfrm>
        </p:spPr>
        <p:txBody>
          <a:bodyPr anchor="t"/>
          <a:lstStyle/>
          <a:p>
            <a:pPr algn="l" defTabSz="341313">
              <a:spcBef>
                <a:spcPts val="600"/>
              </a:spcBef>
              <a:spcAft>
                <a:spcPts val="600"/>
              </a:spcAft>
              <a:defRPr/>
            </a:pPr>
            <a:r>
              <a:rPr lang="ml-IN" sz="36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നര മാതാവിൻ ചൊൽ-കീഴടങ്ങി ഞാൻ </a:t>
            </a:r>
            <a:br>
              <a:rPr lang="ml-IN" sz="3600" b="1" spc="-30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ഒരു യാചകൻ പോൽ ജീവനം ചെയ്തേൻ </a:t>
            </a:r>
            <a:br>
              <a:rPr lang="ml-IN" sz="3600" b="1" spc="-30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ഏറെവിശപ്പും ദാഹവും</a:t>
            </a:r>
            <a:r>
              <a:rPr lang="en-US" sz="36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r>
              <a:rPr lang="en-US" sz="36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ഏറ്റു നിന്മൂലം 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398250" y="0"/>
            <a:ext cx="79375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185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0FA686C-D212-4D70-80E0-6DA47C55114E}"/>
              </a:ext>
            </a:extLst>
          </p:cNvPr>
          <p:cNvSpPr/>
          <p:nvPr/>
        </p:nvSpPr>
        <p:spPr>
          <a:xfrm>
            <a:off x="228600" y="4090897"/>
            <a:ext cx="11963399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i-FI" sz="3600" b="1" dirty="0">
                <a:solidFill>
                  <a:schemeClr val="tx2"/>
                </a:solidFill>
                <a:latin typeface="+mn-lt"/>
              </a:rPr>
              <a:t>Naramaathavin chol-keezhadangi njan</a:t>
            </a:r>
          </a:p>
          <a:p>
            <a:r>
              <a:rPr lang="fi-FI" sz="3600" b="1" dirty="0">
                <a:solidFill>
                  <a:schemeClr val="tx2"/>
                </a:solidFill>
                <a:latin typeface="+mn-lt"/>
              </a:rPr>
              <a:t>Oru yaachakan pol jeevanam cheythen</a:t>
            </a:r>
          </a:p>
          <a:p>
            <a:r>
              <a:rPr lang="fi-FI" sz="3600" b="1" dirty="0">
                <a:solidFill>
                  <a:schemeClr val="tx2"/>
                </a:solidFill>
                <a:latin typeface="+mn-lt"/>
              </a:rPr>
              <a:t>Aere vishappum daahavum - aettu ninmoolam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FD7EFD2-7428-4572-A4F3-4D5094D432B4}"/>
              </a:ext>
            </a:extLst>
          </p:cNvPr>
          <p:cNvSpPr/>
          <p:nvPr/>
        </p:nvSpPr>
        <p:spPr>
          <a:xfrm>
            <a:off x="0" y="3151525"/>
            <a:ext cx="1217194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6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ea typeface="+mj-ea"/>
                <a:cs typeface="Kartika" panose="02020503030404060203" pitchFamily="18" charset="0"/>
              </a:rPr>
              <a:t>അയ്യോ പാപി! നീ എൻ - പാടു കാണുക!</a:t>
            </a:r>
            <a:br>
              <a:rPr lang="en-US" sz="36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ea typeface="+mj-ea"/>
                <a:cs typeface="Kartika" panose="02020503030404060203" pitchFamily="18" charset="0"/>
              </a:rPr>
            </a:b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3147ABA-3FDA-409B-9EA9-2AE4AC6697C2}"/>
              </a:ext>
            </a:extLst>
          </p:cNvPr>
          <p:cNvSpPr/>
          <p:nvPr/>
        </p:nvSpPr>
        <p:spPr>
          <a:xfrm>
            <a:off x="0" y="5656297"/>
            <a:ext cx="1219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fi-FI" sz="36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Ayyo paapi! Nee en – paadu kaanhuka!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D6EA10-5920-466C-A34F-2F135E409109}"/>
              </a:ext>
            </a:extLst>
          </p:cNvPr>
          <p:cNvSpPr txBox="1"/>
          <p:nvPr/>
        </p:nvSpPr>
        <p:spPr>
          <a:xfrm>
            <a:off x="0" y="338554"/>
            <a:ext cx="121719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2121799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228600" y="1213008"/>
            <a:ext cx="11963399" cy="1987393"/>
          </a:xfrm>
        </p:spPr>
        <p:txBody>
          <a:bodyPr anchor="t"/>
          <a:lstStyle/>
          <a:p>
            <a:pPr algn="l" defTabSz="341313">
              <a:spcBef>
                <a:spcPts val="600"/>
              </a:spcBef>
              <a:spcAft>
                <a:spcPts val="600"/>
              </a:spcAft>
              <a:defRPr/>
            </a:pPr>
            <a:r>
              <a:rPr lang="ml-IN" sz="36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ഇടികൊണ്ടെന്‍റെ മെയ് – </a:t>
            </a:r>
            <a:r>
              <a:rPr lang="en-US" sz="36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നിന്‍റെ പാപത്താൽ </a:t>
            </a:r>
            <a:br>
              <a:rPr lang="ml-IN" sz="3600" b="1" spc="-30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അടി കൊണ്ടേറെ ഞാൻ </a:t>
            </a:r>
            <a:r>
              <a:rPr lang="en-US" sz="36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നിന്‍റെ ദോഷത്താൽ </a:t>
            </a:r>
            <a:br>
              <a:rPr lang="ml-IN" sz="3600" b="1" spc="-30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കെട്ടുകൾ തൊഴികൾക്കുമോ – അറ്റമില്ലല്ലോ!</a:t>
            </a:r>
            <a:br>
              <a:rPr lang="ml-IN" sz="3600" b="1" spc="-300" dirty="0">
                <a:latin typeface="Kartika" panose="02020503030404060203" pitchFamily="18" charset="0"/>
                <a:cs typeface="Kartika" panose="02020503030404060203" pitchFamily="18" charset="0"/>
              </a:rPr>
            </a:b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398250" y="0"/>
            <a:ext cx="79375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185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0FA686C-D212-4D70-80E0-6DA47C55114E}"/>
              </a:ext>
            </a:extLst>
          </p:cNvPr>
          <p:cNvSpPr/>
          <p:nvPr/>
        </p:nvSpPr>
        <p:spPr>
          <a:xfrm>
            <a:off x="228600" y="4090897"/>
            <a:ext cx="11963399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i-FI" sz="3600" b="1" dirty="0">
                <a:solidFill>
                  <a:schemeClr val="tx2"/>
                </a:solidFill>
                <a:latin typeface="+mn-lt"/>
              </a:rPr>
              <a:t>Idikondente mei - ninte paapathaal</a:t>
            </a:r>
          </a:p>
          <a:p>
            <a:r>
              <a:rPr lang="fi-FI" sz="3600" b="1" dirty="0">
                <a:solidFill>
                  <a:schemeClr val="tx2"/>
                </a:solidFill>
                <a:latin typeface="+mn-lt"/>
              </a:rPr>
              <a:t>Adi kondere njan ninte doshathaal</a:t>
            </a:r>
          </a:p>
          <a:p>
            <a:r>
              <a:rPr lang="fi-FI" sz="3600" b="1" dirty="0">
                <a:solidFill>
                  <a:schemeClr val="tx2"/>
                </a:solidFill>
                <a:latin typeface="+mn-lt"/>
              </a:rPr>
              <a:t>Kettukhalh thozhikalhkkumo - attamillalo!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FD7EFD2-7428-4572-A4F3-4D5094D432B4}"/>
              </a:ext>
            </a:extLst>
          </p:cNvPr>
          <p:cNvSpPr/>
          <p:nvPr/>
        </p:nvSpPr>
        <p:spPr>
          <a:xfrm>
            <a:off x="0" y="3151525"/>
            <a:ext cx="1217194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6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ea typeface="+mj-ea"/>
                <a:cs typeface="Kartika" panose="02020503030404060203" pitchFamily="18" charset="0"/>
              </a:rPr>
              <a:t>അയ്യോ പാപി! നീ എൻ - പാടു കാണുക!</a:t>
            </a:r>
            <a:br>
              <a:rPr lang="en-US" sz="36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ea typeface="+mj-ea"/>
                <a:cs typeface="Kartika" panose="02020503030404060203" pitchFamily="18" charset="0"/>
              </a:rPr>
            </a:b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3147ABA-3FDA-409B-9EA9-2AE4AC6697C2}"/>
              </a:ext>
            </a:extLst>
          </p:cNvPr>
          <p:cNvSpPr/>
          <p:nvPr/>
        </p:nvSpPr>
        <p:spPr>
          <a:xfrm>
            <a:off x="0" y="5656297"/>
            <a:ext cx="1219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fi-FI" sz="36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Ayyo paapi! Nee en – paadu kaanhuka!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D6EA10-5920-466C-A34F-2F135E409109}"/>
              </a:ext>
            </a:extLst>
          </p:cNvPr>
          <p:cNvSpPr txBox="1"/>
          <p:nvPr/>
        </p:nvSpPr>
        <p:spPr>
          <a:xfrm>
            <a:off x="0" y="338554"/>
            <a:ext cx="121719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3957853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228600" y="1213008"/>
            <a:ext cx="11963399" cy="1987393"/>
          </a:xfrm>
        </p:spPr>
        <p:txBody>
          <a:bodyPr anchor="t"/>
          <a:lstStyle/>
          <a:p>
            <a:pPr algn="l" defTabSz="341313">
              <a:spcBef>
                <a:spcPts val="600"/>
              </a:spcBef>
              <a:spcAft>
                <a:spcPts val="600"/>
              </a:spcAft>
              <a:defRPr/>
            </a:pPr>
            <a:r>
              <a:rPr lang="ml-IN" sz="36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ഇരുമ്പാണിയാൽ എൻ - </a:t>
            </a:r>
            <a:r>
              <a:rPr lang="en-US" sz="36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കൈകൾ നോവുന്നേ!</a:t>
            </a:r>
            <a:br>
              <a:rPr lang="ml-IN" sz="3600" b="1" spc="-30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ഇരുപാദങ്ങളൊ-രാണിമേലായേ</a:t>
            </a:r>
            <a:r>
              <a:rPr lang="en-US" sz="36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br>
              <a:rPr lang="en-US" sz="3600" b="1" spc="-30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കരളിലും കുന്തം കടന്നു</a:t>
            </a:r>
            <a:r>
              <a:rPr lang="en-US" sz="36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r>
              <a:rPr lang="en-US" sz="36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ചൊരിയുന്നേ രക്തം 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398250" y="0"/>
            <a:ext cx="79375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185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0FA686C-D212-4D70-80E0-6DA47C55114E}"/>
              </a:ext>
            </a:extLst>
          </p:cNvPr>
          <p:cNvSpPr/>
          <p:nvPr/>
        </p:nvSpPr>
        <p:spPr>
          <a:xfrm>
            <a:off x="228600" y="4090897"/>
            <a:ext cx="11963399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i-FI" sz="3600" b="1" dirty="0">
                <a:solidFill>
                  <a:schemeClr val="tx2"/>
                </a:solidFill>
                <a:latin typeface="+mn-lt"/>
              </a:rPr>
              <a:t>Irumbaanhiyaal en - kaikalh novunne!</a:t>
            </a:r>
          </a:p>
          <a:p>
            <a:r>
              <a:rPr lang="fi-FI" sz="3600" b="1" dirty="0">
                <a:solidFill>
                  <a:schemeClr val="tx2"/>
                </a:solidFill>
                <a:latin typeface="+mn-lt"/>
              </a:rPr>
              <a:t>Irupaadanhalho-raanhimelaaye</a:t>
            </a:r>
          </a:p>
          <a:p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Karalhilum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kuntham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kadannu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-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choriyunne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raktham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FD7EFD2-7428-4572-A4F3-4D5094D432B4}"/>
              </a:ext>
            </a:extLst>
          </p:cNvPr>
          <p:cNvSpPr/>
          <p:nvPr/>
        </p:nvSpPr>
        <p:spPr>
          <a:xfrm>
            <a:off x="0" y="3151525"/>
            <a:ext cx="1217194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6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ea typeface="+mj-ea"/>
                <a:cs typeface="Kartika" panose="02020503030404060203" pitchFamily="18" charset="0"/>
              </a:rPr>
              <a:t>അയ്യോ പാപി! നീ എൻ - പാടു കാണുക!</a:t>
            </a:r>
            <a:br>
              <a:rPr lang="en-US" sz="36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ea typeface="+mj-ea"/>
                <a:cs typeface="Kartika" panose="02020503030404060203" pitchFamily="18" charset="0"/>
              </a:rPr>
            </a:b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3147ABA-3FDA-409B-9EA9-2AE4AC6697C2}"/>
              </a:ext>
            </a:extLst>
          </p:cNvPr>
          <p:cNvSpPr/>
          <p:nvPr/>
        </p:nvSpPr>
        <p:spPr>
          <a:xfrm>
            <a:off x="0" y="5656297"/>
            <a:ext cx="1219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fi-FI" sz="36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Ayyo paapi! Nee en – paadu kaanhuka!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D6EA10-5920-466C-A34F-2F135E409109}"/>
              </a:ext>
            </a:extLst>
          </p:cNvPr>
          <p:cNvSpPr txBox="1"/>
          <p:nvPr/>
        </p:nvSpPr>
        <p:spPr>
          <a:xfrm>
            <a:off x="0" y="338554"/>
            <a:ext cx="121719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1855833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228600" y="1213008"/>
            <a:ext cx="11963399" cy="1987393"/>
          </a:xfrm>
        </p:spPr>
        <p:txBody>
          <a:bodyPr anchor="t"/>
          <a:lstStyle/>
          <a:p>
            <a:pPr algn="l" defTabSz="341313">
              <a:spcBef>
                <a:spcPts val="600"/>
              </a:spcBef>
              <a:spcAft>
                <a:spcPts val="600"/>
              </a:spcAft>
              <a:defRPr/>
            </a:pPr>
            <a:r>
              <a:rPr lang="ml-IN" sz="36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നിന്‍റെ പാപത്താൽ ഞാൻ</a:t>
            </a:r>
            <a:r>
              <a:rPr lang="en-US" sz="36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r>
              <a:rPr lang="en-US" sz="36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നോവുന്നീവണ്ണം </a:t>
            </a:r>
            <a:br>
              <a:rPr lang="ml-IN" sz="3600" b="1" spc="-30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നിന്‍റെ പേർക്കല്ലോ ഞാൻ </a:t>
            </a:r>
            <a:r>
              <a:rPr lang="en-US" sz="36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തൂങ്ങീടുന്നീവണ്ണം </a:t>
            </a:r>
            <a:br>
              <a:rPr lang="ml-IN" sz="3600" b="1" spc="-30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നിന്‍റെ  പാപത്തിനുവേണ്ടി – </a:t>
            </a:r>
            <a:r>
              <a:rPr lang="en-US" sz="36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ഞാൻ അടികൊണ്ടേൻ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398250" y="0"/>
            <a:ext cx="79375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185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0FA686C-D212-4D70-80E0-6DA47C55114E}"/>
              </a:ext>
            </a:extLst>
          </p:cNvPr>
          <p:cNvSpPr/>
          <p:nvPr/>
        </p:nvSpPr>
        <p:spPr>
          <a:xfrm>
            <a:off x="228600" y="4090897"/>
            <a:ext cx="11963399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i-FI" sz="3600" b="1" dirty="0">
                <a:solidFill>
                  <a:schemeClr val="tx2"/>
                </a:solidFill>
                <a:latin typeface="+mn-lt"/>
              </a:rPr>
              <a:t>Ninte paapathaal njan - novunneevannham</a:t>
            </a:r>
          </a:p>
          <a:p>
            <a:r>
              <a:rPr lang="fi-FI" sz="3600" b="1" dirty="0">
                <a:solidFill>
                  <a:schemeClr val="tx2"/>
                </a:solidFill>
                <a:latin typeface="+mn-lt"/>
              </a:rPr>
              <a:t>Ninte perkkallo njan thoongunneevannham</a:t>
            </a:r>
          </a:p>
          <a:p>
            <a:r>
              <a:rPr lang="fi-FI" sz="3600" b="1" dirty="0">
                <a:solidFill>
                  <a:schemeClr val="tx2"/>
                </a:solidFill>
                <a:latin typeface="+mn-lt"/>
              </a:rPr>
              <a:t>Ninte paapathinu vendi - njan adikonden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FD7EFD2-7428-4572-A4F3-4D5094D432B4}"/>
              </a:ext>
            </a:extLst>
          </p:cNvPr>
          <p:cNvSpPr/>
          <p:nvPr/>
        </p:nvSpPr>
        <p:spPr>
          <a:xfrm>
            <a:off x="0" y="3151525"/>
            <a:ext cx="1217194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6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ea typeface="+mj-ea"/>
                <a:cs typeface="Kartika" panose="02020503030404060203" pitchFamily="18" charset="0"/>
              </a:rPr>
              <a:t>അയ്യോ പാപി! നീ എൻ - പാടു കാണുക!</a:t>
            </a:r>
            <a:br>
              <a:rPr lang="en-US" sz="36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ea typeface="+mj-ea"/>
                <a:cs typeface="Kartika" panose="02020503030404060203" pitchFamily="18" charset="0"/>
              </a:rPr>
            </a:b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3147ABA-3FDA-409B-9EA9-2AE4AC6697C2}"/>
              </a:ext>
            </a:extLst>
          </p:cNvPr>
          <p:cNvSpPr/>
          <p:nvPr/>
        </p:nvSpPr>
        <p:spPr>
          <a:xfrm>
            <a:off x="0" y="5656297"/>
            <a:ext cx="1219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fi-FI" sz="36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Ayyo paapi! Nee en – paadu kaanhuka!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D6EA10-5920-466C-A34F-2F135E409109}"/>
              </a:ext>
            </a:extLst>
          </p:cNvPr>
          <p:cNvSpPr txBox="1"/>
          <p:nvPr/>
        </p:nvSpPr>
        <p:spPr>
          <a:xfrm>
            <a:off x="0" y="338554"/>
            <a:ext cx="121719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2162990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228600" y="1213008"/>
            <a:ext cx="11963399" cy="1987393"/>
          </a:xfrm>
        </p:spPr>
        <p:txBody>
          <a:bodyPr anchor="t"/>
          <a:lstStyle/>
          <a:p>
            <a:pPr algn="l" defTabSz="341313">
              <a:spcBef>
                <a:spcPts val="600"/>
              </a:spcBef>
              <a:spcAft>
                <a:spcPts val="600"/>
              </a:spcAft>
              <a:defRPr/>
            </a:pPr>
            <a:r>
              <a:rPr lang="ml-IN" sz="36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പാറകൾ പോലുമെൻ പാടു കാണുന്നേ </a:t>
            </a:r>
            <a:br>
              <a:rPr lang="ml-IN" sz="3600" b="1" spc="-30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പാരം ഞെട്ടുന്നേ - കൺ - നീരൊഴുകുന്നേ </a:t>
            </a:r>
            <a:br>
              <a:rPr lang="ml-IN" sz="3600" b="1" spc="-30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ധീരനായ് നീ എന്നെ നോക്കി തല കുലുക്കാതെ! </a:t>
            </a: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398250" y="0"/>
            <a:ext cx="79375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185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0FA686C-D212-4D70-80E0-6DA47C55114E}"/>
              </a:ext>
            </a:extLst>
          </p:cNvPr>
          <p:cNvSpPr/>
          <p:nvPr/>
        </p:nvSpPr>
        <p:spPr>
          <a:xfrm>
            <a:off x="228600" y="4090897"/>
            <a:ext cx="11963399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i-FI" sz="3600" b="1" dirty="0">
                <a:solidFill>
                  <a:schemeClr val="tx2"/>
                </a:solidFill>
                <a:latin typeface="+mn-lt"/>
              </a:rPr>
              <a:t>Paarhakalh polumen paadu kaanhunne</a:t>
            </a:r>
          </a:p>
          <a:p>
            <a:r>
              <a:rPr lang="fi-FI" sz="3600" b="1" dirty="0">
                <a:solidFill>
                  <a:schemeClr val="tx2"/>
                </a:solidFill>
                <a:latin typeface="+mn-lt"/>
              </a:rPr>
              <a:t>Paaram njettunne - kanh - neerozhukunne</a:t>
            </a:r>
          </a:p>
          <a:p>
            <a:r>
              <a:rPr lang="fi-FI" sz="3600" b="1" dirty="0">
                <a:solidFill>
                  <a:schemeClr val="tx2"/>
                </a:solidFill>
                <a:latin typeface="+mn-lt"/>
              </a:rPr>
              <a:t>Dheeranaai nee enne nokki thala kulukkaathe!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FD7EFD2-7428-4572-A4F3-4D5094D432B4}"/>
              </a:ext>
            </a:extLst>
          </p:cNvPr>
          <p:cNvSpPr/>
          <p:nvPr/>
        </p:nvSpPr>
        <p:spPr>
          <a:xfrm>
            <a:off x="0" y="3151525"/>
            <a:ext cx="1217194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6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ea typeface="+mj-ea"/>
                <a:cs typeface="Kartika" panose="02020503030404060203" pitchFamily="18" charset="0"/>
              </a:rPr>
              <a:t>അയ്യോ പാപി! നീ എൻ - പാടു കാണുക!</a:t>
            </a:r>
            <a:br>
              <a:rPr lang="en-US" sz="36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ea typeface="+mj-ea"/>
                <a:cs typeface="Kartika" panose="02020503030404060203" pitchFamily="18" charset="0"/>
              </a:rPr>
            </a:b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3147ABA-3FDA-409B-9EA9-2AE4AC6697C2}"/>
              </a:ext>
            </a:extLst>
          </p:cNvPr>
          <p:cNvSpPr/>
          <p:nvPr/>
        </p:nvSpPr>
        <p:spPr>
          <a:xfrm>
            <a:off x="0" y="5656297"/>
            <a:ext cx="1219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fi-FI" sz="36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Ayyo paapi! Nee en – paadu kaanhuka!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D6EA10-5920-466C-A34F-2F135E409109}"/>
              </a:ext>
            </a:extLst>
          </p:cNvPr>
          <p:cNvSpPr txBox="1"/>
          <p:nvPr/>
        </p:nvSpPr>
        <p:spPr>
          <a:xfrm>
            <a:off x="0" y="338554"/>
            <a:ext cx="121719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7215880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228600" y="1213008"/>
            <a:ext cx="11963399" cy="1987393"/>
          </a:xfrm>
        </p:spPr>
        <p:txBody>
          <a:bodyPr anchor="t"/>
          <a:lstStyle/>
          <a:p>
            <a:pPr algn="l" defTabSz="341313">
              <a:spcBef>
                <a:spcPts val="600"/>
              </a:spcBef>
              <a:spcAft>
                <a:spcPts val="600"/>
              </a:spcAft>
              <a:defRPr/>
            </a:pPr>
            <a:r>
              <a:rPr lang="ml-IN" sz="36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കുന്നൻപേയോടെ നീ</a:t>
            </a:r>
            <a:r>
              <a:rPr lang="en-US" sz="36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ചേർന്നു നിൽക്കാതെ </a:t>
            </a:r>
            <a:br>
              <a:rPr lang="ml-IN" sz="3600" b="1" spc="-30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എന്നെ ക്രൂശിന്മേൽ നീ </a:t>
            </a:r>
            <a:r>
              <a:rPr lang="en-US" sz="36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വീണ്ടും തൂക്കാതെ </a:t>
            </a:r>
            <a:br>
              <a:rPr lang="ml-IN" sz="3600" b="1" spc="-30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നിന്നുടെ പേർക്കുള്ള </a:t>
            </a:r>
            <a:r>
              <a:rPr lang="en-US" sz="36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ശിക്ഷ എന്നിലായിതാ! </a:t>
            </a: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398250" y="0"/>
            <a:ext cx="79375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185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0FA686C-D212-4D70-80E0-6DA47C55114E}"/>
              </a:ext>
            </a:extLst>
          </p:cNvPr>
          <p:cNvSpPr/>
          <p:nvPr/>
        </p:nvSpPr>
        <p:spPr>
          <a:xfrm>
            <a:off x="228600" y="4090897"/>
            <a:ext cx="11963399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i-FI" sz="3600" b="1" dirty="0">
                <a:solidFill>
                  <a:schemeClr val="tx2"/>
                </a:solidFill>
                <a:latin typeface="+mn-lt"/>
              </a:rPr>
              <a:t>Kunnanpeyode nee - chernnu nilkaathe</a:t>
            </a:r>
          </a:p>
          <a:p>
            <a:r>
              <a:rPr lang="fi-FI" sz="3600" b="1" dirty="0">
                <a:solidFill>
                  <a:schemeClr val="tx2"/>
                </a:solidFill>
                <a:latin typeface="+mn-lt"/>
              </a:rPr>
              <a:t>Enne krooshinmel nee veendum thookkathe</a:t>
            </a:r>
          </a:p>
          <a:p>
            <a:r>
              <a:rPr lang="fi-FI" sz="3600" b="1" dirty="0">
                <a:solidFill>
                  <a:schemeClr val="tx2"/>
                </a:solidFill>
                <a:latin typeface="+mn-lt"/>
              </a:rPr>
              <a:t>Ninnude perkkullha shiksha ennilaayithaa!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FD7EFD2-7428-4572-A4F3-4D5094D432B4}"/>
              </a:ext>
            </a:extLst>
          </p:cNvPr>
          <p:cNvSpPr/>
          <p:nvPr/>
        </p:nvSpPr>
        <p:spPr>
          <a:xfrm>
            <a:off x="0" y="3151525"/>
            <a:ext cx="1217194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6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ea typeface="+mj-ea"/>
                <a:cs typeface="Kartika" panose="02020503030404060203" pitchFamily="18" charset="0"/>
              </a:rPr>
              <a:t>അയ്യോ പാപി! നീ എൻ - പാടു കാണുക!</a:t>
            </a:r>
            <a:br>
              <a:rPr lang="en-US" sz="36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ea typeface="+mj-ea"/>
                <a:cs typeface="Kartika" panose="02020503030404060203" pitchFamily="18" charset="0"/>
              </a:rPr>
            </a:b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3147ABA-3FDA-409B-9EA9-2AE4AC6697C2}"/>
              </a:ext>
            </a:extLst>
          </p:cNvPr>
          <p:cNvSpPr/>
          <p:nvPr/>
        </p:nvSpPr>
        <p:spPr>
          <a:xfrm>
            <a:off x="0" y="5656297"/>
            <a:ext cx="1219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fi-FI" sz="36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Ayyo paapi! Nee en – paadu kaanhuka!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D6EA10-5920-466C-A34F-2F135E409109}"/>
              </a:ext>
            </a:extLst>
          </p:cNvPr>
          <p:cNvSpPr txBox="1"/>
          <p:nvPr/>
        </p:nvSpPr>
        <p:spPr>
          <a:xfrm>
            <a:off x="0" y="338554"/>
            <a:ext cx="121719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9638783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2283</TotalTime>
  <Words>314</Words>
  <Application>Microsoft Office PowerPoint</Application>
  <PresentationFormat>Widescreen</PresentationFormat>
  <Paragraphs>67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Kartika</vt:lpstr>
      <vt:lpstr>Office Theme</vt:lpstr>
      <vt:lpstr>185 അയ്യോ പാപി!</vt:lpstr>
      <vt:lpstr>പല്ലവി  അയ്യോ പാപി! നീ എൻ - പാടു കാണുക!            അനുപല്ലവി  പാതകം നീ ചെയ്തതാൽ ഈ –  പാടു ഞാൻ പെട്ടേൻ! - അയ്യോ!...</vt:lpstr>
      <vt:lpstr>പരമാനന്ദം ഞാൻ - വിട്ടു നിന്മൂലം  പേരും കാട്ടിന്നുൾ ഞാൻ - വന്നു നിന്മൂലം  കീറിയ വസ്ത്രം പുതച്ചേൻ - പാരിന്നുടയോൻ</vt:lpstr>
      <vt:lpstr>നര മാതാവിൻ ചൊൽ-കീഴടങ്ങി ഞാൻ  ഒരു യാചകൻ പോൽ ജീവനം ചെയ്തേൻ  ഏറെവിശപ്പും ദാഹവും - ഏറ്റു നിന്മൂലം </vt:lpstr>
      <vt:lpstr>ഇടികൊണ്ടെന്‍റെ മെയ് –  നിന്‍റെ പാപത്താൽ  അടി കൊണ്ടേറെ ഞാൻ  നിന്‍റെ ദോഷത്താൽ  കെട്ടുകൾ തൊഴികൾക്കുമോ – അറ്റമില്ലല്ലോ! </vt:lpstr>
      <vt:lpstr>ഇരുമ്പാണിയാൽ എൻ -  കൈകൾ നോവുന്നേ! ഇരുപാദങ്ങളൊ-രാണിമേലായേ  കരളിലും കുന്തം കടന്നു - ചൊരിയുന്നേ രക്തം </vt:lpstr>
      <vt:lpstr>നിന്‍റെ പാപത്താൽ ഞാൻ - നോവുന്നീവണ്ണം  നിന്‍റെ പേർക്കല്ലോ ഞാൻ  തൂങ്ങീടുന്നീവണ്ണം  നിന്‍റെ  പാപത്തിനുവേണ്ടി –  ഞാൻ അടികൊണ്ടേൻ</vt:lpstr>
      <vt:lpstr>പാറകൾ പോലുമെൻ പാടു കാണുന്നേ  പാരം ഞെട്ടുന്നേ - കൺ - നീരൊഴുകുന്നേ  ധീരനായ് നീ എന്നെ നോക്കി തല കുലുക്കാതെ! </vt:lpstr>
      <vt:lpstr>കുന്നൻപേയോടെ നീ ചേർന്നു നിൽക്കാതെ  എന്നെ ക്രൂശിന്മേൽ നീ  വീണ്ടും തൂക്കാതെ  നിന്നുടെ പേർക്കുള്ള  ശിക്ഷ എന്നിലായിതാ!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Ayyo paapi</dc:title>
  <dc:creator>Digital Input:; GM JOHN; Acsah Mathews</dc:creator>
  <cp:lastModifiedBy>Acsah Mathews</cp:lastModifiedBy>
  <cp:revision>571</cp:revision>
  <dcterms:created xsi:type="dcterms:W3CDTF">2013-04-19T09:19:07Z</dcterms:created>
  <dcterms:modified xsi:type="dcterms:W3CDTF">2018-11-07T15:59:46Z</dcterms:modified>
</cp:coreProperties>
</file>