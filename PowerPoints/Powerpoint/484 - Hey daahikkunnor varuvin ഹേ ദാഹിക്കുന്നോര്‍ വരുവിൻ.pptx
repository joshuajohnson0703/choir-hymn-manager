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0BAD-AAA6-4844-AEC8-294ECE872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A6331-8B13-4AD9-8D64-1A0040942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23486-3967-4F75-BBD5-4F9760CC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E33A-E37B-4D15-A90A-8A192FA4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16F43-72E6-47AD-B91F-2D4E8227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9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35B5-37BB-4C62-AD1D-89DE926B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1B4DF-49C1-404A-8A7B-CDC8B2FBB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A846-B81A-49CC-9C37-AAFB3C04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E7D2E-01BF-4EB7-BCD6-C13B3EC2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53BD7-9C39-41CF-A13F-C427467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2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35A0-26B1-4B6F-AE1D-615ADCF3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FB558-ABFD-41B9-9667-CD48B0559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6B72-F279-447B-8989-86104BB7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79852-F064-496A-A66A-EBC7F5A1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E2B9-9DD4-499B-8213-7A8D845D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6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AD6D-AD66-4444-B083-F6DE3949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4E9D-5665-4611-A979-93A1EB3AB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7F613-EAF4-40E8-9717-488292F16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97CFF-9B97-4BA5-A756-3957BABF5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A00FC-5FB6-41A6-B953-09C65455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227C1-6C4C-480F-B148-31C5F2D9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6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BA04-75C0-43B0-B6B2-E3BB50F56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1314F-7FCB-4686-A024-F3E76EF68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10258-807F-47C9-B995-DF293B4E7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64564-3009-4C3C-A02E-2A8340D0C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2117A0-1E0D-421D-A28D-B82061A4C1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4F86E-FC9D-4E3F-98D8-60B28E46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95B7D-ED90-40CC-B5DF-7257B289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6DC84-FFAD-42D0-993F-DD9D4253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2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D002-3FA4-41FC-917D-5DD55879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C677F-CDC7-4C38-ACCB-A94AF0C9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DA514-4711-4E93-A7FF-9DE3B943F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750EA-AD55-42CA-8B2D-42066D79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6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0AE11-AC2A-4951-A6DA-03513930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EE482-8544-4309-970C-8D38BBE1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81F50-C4B9-489A-A76B-A70BAC69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1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F7F3-8552-40B0-B6DD-D299318F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DEACB-7EC7-419C-84AE-72B6362D6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07756-4542-47D1-8C96-EA7F311F4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47FFF-8E18-4A1D-8047-7E743CDC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37182-47BF-4389-AEAF-61ED9F3D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35CDE-D9BA-4E8B-BC1B-18CB2C608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B279-2AD9-4FE0-986D-1C19A2A9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1D4459-C722-43CF-844E-43EBF71A2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73BF5-62B1-4860-9320-699545E57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6C29E-FBE3-4D98-881F-0A9F08508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0324-CD60-432C-B053-E8ABCB08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F47E3-D9F2-41AD-B4BE-F25E0C88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6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9735-60BD-47ED-A97B-9A802403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209EE-A667-4DD1-9655-5A6230D79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95955-A2D8-4D1E-995E-9BF861C6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11307-485B-455C-83A5-E4529418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5E05B-AD11-4646-BBF1-DF0F73F0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46361-94AD-4DCB-8FFF-797E031BC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813A9-BE3B-422D-AD53-FC4967897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5C4F7-5371-4E48-A2EC-5A39F845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C69D9-31A0-4575-A575-1C87A6D6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C212A-8794-4534-8CA3-74BA3F6D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0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E731F-DA61-4D13-B051-8968EA2C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D357E-D7FA-44AD-895A-8A3E25498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6510B-3FA2-40C2-B934-0446B3A6E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A9912-1CD3-42CE-85DE-162CB21EC56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6A6A5-84A3-4AC3-94A0-38B7044F3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18597-C6A5-4764-9199-AC5E2DD55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987BD-1D8F-43B2-9F51-A45272B4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8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484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ഹേ ദാഹിക്കുന്നോര്‍ വരുവിൻ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Hey </a:t>
            </a:r>
            <a:r>
              <a:rPr lang="en-US" sz="4000" b="1" dirty="0" err="1">
                <a:solidFill>
                  <a:srgbClr val="002060"/>
                </a:solidFill>
              </a:rPr>
              <a:t>daahikkunnor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varuvin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chemeClr val="bg2">
                    <a:lumMod val="25000"/>
                  </a:schemeClr>
                </a:solidFill>
              </a:rPr>
              <a:t>Tune: The Lord’s my shepherd</a:t>
            </a:r>
            <a:endParaRPr lang="en-US" i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7909" y="1151399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ഹേ ദാഹിക്കുന്നോര്‍ വരുവിൻ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ജീവഉറവിങ്കല്‍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സൗജന്യദാനം വാങ്ങുവിൻ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യേശുവിൻ ക്രൂശിങ്കൽ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468924" y="3725693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Hey </a:t>
            </a:r>
            <a:r>
              <a:rPr lang="en-US" sz="3600" b="1" dirty="0" err="1">
                <a:solidFill>
                  <a:srgbClr val="002060"/>
                </a:solidFill>
              </a:rPr>
              <a:t>daahikkunnor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varuvin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jeevaurhavinkal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Soujanya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vaanguvin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yeshuvin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krooshinkal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7909" y="1151399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സ്വർഗ്ഗ അപ്പം അല്ലോ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ആത്മ ജീവാഹാരം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രക്തം സ്വസ്ഥം അല്ലോ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പാപപരിഹാരം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468924" y="3725693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swarga</a:t>
            </a:r>
            <a:r>
              <a:rPr lang="en-US" sz="3600" b="1" dirty="0">
                <a:solidFill>
                  <a:srgbClr val="002060"/>
                </a:solidFill>
              </a:rPr>
              <a:t> appam </a:t>
            </a:r>
            <a:r>
              <a:rPr lang="en-US" sz="3600" b="1" dirty="0" err="1">
                <a:solidFill>
                  <a:srgbClr val="002060"/>
                </a:solidFill>
              </a:rPr>
              <a:t>allo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aathma-jeev-aahaaram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swastham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allo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paapa-parihaaram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7708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7909" y="1151399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ഈ മന്നായെ ഭുജിക്കുന്നോര്‍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എല്ലാരും ജീവിക്കും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ഈ ഉറവിന്‍ പാനം ചെയ് വോര്‍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ആരോഗ്യം പ്രാപിക്കും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468924" y="3725693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mannaaye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bhujikkunnor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ellarum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jeevikkum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urhavil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cheyvor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aarogyam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praapikkum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8593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7909" y="1151399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യേശുവിൻ മാംസരക്തവും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വിരുന്നാകട്ടെ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യേശുവിൻ ആത്മദാനവും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ജീവനെ നൽകട്ടെ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468924" y="3725693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Yeshuvin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maamsa-rakthavum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virunnaakatte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Yeshuvin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aathma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daanavum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jeevane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nalkatte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099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484 ഹേ ദാഹിക്കുന്നോര്‍ വരുവിൻ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Hey daahikkunnor varuvin</dc:title>
  <dc:creator>Acsah Mathews</dc:creator>
  <cp:lastModifiedBy>Acsah Mathews</cp:lastModifiedBy>
  <cp:revision>1</cp:revision>
  <dcterms:created xsi:type="dcterms:W3CDTF">2018-12-03T14:27:49Z</dcterms:created>
  <dcterms:modified xsi:type="dcterms:W3CDTF">2018-12-03T14:28:54Z</dcterms:modified>
</cp:coreProperties>
</file>