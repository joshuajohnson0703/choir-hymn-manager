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0" r:id="rId3"/>
    <p:sldId id="274" r:id="rId4"/>
    <p:sldId id="271" r:id="rId5"/>
    <p:sldId id="276" r:id="rId6"/>
    <p:sldId id="272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D5BB9-5EB3-405B-B1F9-D361B75442D2}" type="datetimeFigureOut">
              <a:rPr lang="en-US" smtClean="0"/>
              <a:pPr/>
              <a:t>11/14/2018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EFC1B-9AF1-49F4-851A-766A4D760D2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EFC1B-9AF1-49F4-851A-766A4D760D2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9EFC1B-9AF1-49F4-851A-766A4D760D2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1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0B4ED-A165-4B5B-8C7D-29A14DDA33B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5CF36-12BC-4F3B-A8E0-D8A6F2762C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B8EAD-C67E-4CA3-B1C4-4B74355FE42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425D0-6BF0-44C0-93F1-E4CD4DF222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F646CE-5D48-4A61-B2E7-3346F9241E9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EA49D-B12B-455E-B788-54ED42D10F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D63B92-7F7E-4785-9A55-7E7778E5D1B1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EA38F-9112-4FB0-AE82-B59840FE19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05997-1D97-4C9E-985B-453D14935B8E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BD11B-3D14-434D-9DBC-F407256E01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87D3F-27B8-4E49-ABE3-42C4BBB30A0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2B736-CBAD-48C0-A7EC-FF983A946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894B0-0C58-443E-BB37-5F68628377C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4105C-A240-4570-8E2D-4D98CA35FE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4E95F-4DBC-4D96-ABF6-4CB844B85875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29497-F39E-4755-9773-DF56053AEF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CA6B4-1F05-4A37-9582-E3EB16401C3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7D853-6793-4FC6-8188-051F987529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C31F0-22CA-49E5-8659-BE21DEC012F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276D4-EDDF-4070-8AD5-146E70D387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3579D-77D5-4C07-95D7-AB11BF1D895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5D2F69-6AF6-4CAB-BE35-5ABEBFEE94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13A3898-2B73-43F4-AFEE-1D72D8686928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AD0C0DE-B49D-4F98-A47A-9627E57DBB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5AD3-B3ED-4BD5-BB24-186942A97A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251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 എൻ സ്വന്തം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01528-7B7E-4791-A4AE-40F731219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400" b="1">
                <a:solidFill>
                  <a:schemeClr val="tx2">
                    <a:lumMod val="75000"/>
                  </a:schemeClr>
                </a:solidFill>
              </a:rPr>
              <a:t>Yeshu en swantham</a:t>
            </a:r>
            <a:endParaRPr lang="en-US" sz="3400" i="1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3400" i="1">
                <a:solidFill>
                  <a:schemeClr val="tx2">
                    <a:lumMod val="75000"/>
                  </a:schemeClr>
                </a:solidFill>
              </a:rPr>
              <a:t>Blessed Assurance </a:t>
            </a:r>
            <a:endParaRPr lang="en-US" sz="3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CA616-F725-4B0F-B9BD-70F53E4268A2}"/>
              </a:ext>
            </a:extLst>
          </p:cNvPr>
          <p:cNvSpPr/>
          <p:nvPr/>
        </p:nvSpPr>
        <p:spPr>
          <a:xfrm>
            <a:off x="7696201" y="5210615"/>
            <a:ext cx="2102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(Trans. 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65FAC8-429A-4F5A-BA02-4A8FFA039573}"/>
              </a:ext>
            </a:extLst>
          </p:cNvPr>
          <p:cNvSpPr/>
          <p:nvPr/>
        </p:nvSpPr>
        <p:spPr>
          <a:xfrm>
            <a:off x="3376544" y="5210615"/>
            <a:ext cx="30588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വിവ. വി. നാഗല്‍</a:t>
            </a:r>
            <a:r>
              <a:rPr lang="en-US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372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72384" y="342098"/>
            <a:ext cx="11593033" cy="3391702"/>
          </a:xfrm>
        </p:spPr>
        <p:txBody>
          <a:bodyPr anchor="t"/>
          <a:lstStyle/>
          <a:p>
            <a:pPr algn="l" defTabSz="5207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എൻ സ്വന്തം ഹല്ലേലുയ്യാ!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എന്നുടെ ഭാഗ്യം ചൊല്ലിക്കൂടാ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പഴയതെല്ലാം കഴിഞ്ഞു പോയ് 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കണ്ടാലും സർവ്വം പുതിയതായ്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 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 പാട്ടും പ്രശംസയും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കുഞ്ഞാടും തൻ കുരിശും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3544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C199FC-C398-4B13-879E-3693345C0E22}"/>
              </a:ext>
            </a:extLst>
          </p:cNvPr>
          <p:cNvSpPr/>
          <p:nvPr/>
        </p:nvSpPr>
        <p:spPr>
          <a:xfrm>
            <a:off x="699088" y="3733800"/>
            <a:ext cx="11339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1. Yeshu en swantham halleluyya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Ennudey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bhaagyam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chollikoodaa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Pazhayathellaam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kazhinjupoi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Kandaalum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sarvvam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puthiyathaai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!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prashamsayum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2192000" cy="3124200"/>
          </a:xfrm>
        </p:spPr>
        <p:txBody>
          <a:bodyPr anchor="t"/>
          <a:lstStyle/>
          <a:p>
            <a:pPr algn="l" defTabSz="5207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 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എൻ സ്വന്തം ഹല്ലേലുയ്യാ!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തീർന്നു എൻ ആന്ധ്യം നീങ്ങി രാവും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ഇരുട്ടിൻ പാശം അറുത്തു താൻ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ജീവപ്രകാശം കാണുന്നു ഞാൻ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</a:rPr>
              <a:t>എനിക്കു പാട്ടും പ്രശംസയും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</a:rPr>
              <a:t>ദൈവ കുഞ്ഞാടും തൻ കുരിശും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3544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F5E270-54AA-496E-88B2-A522A71DFBC1}"/>
              </a:ext>
            </a:extLst>
          </p:cNvPr>
          <p:cNvSpPr/>
          <p:nvPr/>
        </p:nvSpPr>
        <p:spPr>
          <a:xfrm>
            <a:off x="426188" y="3506212"/>
            <a:ext cx="11339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2. Yeshu en swantham halleluyya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Theernnu en andhyam neengi raavum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Iruttin paasham aruththu thaan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Jeeva prakaasham kanhunnu njaan!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prashamsayum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9954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2192000" cy="3124200"/>
          </a:xfrm>
        </p:spPr>
        <p:txBody>
          <a:bodyPr anchor="t"/>
          <a:lstStyle/>
          <a:p>
            <a:pPr algn="l" defTabSz="5207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എൻ സ്വന്തം ഹല്ലേലുയ്യാ!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തുറന്ന സ്വർഗ്ഗം കാണുന്നിതാ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 താൻ നീക്കി രക്തത്തിനാൽ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ദൈവകുഞ്ഞാക്കി അത്മാവിനാൽ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 പാട്ടും പ്രശംസയും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കുഞ്ഞാടും തൻ കുരിശും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EC3865-2753-44C8-AE44-774DD387B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0" y="3544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AA7D0-CC83-4C57-80D5-B4D6F0A36BC0}"/>
              </a:ext>
            </a:extLst>
          </p:cNvPr>
          <p:cNvSpPr/>
          <p:nvPr/>
        </p:nvSpPr>
        <p:spPr>
          <a:xfrm>
            <a:off x="426188" y="3506212"/>
            <a:ext cx="11339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3. Yeshu en swantham halleluyya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Thurhanna swarggam kaanhunnithaa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Paapam thaan neekki rakthaththinaal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Daiva kunjaakki aathmaavinaal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prashamsayum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0" y="304800"/>
            <a:ext cx="12192000" cy="3124200"/>
          </a:xfrm>
        </p:spPr>
        <p:txBody>
          <a:bodyPr anchor="t"/>
          <a:lstStyle/>
          <a:p>
            <a:pPr algn="l" defTabSz="520700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എൻ സ്വന്തം ഹല്ലേലുയ്യാ!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സ്നേഹ ബന്ധം നില്ക്കും സദാ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മരണത്തോളം സ്നേഹിച്ചു താൻ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നിത്യതയോളം സ്നേഹിക്കും ഞാൻ</a:t>
            </a:r>
            <a:b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400" b="1" dirty="0">
                <a:latin typeface="Kartika" panose="02020503030404060203" pitchFamily="18" charset="0"/>
              </a:rPr>
              <a:t>എനിക്കു പാട്ടും പ്രശംസയും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</a:rPr>
              <a:t>ദൈവ കുഞ്ഞാടും തൻ കുരിശും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EC3865-2753-44C8-AE44-774DD387B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0" y="3544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AC0E34-5CEE-4634-A3DE-4F70DDC3E1D3}"/>
              </a:ext>
            </a:extLst>
          </p:cNvPr>
          <p:cNvSpPr/>
          <p:nvPr/>
        </p:nvSpPr>
        <p:spPr>
          <a:xfrm>
            <a:off x="426188" y="3730256"/>
            <a:ext cx="11339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4. Yeshu en swantham halleluyya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Ee snehabandham nilkum sadaa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Maranhaththôlham snehichchu thaan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Nithyathayôlham snehikkum njaan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prashamsayum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85558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ctrTitle"/>
          </p:nvPr>
        </p:nvSpPr>
        <p:spPr>
          <a:xfrm>
            <a:off x="304800" y="194846"/>
            <a:ext cx="11887200" cy="3386554"/>
          </a:xfrm>
        </p:spPr>
        <p:txBody>
          <a:bodyPr anchor="t"/>
          <a:lstStyle/>
          <a:p>
            <a:pPr algn="l" defTabSz="5207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എൻ സ്വന്തം 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സമ്പാദ്യം ഞാൻ രക്ഷകാ!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എൻ കർത്താവും സ്നേഹിതനും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   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 ദാതാവും സകലവും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  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 പാട്ടും പ്രശംസയും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 കുഞ്ഞാടും തൻ കുരിശും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6FF67-D13F-4905-9386-D9DD1E52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0" y="3544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251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3457D-6B1A-4402-A2DD-1E7751A1AE2E}"/>
              </a:ext>
            </a:extLst>
          </p:cNvPr>
          <p:cNvSpPr/>
          <p:nvPr/>
        </p:nvSpPr>
        <p:spPr>
          <a:xfrm>
            <a:off x="426188" y="3730256"/>
            <a:ext cx="113396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5. Yeshu en swantham halleluyya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Nintey sambaadyam njaan rakshakaa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Nee en karththaavum snehithanum</a:t>
            </a:r>
          </a:p>
          <a:p>
            <a:r>
              <a:rPr lang="da-DK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Jeevadaathaavum sakalavum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Enikku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paattum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prashamsayum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Daiva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Kunjaadum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kurishum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	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116</Words>
  <Application>Microsoft Office PowerPoint</Application>
  <PresentationFormat>Widescreen</PresentationFormat>
  <Paragraphs>47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251 യേശു എൻ സ്വന്തം</vt:lpstr>
      <vt:lpstr>1.  യേശു എൻ സ്വന്തം ഹല്ലേലുയ്യാ!     എന്നുടെ ഭാഗ്യം ചൊല്ലിക്കൂടാ     പഴയതെല്ലാം കഴിഞ്ഞു പോയ് !     കണ്ടാലും സർവ്വം പുതിയതായ്‌!          എനിക്കു പാട്ടും പ്രശംസയും       ദൈവ കുഞ്ഞാടും തൻ കുരിശും </vt:lpstr>
      <vt:lpstr>     2. യേശു എൻ സ്വന്തം ഹല്ലേലുയ്യാ!     തീർന്നു എൻ ആന്ധ്യം നീങ്ങി രാവും     ഇരുട്ടിൻ പാശം അറുത്തു താൻ     ജീവപ്രകാശം കാണുന്നു ഞാൻ!       എനിക്കു പാട്ടും പ്രശംസയും       ദൈവ കുഞ്ഞാടും തൻ കുരിശും</vt:lpstr>
      <vt:lpstr>3. യേശു എൻ സ്വന്തം ഹല്ലേലുയ്യാ!     തുറന്ന സ്വർഗ്ഗം കാണുന്നിതാ     പാപം താൻ നീക്കി രക്തത്തിനാൽ     ദൈവകുഞ്ഞാക്കി അത്മാവിനാൽ!        എനിക്കു പാട്ടും പ്രശംസയും       ദൈവ കുഞ്ഞാടും തൻ കുരിശും</vt:lpstr>
      <vt:lpstr>   4. യേശു എൻ സ്വന്തം ഹല്ലേലുയ്യാ!     ഈ സ്നേഹ ബന്ധം നില്ക്കും സദാ     മരണത്തോളം സ്നേഹിച്ചു താൻ     നിത്യതയോളം സ്നേഹിക്കും ഞാൻ       എനിക്കു പാട്ടും പ്രശംസയും       ദൈവ കുഞ്ഞാടും തൻ കുരിശും</vt:lpstr>
      <vt:lpstr>5. യേശു എൻ സ്വന്തം ഹല്ലേലുയ്യാ     നിന്‍റെ സമ്പാദ്യം ഞാൻ രക്ഷകാ!     നീ എൻ കർത്താവും സ്നേഹിതനും     ആത്മ ദാതാവും സകലവും!        എനിക്കു പാട്ടും പ്രശംസയും       ദൈവ കുഞ്ഞാടും തൻ കുരിശും 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en swantham</dc:title>
  <dc:creator>Digital Input:; GM JOHN; Acsah Mathews</dc:creator>
  <cp:lastModifiedBy>Acsah Mathews</cp:lastModifiedBy>
  <cp:revision>194</cp:revision>
  <dcterms:created xsi:type="dcterms:W3CDTF">2013-04-19T09:19:07Z</dcterms:created>
  <dcterms:modified xsi:type="dcterms:W3CDTF">2018-11-14T14:10:25Z</dcterms:modified>
</cp:coreProperties>
</file>