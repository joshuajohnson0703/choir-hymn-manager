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70" r:id="rId3"/>
    <p:sldId id="274" r:id="rId4"/>
    <p:sldId id="275" r:id="rId5"/>
    <p:sldId id="276" r:id="rId6"/>
    <p:sldId id="277" r:id="rId7"/>
    <p:sldId id="278" r:id="rId8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205F0-5AD6-4F91-A6CE-1566A29B0AD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2A3A98-02D9-4A59-81D0-3CB82BF698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0754C5-0EFA-48D0-81E1-9508A4E1D21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CD5E11-5397-4AE8-94ED-737EA0B7F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A19D7-E190-4C14-8D19-E2058666B0D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D99DC0-D0B3-408F-816A-3C07876BA1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47126A-8D61-489C-BB65-6F379D823C0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42114F-E820-4EDD-B698-4BFF1C54CC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25298-6348-49B8-ABD5-0044360C024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8F2D4-4074-4505-AF2D-B012F35E43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8DA3E0-3FED-4742-89A5-C84EFF354DB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3E286-85A1-4F06-A691-DDF88E575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9DA931-0B5C-4667-9F9E-71EB672A306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FE6923-9412-417A-8D67-67F18355FA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AB4E83-3273-4085-813B-1BC515DED25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540413-77C8-47EF-8094-A5A40AA7CA2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B6D7C6-4491-46F4-9935-EF009C3E78E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B84678-BA93-4040-9CEE-C9538B62EF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C685EF-57A8-4A79-A450-98C95049CA1A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427D48-0A7E-46F5-B985-F6EA75D8B1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6F2E89-E834-4719-8684-5F90AE578D1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94B88-2981-40C8-8E62-4C6355AF00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B3B6AB7-7DC3-4877-8EEF-D895AB602F7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96EBFCD-74B2-4E79-A187-BFAB407E85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9F7A1-2ED6-452E-B4E9-1E7DEB89B1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310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ജയിക്കുമേ സുവിശേഷം ലോകം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75F219-7D47-40F1-8BE7-C1E7B0413E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Jayikkume </a:t>
            </a:r>
            <a:r>
              <a:rPr lang="en-US" sz="4000" b="1" dirty="0" err="1">
                <a:solidFill>
                  <a:srgbClr val="002060"/>
                </a:solidFill>
              </a:rPr>
              <a:t>suvisehsham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lokam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F96437-383D-4213-BEF9-A7D4FAD58D05}"/>
              </a:ext>
            </a:extLst>
          </p:cNvPr>
          <p:cNvSpPr/>
          <p:nvPr/>
        </p:nvSpPr>
        <p:spPr>
          <a:xfrm>
            <a:off x="2292821" y="4692134"/>
            <a:ext cx="2053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dirty="0">
                <a:solidFill>
                  <a:srgbClr val="000000"/>
                </a:solidFill>
                <a:latin typeface="Arial" panose="020B0604020202020204" pitchFamily="34" charset="0"/>
              </a:rPr>
              <a:t>(മോശവത്സലം)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064E8-89E9-490F-8EFA-A5146B2BF467}"/>
              </a:ext>
            </a:extLst>
          </p:cNvPr>
          <p:cNvSpPr/>
          <p:nvPr/>
        </p:nvSpPr>
        <p:spPr>
          <a:xfrm>
            <a:off x="7772400" y="4692134"/>
            <a:ext cx="20185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Arial" panose="020B0604020202020204" pitchFamily="34" charset="0"/>
              </a:rPr>
              <a:t>Moshavatsalam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66518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948154"/>
            <a:ext cx="11887200" cy="2938046"/>
          </a:xfrm>
        </p:spPr>
        <p:txBody>
          <a:bodyPr anchor="t"/>
          <a:lstStyle/>
          <a:p>
            <a:pPr algn="l" defTabSz="3984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ജയിക്കുമേ സുവിശേഷം ലോകം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ജയിക്കുമേ!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പേയുടെ ശക്തികൾ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നശിക്കുമേ!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സകല ലോകരും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നാമത്തിൽ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വണങ്ങുമേ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തല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കുനിക്കുമേ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അതു ബഹു സന്തോഷമേ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370FA-B367-40EE-852F-00C1C0E9047F}"/>
              </a:ext>
            </a:extLst>
          </p:cNvPr>
          <p:cNvSpPr/>
          <p:nvPr/>
        </p:nvSpPr>
        <p:spPr>
          <a:xfrm>
            <a:off x="320040" y="3733800"/>
            <a:ext cx="107442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Jayikkume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suvisehsham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jayikkume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Peyude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nashikkume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Sakala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lokarum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vanhangume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thala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kunikkume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bahu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santhoshame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95754"/>
            <a:ext cx="11887200" cy="2938046"/>
          </a:xfrm>
        </p:spPr>
        <p:txBody>
          <a:bodyPr anchor="t"/>
          <a:lstStyle/>
          <a:p>
            <a:pPr algn="l" defTabSz="3984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കൂടുവിൻ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സഭകളെ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 വന്നു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പാടുവിൻ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യേശുവിൻ കീർത്തികൊണ്ടാടുവിൻ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സുവിശേഷം ചൊല്ലാൻ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ഓടുവിൻ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നിദ്രവിട്ടുണർന്നീടുവിൻ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മനം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ഒത്തെല്ലാരും നിന്നീടുനിൻ വേഗം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370FA-B367-40EE-852F-00C1C0E9047F}"/>
              </a:ext>
            </a:extLst>
          </p:cNvPr>
          <p:cNvSpPr/>
          <p:nvPr/>
        </p:nvSpPr>
        <p:spPr>
          <a:xfrm>
            <a:off x="320040" y="3733800"/>
            <a:ext cx="107442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Kooduvin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sabhakalhe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paaduvin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keerththi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kondaaduvin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chollaan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oduvin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nidra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vittunharnneeduvin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Oththelaarum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ninneeduvin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C967E-38C8-4E67-BADC-4702EB639DB6}"/>
              </a:ext>
            </a:extLst>
          </p:cNvPr>
          <p:cNvSpPr txBox="1"/>
          <p:nvPr/>
        </p:nvSpPr>
        <p:spPr>
          <a:xfrm>
            <a:off x="0" y="646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6766961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95754"/>
            <a:ext cx="11887200" cy="2938046"/>
          </a:xfrm>
        </p:spPr>
        <p:txBody>
          <a:bodyPr anchor="t"/>
          <a:lstStyle/>
          <a:p>
            <a:pPr algn="l" defTabSz="3984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ഇടിക്കണം പേയിൻ കോട്ട 	നാം ഇടിക്കണം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ജാതി ഭേദങ്ങൾ മുടിക്കണം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സ്നേഹത്തിൻ കൊടി പിടിക്കണം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  സുവിശേഷക്കൊടി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ഘോഷത്തോടുയർത്തീടേണം വേഗം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370FA-B367-40EE-852F-00C1C0E9047F}"/>
              </a:ext>
            </a:extLst>
          </p:cNvPr>
          <p:cNvSpPr/>
          <p:nvPr/>
        </p:nvSpPr>
        <p:spPr>
          <a:xfrm>
            <a:off x="320040" y="3733800"/>
            <a:ext cx="107442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Idikkanham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kotta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idikkanham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bhethangalh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mudikkanham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pidikkanham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Yeshuraajante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Ghoshathoduyartheedenham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C967E-38C8-4E67-BADC-4702EB639DB6}"/>
              </a:ext>
            </a:extLst>
          </p:cNvPr>
          <p:cNvSpPr txBox="1"/>
          <p:nvPr/>
        </p:nvSpPr>
        <p:spPr>
          <a:xfrm>
            <a:off x="0" y="646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42590649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95754"/>
            <a:ext cx="11887200" cy="2938046"/>
          </a:xfrm>
        </p:spPr>
        <p:txBody>
          <a:bodyPr anchor="t"/>
          <a:lstStyle/>
          <a:p>
            <a:pPr algn="l" defTabSz="3984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മരിച്ചുതാൻ നമുക്കു മോക്ഷത്തെ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വരുത്തി താൻ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വെളിച്ച മാർഗ്ഗത്തിൽ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ഇരുത്തി താൻ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എളിയ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കൂട്ടരെ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ഉയർത്തി താൻ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യേശുനാഥന്‍റെ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രക്ഷയിൻ കൊടി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ഘോഷത്തോടുയർത്തിടെണം നമ്മൾ 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370FA-B367-40EE-852F-00C1C0E9047F}"/>
              </a:ext>
            </a:extLst>
          </p:cNvPr>
          <p:cNvSpPr/>
          <p:nvPr/>
        </p:nvSpPr>
        <p:spPr>
          <a:xfrm>
            <a:off x="320040" y="3733800"/>
            <a:ext cx="107442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Marichhcu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namukku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mokshaththe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varuththi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Velhichcha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maargaththil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iruththi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Elhiya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kootare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Ghoshathoduyarththidenham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C967E-38C8-4E67-BADC-4702EB639DB6}"/>
              </a:ext>
            </a:extLst>
          </p:cNvPr>
          <p:cNvSpPr txBox="1"/>
          <p:nvPr/>
        </p:nvSpPr>
        <p:spPr>
          <a:xfrm>
            <a:off x="0" y="646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766031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95754"/>
            <a:ext cx="11887200" cy="2938046"/>
          </a:xfrm>
        </p:spPr>
        <p:txBody>
          <a:bodyPr anchor="t"/>
          <a:lstStyle/>
          <a:p>
            <a:pPr algn="l" defTabSz="3984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ചെലവിടീൻ സുഖം ബലത്തെയും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ചെലവിടീൻ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ബുദ്ധി ജ്ഞാനത്തെയും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ചെലവിടീൻ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വസ്തു സമ്പത്തുകൾ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ചെലവിടീൻ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യേശുരാജന്‍റെ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മഹിമയിൻ കൊടി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ഏവരും ഉയർത്തീടേണം നമ്മൾ 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370FA-B367-40EE-852F-00C1C0E9047F}"/>
              </a:ext>
            </a:extLst>
          </p:cNvPr>
          <p:cNvSpPr/>
          <p:nvPr/>
        </p:nvSpPr>
        <p:spPr>
          <a:xfrm>
            <a:off x="320040" y="3733800"/>
            <a:ext cx="107442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Chelavideen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sukham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balaththeyum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chelavideen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Buddhi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jnjaanaththeyum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chelavideen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Vasthu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sampaththukalh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chelavideen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raajante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mahimayin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kodi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Aevarum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uyartheedenham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nammalh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C967E-38C8-4E67-BADC-4702EB639DB6}"/>
              </a:ext>
            </a:extLst>
          </p:cNvPr>
          <p:cNvSpPr txBox="1"/>
          <p:nvPr/>
        </p:nvSpPr>
        <p:spPr>
          <a:xfrm>
            <a:off x="0" y="646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69140892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04800" y="795754"/>
            <a:ext cx="11887200" cy="2938046"/>
          </a:xfrm>
        </p:spPr>
        <p:txBody>
          <a:bodyPr anchor="t"/>
          <a:lstStyle/>
          <a:p>
            <a:pPr algn="l" defTabSz="398463">
              <a:lnSpc>
                <a:spcPct val="110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യോഗ്യമേ - ഇതു നമുക്കതി  ഭാഗ്യമേ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രക്ഷിതാവിന്‍റെ വാക്യമേ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സ്വർഗ്ഗലോകരോടൈക്യമേ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യേശുരാജ്യ പ്രസിദ്ധിക്കായി നാം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ഏവരും പ്രയത്നിച്ചീടേണമേ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79225" y="0"/>
            <a:ext cx="612775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310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6370FA-B367-40EE-852F-00C1C0E9047F}"/>
              </a:ext>
            </a:extLst>
          </p:cNvPr>
          <p:cNvSpPr/>
          <p:nvPr/>
        </p:nvSpPr>
        <p:spPr>
          <a:xfrm>
            <a:off x="320040" y="3733800"/>
            <a:ext cx="10744200" cy="29412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Yogyame-ithu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nammukkathi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Rakshithaavinte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vaakyame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Swarggalokarodaikyame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Yeshu-raajya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prasiddhikkaayi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pPr algn="r">
              <a:lnSpc>
                <a:spcPct val="110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Aevarum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prayathnicheedenhame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DC967E-38C8-4E67-BADC-4702EB639DB6}"/>
              </a:ext>
            </a:extLst>
          </p:cNvPr>
          <p:cNvSpPr txBox="1"/>
          <p:nvPr/>
        </p:nvSpPr>
        <p:spPr>
          <a:xfrm>
            <a:off x="0" y="6468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8978034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151</Words>
  <Application>Microsoft Office PowerPoint</Application>
  <PresentationFormat>Widescreen</PresentationFormat>
  <Paragraphs>51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Kartika</vt:lpstr>
      <vt:lpstr>Office Theme</vt:lpstr>
      <vt:lpstr>310 ജയിക്കുമേ സുവിശേഷം ലോകം</vt:lpstr>
      <vt:lpstr>ജയിക്കുമേ സുവിശേഷം ലോകം ജയിക്കുമേ!  പേയുടെ ശക്തികൾ നശിക്കുമേ!  സകല ലോകരും യേശുവിൻ നാമത്തിൽ  വണങ്ങുമേ തല കുനിക്കുമേ  അതു ബഹു സന്തോഷമേ!</vt:lpstr>
      <vt:lpstr>കൂടുവിൻ - സഭകളെ! വന്നു പാടുവിൻ യേശുവിൻ കീർത്തികൊണ്ടാടുവിൻ സുവിശേഷം ചൊല്ലാൻ ഓടുവിൻ നിദ്രവിട്ടുണർന്നീടുവിൻ മനം  ഒത്തെല്ലാരും നിന്നീടുനിൻ വേഗം</vt:lpstr>
      <vt:lpstr>ഇടിക്കണം പേയിൻ കോട്ട  നാം ഇടിക്കണം ജാതി ഭേദങ്ങൾ മുടിക്കണം സ്നേഹത്തിൻ കൊടി പിടിക്കണം യേശുരാജന്‍റെ  സുവിശേഷക്കൊടി ഘോഷത്തോടുയർത്തീടേണം വേഗം </vt:lpstr>
      <vt:lpstr>മരിച്ചുതാൻ നമുക്കു മോക്ഷത്തെ വരുത്തി താൻ  വെളിച്ച മാർഗ്ഗത്തിൽ ഇരുത്തി താൻ എളിയ കൂട്ടരെ ഉയർത്തി താൻ യേശുനാഥന്‍റെ രക്ഷയിൻ കൊടി ഘോഷത്തോടുയർത്തിടെണം നമ്മൾ  </vt:lpstr>
      <vt:lpstr>ചെലവിടീൻ സുഖം ബലത്തെയും ചെലവിടീൻ  ബുദ്ധി ജ്ഞാനത്തെയും ചെലവിടീൻ  വസ്തു സമ്പത്തുകൾ ചെലവിടീൻ  യേശുരാജന്‍റെ മഹിമയിൻ കൊടി ഏവരും ഉയർത്തീടേണം നമ്മൾ  </vt:lpstr>
      <vt:lpstr>യോഗ്യമേ - ഇതു നമുക്കതി  ഭാഗ്യമേ രക്ഷിതാവിന്‍റെ വാക്യമേ  സ്വർഗ്ഗലോകരോടൈക്യമേ യേശുരാജ്യ പ്രസിദ്ധിക്കായി നാം ഏവരും പ്രയത്നിച്ചീടേണമേ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Jayikkume suvishesham</dc:title>
  <dc:creator>Digital Input:; GM JOHN; Acsah Mathews</dc:creator>
  <cp:lastModifiedBy>Acsah Mathews</cp:lastModifiedBy>
  <cp:revision>136</cp:revision>
  <dcterms:created xsi:type="dcterms:W3CDTF">2013-04-19T09:19:07Z</dcterms:created>
  <dcterms:modified xsi:type="dcterms:W3CDTF">2018-11-16T19:16:56Z</dcterms:modified>
</cp:coreProperties>
</file>