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43" autoAdjust="0"/>
    <p:restoredTop sz="94660"/>
  </p:normalViewPr>
  <p:slideViewPr>
    <p:cSldViewPr snapToGrid="0">
      <p:cViewPr varScale="1">
        <p:scale>
          <a:sx n="41" d="100"/>
          <a:sy n="41" d="100"/>
        </p:scale>
        <p:origin x="66" y="9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5C627-E9B9-41DC-B99E-DB14DBD8A1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DEDFF0-28D3-4344-B223-6AA648BC54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65163D-B06E-47B9-934F-6190E371D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D03F43-CA1C-4787-951D-E59A2E104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73608A-6995-4183-8320-A98A3B889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25592-B27A-4DF0-A64B-AB7808296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2AEB59-1025-4290-8050-2500519817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5E1E0-2D43-4CFF-AC2E-B0594719E1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81122A-AFC2-4CD6-9178-8E0461695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49582-04F4-41E2-BFA0-E2455FE3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532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EEA5C-E9AF-449B-A8D7-208A794920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C71F0-C3F3-47C2-B2AE-DE69DCD8FB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0E6C63-8B06-4144-BD1D-2429B1FB5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C9A3FF-DC31-40D4-8A69-83C93382B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714896-08B3-4CD2-B7B2-F05180E2F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549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3B8EF-B5F6-4FB7-8F0C-E0309FB8D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1361D8-D8FD-4AC5-B1C6-884558D8D3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0C8EE4-BFA4-442B-A1D1-7AEBEE1B5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41FB1-A563-40A4-A381-93CC04F0C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DAA5A3-B6CF-4636-A501-DC5223665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0B83CD-061F-4CD7-9065-A5A9547DE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2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C51FC3-B7C7-4E5A-817E-2B483E6E2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F7CC1-BEE0-4833-9905-E88B855509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DD3F9F-67CD-4F8D-B994-60DB334C77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AA36344-8BBF-4396-82D1-ACC85955A3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B2CB94-57F4-4796-B0B7-882635859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471504-66C1-416A-88E0-1EEF84E7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B46E65-48F2-491F-A253-81E8BC7B19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D96B30-19D6-4F61-90F4-B1D89992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2933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6B8F5-A0D6-4FA7-AA1F-501A5232D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746ECC-B990-4357-AE72-EE3CF754E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8F2181-A629-4C0D-B3D2-33FB369F02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F7EBEF-FF8B-4957-B70A-ACFF6435E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36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71C55B-23F3-4EA0-BD60-3E55B37E0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F4FD9A3-8207-4C8C-B37E-3256DB27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A5868B-4788-4FA6-9A22-B9C83B43B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61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1F411-00CD-4617-A034-804D0DD1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7F9CD-9F06-4F9C-B559-39BF5570A7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375B42-2438-4674-9EEC-4997E3FBE8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2B903B-C40D-49EE-B2FD-192EC3F7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5E8713-5EF5-4F15-B402-1484797F6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B5EA6B-DC60-4D1F-ABF5-2ED75F381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8374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052C9-D96D-416F-BB04-08D462943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09ED98-1037-4A82-9DE2-FD772E10E4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E8F72-9252-46F1-8497-DBE9B436DC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D87CFE-449A-4F3F-A0A4-F2C9F3D1D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77D1AA-F25F-4A81-99B3-E250CFADD7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68DE926-64A0-4E63-A50F-B8441E731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3335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1439B-247C-4D08-8CA7-D6E8069D63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20CE0A-3236-4C07-BDD0-DEB1198DA1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109D39-F357-4AAC-93B4-D454E2F84D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3316E7-634E-4F4B-B59D-33DDC0E58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923F54-0457-481F-B481-0BF7F94F3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78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EC8926-C9C8-49E6-95B9-ED9239B7AB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96F3568-6F7E-4B4F-8016-E109B3EA95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C1EC3-45DD-4282-9C0F-F1AC6CF24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19BEEB-530A-4848-B18D-3FA0AA538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8CFB1D-E1F6-41DE-9206-2126DEAF8A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637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1502B9D-2D15-43D0-AAF5-C76091B91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99C3C4-7588-4A49-8ACB-C8CCFE9DB01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6A21AE-0992-4395-A662-2F1A15CF6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56359D-CF31-48A2-8AE8-3F4494996E69}" type="datetimeFigureOut">
              <a:rPr lang="en-US" smtClean="0"/>
              <a:t>11/30/2018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C2A85C-42BD-4D0C-B316-9497E20DC7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D4E652-8017-49E4-9577-024CB7673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C91C78-85F9-4E5B-A13C-D5C78E28B3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044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F1BE2-6061-4A09-855E-E5F200B6FA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2363"/>
            <a:ext cx="12192000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472</a:t>
            </a:r>
            <a:br>
              <a:rPr lang="en-US" dirty="0"/>
            </a:br>
            <a:r>
              <a:rPr lang="ml-IN" b="1" dirty="0">
                <a:solidFill>
                  <a:srgbClr val="000000"/>
                </a:solidFill>
                <a:latin typeface="Kartika" panose="02020503030404060203" pitchFamily="18" charset="0"/>
              </a:rPr>
              <a:t>ഇതുവരെയെന്നെ കരുതിയ നാഥാ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312CD-1F31-4B17-8C28-562C6CBD5F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66161"/>
            <a:ext cx="9144000" cy="805839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002060"/>
                </a:solidFill>
              </a:rPr>
              <a:t>Ithuvare </a:t>
            </a:r>
            <a:r>
              <a:rPr lang="en-US" sz="4000" b="1" dirty="0" err="1">
                <a:solidFill>
                  <a:srgbClr val="002060"/>
                </a:solidFill>
              </a:rPr>
              <a:t>enne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karuthiya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7A6ADD3-86D5-4361-A7EC-5F847B3A715F}"/>
              </a:ext>
            </a:extLst>
          </p:cNvPr>
          <p:cNvSpPr/>
          <p:nvPr/>
        </p:nvSpPr>
        <p:spPr>
          <a:xfrm>
            <a:off x="8581293" y="4628143"/>
            <a:ext cx="208670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(M. E. Cherian)</a:t>
            </a:r>
            <a:endParaRPr lang="en-US" sz="2200" b="1" dirty="0">
              <a:solidFill>
                <a:srgbClr val="C00000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D5BE588-4D85-49A5-9C2F-901961EAED54}"/>
              </a:ext>
            </a:extLst>
          </p:cNvPr>
          <p:cNvSpPr/>
          <p:nvPr/>
        </p:nvSpPr>
        <p:spPr>
          <a:xfrm>
            <a:off x="1181741" y="4628143"/>
            <a:ext cx="3575018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ml-IN" sz="2200" b="1" dirty="0">
                <a:solidFill>
                  <a:srgbClr val="C00000"/>
                </a:solidFill>
                <a:latin typeface="Calibri" panose="020F0502020204030204" pitchFamily="34" charset="0"/>
              </a:rPr>
              <a:t>(എം. ഈ.  ചെറിയാൻ)</a:t>
            </a:r>
            <a:endParaRPr lang="en-US" sz="22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210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1089466"/>
            <a:ext cx="12192000" cy="16850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ഇതുവരെയെന്നെ കരുതിയ നാഥാ</a:t>
            </a:r>
            <a:endParaRPr lang="en-US" sz="3600" b="1" dirty="0">
              <a:solidFill>
                <a:srgbClr val="000000"/>
              </a:solidFill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ctr">
              <a:lnSpc>
                <a:spcPct val="150000"/>
              </a:lnSpc>
            </a:pPr>
            <a:r>
              <a:rPr lang="ml-IN" sz="3600" b="1" dirty="0">
                <a:solidFill>
                  <a:srgbClr val="000000"/>
                </a:solidFill>
                <a:latin typeface="Kartika" panose="02020503030404060203" pitchFamily="18" charset="0"/>
                <a:cs typeface="Kartika" panose="02020503030404060203" pitchFamily="18" charset="0"/>
              </a:rPr>
              <a:t>ഇനിയെനിക്കെന്നും തവകൃപ മതിയാം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0" y="3249223"/>
            <a:ext cx="121920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</a:rPr>
              <a:t>Ithuvare </a:t>
            </a:r>
            <a:r>
              <a:rPr lang="en-US" sz="3600" b="1" dirty="0" err="1">
                <a:solidFill>
                  <a:srgbClr val="002060"/>
                </a:solidFill>
              </a:rPr>
              <a:t>enne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karuthiya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naadha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</a:rPr>
              <a:t>Iniyenikkennum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thava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kripa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r>
              <a:rPr lang="en-US" sz="3600" b="1" dirty="0" err="1">
                <a:solidFill>
                  <a:srgbClr val="002060"/>
                </a:solidFill>
              </a:rPr>
              <a:t>mathiyaam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472</a:t>
            </a:r>
          </a:p>
        </p:txBody>
      </p:sp>
    </p:spTree>
    <p:extLst>
      <p:ext uri="{BB962C8B-B14F-4D97-AF65-F5344CB8AC3E}">
        <p14:creationId xmlns:p14="http://schemas.microsoft.com/office/powerpoint/2010/main" val="616320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545184"/>
            <a:ext cx="120161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ഗുരുവരനാം നീ കരുതുകിലെന്നെ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പുനരൊരുകുറവും  വരികില്ല പരനേ 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അരികളിന്‍ നടുവില്‍ വിരുന്നൊരുക്കും നീ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പരിമളതൈലം പകരുമെന്‍ ശിരസ്സില്‍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-1" y="3682588"/>
            <a:ext cx="120161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Guruvaranaam nee </a:t>
            </a:r>
            <a:r>
              <a:rPr lang="en-US" sz="3400" b="1" dirty="0" err="1">
                <a:solidFill>
                  <a:srgbClr val="002060"/>
                </a:solidFill>
              </a:rPr>
              <a:t>karuthikilenne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Punaroru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kurhavum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varikilla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parane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Arikalhin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naduvil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virunnorukkum</a:t>
            </a:r>
            <a:r>
              <a:rPr lang="en-US" sz="3400" b="1" dirty="0">
                <a:solidFill>
                  <a:srgbClr val="002060"/>
                </a:solidFill>
              </a:rPr>
              <a:t> nee</a:t>
            </a:r>
          </a:p>
          <a:p>
            <a:r>
              <a:rPr lang="en-US" sz="3400" b="1" dirty="0" err="1">
                <a:solidFill>
                  <a:srgbClr val="002060"/>
                </a:solidFill>
              </a:rPr>
              <a:t>Parimalha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thailam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pakarumen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shirassil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1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CA851-67F5-412A-B0CE-1CA97F75E08D}"/>
              </a:ext>
            </a:extLst>
          </p:cNvPr>
          <p:cNvSpPr/>
          <p:nvPr/>
        </p:nvSpPr>
        <p:spPr>
          <a:xfrm>
            <a:off x="175845" y="2595347"/>
            <a:ext cx="120161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ഇതുവരെയെന്നെ കരുതിയ നാഥാ</a:t>
            </a:r>
            <a:endParaRPr 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ഇനിയെനിക്കെന്നും തവകൃപ മതിയാം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6CA9E-1061-4042-89C9-1C55D7E336B4}"/>
              </a:ext>
            </a:extLst>
          </p:cNvPr>
          <p:cNvSpPr/>
          <p:nvPr/>
        </p:nvSpPr>
        <p:spPr>
          <a:xfrm>
            <a:off x="656492" y="5797433"/>
            <a:ext cx="110783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Ithuvare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karuthiya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naadha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Iniyenikkennum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thava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kripa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mathiyaam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53178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545184"/>
            <a:ext cx="120161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കരുണയിന്‍ കരത്തിന്‍ കരുതലില്ലാത്ത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ഒരു നിമിഷവുമീ മരുവിലില്ലെനിക്ക്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ഇരവിലെൻ ഒളിയായ് പകലിലെന്‍ തണലായ്‌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ഒരു നിമിഷവും നീ പിരിയുകയില്ല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-1" y="3762659"/>
            <a:ext cx="120161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>
                <a:solidFill>
                  <a:srgbClr val="002060"/>
                </a:solidFill>
              </a:rPr>
              <a:t>Karunhayin </a:t>
            </a:r>
            <a:r>
              <a:rPr lang="en-US" sz="3400" b="1" dirty="0" err="1">
                <a:solidFill>
                  <a:srgbClr val="002060"/>
                </a:solidFill>
              </a:rPr>
              <a:t>karaththil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karuthalillaaththa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Oru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nimishavumee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maruvilillenkku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Iravilen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olhiyaai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pakalilen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thanhalaai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Oru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nimishavum</a:t>
            </a:r>
            <a:r>
              <a:rPr lang="en-US" sz="3400" b="1" dirty="0">
                <a:solidFill>
                  <a:srgbClr val="002060"/>
                </a:solidFill>
              </a:rPr>
              <a:t> nee </a:t>
            </a:r>
            <a:r>
              <a:rPr lang="en-US" sz="3400" b="1" dirty="0" err="1">
                <a:solidFill>
                  <a:srgbClr val="002060"/>
                </a:solidFill>
              </a:rPr>
              <a:t>piriyukilla</a:t>
            </a:r>
            <a:endParaRPr lang="en-US" sz="3400" b="1" dirty="0">
              <a:solidFill>
                <a:srgbClr val="00206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2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CA851-67F5-412A-B0CE-1CA97F75E08D}"/>
              </a:ext>
            </a:extLst>
          </p:cNvPr>
          <p:cNvSpPr/>
          <p:nvPr/>
        </p:nvSpPr>
        <p:spPr>
          <a:xfrm>
            <a:off x="187568" y="2674238"/>
            <a:ext cx="120161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ഇതുവരെയെന്നെ കരുതിയ നാഥാ</a:t>
            </a:r>
            <a:endParaRPr 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ഇനിയെനിക്കെന്നും തവകൃപ മതിയാം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6CA9E-1061-4042-89C9-1C55D7E336B4}"/>
              </a:ext>
            </a:extLst>
          </p:cNvPr>
          <p:cNvSpPr/>
          <p:nvPr/>
        </p:nvSpPr>
        <p:spPr>
          <a:xfrm>
            <a:off x="656492" y="5797433"/>
            <a:ext cx="110783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Ithuvare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karuthiya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naadha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Iniyenikkennum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thava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kripa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mathiyaam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18831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D4FF3A-4620-456F-A7DA-45DC3DE5B00A}"/>
              </a:ext>
            </a:extLst>
          </p:cNvPr>
          <p:cNvSpPr/>
          <p:nvPr/>
        </p:nvSpPr>
        <p:spPr>
          <a:xfrm>
            <a:off x="0" y="545184"/>
            <a:ext cx="120161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മരണത്തിന്‍ നിഴല്‍ താഴ്വരയതിലും ഞാന്‍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ശരണമറ്റവനായ്‌ പരിതപിക്കാതെ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വരുമെനിക്കരികില്‍ വഴിപതറാതെ</a:t>
            </a:r>
          </a:p>
          <a:p>
            <a:r>
              <a:rPr lang="ml-IN" sz="3400" b="1" dirty="0">
                <a:solidFill>
                  <a:srgbClr val="000000"/>
                </a:solidFill>
                <a:latin typeface="Kartika" panose="02020503030404060203" pitchFamily="18" charset="0"/>
              </a:rPr>
              <a:t>കരം പിടിച്ചെന്നെ നടത്തീടുവോന്‍ നീ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57D0D2F-A456-4831-BC11-1245A57A0404}"/>
              </a:ext>
            </a:extLst>
          </p:cNvPr>
          <p:cNvSpPr/>
          <p:nvPr/>
        </p:nvSpPr>
        <p:spPr>
          <a:xfrm>
            <a:off x="-1" y="3832997"/>
            <a:ext cx="12016155" cy="21852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400" b="1" dirty="0" err="1">
                <a:solidFill>
                  <a:srgbClr val="002060"/>
                </a:solidFill>
              </a:rPr>
              <a:t>Maranhaththin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nizhal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thaazhvara-yathilum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njan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Sharanhamattavanaai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parithapikkaathe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Varumenikkarikil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vazhi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patharhaathe</a:t>
            </a:r>
            <a:endParaRPr lang="en-US" sz="3400" b="1" dirty="0">
              <a:solidFill>
                <a:srgbClr val="002060"/>
              </a:solidFill>
            </a:endParaRPr>
          </a:p>
          <a:p>
            <a:r>
              <a:rPr lang="en-US" sz="3400" b="1" dirty="0" err="1">
                <a:solidFill>
                  <a:srgbClr val="002060"/>
                </a:solidFill>
              </a:rPr>
              <a:t>Karam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pidichchenne</a:t>
            </a:r>
            <a:r>
              <a:rPr lang="en-US" sz="3400" b="1" dirty="0">
                <a:solidFill>
                  <a:srgbClr val="002060"/>
                </a:solidFill>
              </a:rPr>
              <a:t> </a:t>
            </a:r>
            <a:r>
              <a:rPr lang="en-US" sz="3400" b="1" dirty="0" err="1">
                <a:solidFill>
                  <a:srgbClr val="002060"/>
                </a:solidFill>
              </a:rPr>
              <a:t>nadathiduvon</a:t>
            </a:r>
            <a:r>
              <a:rPr lang="en-US" sz="3400" b="1" dirty="0">
                <a:solidFill>
                  <a:srgbClr val="002060"/>
                </a:solidFill>
              </a:rPr>
              <a:t> nee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3201D28-4594-4657-B3AE-ABB0A3A2185D}"/>
              </a:ext>
            </a:extLst>
          </p:cNvPr>
          <p:cNvSpPr txBox="1"/>
          <p:nvPr/>
        </p:nvSpPr>
        <p:spPr>
          <a:xfrm>
            <a:off x="11277600" y="0"/>
            <a:ext cx="914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472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3AD9D39-D301-45BA-877D-B23ED2CC2C2C}"/>
              </a:ext>
            </a:extLst>
          </p:cNvPr>
          <p:cNvSpPr txBox="1"/>
          <p:nvPr/>
        </p:nvSpPr>
        <p:spPr>
          <a:xfrm>
            <a:off x="0" y="0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3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AFCA851-67F5-412A-B0CE-1CA97F75E08D}"/>
              </a:ext>
            </a:extLst>
          </p:cNvPr>
          <p:cNvSpPr/>
          <p:nvPr/>
        </p:nvSpPr>
        <p:spPr>
          <a:xfrm>
            <a:off x="187568" y="2674238"/>
            <a:ext cx="1201615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ഇതുവരെയെന്നെ കരുതിയ നാഥാ</a:t>
            </a:r>
            <a:endParaRPr lang="en-US" sz="3200" b="1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  <a:p>
            <a:pPr algn="r"/>
            <a:r>
              <a:rPr lang="ml-IN" sz="3200" b="1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Kartika" panose="02020503030404060203" pitchFamily="18" charset="0"/>
                <a:cs typeface="Kartika" panose="02020503030404060203" pitchFamily="18" charset="0"/>
              </a:rPr>
              <a:t>ഇനിയെനിക്കെന്നും തവകൃപ മതിയാം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C6CA9E-1061-4042-89C9-1C55D7E336B4}"/>
              </a:ext>
            </a:extLst>
          </p:cNvPr>
          <p:cNvSpPr/>
          <p:nvPr/>
        </p:nvSpPr>
        <p:spPr>
          <a:xfrm>
            <a:off x="656492" y="5797433"/>
            <a:ext cx="110783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Ithuvare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enne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karuthiya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naadha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  <a:p>
            <a:pPr algn="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Iniyenikkennum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thava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kripa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</a:rPr>
              <a:t>mathiyaam</a:t>
            </a:r>
            <a:r>
              <a:rPr lang="en-US" sz="32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536804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160</Words>
  <Application>Microsoft Office PowerPoint</Application>
  <PresentationFormat>Widescreen</PresentationFormat>
  <Paragraphs>51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Kartika</vt:lpstr>
      <vt:lpstr>Office Theme</vt:lpstr>
      <vt:lpstr>472 ഇതുവരെയെന്നെ കരുതിയ നാഥാ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Ithuvare enne karuthiya nadha</dc:title>
  <dc:creator>Acsah Mathews</dc:creator>
  <cp:lastModifiedBy>Acsah Mathews</cp:lastModifiedBy>
  <cp:revision>2</cp:revision>
  <dcterms:created xsi:type="dcterms:W3CDTF">2018-11-30T18:22:14Z</dcterms:created>
  <dcterms:modified xsi:type="dcterms:W3CDTF">2018-11-30T18:37:35Z</dcterms:modified>
</cp:coreProperties>
</file>