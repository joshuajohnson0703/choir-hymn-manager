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3" r:id="rId4"/>
    <p:sldId id="274" r:id="rId5"/>
    <p:sldId id="276" r:id="rId6"/>
    <p:sldId id="271" r:id="rId7"/>
    <p:sldId id="277" r:id="rId8"/>
    <p:sldId id="275" r:id="rId9"/>
    <p:sldId id="278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5A54E-11A2-4102-BC54-3631C54873C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ACDAF-161A-448F-8240-099FE1AA3A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8F437-3541-4426-82C4-6E7215B9A67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273DC-FAF0-4597-A673-95D87D0703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3B178-974D-4E26-92EB-9E2F7C2734D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F058E-B1B2-499B-8CF3-CB675C1B9E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19546-8245-4C18-8AEE-CF71B69BB23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529D4-229C-44D8-B5C0-443E5288CF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60F81-11E7-4748-8057-4AD6836D2FC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5FFA8-B842-46D5-8D2C-C9392053A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85C5E-4961-45B7-AC0E-B04A39D100F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AA88B-14AB-449F-B777-2C04C4F9B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DFCEE-E480-4825-85AF-3C4B7A1FEC1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B17EA-0F0E-4B6F-A943-C1E9110582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D87467-75BC-4C17-814C-929680E056B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6145E-D92C-4BCC-85D5-3C7A67645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0411C-75DE-4EF9-8A3D-21006D9D528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030D5-3789-40AE-9A4C-10533B5F66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CE0C5-3F76-4A6C-95CE-AA31F5D30DC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4AD26-1F5F-4C47-986C-78FD1C524C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EA39A-F2DE-49E2-A0B5-E47522543EC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E1E1D-5BD3-4D07-A3CF-D31428AD1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D8CBBC5-8487-486C-9447-1FC15F8284F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9C7C2B9-61F1-4EBF-B624-A7DF03525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F086-F816-4162-B0C7-0D200D98F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ലോക ശോക സാഗരെ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47789-4FCA-4D1A-821C-6EC7341366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saagarey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8244005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692945"/>
            <a:ext cx="11201400" cy="2436018"/>
          </a:xfrm>
        </p:spPr>
        <p:txBody>
          <a:bodyPr anchor="t"/>
          <a:lstStyle/>
          <a:p>
            <a:pPr algn="l" defTabSz="346075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 ശോക സാഗരെ നീ മുങ്ങുമ്പോൾ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ആകുല പാത്രവാനായ് നീ തീരുമ്പോൾ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വർഷിപ്പിക്കും അനുഗ്രഹങ്ങൾ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എന്നു ചിന്തിച്ചേറ്റം മോദിക്ക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AA91A-7ACD-42EB-8D48-01582A6269D5}"/>
              </a:ext>
            </a:extLst>
          </p:cNvPr>
          <p:cNvSpPr/>
          <p:nvPr/>
        </p:nvSpPr>
        <p:spPr>
          <a:xfrm>
            <a:off x="990600" y="3359944"/>
            <a:ext cx="109728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Loka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saagarey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mungumbolh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Aakula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paathravaanaai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theerumbolh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varshippikkum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anugrahangalh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Ethra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chinthichettam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4382"/>
            <a:ext cx="12192000" cy="2283618"/>
          </a:xfrm>
        </p:spPr>
        <p:txBody>
          <a:bodyPr anchor="t"/>
          <a:lstStyle/>
          <a:p>
            <a:pPr defTabSz="346075"/>
            <a:r>
              <a:rPr lang="en-US" sz="3400" b="1" dirty="0"/>
              <a:t>		</a:t>
            </a:r>
            <a:r>
              <a:rPr lang="ml-IN" sz="3400" b="1" dirty="0"/>
              <a:t>എത്ര മോദ മുണ്ടിന്നേരത്തിൽ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ദൈവത്തിൻ കരുണയോർക്കുമ്പോൾ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ഉല്ലസിക്ക ഭാരവാഹിയെ!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ഈശൻ ഏറ്റം കരുതുന്നു നിനക്കായ്‌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4558A-9FB9-444E-BA0B-6D4C86CF6874}"/>
              </a:ext>
            </a:extLst>
          </p:cNvPr>
          <p:cNvSpPr/>
          <p:nvPr/>
        </p:nvSpPr>
        <p:spPr>
          <a:xfrm>
            <a:off x="0" y="3415114"/>
            <a:ext cx="121920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Èthra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modamundinnèrathil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karunhayorkumbolh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Ullasikka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bhaaravaahiye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Eeshan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karuthunnu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ninakkaai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41FBFD-C74D-4863-A492-BAD97374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26356126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90600" y="230982"/>
            <a:ext cx="11201400" cy="2664618"/>
          </a:xfrm>
        </p:spPr>
        <p:txBody>
          <a:bodyPr anchor="t"/>
          <a:lstStyle/>
          <a:p>
            <a:pPr algn="l" defTabSz="346075"/>
            <a:r>
              <a:rPr lang="en-US" sz="3400" b="1" dirty="0"/>
              <a:t>2	</a:t>
            </a:r>
            <a:r>
              <a:rPr lang="ml-IN" sz="3400" b="1" dirty="0"/>
              <a:t>പ്രാപഞ്ചിക ചിന്തയാൽ വലയുന്നോ </a:t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ക്രൂശു വഹിപ്പാനേറ്റം പ്രയാസമോ </a:t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സന്ദേഹം വേണ്ട നീ കാണും ആശ്വാസം </a:t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ഇന്നേരം രക്ഷകൻപാദം ചേർന്നീടിൽ </a:t>
            </a:r>
            <a:br>
              <a:rPr lang="en-US" sz="3400" b="1" dirty="0"/>
            </a:br>
            <a:r>
              <a:rPr lang="en-US" sz="3400" b="1" dirty="0"/>
              <a:t>										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570AB-F8B4-450B-AA22-5CC7643265F1}"/>
              </a:ext>
            </a:extLst>
          </p:cNvPr>
          <p:cNvSpPr/>
          <p:nvPr/>
        </p:nvSpPr>
        <p:spPr>
          <a:xfrm>
            <a:off x="990600" y="3359944"/>
            <a:ext cx="109728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Praapanchika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chinthayaal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valayunno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Krooshuvahippaanèttam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prayaasamo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Sandeham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vènda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kaanhum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aashwaasam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Innèram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rakshakan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paadam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chèrneedil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EB5D00-194C-4794-9BB2-1A5AAB307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5554531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4382"/>
            <a:ext cx="12192000" cy="2283618"/>
          </a:xfrm>
        </p:spPr>
        <p:txBody>
          <a:bodyPr anchor="t"/>
          <a:lstStyle/>
          <a:p>
            <a:pPr defTabSz="346075"/>
            <a:r>
              <a:rPr lang="en-US" sz="3400" b="1" dirty="0"/>
              <a:t>		</a:t>
            </a:r>
            <a:r>
              <a:rPr lang="ml-IN" sz="3400" b="1" dirty="0"/>
              <a:t>എത്ര മോദ മുണ്ടിന്നേരത്തിൽ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ദൈവത്തിൻ കരുണയോർക്കുമ്പോൾ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ഉല്ലസിക്ക ഭാരവാഹിയെ!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ഈശൻ ഏറ്റം കരുതുന്നു നിനക്കായ്‌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4558A-9FB9-444E-BA0B-6D4C86CF6874}"/>
              </a:ext>
            </a:extLst>
          </p:cNvPr>
          <p:cNvSpPr/>
          <p:nvPr/>
        </p:nvSpPr>
        <p:spPr>
          <a:xfrm>
            <a:off x="0" y="3415114"/>
            <a:ext cx="121920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Èthra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modamundinnèrathil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karunhayorkumbolh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Ullasikka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bhaaravaahiye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Eeshan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karuthunnu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ninakkaai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256F22-5A9C-4A91-83C6-90D90131B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34692158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039091" y="461964"/>
            <a:ext cx="11125200" cy="2357436"/>
          </a:xfrm>
        </p:spPr>
        <p:txBody>
          <a:bodyPr anchor="t"/>
          <a:lstStyle/>
          <a:p>
            <a:pPr algn="l" defTabSz="3460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നശ്വരമാം ധനത്തെ നീ കാണുമ്പോൾ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ലേശം വിഷാദം അസൂയയും വേണ്ട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ശാശ്വതം നിൻ സ്വർഗ്ഗത്തിലെ നിക്ഷേപം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യേശുവാഗ്ദത്തം ചെയ്തല്ലോ നിനക്കായ്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FC4E1-C56C-4F3B-B06E-543529463AE3}"/>
              </a:ext>
            </a:extLst>
          </p:cNvPr>
          <p:cNvSpPr/>
          <p:nvPr/>
        </p:nvSpPr>
        <p:spPr>
          <a:xfrm>
            <a:off x="990600" y="3359944"/>
            <a:ext cx="109728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Nashwaramaam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dhanaththey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kaanhumbolh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Lèsham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vishaadam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asooyayum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vènda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Shaashwatham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swargaththiley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nikshepam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vaagdaththam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cheithallo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ninakkaai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2C0F71-E463-411E-A263-F5B31338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4382"/>
            <a:ext cx="12192000" cy="2283618"/>
          </a:xfrm>
        </p:spPr>
        <p:txBody>
          <a:bodyPr anchor="t"/>
          <a:lstStyle/>
          <a:p>
            <a:pPr defTabSz="346075"/>
            <a:r>
              <a:rPr lang="en-US" sz="3400" b="1" dirty="0"/>
              <a:t>		</a:t>
            </a:r>
            <a:r>
              <a:rPr lang="ml-IN" sz="3400" b="1" dirty="0"/>
              <a:t>എത്ര മോദ മുണ്ടിന്നേരത്തിൽ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ദൈവത്തിൻ കരുണയോർക്കുമ്പോൾ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ഉല്ലസിക്ക ഭാരവാഹിയെ!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ഈശൻ ഏറ്റം കരുതുന്നു നിനക്കായ്‌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4558A-9FB9-444E-BA0B-6D4C86CF6874}"/>
              </a:ext>
            </a:extLst>
          </p:cNvPr>
          <p:cNvSpPr/>
          <p:nvPr/>
        </p:nvSpPr>
        <p:spPr>
          <a:xfrm>
            <a:off x="0" y="3415114"/>
            <a:ext cx="121920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Èthra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modamundinnèrathil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karunhayorkumbolh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Ullasikka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bhaaravaahiye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Eeshan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karuthunnu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ninakkaai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69B8E2-5ACB-440B-A753-D6DDBCC3B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33279170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066800" y="461964"/>
            <a:ext cx="11125200" cy="2205036"/>
          </a:xfrm>
        </p:spPr>
        <p:txBody>
          <a:bodyPr anchor="t"/>
          <a:lstStyle/>
          <a:p>
            <a:pPr algn="l" defTabSz="3460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കല്ലോലതുല്യമാം അല്ലൽ വന്നീടിൽ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തെല്ലും ഭീതിവേണ്ടല്ലൊ മനതാരിൽ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നല്കും ആശിസ്സുകൾ ഓർത്തേവം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സ്വർഗ്ഗം ചേരും നേരംവരെ മോദിക്ക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25821-C9E3-433B-B606-80694FD52ACF}"/>
              </a:ext>
            </a:extLst>
          </p:cNvPr>
          <p:cNvSpPr/>
          <p:nvPr/>
        </p:nvSpPr>
        <p:spPr>
          <a:xfrm>
            <a:off x="990600" y="3359944"/>
            <a:ext cx="109728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Kallolathulyamaam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vanneedil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Thellum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bheethivèndallo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manathaaril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nalkum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aashissukalh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ôrththèvam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5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Swargam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chèrum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nèram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17A177D-B5D9-441E-AC08-F17962A0D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24378235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4382"/>
            <a:ext cx="12192000" cy="2283618"/>
          </a:xfrm>
        </p:spPr>
        <p:txBody>
          <a:bodyPr anchor="t"/>
          <a:lstStyle/>
          <a:p>
            <a:pPr defTabSz="346075"/>
            <a:r>
              <a:rPr lang="en-US" sz="3400" b="1" dirty="0"/>
              <a:t>		</a:t>
            </a:r>
            <a:r>
              <a:rPr lang="ml-IN" sz="3400" b="1" dirty="0"/>
              <a:t>എത്ര മോദ മുണ്ടിന്നേരത്തിൽ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ദൈവത്തിൻ കരുണയോർക്കുമ്പോൾ 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ഉല്ലസിക്ക ഭാരവാഹിയെ!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ഈശൻ ഏറ്റം കരുതുന്നു നിനക്കായ്‌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4558A-9FB9-444E-BA0B-6D4C86CF6874}"/>
              </a:ext>
            </a:extLst>
          </p:cNvPr>
          <p:cNvSpPr/>
          <p:nvPr/>
        </p:nvSpPr>
        <p:spPr>
          <a:xfrm>
            <a:off x="0" y="3415114"/>
            <a:ext cx="12192000" cy="222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Èthra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modamundinnèrathil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karunhayorkumbolh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Ullasikka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bhaaravaahiye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125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Eeshan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èttam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karuthunnu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ninakkaai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3F5FECD-3984-4FBB-82E3-8064A62B6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411622991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117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Kartika</vt:lpstr>
      <vt:lpstr>Times New Roman</vt:lpstr>
      <vt:lpstr>Office Theme</vt:lpstr>
      <vt:lpstr>178 ലോക ശോക സാഗരെ</vt:lpstr>
      <vt:lpstr>1 ലോക ശോക സാഗരെ നീ മുങ്ങുമ്പോൾ   ആകുല പാത്രവാനായ് നീ തീരുമ്പോൾ   കർത്തൻ വർഷിപ്പിക്കും അനുഗ്രഹങ്ങൾ   എത്ര എന്നു ചിന്തിച്ചേറ്റം മോദിക്ക              </vt:lpstr>
      <vt:lpstr>  എത്ര മോദ മുണ്ടിന്നേരത്തിൽ    ദൈവത്തിൻ കരുണയോർക്കുമ്പോൾ    ഉല്ലസിക്ക ഭാരവാഹിയെ!   ഈശൻ ഏറ്റം കരുതുന്നു നിനക്കായ്‌</vt:lpstr>
      <vt:lpstr>2 പ്രാപഞ്ചിക ചിന്തയാൽ വലയുന്നോ   ക്രൂശു വഹിപ്പാനേറ്റം പ്രയാസമോ   സന്ദേഹം വേണ്ട നീ കാണും ആശ്വാസം   ഇന്നേരം രക്ഷകൻപാദം ചേർന്നീടിൽ                 </vt:lpstr>
      <vt:lpstr>  എത്ര മോദ മുണ്ടിന്നേരത്തിൽ    ദൈവത്തിൻ കരുണയോർക്കുമ്പോൾ    ഉല്ലസിക്ക ഭാരവാഹിയെ!   ഈശൻ ഏറ്റം കരുതുന്നു നിനക്കായ്‌</vt:lpstr>
      <vt:lpstr>3 നശ്വരമാം ധനത്തെ നീ കാണുമ്പോൾ   ലേശം വിഷാദം അസൂയയും വേണ്ട   ശാശ്വതം നിൻ സ്വർഗ്ഗത്തിലെ നിക്ഷേപം   യേശുവാഗ്ദത്തം ചെയ്തല്ലോ നിനക്കായ് </vt:lpstr>
      <vt:lpstr>  എത്ര മോദ മുണ്ടിന്നേരത്തിൽ    ദൈവത്തിൻ കരുണയോർക്കുമ്പോൾ    ഉല്ലസിക്ക ഭാരവാഹിയെ!   ഈശൻ ഏറ്റം കരുതുന്നു നിനക്കായ്‌</vt:lpstr>
      <vt:lpstr>4 കല്ലോലതുല്യമാം അല്ലൽ വന്നീടിൽ   തെല്ലും ഭീതിവേണ്ടല്ലൊ മനതാരിൽ   കർത്തൻ നല്കും ആശിസ്സുകൾ ഓർത്തേവം   സ്വർഗ്ഗം ചേരും നേരംവരെ മോദിക്ക                </vt:lpstr>
      <vt:lpstr>  എത്ര മോദ മുണ്ടിന്നേരത്തിൽ    ദൈവത്തിൻ കരുണയോർക്കുമ്പോൾ    ഉല്ലസിക്ക ഭാരവാഹിയെ!   ഈശൻ ഏറ്റം കരുതുന്നു നിനക്കായ്‌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Lokashoka saagarey nee</dc:title>
  <dc:creator>Digital Input; GM JOHN; Acsah Mathews</dc:creator>
  <cp:lastModifiedBy>Acsah Mathews</cp:lastModifiedBy>
  <cp:revision>356</cp:revision>
  <dcterms:created xsi:type="dcterms:W3CDTF">2013-04-19T09:19:07Z</dcterms:created>
  <dcterms:modified xsi:type="dcterms:W3CDTF">2018-11-07T13:40:41Z</dcterms:modified>
</cp:coreProperties>
</file>