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8" r:id="rId5"/>
    <p:sldId id="275" r:id="rId6"/>
    <p:sldId id="279" r:id="rId7"/>
    <p:sldId id="276" r:id="rId8"/>
    <p:sldId id="280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0B964-59C4-4C95-AA43-AD4495574F1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496B3-5C4C-4306-8F9D-B0AAE84253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A6A58-2385-41BC-92CA-852404FF351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416CD-8662-4265-9223-73AF4F759F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507E-9FDD-4C45-AB5C-24BDF66464F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9F619-31C7-4832-A602-54D4AF4AF4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11124-23DC-4042-92D9-2E0A59D582A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5B9F8-D8D4-49A1-BA0C-80DE403207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807A3-5E97-4042-A10C-9C6BF39F1A9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F7D85-CE45-46E9-82C1-DC2E5E3D9F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17765-8B45-4B42-B0AD-B0DAD8A7BDC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EAF58-0D76-4EC7-B878-1F790203A0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95E72-1A3D-47D0-B275-F4B4FF86A05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E7163-036B-4B09-8F90-C8BC0FB94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8B1D4-F36E-4C5D-ACD5-3D1747D0538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C738A-693A-434D-B3FA-1A964A513F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553F8-2EC8-45C5-A35D-E7F61727EB4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3EFC1-310B-497B-9002-59390CB16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105F9-9AAB-4742-823C-9BD2F2377DF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18ED1-3979-4892-9F0E-D5A05FFC7B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6CC77-442B-49A5-BCCE-2A8585BE5C2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009E0-CFA4-40DF-A78A-94ED0A31A3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3720B1B-A0A5-488B-BE95-4CB3247DEF2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7EDBE1E-F0DF-4328-A692-BC926893E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5E63-5C0A-4181-A3FF-D3D26B40D6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269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എൻ അഭയകേന്ദ്രം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AA306-63CE-48DB-9D60-6B4F92671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Yeshu </a:t>
            </a:r>
            <a:r>
              <a:rPr lang="en-US" sz="4000" b="1" dirty="0" err="1">
                <a:solidFill>
                  <a:schemeClr val="tx2"/>
                </a:solidFill>
              </a:rPr>
              <a:t>en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abhayakèndram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9B310-0FB5-47A1-B8F4-1DA72BC97F37}"/>
              </a:ext>
            </a:extLst>
          </p:cNvPr>
          <p:cNvSpPr/>
          <p:nvPr/>
        </p:nvSpPr>
        <p:spPr>
          <a:xfrm>
            <a:off x="2514600" y="5057655"/>
            <a:ext cx="2319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ml-IN" sz="2000" b="1" dirty="0">
                <a:solidFill>
                  <a:schemeClr val="accent2"/>
                </a:solidFill>
              </a:rPr>
              <a:t>പി. കെ. സാം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ml-IN" sz="2000" b="1" dirty="0">
                <a:solidFill>
                  <a:schemeClr val="accent2"/>
                </a:solidFill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84C91-F7DD-4121-A775-CCFBB56A1DE0}"/>
              </a:ext>
            </a:extLst>
          </p:cNvPr>
          <p:cNvSpPr/>
          <p:nvPr/>
        </p:nvSpPr>
        <p:spPr>
          <a:xfrm>
            <a:off x="8763000" y="5057655"/>
            <a:ext cx="14740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(P.K. Sam) </a:t>
            </a:r>
          </a:p>
        </p:txBody>
      </p:sp>
    </p:spTree>
    <p:extLst>
      <p:ext uri="{BB962C8B-B14F-4D97-AF65-F5344CB8AC3E}">
        <p14:creationId xmlns:p14="http://schemas.microsoft.com/office/powerpoint/2010/main" val="69119284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795754"/>
            <a:ext cx="12192000" cy="2971800"/>
          </a:xfrm>
        </p:spPr>
        <p:txBody>
          <a:bodyPr anchor="t"/>
          <a:lstStyle/>
          <a:p>
            <a:pPr defTabSz="296863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അഭയകേന്ദ്രം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മാറ്റമില്ലാ സ്നേഹിതൻ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സ്തുതികൾക്കു യോഗ്യൻ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വാഴ്ത്തും നിന്നെ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21691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abhayakèndram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Maattamillaa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snehithan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sthuthikalhkku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yogyan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Vaazththum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134308"/>
            <a:ext cx="11407140" cy="2633246"/>
          </a:xfrm>
        </p:spPr>
        <p:txBody>
          <a:bodyPr anchor="t"/>
          <a:lstStyle/>
          <a:p>
            <a:pPr algn="l" defTabSz="2968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വ്യാകുലങ്ങൾ നേരിട്ടാലും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ഭാരമുള്ളിൽ വന്നാലും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രോഗിയായി തീർന്നെന്നാലും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യേശുവിൽ ഞാൻ ചാരിടും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09499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Vyaakulangalh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nèrittaalum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Bhaaramullhil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Rôgiyaayi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theernnennaalum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chaaridum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413F3-2CFF-4C3A-9C8E-8D0516C2CC2F}"/>
              </a:ext>
            </a:extLst>
          </p:cNvPr>
          <p:cNvSpPr txBox="1"/>
          <p:nvPr/>
        </p:nvSpPr>
        <p:spPr>
          <a:xfrm>
            <a:off x="22860" y="518755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13192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795754"/>
            <a:ext cx="12192000" cy="2971800"/>
          </a:xfrm>
        </p:spPr>
        <p:txBody>
          <a:bodyPr anchor="t"/>
          <a:lstStyle/>
          <a:p>
            <a:pPr defTabSz="296863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അഭയകേന്ദ്രം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മാറ്റമില്ലാ സ്നേഹിതൻ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സ്തുതികൾക്കു യോഗ്യൻ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വാഴ്ത്തും നിന്നെ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21691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abhayakèndram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Maattamillaa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snehithan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sthuthikalhkku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yogyan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Vaazththum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25937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134308"/>
            <a:ext cx="11407140" cy="2633246"/>
          </a:xfrm>
        </p:spPr>
        <p:txBody>
          <a:bodyPr anchor="t"/>
          <a:lstStyle/>
          <a:p>
            <a:pPr algn="l" defTabSz="2968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ശുദ്ധീ കരിച്ചീടാൻ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ബാല ശിക്ഷ നല്കിയാൽ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താതനു നന്ദി കരേറ്റും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09499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shudhdheekarichcheedaan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nalkiyaal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karèttum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413F3-2CFF-4C3A-9C8E-8D0516C2CC2F}"/>
              </a:ext>
            </a:extLst>
          </p:cNvPr>
          <p:cNvSpPr txBox="1"/>
          <p:nvPr/>
        </p:nvSpPr>
        <p:spPr>
          <a:xfrm>
            <a:off x="22860" y="518755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77125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795754"/>
            <a:ext cx="12192000" cy="2971800"/>
          </a:xfrm>
        </p:spPr>
        <p:txBody>
          <a:bodyPr anchor="t"/>
          <a:lstStyle/>
          <a:p>
            <a:pPr defTabSz="296863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അഭയകേന്ദ്രം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മാറ്റമില്ലാ സ്നേഹിതൻ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സ്തുതികൾക്കു യോഗ്യൻ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വാഴ്ത്തും നിന്നെ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21691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abhayakèndram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Maattamillaa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snehithan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sthuthikalhkku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yogyan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Vaazththum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552171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134308"/>
            <a:ext cx="11407140" cy="2633246"/>
          </a:xfrm>
        </p:spPr>
        <p:txBody>
          <a:bodyPr anchor="t"/>
          <a:lstStyle/>
          <a:p>
            <a:pPr algn="l" defTabSz="2968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രാജനെന്നെ ചേർപ്പാൻ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മേഘാരൂഢനായ് വരും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ആകുലങ്ങളില്ലാ നാട്ടിൽ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ചേരും സ്വർഗ്ഗവീട്ടിൽ ഞാൻ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09499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chèrppaan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Mèghaaroodanaai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Aakulangalhillaa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naattil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swargga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413F3-2CFF-4C3A-9C8E-8D0516C2CC2F}"/>
              </a:ext>
            </a:extLst>
          </p:cNvPr>
          <p:cNvSpPr txBox="1"/>
          <p:nvPr/>
        </p:nvSpPr>
        <p:spPr>
          <a:xfrm>
            <a:off x="22860" y="518755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15140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795754"/>
            <a:ext cx="12192000" cy="2971800"/>
          </a:xfrm>
        </p:spPr>
        <p:txBody>
          <a:bodyPr anchor="t"/>
          <a:lstStyle/>
          <a:p>
            <a:pPr defTabSz="296863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അഭയകേന്ദ്രം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മാറ്റമില്ലാ സ്നേഹിതൻ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സ്തുതികൾക്കു യോഗ്യൻ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വാഴ്ത്തും നിന്നെ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1F127-35CE-4586-A8BE-22F545C37BE1}"/>
              </a:ext>
            </a:extLst>
          </p:cNvPr>
          <p:cNvSpPr/>
          <p:nvPr/>
        </p:nvSpPr>
        <p:spPr>
          <a:xfrm>
            <a:off x="22860" y="3767554"/>
            <a:ext cx="1216914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abhayakèndram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Maattamillaa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snehithan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sthuthikalhkku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yogyan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Vaazththum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91981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127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269 യേശു എൻ അഭയകേന്ദ്രം</vt:lpstr>
      <vt:lpstr>യേശു എൻ അഭയകേന്ദ്രം  മാറ്റമില്ലാ സ്നേഹിതൻ  സ്തോത്രം സ്തുതികൾക്കു യോഗ്യൻ  വാഴ്ത്തും നിന്നെ എന്നും ഞാൻ</vt:lpstr>
      <vt:lpstr>വ്യാകുലങ്ങൾ നേരിട്ടാലും  ഭാരമുള്ളിൽ വന്നാലും  രോഗിയായി തീർന്നെന്നാലും  യേശുവിൽ ഞാൻ ചാരിടും</vt:lpstr>
      <vt:lpstr>യേശു എൻ അഭയകേന്ദ്രം  മാറ്റമില്ലാ സ്നേഹിതൻ  സ്തോത്രം സ്തുതികൾക്കു യോഗ്യൻ  വാഴ്ത്തും നിന്നെ എന്നും ഞാൻ</vt:lpstr>
      <vt:lpstr>എന്നെ ശുദ്ധീ കരിച്ചീടാൻ  ബാല ശിക്ഷ നല്കിയാൽ  താതനു നന്ദി കരേറ്റും  ഹല്ലേലുയ്യാ പാടും ഞാൻ</vt:lpstr>
      <vt:lpstr>യേശു എൻ അഭയകേന്ദ്രം  മാറ്റമില്ലാ സ്നേഹിതൻ  സ്തോത്രം സ്തുതികൾക്കു യോഗ്യൻ  വാഴ്ത്തും നിന്നെ എന്നും ഞാൻ</vt:lpstr>
      <vt:lpstr>യേശു രാജനെന്നെ ചേർപ്പാൻ മേഘാരൂഢനായ് വരും  ആകുലങ്ങളില്ലാ നാട്ടിൽ  ചേരും സ്വർഗ്ഗവീട്ടിൽ ഞാൻ </vt:lpstr>
      <vt:lpstr>യേശു എൻ അഭയകേന്ദ്രം  മാറ്റമില്ലാ സ്നേഹിതൻ  സ്തോത്രം സ്തുതികൾക്കു യോഗ്യൻ  വാഴ്ത്തും നിന്നെ എന്നും ഞാൻ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en abhayakendram</dc:title>
  <dc:creator>Digital Input:; GM JOHN; Acsah Mathews</dc:creator>
  <cp:lastModifiedBy>Acsah Mathews</cp:lastModifiedBy>
  <cp:revision>299</cp:revision>
  <dcterms:created xsi:type="dcterms:W3CDTF">2013-04-19T09:19:07Z</dcterms:created>
  <dcterms:modified xsi:type="dcterms:W3CDTF">2018-11-15T13:32:09Z</dcterms:modified>
</cp:coreProperties>
</file>