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3E36-F154-4E32-AEA4-EB27C1A6A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15EF1-E806-422F-B785-C9FB7E92E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1318-9F6A-424E-A88B-A5B0BFB6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0C277-9095-4F9F-B22D-7A6F7C3A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2C2D-0535-4457-8FD4-6A22518D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6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6062-BBB1-4922-A748-DB5BCC8B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9340A-3929-45E0-9D02-3AE624AD7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DB03-BD93-4EDE-91B7-69EDE6C48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CE2B9-0B0F-4F54-ACF4-5676E921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C118-BA39-46EE-8DEA-660529CA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DC58-0044-4EAF-AB06-FCD423A6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491D4-6E50-430F-9B91-A93E5C191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B261-F8F7-4CA7-A47D-9FA24791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3C2EB-2F7B-42FE-944A-22F89A76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89CA-09ED-4612-BA91-DD4E39B5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7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B4D9B-18F7-486E-9387-313164A6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0CF2-1003-4AD9-AE94-F7264BD3E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89240-9F88-4781-B871-C00FCE347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09D89-0683-4923-80C4-AC44DA53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09B82-A8C6-48EF-8BD0-8BE01A376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067F2-60DA-4199-848A-E9F8010C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9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B548-C745-471A-BED3-C78CC7FA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FF3B-EE23-4C2A-9EA6-90FC897B3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C6F78-86BB-4162-9392-43DB4E47A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12B90-1327-4A93-9CC9-EB858D2EC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CA18-12B1-471F-9A61-ABAFCEA61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131C0-CBFE-4062-AD76-B324157A5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6398F-3D5A-4164-8B37-897CA153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DBDD3-0873-4560-B330-21CED6E9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0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45E3-F4CD-4E8C-9796-D04453CB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B0CE1D-97F8-4065-965A-E41FB7A15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A85A-05FD-469C-AD3C-9E7F936C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82891-C03A-4D88-A6C5-760E6F26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1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F651E-77EC-41C7-B0A2-AECA6D77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7D775-BA0F-451E-A8D3-321A425C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838BC-5876-4153-8338-BC257E0C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8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974B-29DB-4C59-A5F2-526575D5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BE8A-6F5E-4F08-B752-C51A3E8EE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536EF-6C96-48F7-80FA-1E8F46E2E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2C23-836D-40D5-ACF7-3A85C2DA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CD940-1E3E-4609-B7FA-E9B05A4A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2737E-1CFD-493B-9260-558E0867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5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0A89-72D3-4A75-A5DC-7FD9EC14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B18CF-AF88-4A98-8AE6-D1D93C15E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3C048-4105-46FA-A114-C5B9BCAA3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850FD-4859-47A1-B4EE-932E23CC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90034-25BF-4E5E-A00E-780AF84B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B5D1F-B821-4FD5-ABDB-6B65B4F1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0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4896-4F86-4C46-8A56-CE1851C8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FEEFC-5ACD-4A81-BD3E-7297CF033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1F8A7-1180-484D-8050-EFB196CA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9C7B2-1CB5-421D-8D1E-69A7FA97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E041E-D852-46E6-A0A0-8002EB58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3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CB9E83-40F0-4A98-8A3B-FB5D43F6C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1328E-D0FF-406D-8599-84D0D9791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F950-2ADF-4A5F-B338-C45505E1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85271-7015-40EE-8CB3-1DEA3515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639AC-316D-4FFD-817D-0A016742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7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86FB9-27E9-413F-B144-86DEB920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88A2B-282A-466D-B061-7300DC978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E82DF-C427-42E5-BD50-6DF3EF7EC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1C9F5-4607-4E90-A9DA-5E2E8C9519B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4A4B7-2DC6-469C-9A69-27CC5989C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18898-0266-4FA7-80DB-652CA13E3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19F50-8F47-4C74-B267-AE8083BB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7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1BE2-6061-4A09-855E-E5F200B6F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b="1" dirty="0"/>
              <a:t>473</a:t>
            </a:r>
            <a:br>
              <a:rPr lang="en-US" dirty="0"/>
            </a:br>
            <a:r>
              <a:rPr lang="ml-IN" sz="5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ശക്തനാക്കീടുന്നവൻ 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12CD-1F31-4B17-8C28-562C6CBD5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161"/>
            <a:ext cx="9144000" cy="805839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Enne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shakthanakkidunnavan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6ADD3-86D5-4361-A7EC-5F847B3A715F}"/>
              </a:ext>
            </a:extLst>
          </p:cNvPr>
          <p:cNvSpPr/>
          <p:nvPr/>
        </p:nvSpPr>
        <p:spPr>
          <a:xfrm>
            <a:off x="8253047" y="4628143"/>
            <a:ext cx="241495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(Koshy </a:t>
            </a:r>
            <a:r>
              <a:rPr lang="en-US" sz="22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Thalackal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)</a:t>
            </a:r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BE588-4D85-49A5-9C2F-901961EAED54}"/>
              </a:ext>
            </a:extLst>
          </p:cNvPr>
          <p:cNvSpPr/>
          <p:nvPr/>
        </p:nvSpPr>
        <p:spPr>
          <a:xfrm>
            <a:off x="1366888" y="4628143"/>
            <a:ext cx="3204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l-IN" sz="2200" b="1" dirty="0">
                <a:solidFill>
                  <a:srgbClr val="C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(കോശി തലയ്ക്കല്‍ )</a:t>
            </a:r>
            <a:endParaRPr lang="en-US" sz="2200" b="1" dirty="0">
              <a:solidFill>
                <a:srgbClr val="C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1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ശക്തനാക്കീടുന്നവൻ മൂലം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എല്ലാറ്റിനും മതിയായോൻ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ബലഹീനതയിൽ തന്‍റെ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ബലമണിയിക്കുന്നവൻ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യേശുമാത്രമല്ലോ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shakthanakkidunnavan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moolam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elaattilum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mathiyaayon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balaheenathayil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Balamanhiyikkunnavan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maathramallo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</p:spTree>
    <p:extLst>
      <p:ext uri="{BB962C8B-B14F-4D97-AF65-F5344CB8AC3E}">
        <p14:creationId xmlns:p14="http://schemas.microsoft.com/office/powerpoint/2010/main" val="616320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990198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തന്‍റെ കൈകളിൽ കളിമണ്ണായ് 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ഇരിക്കുമ്പോൾ പോലും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ഞാൻ തിരുഹിതം വെടിഞ്ഞുപോയി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കൃപയാൽ കൃപയാലവൻ കരങ്ങളിലണച്ചെന്നെ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അഴകേകിമെനഞ്ഞിടുന്നു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82588"/>
            <a:ext cx="1201615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Thante </a:t>
            </a:r>
            <a:r>
              <a:rPr lang="en-US" sz="3400" b="1" dirty="0" err="1">
                <a:solidFill>
                  <a:srgbClr val="002060"/>
                </a:solidFill>
              </a:rPr>
              <a:t>kaikalhil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kalhimannhaai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irikkumbolh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Thiruhitham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vedinju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poyi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Kripayaal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kripayaalavan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karangalhilanhachenne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Azhakeki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menanjidunnu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3613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5317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ശക്തനാക്കീടുന്നവൻ മൂലം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എല്ലാറ്റിനും മതിയായോൻ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ബലഹീനതയിൽ തന്‍റെ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ബലമണിയിക്കുന്നവൻ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യേശുമാത്രമല്ലോ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shakthanakkidunnavan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moolam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elaattilum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mathiyaayon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balaheenathayil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Balamanhiyikkunnavan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maathramallo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</p:spTree>
    <p:extLst>
      <p:ext uri="{BB962C8B-B14F-4D97-AF65-F5344CB8AC3E}">
        <p14:creationId xmlns:p14="http://schemas.microsoft.com/office/powerpoint/2010/main" val="325025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122173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ഈ ലോകത്തിൻ തിരകളിൽ കരകാണാതുഴലുമ്പോൾ</a:t>
            </a:r>
          </a:p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കരം തരുമവൻ കരുതും 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</a:p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അഴലേറിടും മരുവിലും നാഥനെ സ്തുതിച്ചിടാൻ</a:t>
            </a:r>
            <a:endParaRPr lang="en-US" sz="3400" b="1" spc="-150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ബലമേകി നടത്തിടുന്നു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82588"/>
            <a:ext cx="1201615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lokaththin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thirakalhil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kara-kaanhaath-uzhalumbolh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tharumavan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karuthum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Azhalerhidum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maruvilum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sthuthichidaan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Balameki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nadaththidunnu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3613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4449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ശക്തനാക്കീടുന്നവൻ മൂലം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എല്ലാറ്റിനും മതിയായോൻ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ബലഹീനതയിൽ തന്‍റെ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ബലമണിയിക്കുന്നവൻ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യേശുമാത്രമല്ലോ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shakthanakkidunnavan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moolam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elaattilum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mathiyaayon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balaheenathayil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Balamanhiyikkunnavan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maathramallo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</p:spTree>
    <p:extLst>
      <p:ext uri="{BB962C8B-B14F-4D97-AF65-F5344CB8AC3E}">
        <p14:creationId xmlns:p14="http://schemas.microsoft.com/office/powerpoint/2010/main" val="158876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990198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കരം കുഴയുമ്പോൾ പാദങ്ങൾ തളരുമ്പോളാഴത്തിൽ </a:t>
            </a:r>
          </a:p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മറയുവാൻ തുടങ്ങിടുമ്പോൾ </a:t>
            </a:r>
            <a:endParaRPr lang="en-US" sz="3400" b="1" spc="-150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പാറയാം യേശു തൻ കരങ്ങളാലെന്നെ </a:t>
            </a:r>
            <a:endParaRPr lang="en-US" sz="3400" b="1" spc="-150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വിടുവിച്ചു നടത്തിടുന്നു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82588"/>
            <a:ext cx="1201615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Karam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kuzhayumbolh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thalharumbolaazhaththil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Marhayuvaan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thudangidumbolh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paarhayaam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karangalhaalenne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Viduvichchu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nadaththidunnu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3613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7488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ശക്തനാക്കീടുന്നവൻ മൂലം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എല്ലാറ്റിനും മതിയായോൻ 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ബലഹീനതയിൽ തന്‍റെ</a:t>
            </a:r>
          </a:p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ബലമണിയിക്കുന്നവൻ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യേശുമാത്രമല്ലോ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shakthanakkidunnavan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moolam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elaattilum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mathiyaayon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balaheenathayil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Balamanhiyikkunnavan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maathramallo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473</a:t>
            </a:r>
          </a:p>
        </p:txBody>
      </p:sp>
    </p:spTree>
    <p:extLst>
      <p:ext uri="{BB962C8B-B14F-4D97-AF65-F5344CB8AC3E}">
        <p14:creationId xmlns:p14="http://schemas.microsoft.com/office/powerpoint/2010/main" val="329829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190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Kartika</vt:lpstr>
      <vt:lpstr>Office Theme</vt:lpstr>
      <vt:lpstr>473 എന്നെ ശക്തനാക്കീടുന്നവൻ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Enne shakthan aakkeedunnavan</dc:title>
  <dc:creator>Acsah Mathews</dc:creator>
  <cp:lastModifiedBy>Acsah Mathews</cp:lastModifiedBy>
  <cp:revision>2</cp:revision>
  <dcterms:created xsi:type="dcterms:W3CDTF">2018-11-30T18:42:30Z</dcterms:created>
  <dcterms:modified xsi:type="dcterms:W3CDTF">2018-11-30T18:47:21Z</dcterms:modified>
</cp:coreProperties>
</file>