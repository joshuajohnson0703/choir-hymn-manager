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70" r:id="rId3"/>
    <p:sldId id="276" r:id="rId4"/>
    <p:sldId id="278" r:id="rId5"/>
    <p:sldId id="277" r:id="rId6"/>
    <p:sldId id="279" r:id="rId7"/>
    <p:sldId id="280" r:id="rId8"/>
    <p:sldId id="281" r:id="rId9"/>
    <p:sldId id="282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78ABD-BECF-4177-A59F-E86484ACD475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2358E-8E58-4EF0-B017-515BE35C66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B2B442-554F-42DE-B144-D01DAE32BE23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99C02-5224-40E2-9518-2044EE3A55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3A6BE0-0887-445A-8BC8-D37996819AAD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D2032B-3A58-4592-81EE-00BEF83FB8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038750-68E4-4991-B3D0-3E39E40320DB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79D42-00BA-4EB9-9E76-B2DBFCDAE8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A5B5D0-8391-4E43-A025-3B4ABE9D3A59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048B0-B05E-40D6-8504-CB668727F8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329C43-D789-47BF-9BB6-E76202BA7B52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404AB8-A6D6-4951-B562-D21EF2C39A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C451E8-7A9D-4AF2-B1BE-B7EB4A359B8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263DD0-F721-4118-AA42-1B8465C6BB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DE9CB-7C3E-4DF9-8641-3A125E19D78F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3E9EF6-EA24-45B6-9D2D-D7CF6B056B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B5F64-AD10-47FD-B3E7-148328B6DF84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3E65BE-AEDC-4F58-A5BD-EB0B0445FD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C0918B-6AFE-4651-AA7D-61D07EB5815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B588C7-1FB9-4372-831C-44457CAEB8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FF5D84-8AD3-4CA2-A218-BC355614615A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E8FC68-313F-40EF-B7F5-BB764A7EC6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3DBB417-07DA-42FE-8C4D-D696BB4291E4}" type="datetimeFigureOut">
              <a:rPr lang="en-US"/>
              <a:pPr>
                <a:defRPr/>
              </a:pPr>
              <a:t>11/27/2018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D8B88BB-A0E1-4C8D-A43B-8C7416957B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788C-FF07-47B3-92DC-2C71FA140B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415</a:t>
            </a:r>
            <a:br>
              <a:rPr lang="en-US" dirty="0"/>
            </a:br>
            <a:r>
              <a:rPr lang="ml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യേശുവേ! തിരുനാമമെത്ര മധുരം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CFED9-D7D8-413D-81DA-C6B134D74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33800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Yeshuve</a:t>
            </a:r>
            <a:r>
              <a:rPr lang="en-US" sz="4000" b="1" dirty="0">
                <a:solidFill>
                  <a:srgbClr val="002060"/>
                </a:solidFill>
              </a:rPr>
              <a:t>! </a:t>
            </a:r>
            <a:r>
              <a:rPr lang="en-US" sz="4000" b="1" dirty="0" err="1">
                <a:solidFill>
                  <a:srgbClr val="002060"/>
                </a:solidFill>
              </a:rPr>
              <a:t>Thirunaamamethra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185486-5349-4B2D-860B-9C146C9B0BF2}"/>
              </a:ext>
            </a:extLst>
          </p:cNvPr>
          <p:cNvSpPr/>
          <p:nvPr/>
        </p:nvSpPr>
        <p:spPr>
          <a:xfrm>
            <a:off x="927410" y="4697390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26F905-332B-40FA-896B-474BB6793D1A}"/>
              </a:ext>
            </a:extLst>
          </p:cNvPr>
          <p:cNvSpPr/>
          <p:nvPr/>
        </p:nvSpPr>
        <p:spPr>
          <a:xfrm>
            <a:off x="8357709" y="4697390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</a:t>
            </a:r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3455453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777572"/>
            <a:ext cx="12192000" cy="1600200"/>
          </a:xfrm>
        </p:spPr>
        <p:txBody>
          <a:bodyPr anchor="t"/>
          <a:lstStyle/>
          <a:p>
            <a:pPr algn="l" defTabSz="401638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ആശ്വാസ മേശു ഭവാന്‍ ആരോഗ്യം രോഗിക്കുള്ളില്‍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വിശ്വേ ബന്ധു നീ യെന്യേ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വേറാരും ഇല്ലേ സ്വാമി	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	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യേശു..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95170-058F-4597-A693-24CE613FE0C6}"/>
              </a:ext>
            </a:extLst>
          </p:cNvPr>
          <p:cNvSpPr/>
          <p:nvPr/>
        </p:nvSpPr>
        <p:spPr>
          <a:xfrm>
            <a:off x="-20444" y="499422"/>
            <a:ext cx="1217155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യേശുവേ! തിരുനാമമെത്ര മധുരം </a:t>
            </a:r>
          </a:p>
          <a:p>
            <a:pPr algn="ct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ഭൂമിയിലഗതിക്കെൻ 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യേശുവേ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3C37D-0FB5-468D-ADF8-44385E1B09A5}"/>
              </a:ext>
            </a:extLst>
          </p:cNvPr>
          <p:cNvSpPr/>
          <p:nvPr/>
        </p:nvSpPr>
        <p:spPr>
          <a:xfrm>
            <a:off x="20444" y="3581400"/>
            <a:ext cx="121306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Thirunaamamethra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madhuram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agathikken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E1492-83C1-4F6E-80C9-AEF4564C2EC8}"/>
              </a:ext>
            </a:extLst>
          </p:cNvPr>
          <p:cNvSpPr/>
          <p:nvPr/>
        </p:nvSpPr>
        <p:spPr>
          <a:xfrm>
            <a:off x="-30666" y="4863778"/>
            <a:ext cx="12222666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Aashwaasameshu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aarogyam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rogikkullhil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Vishwe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bandhu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neeyenye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verhaarum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swami 															-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444" y="920590"/>
            <a:ext cx="12130668" cy="1138773"/>
          </a:xfrm>
        </p:spPr>
        <p:txBody>
          <a:bodyPr anchor="t"/>
          <a:lstStyle/>
          <a:p>
            <a:pPr algn="l" defTabSz="401638"/>
            <a:r>
              <a:rPr lang="ml-IN" sz="3400" b="1" dirty="0">
                <a:latin typeface="Kartika" panose="02020503030404060203" pitchFamily="18" charset="0"/>
              </a:rPr>
              <a:t>2	ഖേദം ഒഴിക്കും ഭവാന്‍ ഭീതി അകറ്റും ഭവാന്‍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താതന്‍ മാതാവും ഭവാന്‍ നിത്യം അടിമക്കല്ലോ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95170-058F-4597-A693-24CE613FE0C6}"/>
              </a:ext>
            </a:extLst>
          </p:cNvPr>
          <p:cNvSpPr/>
          <p:nvPr/>
        </p:nvSpPr>
        <p:spPr>
          <a:xfrm>
            <a:off x="40888" y="2059363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യേശുവേ! തിരുനാമമെത്ര മധുരം </a:t>
            </a: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ഭൂമിയിലഗതിക്കെൻ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3C37D-0FB5-468D-ADF8-44385E1B09A5}"/>
              </a:ext>
            </a:extLst>
          </p:cNvPr>
          <p:cNvSpPr/>
          <p:nvPr/>
        </p:nvSpPr>
        <p:spPr>
          <a:xfrm>
            <a:off x="0" y="4732762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Thirunaamamethra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madhuram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agathikken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E1492-83C1-4F6E-80C9-AEF4564C2EC8}"/>
              </a:ext>
            </a:extLst>
          </p:cNvPr>
          <p:cNvSpPr/>
          <p:nvPr/>
        </p:nvSpPr>
        <p:spPr>
          <a:xfrm>
            <a:off x="61332" y="3519963"/>
            <a:ext cx="121306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Khedam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ozhikkum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bheethi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akattum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maathavum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adimaykkallo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035926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444" y="920590"/>
            <a:ext cx="12130668" cy="1138773"/>
          </a:xfrm>
        </p:spPr>
        <p:txBody>
          <a:bodyPr anchor="t"/>
          <a:lstStyle/>
          <a:p>
            <a:pPr algn="l" defTabSz="4016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</a:rPr>
              <a:t>മന്നാ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! മന്നായും ഭവാന്‍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എന്നാചാര്യന്‍ രാജന്‍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എന്നും സഖി ജീവന്‍ നീ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എന്‍ ഭാഗ്യവും നീയല്ലോ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95170-058F-4597-A693-24CE613FE0C6}"/>
              </a:ext>
            </a:extLst>
          </p:cNvPr>
          <p:cNvSpPr/>
          <p:nvPr/>
        </p:nvSpPr>
        <p:spPr>
          <a:xfrm>
            <a:off x="40888" y="2059363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യേശുവേ! തിരുനാമമെത്ര മധുരം </a:t>
            </a: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ഭൂമിയിലഗതിക്കെൻ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3C37D-0FB5-468D-ADF8-44385E1B09A5}"/>
              </a:ext>
            </a:extLst>
          </p:cNvPr>
          <p:cNvSpPr/>
          <p:nvPr/>
        </p:nvSpPr>
        <p:spPr>
          <a:xfrm>
            <a:off x="0" y="4732762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Thirunaamamethra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madhuram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agathikken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E1492-83C1-4F6E-80C9-AEF4564C2EC8}"/>
              </a:ext>
            </a:extLst>
          </p:cNvPr>
          <p:cNvSpPr/>
          <p:nvPr/>
        </p:nvSpPr>
        <p:spPr>
          <a:xfrm>
            <a:off x="61332" y="3519963"/>
            <a:ext cx="121306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Manna!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Mannayum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ennaachaaryan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sakhi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bhagyavum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neeyallo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048095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444" y="920590"/>
            <a:ext cx="12130668" cy="1138773"/>
          </a:xfrm>
        </p:spPr>
        <p:txBody>
          <a:bodyPr anchor="t"/>
          <a:lstStyle/>
          <a:p>
            <a:pPr algn="l" defTabSz="401638"/>
            <a:r>
              <a:rPr lang="en-US" sz="3400" b="1" dirty="0">
                <a:latin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</a:rPr>
              <a:t>സങ്കേതമേ! മലയേ എൻ ഖേടയം വഴി നീ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എൻ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കർത്താവേ! ഭർത്താവേ! എൻ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ജീവനും ഇടയൻ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95170-058F-4597-A693-24CE613FE0C6}"/>
              </a:ext>
            </a:extLst>
          </p:cNvPr>
          <p:cNvSpPr/>
          <p:nvPr/>
        </p:nvSpPr>
        <p:spPr>
          <a:xfrm>
            <a:off x="40888" y="2059363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യേശുവേ! തിരുനാമമെത്ര മധുരം </a:t>
            </a: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ഭൂമിയിലഗതിക്കെൻ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3C37D-0FB5-468D-ADF8-44385E1B09A5}"/>
              </a:ext>
            </a:extLst>
          </p:cNvPr>
          <p:cNvSpPr/>
          <p:nvPr/>
        </p:nvSpPr>
        <p:spPr>
          <a:xfrm>
            <a:off x="0" y="4732762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Thirunaamamethra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madhuram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agathikken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E1492-83C1-4F6E-80C9-AEF4564C2EC8}"/>
              </a:ext>
            </a:extLst>
          </p:cNvPr>
          <p:cNvSpPr/>
          <p:nvPr/>
        </p:nvSpPr>
        <p:spPr>
          <a:xfrm>
            <a:off x="61332" y="3519963"/>
            <a:ext cx="121306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Sankethame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Malaye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enkhedam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Bharthaave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idayan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420529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444" y="920590"/>
            <a:ext cx="12130668" cy="1138773"/>
          </a:xfrm>
        </p:spPr>
        <p:txBody>
          <a:bodyPr anchor="t"/>
          <a:lstStyle/>
          <a:p>
            <a:pPr algn="l" defTabSz="401638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നിക്ഷേപം ലക്ഷ്യം ഭവാന്‍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രക്ഷാസ്ഥലം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ശിരസ്സേ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രക്ഷാകരന്‍ ഗുരുവേ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സാക്ഷി മദ്ധ്യസ്ഥനും നീ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95170-058F-4597-A693-24CE613FE0C6}"/>
              </a:ext>
            </a:extLst>
          </p:cNvPr>
          <p:cNvSpPr/>
          <p:nvPr/>
        </p:nvSpPr>
        <p:spPr>
          <a:xfrm>
            <a:off x="40888" y="2059363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യേശുവേ! തിരുനാമമെത്ര മധുരം </a:t>
            </a: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ഭൂമിയിലഗതിക്കെൻ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3C37D-0FB5-468D-ADF8-44385E1B09A5}"/>
              </a:ext>
            </a:extLst>
          </p:cNvPr>
          <p:cNvSpPr/>
          <p:nvPr/>
        </p:nvSpPr>
        <p:spPr>
          <a:xfrm>
            <a:off x="0" y="4732762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Thirunaamamethra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madhuram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agathikken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E1492-83C1-4F6E-80C9-AEF4564C2EC8}"/>
              </a:ext>
            </a:extLst>
          </p:cNvPr>
          <p:cNvSpPr/>
          <p:nvPr/>
        </p:nvSpPr>
        <p:spPr>
          <a:xfrm>
            <a:off x="61332" y="3519963"/>
            <a:ext cx="121306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Nikshepam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lakshyam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rakshaasthalam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shirasse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Rakshaakaran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guruve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saakshi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madhyasthanum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377552871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444" y="920590"/>
            <a:ext cx="12130668" cy="1138773"/>
          </a:xfrm>
        </p:spPr>
        <p:txBody>
          <a:bodyPr anchor="t"/>
          <a:lstStyle/>
          <a:p>
            <a:pPr algn="l" defTabSz="401638"/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6	എന്നില്‍ നിന്നെ സ്തുതിപ്പാന്‍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ഒന്നും ത്രാണിയിങ്ങില്ലേ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നിന്നെ വന്നു കണ്ടെന്നും – നന്നേ പാടും അടിയന്‍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95170-058F-4597-A693-24CE613FE0C6}"/>
              </a:ext>
            </a:extLst>
          </p:cNvPr>
          <p:cNvSpPr/>
          <p:nvPr/>
        </p:nvSpPr>
        <p:spPr>
          <a:xfrm>
            <a:off x="40888" y="2059363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യേശുവേ! തിരുനാമമെത്ര മധുരം </a:t>
            </a: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ഭൂമിയിലഗതിക്കെൻ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3C37D-0FB5-468D-ADF8-44385E1B09A5}"/>
              </a:ext>
            </a:extLst>
          </p:cNvPr>
          <p:cNvSpPr/>
          <p:nvPr/>
        </p:nvSpPr>
        <p:spPr>
          <a:xfrm>
            <a:off x="0" y="4732762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Thirunaamamethra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madhuram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agathikken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E1492-83C1-4F6E-80C9-AEF4564C2EC8}"/>
              </a:ext>
            </a:extLst>
          </p:cNvPr>
          <p:cNvSpPr/>
          <p:nvPr/>
        </p:nvSpPr>
        <p:spPr>
          <a:xfrm>
            <a:off x="61332" y="3519963"/>
            <a:ext cx="121306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sthuthippaan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thraanhiyingille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kandennum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adiyan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7047713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444" y="920590"/>
            <a:ext cx="12130668" cy="1138773"/>
          </a:xfrm>
        </p:spPr>
        <p:txBody>
          <a:bodyPr anchor="t"/>
          <a:lstStyle/>
          <a:p>
            <a:pPr algn="l"/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7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അത്തൽ കൂടാതെ കർത്താ ചേർത്തിടേണം അങ്ങെന്നെ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മൃത്യു പിരിക്കുവോളം കാത്തിടേണമേ പ്രിയൻ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95170-058F-4597-A693-24CE613FE0C6}"/>
              </a:ext>
            </a:extLst>
          </p:cNvPr>
          <p:cNvSpPr/>
          <p:nvPr/>
        </p:nvSpPr>
        <p:spPr>
          <a:xfrm>
            <a:off x="40888" y="2059363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യേശുവേ! തിരുനാമമെത്ര മധുരം </a:t>
            </a: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ഭൂമിയിലഗതിക്കെൻ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3C37D-0FB5-468D-ADF8-44385E1B09A5}"/>
              </a:ext>
            </a:extLst>
          </p:cNvPr>
          <p:cNvSpPr/>
          <p:nvPr/>
        </p:nvSpPr>
        <p:spPr>
          <a:xfrm>
            <a:off x="0" y="4732762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Thirunaamamethra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madhuram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agathikken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E1492-83C1-4F6E-80C9-AEF4564C2EC8}"/>
              </a:ext>
            </a:extLst>
          </p:cNvPr>
          <p:cNvSpPr/>
          <p:nvPr/>
        </p:nvSpPr>
        <p:spPr>
          <a:xfrm>
            <a:off x="61332" y="3519963"/>
            <a:ext cx="121306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Aththal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koodaathe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cherththidenham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angane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Mrithyu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pirikkuvolham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kaaththidenhame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289356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0444" y="920590"/>
            <a:ext cx="12130668" cy="1138773"/>
          </a:xfrm>
        </p:spPr>
        <p:txBody>
          <a:bodyPr anchor="t"/>
          <a:lstStyle/>
          <a:p>
            <a:pPr algn="l"/>
            <a:r>
              <a:rPr lang="ml-IN" sz="3400" b="1" spc="-150" dirty="0">
                <a:latin typeface="Kartika" panose="02020503030404060203" pitchFamily="18" charset="0"/>
              </a:rPr>
              <a:t>8</a:t>
            </a:r>
            <a:r>
              <a:rPr lang="en-US" sz="3400" b="1" spc="-150" dirty="0">
                <a:latin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</a:rPr>
              <a:t>നിത്യം അഗതി തിരു സ്തോത്രം</a:t>
            </a:r>
            <a:r>
              <a:rPr lang="en-US" sz="3400" b="1" spc="-150" dirty="0">
                <a:latin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</a:rPr>
              <a:t>സ്വര്‍ഗ്ഗേ ധ്വനിപ്പാന്‍ </a:t>
            </a:r>
            <a:br>
              <a:rPr lang="ml-IN" sz="3400" b="1" spc="-150" dirty="0">
                <a:latin typeface="Kartika" panose="02020503030404060203" pitchFamily="18" charset="0"/>
              </a:rPr>
            </a:br>
            <a:r>
              <a:rPr lang="en-US" sz="3400" b="1" spc="-150" dirty="0">
                <a:latin typeface="Kartika" panose="02020503030404060203" pitchFamily="18" charset="0"/>
              </a:rPr>
              <a:t>   </a:t>
            </a:r>
            <a:r>
              <a:rPr lang="ml-IN" sz="3400" b="1" spc="-150" dirty="0">
                <a:latin typeface="Kartika" panose="02020503030404060203" pitchFamily="18" charset="0"/>
              </a:rPr>
              <a:t>സത്യം വിടാതെ ഓടിയെത്തും തിരു കൃപയാല്‍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416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995170-058F-4597-A693-24CE613FE0C6}"/>
              </a:ext>
            </a:extLst>
          </p:cNvPr>
          <p:cNvSpPr/>
          <p:nvPr/>
        </p:nvSpPr>
        <p:spPr>
          <a:xfrm>
            <a:off x="40888" y="2059363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യേശുവേ! തിരുനാമമെത്ര മധുരം </a:t>
            </a: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ഭൂമിയിലഗതിക്കെൻ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3C37D-0FB5-468D-ADF8-44385E1B09A5}"/>
              </a:ext>
            </a:extLst>
          </p:cNvPr>
          <p:cNvSpPr/>
          <p:nvPr/>
        </p:nvSpPr>
        <p:spPr>
          <a:xfrm>
            <a:off x="0" y="4732762"/>
            <a:ext cx="1153833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Yeshuve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Thirunaamamethra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madhuram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Bhoomiyil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agathikken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E1492-83C1-4F6E-80C9-AEF4564C2EC8}"/>
              </a:ext>
            </a:extLst>
          </p:cNvPr>
          <p:cNvSpPr/>
          <p:nvPr/>
        </p:nvSpPr>
        <p:spPr>
          <a:xfrm>
            <a:off x="61332" y="3519963"/>
            <a:ext cx="1213066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8.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agathi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thirusthothram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dhwanippaan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Sathyam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vidaathe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odiyeththum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thirukripayaal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926641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237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415 യേശുവേ! തിരുനാമമെത്ര മധുരം </vt:lpstr>
      <vt:lpstr>1 ആശ്വാസ മേശു ഭവാന്‍ ആരോഗ്യം രോഗിക്കുള്ളില്‍   വിശ്വേ ബന്ധു നീ യെന്യേ വേറാരും ഇല്ലേ സ്വാമി                            - യേശു..</vt:lpstr>
      <vt:lpstr>2 ഖേദം ഒഴിക്കും ഭവാന്‍ ഭീതി അകറ്റും ഭവാന്‍  താതന്‍ മാതാവും ഭവാന്‍ നിത്യം അടിമക്കല്ലോ</vt:lpstr>
      <vt:lpstr>3 മന്നാ! മന്നായും ഭവാന്‍ എന്നാചാര്യന്‍ രാജന്‍ നീ  എന്നും സഖി ജീവന്‍ നീ എന്‍ ഭാഗ്യവും നീയല്ലോ</vt:lpstr>
      <vt:lpstr>4 സങ്കേതമേ! മലയേ എൻ ഖേടയം വഴി നീ  എൻ കർത്താവേ! ഭർത്താവേ! എൻ ജീവനും ഇടയൻ </vt:lpstr>
      <vt:lpstr>5 നിക്ഷേപം ലക്ഷ്യം ഭവാന്‍ രക്ഷാസ്ഥലം ശിരസ്സേ!   രക്ഷാകരന്‍ ഗുരുവേ സാക്ഷി മദ്ധ്യസ്ഥനും നീ </vt:lpstr>
      <vt:lpstr>6 എന്നില്‍ നിന്നെ സ്തുതിപ്പാന്‍ ഒന്നും ത്രാണിയിങ്ങില്ലേ  നിന്നെ വന്നു കണ്ടെന്നും – നന്നേ പാടും അടിയന്‍ </vt:lpstr>
      <vt:lpstr>7 അത്തൽ കൂടാതെ കർത്താ ചേർത്തിടേണം അങ്ങെന്നെ     മൃത്യു പിരിക്കുവോളം കാത്തിടേണമേ പ്രിയൻ   </vt:lpstr>
      <vt:lpstr>8 നിത്യം അഗതി തിരു സ്തോത്രം സ്വര്‍ഗ്ഗേ ധ്വനിപ്പാന്‍     സത്യം വിടാതെ ഓടിയെത്തും തിരു കൃപയാല്‍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Yeshuve thirunaamamethra madhuram</dc:title>
  <dc:creator>Digital Input:; GM JOHN; Acsah Mathews</dc:creator>
  <cp:lastModifiedBy>Acsah Mathews</cp:lastModifiedBy>
  <cp:revision>207</cp:revision>
  <dcterms:created xsi:type="dcterms:W3CDTF">2013-04-19T09:19:07Z</dcterms:created>
  <dcterms:modified xsi:type="dcterms:W3CDTF">2018-11-27T13:57:23Z</dcterms:modified>
</cp:coreProperties>
</file>