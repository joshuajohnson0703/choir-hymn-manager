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3" r:id="rId2"/>
    <p:sldId id="256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72" y="77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98C45-48AA-4916-8E88-556F084A5CD0}" type="datetimeFigureOut">
              <a:rPr lang="en-US" smtClean="0"/>
              <a:t>11/14/2018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06D64D-71A9-4ED4-89E1-7CB1C948368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266700" y="165100"/>
            <a:ext cx="77046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7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11277601" y="6096000"/>
            <a:ext cx="615951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64BB5E-093B-4849-83D1-0349BADC996E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9581DB-3B00-431B-BBE2-B7CC3CCA94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D1BC6E-BF80-4BEF-AD66-869EB5623874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FC7A3D-89BC-43D7-8D57-E20D0477AC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96F832-40CC-435E-B0A7-DF3F5449E7AD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AED3CF-A638-4D59-B3AC-D58253F970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30ABD-3CE9-48D2-9496-48366F77C649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6340BA-86D4-4B8D-BC91-E8899DA210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D0032A-DABB-459F-AEB9-21B378B31D97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AA8B7A-FBDA-4444-8E70-C70B0BC258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6479A7-9B9D-4F49-B590-B09A28210757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B67696-D663-4DED-B6DE-7164E33602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3ED37A-239B-42E2-B1C0-EE190AD120C7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7D5EDB-1442-4DBC-9D3A-627F7D7FED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23532E-0ECD-4726-8B95-0E51D7F64BC2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FEA942-A7FB-47E2-8190-90A822F645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9CA73B-1D57-45AF-861C-375AE4285802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FCCCCA-FDA8-43E9-AC53-3E41045065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281567-76F2-48CE-B5BC-180E3FBEA1A4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7A40FD-09C6-4CF3-89FA-10EAD49643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B2651-FFC4-4947-91FD-AAE8E62BBE95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38DD02-F1F1-4B45-AF4C-BA88C2A8B4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66826A4-FDE8-442C-BA8D-E94AE02D0625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F92C794-DF11-42F9-8987-3CF12B6F56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4E016-90AA-45A7-B436-FBF3A61CD3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254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കുഞ്ഞാട്ടിന്‍ തിരുരക്തത്താല്‍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8E0987-AF35-4F0A-AC24-3F752B106E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14400"/>
          </a:xfrm>
        </p:spPr>
        <p:txBody>
          <a:bodyPr/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Kunjaattin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Thiru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rakthaththaal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AAA442-1365-4056-86D2-35D421D9825D}"/>
              </a:ext>
            </a:extLst>
          </p:cNvPr>
          <p:cNvSpPr/>
          <p:nvPr/>
        </p:nvSpPr>
        <p:spPr>
          <a:xfrm>
            <a:off x="1828800" y="4718137"/>
            <a:ext cx="2898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rPr>
              <a:t>(എം.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rPr>
              <a:t> </a:t>
            </a:r>
            <a:r>
              <a:rPr lang="ml-IN" sz="20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rPr>
              <a:t>കെ. വറുഗീസ്)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CEA8C7-FACA-4F5C-9590-3C51599E180C}"/>
              </a:ext>
            </a:extLst>
          </p:cNvPr>
          <p:cNvSpPr/>
          <p:nvPr/>
        </p:nvSpPr>
        <p:spPr>
          <a:xfrm>
            <a:off x="8534400" y="4718137"/>
            <a:ext cx="22431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(M.K. Varughese) </a:t>
            </a:r>
          </a:p>
        </p:txBody>
      </p:sp>
    </p:spTree>
    <p:extLst>
      <p:ext uri="{BB962C8B-B14F-4D97-AF65-F5344CB8AC3E}">
        <p14:creationId xmlns:p14="http://schemas.microsoft.com/office/powerpoint/2010/main" val="1047488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569149"/>
            <a:ext cx="12192000" cy="1183451"/>
          </a:xfrm>
        </p:spPr>
        <p:txBody>
          <a:bodyPr anchor="t"/>
          <a:lstStyle/>
          <a:p>
            <a:pPr algn="l" defTabSz="463550" eaLnBrk="1" hangingPunct="1">
              <a:lnSpc>
                <a:spcPct val="110000"/>
              </a:lnSpc>
              <a:defRPr/>
            </a:pP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കുഞ്ഞാട്ടിന്‍ തിരുരക്തത്താല്‍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 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ഞാന്‍ ശുദ്ധനായ്‌തീര്‍ന്നു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 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തന്‍ ചങ്കിലെ ശുദ്ധരക്തത്താല്‍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 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ഞാന്‍ ജയം പാടിടും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 </a:t>
            </a:r>
            <a:endParaRPr lang="ml-IN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075" name="TextBox 3"/>
          <p:cNvSpPr txBox="1"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Calibri" pitchFamily="34" charset="0"/>
              </a:rPr>
              <a:t>254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BA5EB9-03CB-4FFA-94BF-9982FFB6677B}"/>
              </a:ext>
            </a:extLst>
          </p:cNvPr>
          <p:cNvSpPr/>
          <p:nvPr/>
        </p:nvSpPr>
        <p:spPr>
          <a:xfrm>
            <a:off x="0" y="1595497"/>
            <a:ext cx="11430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മഹത്വം രക്ഷകാ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 സ്‌തുതി നിനക്കെന്നും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ചേറ്റില്‍നിന്നെന്നെ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നീ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 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വീണ്ടെടുത്തതിനാല്‍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 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സ്‌തുതിക്കും നിന്നെ ഞാന്‍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 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ആയുസ്സിന്‍ നാളെല്ലാം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നന്ദിയോടടി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വണങ്ങും</a:t>
            </a:r>
            <a:endParaRPr lang="en-US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242AEA-85BE-479F-867C-4261ED4E2BF3}"/>
              </a:ext>
            </a:extLst>
          </p:cNvPr>
          <p:cNvSpPr/>
          <p:nvPr/>
        </p:nvSpPr>
        <p:spPr>
          <a:xfrm>
            <a:off x="21265" y="3702546"/>
            <a:ext cx="1143000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Kunjaattin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rakthaththaal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shudhdhanaai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theernnu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Than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chankiley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shudhdha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rakthathaal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jayam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paadidum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endParaRPr lang="en-US" sz="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Mahathwam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Rakshakaa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Sthuthi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ninakkennum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Chettil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ninnenney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veendeduththathinaal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Sthuthikkum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aayussin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naalhellaam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Nanniyôdadi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vanhangum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C37858-315D-40A2-9944-1033EC82F91E}"/>
              </a:ext>
            </a:extLst>
          </p:cNvPr>
          <p:cNvSpPr txBox="1"/>
          <p:nvPr/>
        </p:nvSpPr>
        <p:spPr>
          <a:xfrm>
            <a:off x="5576777" y="18005"/>
            <a:ext cx="76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569149"/>
            <a:ext cx="12192000" cy="1183451"/>
          </a:xfrm>
        </p:spPr>
        <p:txBody>
          <a:bodyPr anchor="t"/>
          <a:lstStyle/>
          <a:p>
            <a:pPr algn="l" defTabSz="463550" eaLnBrk="1" hangingPunct="1">
              <a:lnSpc>
                <a:spcPct val="110000"/>
              </a:lnSpc>
              <a:defRPr/>
            </a:pP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ആര്‍പ്പോടു  നിന്നെ   ഘോഷിക്കും</a:t>
            </a:r>
            <a:r>
              <a:rPr lang="en-US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ഈ സീയോന്‍ യാത്രയില്‍ 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മുന്‍പോട്ടുതന്നെ ഓടുന്നു എന്‍ വിരുതിനായി</a:t>
            </a:r>
          </a:p>
        </p:txBody>
      </p:sp>
      <p:sp>
        <p:nvSpPr>
          <p:cNvPr id="3075" name="TextBox 3"/>
          <p:cNvSpPr txBox="1"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Calibri" pitchFamily="34" charset="0"/>
              </a:rPr>
              <a:t>254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BA5EB9-03CB-4FFA-94BF-9982FFB6677B}"/>
              </a:ext>
            </a:extLst>
          </p:cNvPr>
          <p:cNvSpPr/>
          <p:nvPr/>
        </p:nvSpPr>
        <p:spPr>
          <a:xfrm>
            <a:off x="0" y="1595497"/>
            <a:ext cx="11430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ലഭിക്കും നിശ്ചയം, എന്‍ വിരുതെനിക്കു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ശത്രുക്കളാരുമേ കൊണ്ടുപോകയില്ല 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പ്രാപിക്കും അന്നു ഞാന്‍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രാജന്‍ കയ്യിൽ നിന്നു 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ദൂതന്മാരുടെ മദ്ധ്യത്തില്‍ </a:t>
            </a:r>
            <a:endParaRPr lang="en-US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242AEA-85BE-479F-867C-4261ED4E2BF3}"/>
              </a:ext>
            </a:extLst>
          </p:cNvPr>
          <p:cNvSpPr/>
          <p:nvPr/>
        </p:nvSpPr>
        <p:spPr>
          <a:xfrm>
            <a:off x="21265" y="3702546"/>
            <a:ext cx="1143000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Aarppodu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ghôshikkum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Seeyon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yaathrayil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Munpôttu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ôdunnu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viruthinaayi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endParaRPr lang="en-US" sz="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Labhikkum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nishchayam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viruthenikku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Shathrukalh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aarumey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kondupôkayilla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Praapikkum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annu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Raajan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kayyil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ninnum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Doothanmaarudey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madhyaththil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C37858-315D-40A2-9944-1033EC82F91E}"/>
              </a:ext>
            </a:extLst>
          </p:cNvPr>
          <p:cNvSpPr txBox="1"/>
          <p:nvPr/>
        </p:nvSpPr>
        <p:spPr>
          <a:xfrm>
            <a:off x="5576777" y="18005"/>
            <a:ext cx="76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58914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569149"/>
            <a:ext cx="12192000" cy="1183451"/>
          </a:xfrm>
        </p:spPr>
        <p:txBody>
          <a:bodyPr anchor="t"/>
          <a:lstStyle/>
          <a:p>
            <a:pPr algn="l" defTabSz="463550" eaLnBrk="1" hangingPunct="1">
              <a:lnSpc>
                <a:spcPct val="110000"/>
              </a:lnSpc>
              <a:defRPr/>
            </a:pP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 ഭാഗ്യ കാല മോർക്കുമ്പോള്‍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എന്നുള്ളംതുള്ളുന്നു 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ഈ ലോകസുഖം തള്ളി ഞാന്‍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ആ ഭാഗ്യം കണ്ടപ്പോള്‍ </a:t>
            </a:r>
          </a:p>
        </p:txBody>
      </p:sp>
      <p:sp>
        <p:nvSpPr>
          <p:cNvPr id="3075" name="TextBox 3"/>
          <p:cNvSpPr txBox="1"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Calibri" pitchFamily="34" charset="0"/>
              </a:rPr>
              <a:t>254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BA5EB9-03CB-4FFA-94BF-9982FFB6677B}"/>
              </a:ext>
            </a:extLst>
          </p:cNvPr>
          <p:cNvSpPr/>
          <p:nvPr/>
        </p:nvSpPr>
        <p:spPr>
          <a:xfrm>
            <a:off x="0" y="1595497"/>
            <a:ext cx="11430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നിത്യമാം രാജ്യത്തില്‍ അന്നു ഞാന്‍ പാടിടും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രാജന്‍മുഖം കണ്ടു എന്നും ഞാന്‍ ഘോഷിക്കും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രക്തത്തിന്‍ ഫലമായ്  വാഴുമേ സ്വര്‍ഗ്ഗത്തില്‍ 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കോടി കോടി യുഗങ്ങളായി</a:t>
            </a:r>
            <a:endParaRPr lang="en-US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242AEA-85BE-479F-867C-4261ED4E2BF3}"/>
              </a:ext>
            </a:extLst>
          </p:cNvPr>
          <p:cNvSpPr/>
          <p:nvPr/>
        </p:nvSpPr>
        <p:spPr>
          <a:xfrm>
            <a:off x="21265" y="3702546"/>
            <a:ext cx="1143000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bhaagya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kaalamôrkkumbolh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ennullham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thullhunnu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lôka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sukham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thallhi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aa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bhaagyam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kandappolh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endParaRPr lang="en-US" sz="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Nithyamaam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raajyaththil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annu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paadidum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Raajan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mukham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kandu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ghôshikkum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Rakthaththin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phalamaai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vaazhumey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swarggaththil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Kôdi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kôdi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yugangalhaayi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C37858-315D-40A2-9944-1033EC82F91E}"/>
              </a:ext>
            </a:extLst>
          </p:cNvPr>
          <p:cNvSpPr txBox="1"/>
          <p:nvPr/>
        </p:nvSpPr>
        <p:spPr>
          <a:xfrm>
            <a:off x="5576777" y="18005"/>
            <a:ext cx="76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98906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569149"/>
            <a:ext cx="12192000" cy="1183451"/>
          </a:xfrm>
        </p:spPr>
        <p:txBody>
          <a:bodyPr anchor="t"/>
          <a:lstStyle/>
          <a:p>
            <a:pPr algn="l" defTabSz="463550" eaLnBrk="1" hangingPunct="1">
              <a:lnSpc>
                <a:spcPct val="110000"/>
              </a:lnSpc>
              <a:defRPr/>
            </a:pP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മനോഹരമാം സീയോനില്‍ ഞാന്‍ വേഗം ചേര്‍ന്നിടും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 ക്ലേശമാകെ നീങ്ങിപ്പോം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അവിടെയെത്തുമ്പോൾ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ml-IN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075" name="TextBox 3"/>
          <p:cNvSpPr txBox="1"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Calibri" pitchFamily="34" charset="0"/>
              </a:rPr>
              <a:t>254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BA5EB9-03CB-4FFA-94BF-9982FFB6677B}"/>
              </a:ext>
            </a:extLst>
          </p:cNvPr>
          <p:cNvSpPr/>
          <p:nvPr/>
        </p:nvSpPr>
        <p:spPr>
          <a:xfrm>
            <a:off x="0" y="1595497"/>
            <a:ext cx="11430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നിത്യമാം സന്തോഷം പ്രാപിക്കും അന്നു ഞാന്‍ 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 ശത്രുവിന്നതു എടുപ്പാന്‍ പാടില്ല 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ആനന്ദം കൂടിടും സാനന്ദം പാടിടും 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ശ്രീയേശു രാജന്‍ മുന്‍പാകെ</a:t>
            </a:r>
            <a:endParaRPr lang="en-US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242AEA-85BE-479F-867C-4261ED4E2BF3}"/>
              </a:ext>
            </a:extLst>
          </p:cNvPr>
          <p:cNvSpPr/>
          <p:nvPr/>
        </p:nvSpPr>
        <p:spPr>
          <a:xfrm>
            <a:off x="21265" y="3702546"/>
            <a:ext cx="1143000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Manôharamaam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seeyonil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vègam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chèrneedum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klèshamaakey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neengippôm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avidey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eththumbolh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endParaRPr lang="en-US" sz="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Nithyamaam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santhosham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praapikkum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annu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shathruvinathu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eduppaan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paadilla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Aanandam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koodidum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saanandam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paadidum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Shreeyeshu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Raajan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munpaakey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C37858-315D-40A2-9944-1033EC82F91E}"/>
              </a:ext>
            </a:extLst>
          </p:cNvPr>
          <p:cNvSpPr txBox="1"/>
          <p:nvPr/>
        </p:nvSpPr>
        <p:spPr>
          <a:xfrm>
            <a:off x="5576777" y="18005"/>
            <a:ext cx="76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608654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170</Words>
  <Application>Microsoft Office PowerPoint</Application>
  <PresentationFormat>Widescreen</PresentationFormat>
  <Paragraphs>49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254 കുഞ്ഞാട്ടിന്‍ തിരുരക്തത്താല്‍</vt:lpstr>
      <vt:lpstr>കുഞ്ഞാട്ടിന്‍ തിരുരക്തത്താല്‍ ഞാന്‍ ശുദ്ധനായ്‌തീര്‍ന്നു  തന്‍ ചങ്കിലെ ശുദ്ധരക്തത്താല്‍ ഞാന്‍ ജയം പാടിടും </vt:lpstr>
      <vt:lpstr>ആര്‍പ്പോടു  നിന്നെ   ഘോഷിക്കും ഈ സീയോന്‍ യാത്രയില്‍  മുന്‍പോട്ടുതന്നെ ഓടുന്നു എന്‍ വിരുതിനായി</vt:lpstr>
      <vt:lpstr>എന്‍ ഭാഗ്യ കാല മോർക്കുമ്പോള്‍ എന്നുള്ളംതുള്ളുന്നു  ഈ ലോകസുഖം തള്ളി ഞാന്‍ ആ ഭാഗ്യം കണ്ടപ്പോള്‍ </vt:lpstr>
      <vt:lpstr>മനോഹരമാം സീയോനില്‍ ഞാന്‍ വേഗം ചേര്‍ന്നിടും എന്‍ ക്ലേശമാകെ നീങ്ങിപ്പോം അവിടെയെത്തുമ്പോൾ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Kunjaattin thirurakthathaal</dc:title>
  <dc:creator>Digital Input; GM JOHN; Acsah Mathews</dc:creator>
  <cp:lastModifiedBy>Acsah Mathews</cp:lastModifiedBy>
  <cp:revision>36</cp:revision>
  <dcterms:created xsi:type="dcterms:W3CDTF">2013-05-06T05:45:32Z</dcterms:created>
  <dcterms:modified xsi:type="dcterms:W3CDTF">2018-11-14T16:08:48Z</dcterms:modified>
</cp:coreProperties>
</file>