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3" r:id="rId3"/>
    <p:sldId id="280" r:id="rId4"/>
    <p:sldId id="289" r:id="rId5"/>
    <p:sldId id="284" r:id="rId6"/>
    <p:sldId id="290" r:id="rId7"/>
    <p:sldId id="285" r:id="rId8"/>
    <p:sldId id="291" r:id="rId9"/>
    <p:sldId id="286" r:id="rId10"/>
    <p:sldId id="292" r:id="rId11"/>
    <p:sldId id="287" r:id="rId12"/>
    <p:sldId id="293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DF191-48E7-42B0-A9C9-D7CD9B3ED83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42F3F-8B08-4CA7-8D05-6375FECC12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8DE1D-6605-4308-BF25-C0A44E9FE24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ECFE8-3C51-4F2D-80D8-A726C23B6F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674AD-B622-4045-AE97-11255ED2502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9FB7C-E3E8-4D54-BBF7-F32B3AF4E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14D68B-4C62-4F08-AFF1-50448F04CD3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932E7-219E-460A-B493-A3950DE74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7A6D4-296B-4E92-8F8B-63EA36A25F3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260A39-0B7E-4C56-AE87-8A4EA920CD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A46CB-046B-44AF-A327-C265E92BB02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27834-7C49-40D2-B70A-1BDF26DB4E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03B5E-C746-43E4-BEBE-DBD2B2D62BD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03EA2-BC6C-463E-A829-D557925DBA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98345-282F-48B6-AA3E-2C8EB5EB77A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035D9-67AE-49C2-9FDD-20EBC579D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17AC6-7530-44A1-8316-A7BA38B03E6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CD653-696C-4D5E-8BFB-4E1911825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DB142-BB36-49B6-B58D-79A19B41660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EB4D1-2DC6-4E6D-AAF1-54E89E550B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07DCB-C2AC-4C17-AAF0-501B8E3C7FB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06A11-6F64-479B-B181-7B449D45F2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B1065E3-2B32-4ECC-8A8C-92F2773D286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09906DE-7F13-42EA-AE28-3E81175B18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730F-4ACF-45C5-9A0B-8B2A5ED15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ഓടിവാ! കൃപയാം നദിയരികിൽ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13B56-537E-446B-A571-0E687A46D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Odivaa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kripayaam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nathiyarikil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E45A4D-F5A8-4350-A873-B8ACB3213845}"/>
              </a:ext>
            </a:extLst>
          </p:cNvPr>
          <p:cNvSpPr/>
          <p:nvPr/>
        </p:nvSpPr>
        <p:spPr>
          <a:xfrm>
            <a:off x="3296117" y="4800600"/>
            <a:ext cx="21114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</a:rPr>
              <a:t>(എം. മാത്തൻ)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BBC1F-90E2-4698-B5CA-D7A42CBEA1F7}"/>
              </a:ext>
            </a:extLst>
          </p:cNvPr>
          <p:cNvSpPr/>
          <p:nvPr/>
        </p:nvSpPr>
        <p:spPr>
          <a:xfrm>
            <a:off x="7696200" y="4800600"/>
            <a:ext cx="16337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(M.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Mathen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0713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2667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ഓടിവാ! കൃപയാം നദിയരികിൽ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മലിനത നീക്കാൻ പാപീ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 കൃപയാം നദിയരികിൽ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5B1F4-D866-4EF1-85C9-3A3AD89D95E3}"/>
              </a:ext>
            </a:extLst>
          </p:cNvPr>
          <p:cNvSpPr/>
          <p:nvPr/>
        </p:nvSpPr>
        <p:spPr>
          <a:xfrm>
            <a:off x="25400" y="3395246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malinatha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285879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14400"/>
            <a:ext cx="12192000" cy="28194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 നിന്നെ കാണ്മാനേറ്റം വാടി വഴന്നവന്നുള്ളം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ഓടി വന്നു പാടുകളങ്ങേറ്റു കുരിശിൽ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നേടി നിന്‍റെ രക്ഷ യേശു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മോടിയോടുയിർത്തുപിതാവോടിരുന്നു മദ്ധ്യസ്ഥനായ്ക്കേണപേക്ഷിക്കുന്നു വേഗം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ഓടി…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12DBB-43C3-43F3-A201-08969BDB6CD6}"/>
              </a:ext>
            </a:extLst>
          </p:cNvPr>
          <p:cNvSpPr/>
          <p:nvPr/>
        </p:nvSpPr>
        <p:spPr>
          <a:xfrm>
            <a:off x="304800" y="3581400"/>
            <a:ext cx="11887200" cy="321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Thèdi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kaanhmaanèttam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vazhannavannullham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Ôdivannu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paadukalhangèttu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Môdiyoduyirththu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Pithaavôdirunnu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madhyasthanaaikkenhapèkshikkunnu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...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B1BB-384D-4570-A307-4E933F228521}"/>
              </a:ext>
            </a:extLst>
          </p:cNvPr>
          <p:cNvSpPr txBox="1"/>
          <p:nvPr/>
        </p:nvSpPr>
        <p:spPr>
          <a:xfrm>
            <a:off x="0" y="304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2667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ഓടിവാ! കൃപയാം നദിയരികിൽ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മലിനത നീക്കാൻ പാപീ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 കൃപയാം നദിയരികിൽ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5B1F4-D866-4EF1-85C9-3A3AD89D95E3}"/>
              </a:ext>
            </a:extLst>
          </p:cNvPr>
          <p:cNvSpPr/>
          <p:nvPr/>
        </p:nvSpPr>
        <p:spPr>
          <a:xfrm>
            <a:off x="25400" y="3395246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malinatha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00534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14400"/>
            <a:ext cx="12192000" cy="28194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അശുദ്ധികളൊഴിച്ചു നിൻ അകൃത്യങ്ങളകറ്റീടാൻ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വിശുദ്ധിയിന്നുറ വയെത്തുറന്ന മാർവ്വിൽ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കുളിച്ചു നീ അനുദിനം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വെളുപ്പിച്ചങ്കിയെ പിന്നെ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കുടിച്ചീടിൽ തടിച്ചു - നീ വിശുദ്ധനായ് വളർന്നീടും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12DBB-43C3-43F3-A201-08969BDB6CD6}"/>
              </a:ext>
            </a:extLst>
          </p:cNvPr>
          <p:cNvSpPr/>
          <p:nvPr/>
        </p:nvSpPr>
        <p:spPr>
          <a:xfrm>
            <a:off x="0" y="37338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Ashudhdhikalhozhichchu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Akruthyangalhakatteedaan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Vishudhdhiyinnuravayeththuranna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Kulhichu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anudinam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Velhuppinchchankiye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pinney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Kudichcheedil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thadichchu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Vishudhdhanaai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valharneedum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B1BB-384D-4570-A307-4E933F228521}"/>
              </a:ext>
            </a:extLst>
          </p:cNvPr>
          <p:cNvSpPr txBox="1"/>
          <p:nvPr/>
        </p:nvSpPr>
        <p:spPr>
          <a:xfrm>
            <a:off x="0" y="304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83641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2667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ഓടിവാ! കൃപയാം നദിയരികിൽ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മലിനത നീക്കാൻ പാപീ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 കൃപയാം നദിയരികിൽ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5B1F4-D866-4EF1-85C9-3A3AD89D95E3}"/>
              </a:ext>
            </a:extLst>
          </p:cNvPr>
          <p:cNvSpPr/>
          <p:nvPr/>
        </p:nvSpPr>
        <p:spPr>
          <a:xfrm>
            <a:off x="25400" y="3395246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malinatha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42272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14400"/>
            <a:ext cx="12192000" cy="28194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പരിശുദ്ധാത്മാവു നിന്‍റെ മരണാവസ്ഥയെ കണ്ടു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കരളലിഞ്ഞരികിൽ വന്നെടുത്തു നിന്നെ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തിരുജീവൻ ഊതി നിന്നിൽ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മറുരൂപമാക്കി നിന്നെ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തിരുസ്നാനം നല്കിയവൻ പരിശുദ്ധനായ് നടത്തും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12DBB-43C3-43F3-A201-08969BDB6CD6}"/>
              </a:ext>
            </a:extLst>
          </p:cNvPr>
          <p:cNvSpPr/>
          <p:nvPr/>
        </p:nvSpPr>
        <p:spPr>
          <a:xfrm>
            <a:off x="0" y="3733800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Parishudhdhaathmaavu ninety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Maranhaavasthaye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Karalhalinjarikil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vanneduththu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Thirujeevan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oothi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Maruroopamaakki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Thirusnaanam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nalkiyavan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Parishudhdhanaai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nadaththum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B1BB-384D-4570-A307-4E933F228521}"/>
              </a:ext>
            </a:extLst>
          </p:cNvPr>
          <p:cNvSpPr txBox="1"/>
          <p:nvPr/>
        </p:nvSpPr>
        <p:spPr>
          <a:xfrm>
            <a:off x="0" y="304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9699470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2667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ഓടിവാ! കൃപയാം നദിയരികിൽ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മലിനത നീക്കാൻ പാപീ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 കൃപയാം നദിയരികിൽ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5B1F4-D866-4EF1-85C9-3A3AD89D95E3}"/>
              </a:ext>
            </a:extLst>
          </p:cNvPr>
          <p:cNvSpPr/>
          <p:nvPr/>
        </p:nvSpPr>
        <p:spPr>
          <a:xfrm>
            <a:off x="25400" y="3395246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malinatha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801266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14400"/>
            <a:ext cx="12192000" cy="28194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സത്യമാം തിരുവചനം ശുദ്ധിവരുത്തിടും നിന്നെ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ശുദ്ധിയിൻ വഴിയതിൽ നടത്തും വചനം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നിന്‍റെ പാദങ്ങൾക്കു സത്യവെളിച്ചം തന്നിട്ടു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ശുദ്ധതയിൽ ശുദ്ധസ്ഥലത്തെത്തുവോളം തുണച്ചീടും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12DBB-43C3-43F3-A201-08969BDB6CD6}"/>
              </a:ext>
            </a:extLst>
          </p:cNvPr>
          <p:cNvSpPr/>
          <p:nvPr/>
        </p:nvSpPr>
        <p:spPr>
          <a:xfrm>
            <a:off x="0" y="3733800"/>
            <a:ext cx="12192000" cy="3214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Sathyamaam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Shuddhivaruththidum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Shuddhiyin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vazhiyathil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nadaththum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vachanam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paadangalhkku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Sathyavelhichcham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thannittu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Shuddhathayin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shuddhasthalaththeththuvôlham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											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thunhachcheedum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B1BB-384D-4570-A307-4E933F228521}"/>
              </a:ext>
            </a:extLst>
          </p:cNvPr>
          <p:cNvSpPr txBox="1"/>
          <p:nvPr/>
        </p:nvSpPr>
        <p:spPr>
          <a:xfrm>
            <a:off x="0" y="304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491316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2667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ഓടിവാ! കൃപയാം നദിയരികിൽ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മലിനത നീക്കാൻ പാപീ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 കൃപയാം നദിയരികിൽ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5B1F4-D866-4EF1-85C9-3A3AD89D95E3}"/>
              </a:ext>
            </a:extLst>
          </p:cNvPr>
          <p:cNvSpPr/>
          <p:nvPr/>
        </p:nvSpPr>
        <p:spPr>
          <a:xfrm>
            <a:off x="25400" y="3395246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malinatha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796156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14400"/>
            <a:ext cx="12192000" cy="28194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ശുദ്ധിയിന്നലങ്കാരത്തിൽ സുദ്ധിമാന്മാരെ! സ്തുതിപ്പിൻ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ശുദ്ധതയിൽ വസിക്കും യഹോവയെ-നിങ്ങൾ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വളർന്നു നാം ശുദ്ധതയിൽ മുതിർന്നു പാ-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പത്തെ നശിപ്പിച്ചീടുകിൽ ക്രിസ്തുവിൽ ജീവിച്ചീടുംനാം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12DBB-43C3-43F3-A201-08969BDB6CD6}"/>
              </a:ext>
            </a:extLst>
          </p:cNvPr>
          <p:cNvSpPr/>
          <p:nvPr/>
        </p:nvSpPr>
        <p:spPr>
          <a:xfrm>
            <a:off x="0" y="3733800"/>
            <a:ext cx="12192000" cy="2547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Shuddhiyinnalankaaraththil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Shuddhimaanmaarey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sthuthippin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Shuddhathayil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vasikkum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Yahovaye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valharnnu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Shuddhathayil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muthirnnu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nashippichcheedukil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Kristhuvil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jeevichcheedumnaam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B1BB-384D-4570-A307-4E933F228521}"/>
              </a:ext>
            </a:extLst>
          </p:cNvPr>
          <p:cNvSpPr txBox="1"/>
          <p:nvPr/>
        </p:nvSpPr>
        <p:spPr>
          <a:xfrm>
            <a:off x="0" y="3048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1320536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2667000"/>
          </a:xfrm>
        </p:spPr>
        <p:txBody>
          <a:bodyPr anchor="t"/>
          <a:lstStyle/>
          <a:p>
            <a:pPr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ഓടിവാ! കൃപയാം നദിയരികിൽ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മലിനത നീക്കാൻ പാപീ 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ഓടിവാ കൃപയാം നദിയരികിൽ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5B1F4-D866-4EF1-85C9-3A3AD89D95E3}"/>
              </a:ext>
            </a:extLst>
          </p:cNvPr>
          <p:cNvSpPr/>
          <p:nvPr/>
        </p:nvSpPr>
        <p:spPr>
          <a:xfrm>
            <a:off x="25400" y="3395246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malinatha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Odivaa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nathiyarikil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83239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233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175 ഓടിവാ! കൃപയാം നദിയരികിൽ</vt:lpstr>
      <vt:lpstr>ഓടിവാ! കൃപയാം നദിയരികിൽ - നിന്‍റെ മലിനത നീക്കാൻ പാപീ   ഓടിവാ കൃപയാം നദിയരികിൽ</vt:lpstr>
      <vt:lpstr>തേടി നിന്നെ കാണ്മാനേറ്റം വാടി വഴന്നവന്നുള്ളം  ഓടി വന്നു പാടുകളങ്ങേറ്റു കുരിശിൽ  നേടി നിന്‍റെ രക്ഷ യേശു മോടിയോടുയിർത്തുപിതാവോടിരുന്നു മദ്ധ്യസ്ഥനായ്ക്കേണപേക്ഷിക്കുന്നു വേഗം   - ഓടി…</vt:lpstr>
      <vt:lpstr>ഓടിവാ! കൃപയാം നദിയരികിൽ - നിന്‍റെ മലിനത നീക്കാൻ പാപീ   ഓടിവാ കൃപയാം നദിയരികിൽ</vt:lpstr>
      <vt:lpstr>അശുദ്ധികളൊഴിച്ചു നിൻ അകൃത്യങ്ങളകറ്റീടാൻ  വിശുദ്ധിയിന്നുറ വയെത്തുറന്ന മാർവ്വിൽ കുളിച്ചു നീ അനുദിനം വെളുപ്പിച്ചങ്കിയെ പിന്നെ  കുടിച്ചീടിൽ തടിച്ചു - നീ വിശുദ്ധനായ് വളർന്നീടും</vt:lpstr>
      <vt:lpstr>ഓടിവാ! കൃപയാം നദിയരികിൽ - നിന്‍റെ മലിനത നീക്കാൻ പാപീ   ഓടിവാ കൃപയാം നദിയരികിൽ</vt:lpstr>
      <vt:lpstr>പരിശുദ്ധാത്മാവു നിന്‍റെ മരണാവസ്ഥയെ കണ്ടു  കരളലിഞ്ഞരികിൽ വന്നെടുത്തു നിന്നെ  തിരുജീവൻ ഊതി നിന്നിൽ  മറുരൂപമാക്കി നിന്നെ  തിരുസ്നാനം നല്കിയവൻ പരിശുദ്ധനായ് നടത്തും </vt:lpstr>
      <vt:lpstr>ഓടിവാ! കൃപയാം നദിയരികിൽ - നിന്‍റെ മലിനത നീക്കാൻ പാപീ   ഓടിവാ കൃപയാം നദിയരികിൽ</vt:lpstr>
      <vt:lpstr>സത്യമാം തിരുവചനം ശുദ്ധിവരുത്തിടും നിന്നെ  ശുദ്ധിയിൻ വഴിയതിൽ നടത്തും വചനം  നിത്യം നിന്‍റെ പാദങ്ങൾക്കു സത്യവെളിച്ചം തന്നിട്ടു  ശുദ്ധതയിൽ ശുദ്ധസ്ഥലത്തെത്തുവോളം തുണച്ചീടും </vt:lpstr>
      <vt:lpstr>ഓടിവാ! കൃപയാം നദിയരികിൽ - നിന്‍റെ മലിനത നീക്കാൻ പാപീ   ഓടിവാ കൃപയാം നദിയരികിൽ</vt:lpstr>
      <vt:lpstr>ശുദ്ധിയിന്നലങ്കാരത്തിൽ സുദ്ധിമാന്മാരെ! സ്തുതിപ്പിൻ  ശുദ്ധതയിൽ വസിക്കും യഹോവയെ-നിങ്ങൾ  നിത്യം നിത്യം വളർന്നു നാം ശുദ്ധതയിൽ മുതിർന്നു പാ- പത്തെ നശിപ്പിച്ചീടുകിൽ ക്രിസ്തുവിൽ ജീവിച്ചീടുംനാം </vt:lpstr>
      <vt:lpstr>ഓടിവാ! കൃപയാം നദിയരികിൽ - നിന്‍റെ മലിനത നീക്കാൻ പാപീ   ഓടിവാ കൃപയാം നദിയരികിൽ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175 - Odivaa kripayaam</dc:title>
  <dc:creator>Digital Input:;GM JOHN</dc:creator>
  <cp:lastModifiedBy>Acsah Mathews</cp:lastModifiedBy>
  <cp:revision>468</cp:revision>
  <dcterms:created xsi:type="dcterms:W3CDTF">2013-04-19T09:19:07Z</dcterms:created>
  <dcterms:modified xsi:type="dcterms:W3CDTF">2018-11-06T19:47:44Z</dcterms:modified>
</cp:coreProperties>
</file>