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60" r:id="rId4"/>
    <p:sldId id="261" r:id="rId5"/>
    <p:sldId id="263" r:id="rId6"/>
    <p:sldId id="262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66" y="8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448C6-F5C2-48BC-B0E5-58DA70CF01DA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A2098A-AC81-4E3E-8CD0-997FEE966E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FAB119-41E7-4189-B13A-C6069AB02BE7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976DAA-E19E-475F-BA5D-1DC788DE6D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052A5B-1842-4B49-B1B9-04877BD60773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D1C52F-F324-4873-B3E4-7A159396DC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8053D5-B0EC-4CF0-9903-7BFF4C38F04A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13F260-AD2F-483E-9E2F-643DA507E3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AD4160-A5D4-4E0F-A1D5-FFEC687B06A0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39B397-F911-43E2-BB26-FD49C3EEB0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2B1C06-6EB7-4694-BD51-74A3F5F3E946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9CAF7E-46B2-4827-AB3F-91F1BC9AD2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3D114-FF83-4849-ABE5-45F8D0447728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82BA5-0C4E-4203-BF0A-21C4254C6E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AF07FD-F88A-4B84-8B02-51821237703F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E39A15-2C81-4FF1-B996-58C4C6ED92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119CF-635C-4B09-A7F9-DCEDAF40D196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1D3BC8-BB80-459C-AF18-E9605F771A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2FED7B-668F-4C56-BDA6-CF3EA4515D80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0AA10E-69FD-4287-B817-E1986C1F39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CB5EBC-8F8F-4395-93ED-DC7A9611DA11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A4A7A6-162C-4CD2-9031-98988351FF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DF6E97A-C831-4001-B2BF-05A6F9A62D53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2377241-943B-4906-9228-6F2A26C8C7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ADC7B-0582-40BF-94E0-11DD2D34A3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201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യേശുവിൻ തിരുപ്പാദത്തിൽ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0A08BE-97DE-4CDB-A8DE-C65355DD6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12192000" cy="17526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Yeshuvin </a:t>
            </a:r>
            <a:r>
              <a:rPr lang="en-US" sz="4000" b="1" dirty="0" err="1">
                <a:solidFill>
                  <a:schemeClr val="tx2"/>
                </a:solidFill>
              </a:rPr>
              <a:t>thirupaadathil</a:t>
            </a:r>
            <a:endParaRPr lang="en-US" sz="4000" b="1" dirty="0">
              <a:solidFill>
                <a:schemeClr val="tx2"/>
              </a:solidFill>
            </a:endParaRPr>
          </a:p>
          <a:p>
            <a:r>
              <a:rPr lang="en-US" sz="4000" i="1" dirty="0">
                <a:solidFill>
                  <a:schemeClr val="tx2"/>
                </a:solidFill>
              </a:rPr>
              <a:t>Sing them over again to me – P. P. Bliss</a:t>
            </a:r>
            <a:endParaRPr lang="en-US" sz="4000" i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150903-1E90-4CC1-9D70-739CA9246D49}"/>
              </a:ext>
            </a:extLst>
          </p:cNvPr>
          <p:cNvSpPr/>
          <p:nvPr/>
        </p:nvSpPr>
        <p:spPr>
          <a:xfrm>
            <a:off x="2286000" y="5454134"/>
            <a:ext cx="27158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(വിവ. വി. നാഗൽ)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BD3A1F-3CDD-44E4-8571-A68031448242}"/>
              </a:ext>
            </a:extLst>
          </p:cNvPr>
          <p:cNvSpPr/>
          <p:nvPr/>
        </p:nvSpPr>
        <p:spPr>
          <a:xfrm>
            <a:off x="7772400" y="5454134"/>
            <a:ext cx="27869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(Translation: V. </a:t>
            </a:r>
            <a:r>
              <a:rPr lang="en-US" sz="2000" dirty="0" err="1">
                <a:solidFill>
                  <a:schemeClr val="accent2"/>
                </a:solidFill>
              </a:rPr>
              <a:t>Nagal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02780146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-20595" y="830765"/>
            <a:ext cx="12192000" cy="1683835"/>
          </a:xfrm>
        </p:spPr>
        <p:txBody>
          <a:bodyPr anchor="t"/>
          <a:lstStyle/>
          <a:p>
            <a:pPr algn="l" eaLnBrk="1" hangingPunct="1">
              <a:tabLst>
                <a:tab pos="465138" algn="l"/>
              </a:tabLs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യേശുവിൻ തിരുപ്പാദത്തിൽ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ഇരുന്നു കേൾക്ക നാം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തന്‍റെ വിശുദ്ധവാക്യത്തിൽ നമ്മുടെ ജീവനാം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യേശുവിൻ സുവിശേഷം ദിവ്യമാം ഉപദേശം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598568" y="0"/>
            <a:ext cx="59343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 Black" pitchFamily="34" charset="0"/>
              </a:rPr>
              <a:t>201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EB83D6-35D0-46DF-BF4B-2568E64C3693}"/>
              </a:ext>
            </a:extLst>
          </p:cNvPr>
          <p:cNvSpPr/>
          <p:nvPr/>
        </p:nvSpPr>
        <p:spPr>
          <a:xfrm>
            <a:off x="0" y="25908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കേൾക്കുക നാം കാക്കുക നാം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ജീവന്‍റെ വാക്യങ്ങൾ 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3D2700-F096-4C66-99E4-3356DC6D39D8}"/>
              </a:ext>
            </a:extLst>
          </p:cNvPr>
          <p:cNvSpPr txBox="1"/>
          <p:nvPr/>
        </p:nvSpPr>
        <p:spPr>
          <a:xfrm>
            <a:off x="0" y="1524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A33B40-8283-47B8-8D69-1D06977ACC4A}"/>
              </a:ext>
            </a:extLst>
          </p:cNvPr>
          <p:cNvSpPr/>
          <p:nvPr/>
        </p:nvSpPr>
        <p:spPr>
          <a:xfrm>
            <a:off x="0" y="3810000"/>
            <a:ext cx="12171405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Yeshuvin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thirupaadathil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Irunnu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kelhkka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Thante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vishudha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vaakyathil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Nammude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jeevanaam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Yeshuvin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suvishesham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Divyamaam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upadesham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ACB4BF-4A84-4242-AAD9-A7976F83013D}"/>
              </a:ext>
            </a:extLst>
          </p:cNvPr>
          <p:cNvSpPr/>
          <p:nvPr/>
        </p:nvSpPr>
        <p:spPr>
          <a:xfrm>
            <a:off x="20595" y="5486400"/>
            <a:ext cx="1215081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Kelhkkuka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kaakkuka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Jeevante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vaakyangalh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-20595" y="830765"/>
            <a:ext cx="12192000" cy="1683835"/>
          </a:xfrm>
        </p:spPr>
        <p:txBody>
          <a:bodyPr anchor="t"/>
          <a:lstStyle/>
          <a:p>
            <a:pPr algn="l" eaLnBrk="1" hangingPunct="1">
              <a:tabLst>
                <a:tab pos="465138" algn="l"/>
              </a:tabLs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ദൈവവചനം ജീവനും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ശക്തിയും ആകയാൽ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ആത്മരക്ഷയുണ്ടേവനും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ഉള്ളത്തിൽ കൈക്കൊണ്ടാൽ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ആത്മമരണം മാറും നീതിയിലവൻ വാഴും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598568" y="0"/>
            <a:ext cx="59343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 Black" pitchFamily="34" charset="0"/>
              </a:rPr>
              <a:t>201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EB83D6-35D0-46DF-BF4B-2568E64C3693}"/>
              </a:ext>
            </a:extLst>
          </p:cNvPr>
          <p:cNvSpPr/>
          <p:nvPr/>
        </p:nvSpPr>
        <p:spPr>
          <a:xfrm>
            <a:off x="0" y="25908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കേൾക്കുക നാം കാക്കുക നാം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ജീവന്‍റെ വാക്യങ്ങൾ 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3D2700-F096-4C66-99E4-3356DC6D39D8}"/>
              </a:ext>
            </a:extLst>
          </p:cNvPr>
          <p:cNvSpPr txBox="1"/>
          <p:nvPr/>
        </p:nvSpPr>
        <p:spPr>
          <a:xfrm>
            <a:off x="0" y="1524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A33B40-8283-47B8-8D69-1D06977ACC4A}"/>
              </a:ext>
            </a:extLst>
          </p:cNvPr>
          <p:cNvSpPr/>
          <p:nvPr/>
        </p:nvSpPr>
        <p:spPr>
          <a:xfrm>
            <a:off x="0" y="3810000"/>
            <a:ext cx="12171405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Daivavachanam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jeevanum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Shakthiyum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aakayaal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Aathmarakshayundevanum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ullhathil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kaikondaal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Aathma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maranham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maarhum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neethiyilavan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vaazhum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ACB4BF-4A84-4242-AAD9-A7976F83013D}"/>
              </a:ext>
            </a:extLst>
          </p:cNvPr>
          <p:cNvSpPr/>
          <p:nvPr/>
        </p:nvSpPr>
        <p:spPr>
          <a:xfrm>
            <a:off x="20595" y="5486400"/>
            <a:ext cx="1215081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Kelhkkuka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kaakkuka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Jeevante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vaakyangalh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751686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-20595" y="830765"/>
            <a:ext cx="12192000" cy="1683835"/>
          </a:xfrm>
        </p:spPr>
        <p:txBody>
          <a:bodyPr anchor="t"/>
          <a:lstStyle/>
          <a:p>
            <a:pPr algn="l" eaLnBrk="1" hangingPunct="1">
              <a:tabLst>
                <a:tab pos="465138" algn="l"/>
              </a:tabLs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അന്ധനു കാഴ്ചനൽകുവാൻ വചനം മാർഗ്ഗമാം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സത്യത്തിൽ അതു കാക്കുവാൻ സ്വർഗ്ഗത്തിൻ ദാനമാം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ഒഴിയാൻ നിത്യനാശം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കാലിന്നൊരു പ്രകാശം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598568" y="0"/>
            <a:ext cx="59343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 Black" pitchFamily="34" charset="0"/>
              </a:rPr>
              <a:t>201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EB83D6-35D0-46DF-BF4B-2568E64C3693}"/>
              </a:ext>
            </a:extLst>
          </p:cNvPr>
          <p:cNvSpPr/>
          <p:nvPr/>
        </p:nvSpPr>
        <p:spPr>
          <a:xfrm>
            <a:off x="0" y="25908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കേൾക്കുക നാം കാക്കുക നാം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ജീവന്‍റെ വാക്യങ്ങൾ 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3D2700-F096-4C66-99E4-3356DC6D39D8}"/>
              </a:ext>
            </a:extLst>
          </p:cNvPr>
          <p:cNvSpPr txBox="1"/>
          <p:nvPr/>
        </p:nvSpPr>
        <p:spPr>
          <a:xfrm>
            <a:off x="0" y="1524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A33B40-8283-47B8-8D69-1D06977ACC4A}"/>
              </a:ext>
            </a:extLst>
          </p:cNvPr>
          <p:cNvSpPr/>
          <p:nvPr/>
        </p:nvSpPr>
        <p:spPr>
          <a:xfrm>
            <a:off x="0" y="3810000"/>
            <a:ext cx="12171405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Andhanu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kaazhcha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nalkuvaan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vachanam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meergamaam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Sathyathil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athu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kaakkuvaan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swarggathil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daanamaam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Ozhiyuvaan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nithyanaasham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kaalinoru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prakaasham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ACB4BF-4A84-4242-AAD9-A7976F83013D}"/>
              </a:ext>
            </a:extLst>
          </p:cNvPr>
          <p:cNvSpPr/>
          <p:nvPr/>
        </p:nvSpPr>
        <p:spPr>
          <a:xfrm>
            <a:off x="20595" y="5486400"/>
            <a:ext cx="1215081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Kelhkkuka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kaakkuka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Jeevante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vaakyangalh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677789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-20595" y="830765"/>
            <a:ext cx="12192000" cy="1683835"/>
          </a:xfrm>
        </p:spPr>
        <p:txBody>
          <a:bodyPr anchor="t"/>
          <a:lstStyle/>
          <a:p>
            <a:pPr algn="l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സത്യദൈവത്തിൻ ഭക്തന്മാർ വചനം കാക്കയാൽ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സൽപ്രവൃത്തിക്കു ശക്തന്മാർ ആകുന്നു നാൾക്കുനാൾ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ദൈവമുഖപ്രസാദം നിത്യം അവർക്കാഹ്ലാദം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598568" y="0"/>
            <a:ext cx="59343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 Black" pitchFamily="34" charset="0"/>
              </a:rPr>
              <a:t>201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EB83D6-35D0-46DF-BF4B-2568E64C3693}"/>
              </a:ext>
            </a:extLst>
          </p:cNvPr>
          <p:cNvSpPr/>
          <p:nvPr/>
        </p:nvSpPr>
        <p:spPr>
          <a:xfrm>
            <a:off x="0" y="25908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കേൾക്കുക നാം കാക്കുക നാം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ജീവന്‍റെ വാക്യങ്ങൾ 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3D2700-F096-4C66-99E4-3356DC6D39D8}"/>
              </a:ext>
            </a:extLst>
          </p:cNvPr>
          <p:cNvSpPr txBox="1"/>
          <p:nvPr/>
        </p:nvSpPr>
        <p:spPr>
          <a:xfrm>
            <a:off x="0" y="1524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A33B40-8283-47B8-8D69-1D06977ACC4A}"/>
              </a:ext>
            </a:extLst>
          </p:cNvPr>
          <p:cNvSpPr/>
          <p:nvPr/>
        </p:nvSpPr>
        <p:spPr>
          <a:xfrm>
            <a:off x="0" y="3810000"/>
            <a:ext cx="12171405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Sathya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daivathin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bhakthanmaar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vachanam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kaakkayaal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Salpravarthikku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shakthanmaarh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aakunnu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naalhkkunaalh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Daivamukha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prasaadam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nithyam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avarkkaahlhaadam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ACB4BF-4A84-4242-AAD9-A7976F83013D}"/>
              </a:ext>
            </a:extLst>
          </p:cNvPr>
          <p:cNvSpPr/>
          <p:nvPr/>
        </p:nvSpPr>
        <p:spPr>
          <a:xfrm>
            <a:off x="20595" y="5486400"/>
            <a:ext cx="1215081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Kelhkkuka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kaakkuka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Jeevante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vaakyangalh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1142706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-20595" y="830765"/>
            <a:ext cx="12192000" cy="1683835"/>
          </a:xfrm>
        </p:spPr>
        <p:txBody>
          <a:bodyPr anchor="t"/>
          <a:lstStyle/>
          <a:p>
            <a:pPr algn="l" eaLnBrk="1" hangingPunct="1">
              <a:tabLst>
                <a:tab pos="465138" algn="l"/>
              </a:tabLs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ലോകവും അവസാനിക്കും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വാനവും ഇല്ലാതാം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ദൈവവാക്കു പ്രമാണിക്കും ഭക്തനോ നിത്യനാം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വാട്ടം മാലിന്യം നാശം ഇല്ലാത്തൊരവകാശം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598568" y="0"/>
            <a:ext cx="59343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 Black" pitchFamily="34" charset="0"/>
              </a:rPr>
              <a:t>201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EB83D6-35D0-46DF-BF4B-2568E64C3693}"/>
              </a:ext>
            </a:extLst>
          </p:cNvPr>
          <p:cNvSpPr/>
          <p:nvPr/>
        </p:nvSpPr>
        <p:spPr>
          <a:xfrm>
            <a:off x="0" y="25908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കേൾക്കുക നാം കാക്കുക നാം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ജീവന്‍റെ വാക്യങ്ങൾ 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3D2700-F096-4C66-99E4-3356DC6D39D8}"/>
              </a:ext>
            </a:extLst>
          </p:cNvPr>
          <p:cNvSpPr txBox="1"/>
          <p:nvPr/>
        </p:nvSpPr>
        <p:spPr>
          <a:xfrm>
            <a:off x="0" y="1524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A33B40-8283-47B8-8D69-1D06977ACC4A}"/>
              </a:ext>
            </a:extLst>
          </p:cNvPr>
          <p:cNvSpPr/>
          <p:nvPr/>
        </p:nvSpPr>
        <p:spPr>
          <a:xfrm>
            <a:off x="0" y="3810000"/>
            <a:ext cx="12171405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Lokavum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avasaanikkum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vaanavum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illaathaam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Daivavaakku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pramaanhikkum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bhakthano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nithyanaam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Vaattam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maalinyam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naasham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illaaththoravakaasham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ACB4BF-4A84-4242-AAD9-A7976F83013D}"/>
              </a:ext>
            </a:extLst>
          </p:cNvPr>
          <p:cNvSpPr/>
          <p:nvPr/>
        </p:nvSpPr>
        <p:spPr>
          <a:xfrm>
            <a:off x="20595" y="5486400"/>
            <a:ext cx="1215081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Kelhkkuka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kaakkuka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Jeevante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vaakyangalh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3932058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173</Words>
  <Application>Microsoft Office PowerPoint</Application>
  <PresentationFormat>Widescreen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Kartika</vt:lpstr>
      <vt:lpstr>Office Theme</vt:lpstr>
      <vt:lpstr>201 യേശുവിൻ തിരുപ്പാദത്തിൽ</vt:lpstr>
      <vt:lpstr>യേശുവിൻ തിരുപ്പാദത്തിൽ  ഇരുന്നു കേൾക്ക നാം  തന്‍റെ വിശുദ്ധവാക്യത്തിൽ നമ്മുടെ ജീവനാം യേശുവിൻ സുവിശേഷം ദിവ്യമാം ഉപദേശം      </vt:lpstr>
      <vt:lpstr>ദൈവവചനം ജീവനും  ശക്തിയും ആകയാൽ  ആത്മരക്ഷയുണ്ടേവനും ഉള്ളത്തിൽ കൈക്കൊണ്ടാൽ ആത്മമരണം മാറും നീതിയിലവൻ വാഴും</vt:lpstr>
      <vt:lpstr>അന്ധനു കാഴ്ചനൽകുവാൻ വചനം മാർഗ്ഗമാം  സത്യത്തിൽ അതു കാക്കുവാൻ സ്വർഗ്ഗത്തിൻ ദാനമാം ഒഴിയാൻ നിത്യനാശം  കാലിന്നൊരു പ്രകാശം </vt:lpstr>
      <vt:lpstr>സത്യദൈവത്തിൻ ഭക്തന്മാർ വചനം കാക്കയാൽ  സൽപ്രവൃത്തിക്കു ശക്തന്മാർ ആകുന്നു നാൾക്കുനാൾ  ദൈവമുഖപ്രസാദം നിത്യം അവർക്കാഹ്ലാദം  </vt:lpstr>
      <vt:lpstr>ലോകവും അവസാനിക്കും വാനവും ഇല്ലാതാം   ദൈവവാക്കു പ്രമാണിക്കും ഭക്തനോ നിത്യനാം വാട്ടം മാലിന്യം നാശം ഇല്ലാത്തൊരവകാശം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Yeshuvin thirupaadathil</dc:title>
  <dc:creator>Digital Input:; GM JOHN; Acsah Mathews</dc:creator>
  <cp:lastModifiedBy>Acsah Mathews</cp:lastModifiedBy>
  <cp:revision>10</cp:revision>
  <dcterms:created xsi:type="dcterms:W3CDTF">2013-07-17T10:28:54Z</dcterms:created>
  <dcterms:modified xsi:type="dcterms:W3CDTF">2018-11-08T14:30:58Z</dcterms:modified>
</cp:coreProperties>
</file>