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5" r:id="rId3"/>
    <p:sldId id="277" r:id="rId4"/>
    <p:sldId id="278" r:id="rId5"/>
    <p:sldId id="282" r:id="rId6"/>
    <p:sldId id="279" r:id="rId7"/>
    <p:sldId id="283" r:id="rId8"/>
    <p:sldId id="280" r:id="rId9"/>
    <p:sldId id="284" r:id="rId10"/>
    <p:sldId id="281" r:id="rId11"/>
    <p:sldId id="28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F56FB-6659-4B8B-9FD8-113A491AB20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A8BF0-98C5-4437-B18F-8CD2B654E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F237C-F87B-4655-902D-78C37027DFF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17362-4225-4C1B-B0F3-3181A0099A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8EB3D-06AF-4C50-9F65-849D4FD73ED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AC084-02B5-4DF3-AD57-25116831E3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5EC6D-7EC4-4AD6-B870-2994160B460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AB30E-B90F-4D44-813B-D2A1DAFA85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7F440-989C-4E6E-AFD6-98E30F98EDA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02F90-C711-4059-B8D9-5FA611833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68392-AD5B-41A2-AC43-235785DF3E1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6CE03-94E5-4761-986A-58825C5C65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8E70A-C0FD-42C3-B697-68FF9AEDF53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14EBD-DB07-46D0-B217-66EE2677F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C79AA-83F4-4AE8-8496-C586C1359E4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53A8D-42B7-406B-BE2B-5EABF9CEA5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B7F5B-3E12-4DF1-9053-F502E5B0593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DC746-B59B-4C7E-B1FA-0650376A7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C47EB-9A18-4859-A7AF-DEDD2F82653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835BB-FA6D-4992-9137-0B2D9CACD2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84559-4F4C-4ED4-91A7-00B88F99F21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DE73A-E4D3-4E3E-8B79-82949D5E3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E5818E-2A14-425F-9C54-5AA90E219CB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CDD253-DAF9-45C6-A2B7-DC393224F7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419F-399E-4BF7-AE97-25E6F901E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ജീവനുണ്ടാം ഏകനോട്ടത്താൽ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0992D-5B8A-44B5-A0C6-01AA6E8BC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Jeevanundaam </a:t>
            </a:r>
            <a:r>
              <a:rPr lang="en-US" sz="4000" b="1" dirty="0" err="1">
                <a:solidFill>
                  <a:schemeClr val="tx2"/>
                </a:solidFill>
              </a:rPr>
              <a:t>èka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nottaththaal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3800" i="1" dirty="0">
                <a:solidFill>
                  <a:schemeClr val="tx2"/>
                </a:solidFill>
              </a:rPr>
              <a:t>There is life for a look – A. M. Hull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85375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11734800" cy="2362200"/>
          </a:xfrm>
        </p:spPr>
        <p:txBody>
          <a:bodyPr anchor="t"/>
          <a:lstStyle/>
          <a:p>
            <a:pPr algn="l" defTabSz="346075">
              <a:lnSpc>
                <a:spcPts val="42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ഏകനോട്ടത്താൽ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ഇപ്പോൾ നിനക്കു-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 നീ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 പ്രാപിക്കുക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ജീവനെതന്നൊരു യേശുവിൽ-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810000"/>
            <a:ext cx="1173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Jeevanundaam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nottaththaal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krushinkal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Jeevanundaam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ippolh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Paapee nokki nee raksha praapikkuka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37A54-B374-4CE5-91AD-5428C10EAA66}"/>
              </a:ext>
            </a:extLst>
          </p:cNvPr>
          <p:cNvSpPr/>
          <p:nvPr/>
        </p:nvSpPr>
        <p:spPr>
          <a:xfrm>
            <a:off x="0" y="393681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739676"/>
            <a:ext cx="11734800" cy="2765524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നോ-ക്കി-ജീവിക്ക -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ഏകനോട്ടത്താൽ ക്രൂശിങ്കൽ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ഇപ്പോൾ നിനക്കു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625477"/>
            <a:ext cx="117348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Nô-kki-jeevikka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nôttaththaal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krushinkal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ninakku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292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11734800" cy="2362200"/>
          </a:xfrm>
        </p:spPr>
        <p:txBody>
          <a:bodyPr anchor="t"/>
          <a:lstStyle/>
          <a:p>
            <a:pPr algn="l" defTabSz="346075">
              <a:lnSpc>
                <a:spcPts val="42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യേശുതാൻ നിൻപാപം വഹിച്ചിട്ടില്ലായ്കിൽ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എന്തിനു പാപവാഹകനായ്?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തൻമൃത്യു നിൻകടം വീട്ടായ്കിലെന്തിനു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പാപനാശരക്തമൊഴുക്കി?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810000"/>
            <a:ext cx="1173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Yeshuthaan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vahichchittillaaikil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Enthinupaapavaahakanaai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mrithyu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kadam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veettaikilenthinu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Paapanaasha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rakthamozhukki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37A54-B374-4CE5-91AD-5428C10EAA66}"/>
              </a:ext>
            </a:extLst>
          </p:cNvPr>
          <p:cNvSpPr/>
          <p:nvPr/>
        </p:nvSpPr>
        <p:spPr>
          <a:xfrm>
            <a:off x="0" y="393681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39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739676"/>
            <a:ext cx="11734800" cy="2765524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നോ-ക്കി-ജീവിക്ക -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ഏകനോട്ടത്താൽ ക്രൂശിങ്കൽ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ഇപ്പോൾ നിനക്കു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625477"/>
            <a:ext cx="117348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Nô-kki-jeevikka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nôttaththaal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krushinkal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ninakku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33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11734800" cy="2362200"/>
          </a:xfrm>
        </p:spPr>
        <p:txBody>
          <a:bodyPr anchor="t"/>
          <a:lstStyle/>
          <a:p>
            <a:pPr algn="l" defTabSz="346075">
              <a:lnSpc>
                <a:spcPts val="42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പ്രാർഥന കണ്ണീരും ആത്മാവെ രക്ഷിക്കാ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രക്തംതാൻ രക്ഷിക്കും ആത്മാവെ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രക്തത്തെ ചിന്തിയൊരേശുവിൽ നിൻ പാപം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സാദരം വെക്കുക നീമുദാ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810000"/>
            <a:ext cx="1173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Prarthana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kannheerum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aathmaavey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rakshikkaa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aathmaavey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chinthiyoreshuvil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Saadaram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vekkuka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neemudaa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37A54-B374-4CE5-91AD-5428C10EAA66}"/>
              </a:ext>
            </a:extLst>
          </p:cNvPr>
          <p:cNvSpPr/>
          <p:nvPr/>
        </p:nvSpPr>
        <p:spPr>
          <a:xfrm>
            <a:off x="0" y="393681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490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739676"/>
            <a:ext cx="11734800" cy="2765524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നോ-ക്കി-ജീവിക്ക -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ഏകനോട്ടത്താൽ ക്രൂശിങ്കൽ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ഇപ്പോൾ നിനക്കു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625477"/>
            <a:ext cx="117348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Nô-kki-jeevikka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nôttaththaal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krushinkal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ninakku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326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11734800" cy="2362200"/>
          </a:xfrm>
        </p:spPr>
        <p:txBody>
          <a:bodyPr anchor="t"/>
          <a:lstStyle/>
          <a:p>
            <a:pPr algn="l" defTabSz="346075">
              <a:lnSpc>
                <a:spcPts val="42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ചെയ്യേണ്ടതായിനി ഒന്നുമില്ലെന്നീശൻ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ചോന്നതാൽ സംശയം നീക്കുക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കാലത്തികവിങ്കൽ പ്രത്യക്ഷനായവൻ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വേലയെ പൂർണ്ണമായ് തികച്ചു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810000"/>
            <a:ext cx="1173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Cheyyendathaayini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onnumill-enneeshan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Chonnathaal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samshayam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Kaalaththikavinkal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prathyakshanaayavan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Vèlaye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poornhamaai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thikachchu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37A54-B374-4CE5-91AD-5428C10EAA66}"/>
              </a:ext>
            </a:extLst>
          </p:cNvPr>
          <p:cNvSpPr/>
          <p:nvPr/>
        </p:nvSpPr>
        <p:spPr>
          <a:xfrm>
            <a:off x="0" y="393681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053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739676"/>
            <a:ext cx="11734800" cy="2765524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നോ-ക്കി-ജീവിക്ക -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ഏകനോട്ടത്താൽ ക്രൂശിങ്കൽ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ഇപ്പോൾ നിനക്കു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625477"/>
            <a:ext cx="117348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Nô-kki-jeevikka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nôttaththaal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krushinkal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ninakku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839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11734800" cy="2362200"/>
          </a:xfrm>
        </p:spPr>
        <p:txBody>
          <a:bodyPr anchor="t"/>
          <a:lstStyle/>
          <a:p>
            <a:pPr algn="l" defTabSz="346075">
              <a:lnSpc>
                <a:spcPts val="42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യേശുതാൻ നൽകുന്ന നിത്യമാം ജീവനെ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ആശു നീ സാമോദം വാങ്ങുക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നിന്നുടെ നീതിയാം യേശു ജീവിക്കയാൽ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വന്നിടാ മൃത്യു എന്നറിക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810000"/>
            <a:ext cx="1173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Yeshuthaan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saamôdam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vaanguka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neethiyaam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jeevikkayaal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Vannidaa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mrithyu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ennarika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37A54-B374-4CE5-91AD-5428C10EAA66}"/>
              </a:ext>
            </a:extLst>
          </p:cNvPr>
          <p:cNvSpPr/>
          <p:nvPr/>
        </p:nvSpPr>
        <p:spPr>
          <a:xfrm>
            <a:off x="0" y="393681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0469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739676"/>
            <a:ext cx="11734800" cy="2765524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നോ-ക്കി-ജീവിക്ക -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ഏകനോട്ടത്താൽ ക്രൂശിങ്കൽ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ജീവനുണ്ടാം ഇപ്പോൾ നിനക്കു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FBF3-7933-4CE6-9E07-DEF66C6AAE1B}"/>
              </a:ext>
            </a:extLst>
          </p:cNvPr>
          <p:cNvSpPr/>
          <p:nvPr/>
        </p:nvSpPr>
        <p:spPr>
          <a:xfrm>
            <a:off x="457200" y="3625477"/>
            <a:ext cx="117348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Nô-kki-jeevikka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nôttaththaal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krushinkal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ninakku</a:t>
            </a:r>
            <a:endParaRPr lang="en-US" sz="3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287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165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180 ജീവനുണ്ടാം ഏകനോട്ടത്താൽ</vt:lpstr>
      <vt:lpstr>ജീവനുണ്ടാം ഏകനോട്ടത്താൽ ക്രൂശിങ്കൽ  ജീവനുണ്ടാം ഇപ്പോൾ നിനക്കു- പാപീ നോക്കി നീ രക്ഷ പ്രാപിക്കുക  ജീവനെതന്നൊരു യേശുവിൽ-</vt:lpstr>
      <vt:lpstr>നോ-ക്കി-ജീവിക്ക - ജീവനുണ്ടാം ഏകനോട്ടത്താൽ ക്രൂശിങ്കൽ  ജീവനുണ്ടാം ഇപ്പോൾ നിനക്കു</vt:lpstr>
      <vt:lpstr>യേശുതാൻ നിൻപാപം വഹിച്ചിട്ടില്ലായ്കിൽ  എന്തിനു പാപവാഹകനായ്? തൻമൃത്യു നിൻകടം വീട്ടായ്കിലെന്തിനു  പാപനാശരക്തമൊഴുക്കി?</vt:lpstr>
      <vt:lpstr>നോ-ക്കി-ജീവിക്ക - ജീവനുണ്ടാം ഏകനോട്ടത്താൽ ക്രൂശിങ്കൽ  ജീവനുണ്ടാം ഇപ്പോൾ നിനക്കു</vt:lpstr>
      <vt:lpstr>പ്രാർഥന കണ്ണീരും ആത്മാവെ രക്ഷിക്കാ  രക്തംതാൻ രക്ഷിക്കും ആത്മാവെ  രക്തത്തെ ചിന്തിയൊരേശുവിൽ നിൻ പാപം  സാദരം വെക്കുക നീമുദാ</vt:lpstr>
      <vt:lpstr>നോ-ക്കി-ജീവിക്ക - ജീവനുണ്ടാം ഏകനോട്ടത്താൽ ക്രൂശിങ്കൽ  ജീവനുണ്ടാം ഇപ്പോൾ നിനക്കു</vt:lpstr>
      <vt:lpstr>ചെയ്യേണ്ടതായിനി ഒന്നുമില്ലെന്നീശൻ  ചോന്നതാൽ സംശയം നീക്കുക  കാലത്തികവിങ്കൽ പ്രത്യക്ഷനായവൻ വേലയെ പൂർണ്ണമായ് തികച്ചു</vt:lpstr>
      <vt:lpstr>നോ-ക്കി-ജീവിക്ക - ജീവനുണ്ടാം ഏകനോട്ടത്താൽ ക്രൂശിങ്കൽ  ജീവനുണ്ടാം ഇപ്പോൾ നിനക്കു</vt:lpstr>
      <vt:lpstr>യേശുതാൻ നൽകുന്ന നിത്യമാം ജീവനെ  ആശു നീ സാമോദം വാങ്ങുക  നിന്നുടെ നീതിയാം യേശു ജീവിക്കയാൽ  വന്നിടാ മൃത്യു എന്നറിക</vt:lpstr>
      <vt:lpstr>നോ-ക്കി-ജീവിക്ക - ജീവനുണ്ടാം ഏകനോട്ടത്താൽ ക്രൂശിങ്കൽ  ജീവനുണ്ടാം ഇപ്പോൾ നിനക്കു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Jeevanundaam eka nottathil</dc:title>
  <dc:creator>Digital Input; GM JOHN; Acsah Mathews</dc:creator>
  <cp:lastModifiedBy>Acsah Mathews</cp:lastModifiedBy>
  <cp:revision>356</cp:revision>
  <dcterms:created xsi:type="dcterms:W3CDTF">2013-04-19T09:19:07Z</dcterms:created>
  <dcterms:modified xsi:type="dcterms:W3CDTF">2018-11-07T13:49:14Z</dcterms:modified>
</cp:coreProperties>
</file>