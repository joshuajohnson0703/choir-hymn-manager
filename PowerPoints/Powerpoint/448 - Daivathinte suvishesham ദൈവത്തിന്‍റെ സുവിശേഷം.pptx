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1CD2D-9EAD-4CBF-9AE4-530C7B52A7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A00907-7682-43EC-AB31-54D3539290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9B0B1-F7B3-44C5-BC5C-264D14A17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0ED38-AC9F-4F6C-B4D9-7D1C07440B2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FAE6A-A60D-462E-A3CC-7293A3EE1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F7B38-91F3-4357-BC19-8D2B76D67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556EB-4594-43A7-8893-BB2A0F7E1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19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19BE1-7830-4A7D-A6CC-B9C931F1A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6EB7B-A670-4A7F-9808-5048FCE01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1B611-E81F-44A6-8964-7F4FC1275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0ED38-AC9F-4F6C-B4D9-7D1C07440B2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DCB99-BE32-402F-8193-DE9F4E536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5BCE0-EC7C-45EB-93CA-2F5894CD7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556EB-4594-43A7-8893-BB2A0F7E1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178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46B98-24FD-4CD0-827F-9392EEA80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4E998-3CB5-4084-B597-4ACBAB569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6EB78-2D9D-422B-A60A-DBC79AA13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0ED38-AC9F-4F6C-B4D9-7D1C07440B2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806E6-4183-4E86-B223-A379C38DA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3110C-B2B5-49B7-AEE6-04E4F93F0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556EB-4594-43A7-8893-BB2A0F7E1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09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85F38-4797-48AC-B54A-234349784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B6A14-1484-45E1-BC4D-26331482B6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89744C-4E7B-4B5A-9DB5-C20831372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7C6913-7ED3-4E1F-AD20-942077B99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0ED38-AC9F-4F6C-B4D9-7D1C07440B2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73B7AF-D9D7-4C9C-A99D-50F07F501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12CD59-03A6-4316-8549-7C15DBFDC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556EB-4594-43A7-8893-BB2A0F7E1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31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59046-EC63-42C0-AD4E-B8B869786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244E2-DA30-4F79-AF6E-6896CBB2E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991FA7-81B9-4E73-A4ED-38774772AF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862A59-E2F6-4490-8C8B-B07BC640DC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0BA54E-BFF7-4432-972E-D5DAD73D0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C93914-05C4-4BF3-A97C-CF92178B0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0ED38-AC9F-4F6C-B4D9-7D1C07440B2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1851AA-9125-4CF1-9CFE-90477ED90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82BD60-4023-4257-A28C-6AB13D491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556EB-4594-43A7-8893-BB2A0F7E1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598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6A40C-9D1F-4B25-BF93-101C0E093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F2428B-CDCC-4554-B070-48EABC627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0ED38-AC9F-4F6C-B4D9-7D1C07440B2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18CE33-635F-472F-A97E-1C0A3442B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9B6A1-64D1-49B6-A9A3-AFBA9B721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556EB-4594-43A7-8893-BB2A0F7E1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79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95AF3A-6835-45F4-82C2-A30EFEA5C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0ED38-AC9F-4F6C-B4D9-7D1C07440B2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0D06C-FFF8-4078-8259-E2A94EA96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FCA158-F57F-4F28-B3BE-0C6F6B34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556EB-4594-43A7-8893-BB2A0F7E1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537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74405-C87C-4470-B9F6-7D1E41EFA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06198-7168-46CD-808E-299193748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E8A368-B557-4E0D-9CDF-268F97A6C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F1E58A-6732-46B7-86ED-74C4E6622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0ED38-AC9F-4F6C-B4D9-7D1C07440B2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08B765-2246-4B16-88F5-7B77AB62F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B3B008-1AE0-491E-BF35-4EB9C7BD5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556EB-4594-43A7-8893-BB2A0F7E1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478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B2532-7D08-4F35-AD8D-36DCDEC52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CCB343-D5C9-42C4-859E-16A1AA541D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050556-4E74-4F88-B5AD-669655CEC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431182-0AA6-4DEC-9589-86815A4D2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0ED38-AC9F-4F6C-B4D9-7D1C07440B2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590CBE-A6B6-4C87-9192-1539D45CE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7E2E82-597A-4C41-B7FC-F5EE56E48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556EB-4594-43A7-8893-BB2A0F7E1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946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BA56E-3B29-4548-9BB8-2FBAFC033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03A5E7-9328-4933-8154-2B481569E2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493E3-B7BB-4B7B-8898-136CDB8BB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0ED38-AC9F-4F6C-B4D9-7D1C07440B2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1550F-A58D-4611-94F8-071BE4624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AB2E5-D9B3-4C42-8820-54B1DCF57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556EB-4594-43A7-8893-BB2A0F7E1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018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BFD7F9-9879-403A-902C-74F139D751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B67CFE-C93C-4AE9-B19B-6F7FE56450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1B839-E850-4FA8-A4A5-6F956F9A0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0ED38-AC9F-4F6C-B4D9-7D1C07440B2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4D626-532D-42A5-B2BE-E105E2E61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F69AD-FCD8-4723-BA30-A2B9BB9C9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556EB-4594-43A7-8893-BB2A0F7E1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604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128044-B3C1-4D18-B2ED-49A495E40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892EF-B631-41E7-9A4D-CDBED558B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18637-44FD-451D-9EFB-84AA65FCD3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A0ED38-AC9F-4F6C-B4D9-7D1C07440B28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C0CCE-736F-4C77-A046-A199E07A56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81BAD-5C0A-4DA6-A42C-CFE4E7EEE1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B556EB-4594-43A7-8893-BB2A0F7E1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562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D9E71-DCF8-43BF-A560-0D07A20285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44062"/>
            <a:ext cx="12192000" cy="2665901"/>
          </a:xfrm>
        </p:spPr>
        <p:txBody>
          <a:bodyPr>
            <a:normAutofit/>
          </a:bodyPr>
          <a:lstStyle/>
          <a:p>
            <a:r>
              <a:rPr lang="en-US" dirty="0"/>
              <a:t>448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ദൈവത്തിന്‍റെ സുവിശേഷം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924AB6-642D-458F-AEE2-C5CDA0329D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  <a:cs typeface="Kartika" panose="02020503030404060203" pitchFamily="18" charset="0"/>
              </a:rPr>
              <a:t>Daivathinte </a:t>
            </a:r>
            <a:r>
              <a:rPr lang="en-US" sz="4000" b="1" dirty="0" err="1">
                <a:solidFill>
                  <a:srgbClr val="002060"/>
                </a:solidFill>
                <a:cs typeface="Kartika" panose="02020503030404060203" pitchFamily="18" charset="0"/>
              </a:rPr>
              <a:t>suvishesham</a:t>
            </a:r>
            <a:r>
              <a:rPr lang="en-US" sz="4000" b="1" dirty="0">
                <a:solidFill>
                  <a:srgbClr val="002060"/>
                </a:solidFill>
                <a:cs typeface="Kartika" panose="02020503030404060203" pitchFamily="18" charset="0"/>
              </a:rPr>
              <a:t> </a:t>
            </a:r>
          </a:p>
          <a:p>
            <a:r>
              <a:rPr lang="en-US" sz="4000" i="1" dirty="0">
                <a:solidFill>
                  <a:srgbClr val="002060"/>
                </a:solidFill>
                <a:cs typeface="Kartika" panose="02020503030404060203" pitchFamily="18" charset="0"/>
              </a:rPr>
              <a:t>Hark what mean those Holy voices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695686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E2D6B6-47BB-4FF5-A1EC-F3372BE499D6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rgbClr val="FF0000"/>
                </a:solidFill>
                <a:latin typeface="Calibri" panose="020F0502020204030204"/>
              </a:rPr>
              <a:t>448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B442B2-BBE4-4F67-9E2D-CB45091CE3CF}"/>
              </a:ext>
            </a:extLst>
          </p:cNvPr>
          <p:cNvSpPr txBox="1"/>
          <p:nvPr/>
        </p:nvSpPr>
        <p:spPr>
          <a:xfrm>
            <a:off x="-23448" y="23067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0C29D5-8EF9-4E17-8B94-DFB8B0A61980}"/>
              </a:ext>
            </a:extLst>
          </p:cNvPr>
          <p:cNvSpPr/>
          <p:nvPr/>
        </p:nvSpPr>
        <p:spPr>
          <a:xfrm>
            <a:off x="328246" y="1046284"/>
            <a:ext cx="11535507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ദൈവത്തിന്‍റെ സുവിശേഷം </a:t>
            </a:r>
            <a:endParaRPr lang="ml-IN" sz="36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വിലമതിയാത്തതു </a:t>
            </a:r>
            <a:endParaRPr lang="ml-IN" sz="36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ദിവ്യദാനം അതിശയം</a:t>
            </a:r>
            <a:endParaRPr lang="ml-IN" sz="36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ഗുണം ഏറീട്ടുള്ളതു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93C719-8694-4527-A8B6-4B43F22726C4}"/>
              </a:ext>
            </a:extLst>
          </p:cNvPr>
          <p:cNvSpPr/>
          <p:nvPr/>
        </p:nvSpPr>
        <p:spPr>
          <a:xfrm>
            <a:off x="1078523" y="3816233"/>
            <a:ext cx="9566031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  <a:cs typeface="Kartika" panose="02020503030404060203" pitchFamily="18" charset="0"/>
              </a:rPr>
              <a:t>Daivathinte </a:t>
            </a: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suvishesham</a:t>
            </a:r>
            <a:r>
              <a:rPr lang="en-US" sz="3600" b="1" dirty="0">
                <a:solidFill>
                  <a:srgbClr val="002060"/>
                </a:solidFill>
                <a:cs typeface="Kartika" panose="02020503030404060203" pitchFamily="18" charset="0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Vilamathiyathathu</a:t>
            </a:r>
            <a:r>
              <a:rPr lang="en-US" sz="3600" b="1" dirty="0">
                <a:solidFill>
                  <a:srgbClr val="002060"/>
                </a:solidFill>
                <a:cs typeface="Kartika" panose="02020503030404060203" pitchFamily="18" charset="0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Divyadaanam</a:t>
            </a:r>
            <a:r>
              <a:rPr lang="en-US" sz="3600" b="1" dirty="0">
                <a:solidFill>
                  <a:srgbClr val="002060"/>
                </a:solidFill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athishayam</a:t>
            </a:r>
            <a:r>
              <a:rPr lang="en-US" sz="3600" b="1" dirty="0">
                <a:solidFill>
                  <a:srgbClr val="002060"/>
                </a:solidFill>
                <a:cs typeface="Kartika" panose="02020503030404060203" pitchFamily="18" charset="0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Gunam</a:t>
            </a:r>
            <a:r>
              <a:rPr lang="en-US" sz="3600" b="1" dirty="0">
                <a:solidFill>
                  <a:srgbClr val="002060"/>
                </a:solidFill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erittullathu</a:t>
            </a:r>
            <a:r>
              <a:rPr lang="en-US" sz="3600" b="1" dirty="0">
                <a:solidFill>
                  <a:srgbClr val="002060"/>
                </a:solidFill>
                <a:cs typeface="Kartika" panose="020205030304040602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56288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E2D6B6-47BB-4FF5-A1EC-F3372BE499D6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rgbClr val="FF0000"/>
                </a:solidFill>
                <a:latin typeface="Calibri" panose="020F0502020204030204"/>
              </a:rPr>
              <a:t>448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B442B2-BBE4-4F67-9E2D-CB45091CE3CF}"/>
              </a:ext>
            </a:extLst>
          </p:cNvPr>
          <p:cNvSpPr txBox="1"/>
          <p:nvPr/>
        </p:nvSpPr>
        <p:spPr>
          <a:xfrm>
            <a:off x="-23448" y="23067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0C29D5-8EF9-4E17-8B94-DFB8B0A61980}"/>
              </a:ext>
            </a:extLst>
          </p:cNvPr>
          <p:cNvSpPr/>
          <p:nvPr/>
        </p:nvSpPr>
        <p:spPr>
          <a:xfrm>
            <a:off x="328246" y="1046284"/>
            <a:ext cx="11535507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തേനിനെക്കാള്‍ നല്ല രസം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അതിനുണ്ടു നിശ്ചയം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പുഷ്പസൌരഭ്യം ഒന്നിന്നും 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ഇത്ര ശ്രേഷ്ടതയില്ല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93C719-8694-4527-A8B6-4B43F22726C4}"/>
              </a:ext>
            </a:extLst>
          </p:cNvPr>
          <p:cNvSpPr/>
          <p:nvPr/>
        </p:nvSpPr>
        <p:spPr>
          <a:xfrm>
            <a:off x="1078523" y="3816233"/>
            <a:ext cx="9566031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Theninekkaal</a:t>
            </a:r>
            <a:r>
              <a:rPr lang="en-US" sz="3600" b="1" dirty="0">
                <a:solidFill>
                  <a:srgbClr val="002060"/>
                </a:solidFill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nalla</a:t>
            </a:r>
            <a:r>
              <a:rPr lang="en-US" sz="3600" b="1" dirty="0">
                <a:solidFill>
                  <a:srgbClr val="002060"/>
                </a:solidFill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rasam</a:t>
            </a:r>
            <a:endParaRPr lang="en-US" sz="3600" b="1" dirty="0">
              <a:solidFill>
                <a:srgbClr val="002060"/>
              </a:solidFill>
              <a:cs typeface="Kartika" panose="02020503030404060203" pitchFamily="18" charset="0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Athinundu</a:t>
            </a:r>
            <a:r>
              <a:rPr lang="en-US" sz="3600" b="1" dirty="0">
                <a:solidFill>
                  <a:srgbClr val="002060"/>
                </a:solidFill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nishchayam</a:t>
            </a:r>
            <a:endParaRPr lang="en-US" sz="3600" b="1" dirty="0">
              <a:solidFill>
                <a:srgbClr val="002060"/>
              </a:solidFill>
              <a:cs typeface="Kartika" panose="02020503030404060203" pitchFamily="18" charset="0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  <a:cs typeface="Kartika" panose="02020503030404060203" pitchFamily="18" charset="0"/>
              </a:rPr>
              <a:t>Pushpa-</a:t>
            </a: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sourabhyam</a:t>
            </a:r>
            <a:r>
              <a:rPr lang="en-US" sz="3600" b="1" dirty="0">
                <a:solidFill>
                  <a:srgbClr val="002060"/>
                </a:solidFill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onninnum</a:t>
            </a:r>
            <a:endParaRPr lang="en-US" sz="3600" b="1" dirty="0">
              <a:solidFill>
                <a:srgbClr val="002060"/>
              </a:solidFill>
              <a:cs typeface="Kartika" panose="02020503030404060203" pitchFamily="18" charset="0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Ithra</a:t>
            </a:r>
            <a:r>
              <a:rPr lang="en-US" sz="3600" b="1" dirty="0">
                <a:solidFill>
                  <a:srgbClr val="002060"/>
                </a:solidFill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shreshtathayilla</a:t>
            </a:r>
            <a:endParaRPr lang="en-US" sz="3600" b="1" dirty="0">
              <a:solidFill>
                <a:srgbClr val="002060"/>
              </a:solidFill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956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E2D6B6-47BB-4FF5-A1EC-F3372BE499D6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rgbClr val="FF0000"/>
                </a:solidFill>
                <a:latin typeface="Calibri" panose="020F0502020204030204"/>
              </a:rPr>
              <a:t>448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B442B2-BBE4-4F67-9E2D-CB45091CE3CF}"/>
              </a:ext>
            </a:extLst>
          </p:cNvPr>
          <p:cNvSpPr txBox="1"/>
          <p:nvPr/>
        </p:nvSpPr>
        <p:spPr>
          <a:xfrm>
            <a:off x="-23448" y="23067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0C29D5-8EF9-4E17-8B94-DFB8B0A61980}"/>
              </a:ext>
            </a:extLst>
          </p:cNvPr>
          <p:cNvSpPr/>
          <p:nvPr/>
        </p:nvSpPr>
        <p:spPr>
          <a:xfrm>
            <a:off x="328246" y="1046284"/>
            <a:ext cx="11535507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മാനുഷ ഹൃദയം മാത്രം 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അതിന്‍ ശക്തി അറിയും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ദു:ഖ ഭാവം കൂടെ മാറി 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സന്തോഷം സംഭവിക്കും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93C719-8694-4527-A8B6-4B43F22726C4}"/>
              </a:ext>
            </a:extLst>
          </p:cNvPr>
          <p:cNvSpPr/>
          <p:nvPr/>
        </p:nvSpPr>
        <p:spPr>
          <a:xfrm>
            <a:off x="1078523" y="3816233"/>
            <a:ext cx="9566031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Maanusha</a:t>
            </a:r>
            <a:r>
              <a:rPr lang="en-US" sz="3600" b="1" dirty="0">
                <a:solidFill>
                  <a:srgbClr val="002060"/>
                </a:solidFill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hridayam</a:t>
            </a:r>
            <a:r>
              <a:rPr lang="en-US" sz="3600" b="1" dirty="0">
                <a:solidFill>
                  <a:srgbClr val="002060"/>
                </a:solidFill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maathram</a:t>
            </a:r>
            <a:endParaRPr lang="en-US" sz="3600" b="1" dirty="0">
              <a:solidFill>
                <a:srgbClr val="002060"/>
              </a:solidFill>
              <a:cs typeface="Kartika" panose="02020503030404060203" pitchFamily="18" charset="0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Athin</a:t>
            </a:r>
            <a:r>
              <a:rPr lang="en-US" sz="3600" b="1" dirty="0">
                <a:solidFill>
                  <a:srgbClr val="002060"/>
                </a:solidFill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shakthi</a:t>
            </a:r>
            <a:r>
              <a:rPr lang="en-US" sz="3600" b="1" dirty="0">
                <a:solidFill>
                  <a:srgbClr val="002060"/>
                </a:solidFill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ariyum</a:t>
            </a:r>
            <a:endParaRPr lang="en-US" sz="3600" b="1" dirty="0">
              <a:solidFill>
                <a:srgbClr val="002060"/>
              </a:solidFill>
              <a:cs typeface="Kartika" panose="02020503030404060203" pitchFamily="18" charset="0"/>
            </a:endParaRPr>
          </a:p>
          <a:p>
            <a:pPr algn="r">
              <a:lnSpc>
                <a:spcPct val="125000"/>
              </a:lnSpc>
            </a:pPr>
            <a:r>
              <a:rPr lang="nn-NO" sz="3600" b="1" dirty="0">
                <a:solidFill>
                  <a:srgbClr val="002060"/>
                </a:solidFill>
                <a:cs typeface="Kartika" panose="02020503030404060203" pitchFamily="18" charset="0"/>
              </a:rPr>
              <a:t>Dukha bhaavam koode maari</a:t>
            </a:r>
          </a:p>
          <a:p>
            <a:pPr algn="r">
              <a:lnSpc>
                <a:spcPct val="125000"/>
              </a:lnSpc>
            </a:pPr>
            <a:r>
              <a:rPr lang="nn-NO" sz="3600" b="1" dirty="0">
                <a:solidFill>
                  <a:srgbClr val="002060"/>
                </a:solidFill>
                <a:cs typeface="Kartika" panose="02020503030404060203" pitchFamily="18" charset="0"/>
              </a:rPr>
              <a:t>Santhosham sambhavikkum</a:t>
            </a:r>
            <a:endParaRPr lang="en-US" sz="3600" b="1" dirty="0">
              <a:solidFill>
                <a:srgbClr val="002060"/>
              </a:solidFill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06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E2D6B6-47BB-4FF5-A1EC-F3372BE499D6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rgbClr val="FF0000"/>
                </a:solidFill>
                <a:latin typeface="Calibri" panose="020F0502020204030204"/>
              </a:rPr>
              <a:t>448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B442B2-BBE4-4F67-9E2D-CB45091CE3CF}"/>
              </a:ext>
            </a:extLst>
          </p:cNvPr>
          <p:cNvSpPr txBox="1"/>
          <p:nvPr/>
        </p:nvSpPr>
        <p:spPr>
          <a:xfrm>
            <a:off x="-23448" y="23067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0C29D5-8EF9-4E17-8B94-DFB8B0A61980}"/>
              </a:ext>
            </a:extLst>
          </p:cNvPr>
          <p:cNvSpPr/>
          <p:nvPr/>
        </p:nvSpPr>
        <p:spPr>
          <a:xfrm>
            <a:off x="328246" y="1046284"/>
            <a:ext cx="11535507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വിശ്വസിക്ക മാത്രം അതില്‍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ശാപമോചനം ലഭ്യം 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പാപീ നിന്‍റെ കുറ്റം തീര്‍ന്നു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നീ നല്‍ നീതിമാന്‍ ആകും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93C719-8694-4527-A8B6-4B43F22726C4}"/>
              </a:ext>
            </a:extLst>
          </p:cNvPr>
          <p:cNvSpPr/>
          <p:nvPr/>
        </p:nvSpPr>
        <p:spPr>
          <a:xfrm>
            <a:off x="1078523" y="3816233"/>
            <a:ext cx="9566031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Vishwasikka</a:t>
            </a:r>
            <a:r>
              <a:rPr lang="en-US" sz="3600" b="1" dirty="0">
                <a:solidFill>
                  <a:srgbClr val="002060"/>
                </a:solidFill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maathram</a:t>
            </a:r>
            <a:r>
              <a:rPr lang="en-US" sz="3600" b="1" dirty="0">
                <a:solidFill>
                  <a:srgbClr val="002060"/>
                </a:solidFill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athil</a:t>
            </a:r>
            <a:endParaRPr lang="en-US" sz="3600" b="1" dirty="0">
              <a:solidFill>
                <a:srgbClr val="002060"/>
              </a:solidFill>
              <a:cs typeface="Kartika" panose="02020503030404060203" pitchFamily="18" charset="0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Shaapamochanam</a:t>
            </a:r>
            <a:r>
              <a:rPr lang="en-US" sz="3600" b="1" dirty="0">
                <a:solidFill>
                  <a:srgbClr val="002060"/>
                </a:solidFill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labhyam</a:t>
            </a:r>
            <a:endParaRPr lang="en-US" sz="3600" b="1" dirty="0">
              <a:solidFill>
                <a:srgbClr val="002060"/>
              </a:solidFill>
              <a:cs typeface="Kartika" panose="02020503030404060203" pitchFamily="18" charset="0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Papee</a:t>
            </a:r>
            <a:r>
              <a:rPr lang="en-US" sz="3600" b="1" dirty="0">
                <a:solidFill>
                  <a:srgbClr val="002060"/>
                </a:solidFill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ninte</a:t>
            </a:r>
            <a:r>
              <a:rPr lang="en-US" sz="3600" b="1" dirty="0">
                <a:solidFill>
                  <a:srgbClr val="002060"/>
                </a:solidFill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kuttam</a:t>
            </a:r>
            <a:r>
              <a:rPr lang="en-US" sz="3600" b="1" dirty="0">
                <a:solidFill>
                  <a:srgbClr val="002060"/>
                </a:solidFill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theernnu</a:t>
            </a:r>
            <a:endParaRPr lang="en-US" sz="3600" b="1" dirty="0">
              <a:solidFill>
                <a:srgbClr val="002060"/>
              </a:solidFill>
              <a:cs typeface="Kartika" panose="02020503030404060203" pitchFamily="18" charset="0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  <a:cs typeface="Kartika" panose="02020503030404060203" pitchFamily="18" charset="0"/>
              </a:rPr>
              <a:t>Nee </a:t>
            </a: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nal</a:t>
            </a:r>
            <a:r>
              <a:rPr lang="en-US" sz="3600" b="1" dirty="0">
                <a:solidFill>
                  <a:srgbClr val="002060"/>
                </a:solidFill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neethiman</a:t>
            </a:r>
            <a:r>
              <a:rPr lang="en-US" sz="3600" b="1" dirty="0">
                <a:solidFill>
                  <a:srgbClr val="002060"/>
                </a:solidFill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aakum</a:t>
            </a:r>
            <a:endParaRPr lang="en-US" sz="3600" b="1" dirty="0">
              <a:solidFill>
                <a:srgbClr val="002060"/>
              </a:solidFill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663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E2D6B6-47BB-4FF5-A1EC-F3372BE499D6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rgbClr val="FF0000"/>
                </a:solidFill>
                <a:latin typeface="Calibri" panose="020F0502020204030204"/>
              </a:rPr>
              <a:t>448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B442B2-BBE4-4F67-9E2D-CB45091CE3CF}"/>
              </a:ext>
            </a:extLst>
          </p:cNvPr>
          <p:cNvSpPr txBox="1"/>
          <p:nvPr/>
        </p:nvSpPr>
        <p:spPr>
          <a:xfrm>
            <a:off x="-23448" y="23067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0C29D5-8EF9-4E17-8B94-DFB8B0A61980}"/>
              </a:ext>
            </a:extLst>
          </p:cNvPr>
          <p:cNvSpPr/>
          <p:nvPr/>
        </p:nvSpPr>
        <p:spPr>
          <a:xfrm>
            <a:off x="328246" y="1046284"/>
            <a:ext cx="11535507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സുവിശേഷം ഇതു തന്നെ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എന്‍ ആത്മാവേ സ്തുതിക്ക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ഇതില്‍ തന്നെ ഇതില്‍ മാത്രം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നിന്‍റെ രക്ഷ തേടുക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93C719-8694-4527-A8B6-4B43F22726C4}"/>
              </a:ext>
            </a:extLst>
          </p:cNvPr>
          <p:cNvSpPr/>
          <p:nvPr/>
        </p:nvSpPr>
        <p:spPr>
          <a:xfrm>
            <a:off x="1078523" y="3816233"/>
            <a:ext cx="9566031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Suvishesham</a:t>
            </a:r>
            <a:r>
              <a:rPr lang="en-US" sz="3600" b="1" dirty="0">
                <a:solidFill>
                  <a:srgbClr val="002060"/>
                </a:solidFill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ithu</a:t>
            </a:r>
            <a:r>
              <a:rPr lang="en-US" sz="3600" b="1" dirty="0">
                <a:solidFill>
                  <a:srgbClr val="002060"/>
                </a:solidFill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thanne</a:t>
            </a:r>
            <a:endParaRPr lang="en-US" sz="3600" b="1" dirty="0">
              <a:solidFill>
                <a:srgbClr val="002060"/>
              </a:solidFill>
              <a:cs typeface="Kartika" panose="02020503030404060203" pitchFamily="18" charset="0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En</a:t>
            </a:r>
            <a:r>
              <a:rPr lang="en-US" sz="3600" b="1" dirty="0">
                <a:solidFill>
                  <a:srgbClr val="002060"/>
                </a:solidFill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aathmave</a:t>
            </a:r>
            <a:r>
              <a:rPr lang="en-US" sz="3600" b="1" dirty="0">
                <a:solidFill>
                  <a:srgbClr val="002060"/>
                </a:solidFill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sthuthikka</a:t>
            </a:r>
            <a:endParaRPr lang="en-US" sz="3600" b="1" dirty="0">
              <a:solidFill>
                <a:srgbClr val="002060"/>
              </a:solidFill>
              <a:cs typeface="Kartika" panose="02020503030404060203" pitchFamily="18" charset="0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Ithil</a:t>
            </a:r>
            <a:r>
              <a:rPr lang="en-US" sz="3600" b="1" dirty="0">
                <a:solidFill>
                  <a:srgbClr val="002060"/>
                </a:solidFill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thanne</a:t>
            </a:r>
            <a:r>
              <a:rPr lang="en-US" sz="3600" b="1" dirty="0">
                <a:solidFill>
                  <a:srgbClr val="002060"/>
                </a:solidFill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ithil</a:t>
            </a:r>
            <a:r>
              <a:rPr lang="en-US" sz="3600" b="1" dirty="0">
                <a:solidFill>
                  <a:srgbClr val="002060"/>
                </a:solidFill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maathram</a:t>
            </a:r>
            <a:endParaRPr lang="en-US" sz="3600" b="1" dirty="0">
              <a:solidFill>
                <a:srgbClr val="002060"/>
              </a:solidFill>
              <a:cs typeface="Kartika" panose="02020503030404060203" pitchFamily="18" charset="0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Ninte</a:t>
            </a:r>
            <a:r>
              <a:rPr lang="en-US" sz="3600" b="1" dirty="0">
                <a:solidFill>
                  <a:srgbClr val="002060"/>
                </a:solidFill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raksha</a:t>
            </a:r>
            <a:r>
              <a:rPr lang="en-US" sz="3600" b="1" dirty="0">
                <a:solidFill>
                  <a:srgbClr val="002060"/>
                </a:solidFill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cs typeface="Kartika" panose="02020503030404060203" pitchFamily="18" charset="0"/>
              </a:rPr>
              <a:t>theduka</a:t>
            </a:r>
            <a:endParaRPr lang="en-US" sz="3600" b="1" dirty="0">
              <a:solidFill>
                <a:srgbClr val="002060"/>
              </a:solidFill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729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</Words>
  <Application>Microsoft Office PowerPoint</Application>
  <PresentationFormat>Widescreen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Kartika</vt:lpstr>
      <vt:lpstr>Office Theme</vt:lpstr>
      <vt:lpstr>448 ദൈവത്തിന്‍റെ സുവിശേഷം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Daivathinte suvishesham</dc:title>
  <dc:creator>Acsah Mathews</dc:creator>
  <cp:lastModifiedBy>Acsah Mathews</cp:lastModifiedBy>
  <cp:revision>1</cp:revision>
  <dcterms:created xsi:type="dcterms:W3CDTF">2018-11-29T19:45:56Z</dcterms:created>
  <dcterms:modified xsi:type="dcterms:W3CDTF">2018-11-29T19:46:13Z</dcterms:modified>
</cp:coreProperties>
</file>