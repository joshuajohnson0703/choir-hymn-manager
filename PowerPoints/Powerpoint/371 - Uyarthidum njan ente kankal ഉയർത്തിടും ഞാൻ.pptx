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73" r:id="rId3"/>
    <p:sldId id="276" r:id="rId4"/>
    <p:sldId id="282" r:id="rId5"/>
    <p:sldId id="277" r:id="rId6"/>
    <p:sldId id="283" r:id="rId7"/>
    <p:sldId id="278" r:id="rId8"/>
    <p:sldId id="284" r:id="rId9"/>
    <p:sldId id="279" r:id="rId10"/>
    <p:sldId id="285" r:id="rId11"/>
    <p:sldId id="280" r:id="rId12"/>
    <p:sldId id="286" r:id="rId1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4" autoAdjust="0"/>
    <p:restoredTop sz="94660"/>
  </p:normalViewPr>
  <p:slideViewPr>
    <p:cSldViewPr>
      <p:cViewPr varScale="1">
        <p:scale>
          <a:sx n="48" d="100"/>
          <a:sy n="48" d="100"/>
        </p:scale>
        <p:origin x="54" y="88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B37B7-F07B-4087-BDFA-7F3A6CDBBA4A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C9582A-F9FB-4DD0-B974-E4EC2408B8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41911F-A2AB-453C-A72B-1DB5AEFD211D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9AD9D8-984D-4F5C-9A2F-47FF6BC3FC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C0BB7E-C605-43A7-B7A2-FFF7927DFC17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BA09C9-593E-432D-BD41-22BF2A3346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866ABA-298E-4F91-8A84-C1914B8EA7AA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0436C0-65CF-447C-9E35-FD574CBF86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F61F6F-2D5D-4D54-9C02-1A37FCBD27B2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B1B08F-FC41-4136-A4C4-FC56CD8346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37980A-D3B2-45DC-B6C0-1563F45FA1B4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3C1374-C40C-471C-847F-F356B1B605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E6F983-1DD4-436C-A08B-0DC270401CED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211CCF-2409-43F8-AE8D-0D5FC76579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03D0CD-F62E-429A-92E5-2533DD0296A8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60E6DC-FEA8-4210-B17D-C5D283967D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95407E-83DB-4469-8FE2-234DBE1D9EBD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BF269A-B7AB-4E6E-A9AB-222AF83C1B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B3A2D9-A6AC-4522-91CD-DD4C35252072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205213-303E-4A5A-B68B-3B002014CA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38F3B8-10A7-41F7-9744-CE652B719FA4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329FEB-6A3D-4CF6-8299-D57D19A15C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C48D817-EE54-4D60-A2E1-313C27C958A3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328BE51-D1E6-4BA7-A205-2C9239B6AB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1A38E-82C5-4C24-A39A-3A84A957F0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371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ഉയർത്തിടും ഞാൻ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375190-FF15-4807-A8B2-EC9B237EAF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Uyarththidum </a:t>
            </a:r>
            <a:r>
              <a:rPr lang="en-US" sz="4000" b="1" dirty="0" err="1">
                <a:solidFill>
                  <a:srgbClr val="002060"/>
                </a:solidFill>
              </a:rPr>
              <a:t>njan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EB3E58-2752-4202-B450-F92C089C5A0D}"/>
              </a:ext>
            </a:extLst>
          </p:cNvPr>
          <p:cNvSpPr/>
          <p:nvPr/>
        </p:nvSpPr>
        <p:spPr>
          <a:xfrm>
            <a:off x="9429717" y="4600545"/>
            <a:ext cx="16695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</a:rPr>
              <a:t>(K. V. David)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4F51CF-E458-4723-913A-10012DD957CC}"/>
              </a:ext>
            </a:extLst>
          </p:cNvPr>
          <p:cNvSpPr/>
          <p:nvPr/>
        </p:nvSpPr>
        <p:spPr>
          <a:xfrm>
            <a:off x="931761" y="4600545"/>
            <a:ext cx="27510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  <a:latin typeface="Calibri" panose="020F0502020204030204" pitchFamily="34" charset="0"/>
              </a:rPr>
              <a:t>(കെ. വി. ഡേവിഡ്)</a:t>
            </a:r>
            <a:endParaRPr lang="en-US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7846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0" y="0"/>
            <a:ext cx="7620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371</a:t>
            </a:r>
            <a:endParaRPr lang="en-US" sz="1600" b="1" dirty="0">
              <a:solidFill>
                <a:srgbClr val="FF0000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-6626" y="990600"/>
            <a:ext cx="12192000" cy="2438400"/>
          </a:xfrm>
        </p:spPr>
        <p:txBody>
          <a:bodyPr anchor="t"/>
          <a:lstStyle/>
          <a:p>
            <a:pPr>
              <a:lnSpc>
                <a:spcPct val="114000"/>
              </a:lnSpc>
              <a:tabLst>
                <a:tab pos="40163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ഉയർത്തിടും ഞാൻ എന്‍റെ കൺകൾ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തുണയരുളും വൻഗിരിയിൽ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എൻസഹായം വാനം ഭൂമി –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അഖിലം വാഴും യഹോവയിൽ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C94B8F-00D9-40A6-99A2-DB36CDFB83AC}"/>
              </a:ext>
            </a:extLst>
          </p:cNvPr>
          <p:cNvSpPr/>
          <p:nvPr/>
        </p:nvSpPr>
        <p:spPr>
          <a:xfrm>
            <a:off x="0" y="3657600"/>
            <a:ext cx="12192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Uyarththidum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kanhkalh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Thunhayarulhum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van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giriyil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sahaayam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bhoomi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Akhilam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vaazhum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yahovayil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235226" y="1447800"/>
            <a:ext cx="10204174" cy="2438400"/>
          </a:xfrm>
        </p:spPr>
        <p:txBody>
          <a:bodyPr anchor="t"/>
          <a:lstStyle/>
          <a:p>
            <a:pPr algn="l">
              <a:lnSpc>
                <a:spcPct val="114000"/>
              </a:lnSpc>
              <a:tabLst>
                <a:tab pos="40163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യിസ്രായേലിൻ കാവൽക്കാരൻ -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നിദ്രാഭാരം തൂങ്ങുന്നില്ല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യഹോവയെൻ പാലകൻ താൻ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ഇല്ലെനിക്കു ഖേദമൊട്ടും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C94B8F-00D9-40A6-99A2-DB36CDFB83AC}"/>
              </a:ext>
            </a:extLst>
          </p:cNvPr>
          <p:cNvSpPr/>
          <p:nvPr/>
        </p:nvSpPr>
        <p:spPr>
          <a:xfrm>
            <a:off x="152400" y="3886200"/>
            <a:ext cx="9525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Israayelin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kaavalkaaran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Nidrabhaaram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thoongunilla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Yahova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paalakan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Illenikku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khedamottum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62737F-3C25-4B3C-9B71-D47B24970EB1}"/>
              </a:ext>
            </a:extLst>
          </p:cNvPr>
          <p:cNvSpPr txBox="1"/>
          <p:nvPr/>
        </p:nvSpPr>
        <p:spPr>
          <a:xfrm>
            <a:off x="0" y="799117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3AA833-5756-407B-ACED-7778E8B90317}"/>
              </a:ext>
            </a:extLst>
          </p:cNvPr>
          <p:cNvSpPr txBox="1"/>
          <p:nvPr/>
        </p:nvSpPr>
        <p:spPr>
          <a:xfrm>
            <a:off x="11430000" y="0"/>
            <a:ext cx="7620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371</a:t>
            </a:r>
            <a:endParaRPr lang="en-US" sz="1600" b="1" dirty="0">
              <a:solidFill>
                <a:srgbClr val="FF0000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210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0" y="0"/>
            <a:ext cx="7620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371</a:t>
            </a:r>
            <a:endParaRPr lang="en-US" sz="1600" b="1" dirty="0">
              <a:solidFill>
                <a:srgbClr val="FF0000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-6626" y="990600"/>
            <a:ext cx="12192000" cy="2438400"/>
          </a:xfrm>
        </p:spPr>
        <p:txBody>
          <a:bodyPr anchor="t"/>
          <a:lstStyle/>
          <a:p>
            <a:pPr>
              <a:lnSpc>
                <a:spcPct val="114000"/>
              </a:lnSpc>
              <a:tabLst>
                <a:tab pos="40163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ഉയർത്തിടും ഞാൻ എന്‍റെ കൺകൾ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തുണയരുളും വൻഗിരിയിൽ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എൻസഹായം വാനം ഭൂമി –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അഖിലം വാഴും യഹോവയിൽ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C94B8F-00D9-40A6-99A2-DB36CDFB83AC}"/>
              </a:ext>
            </a:extLst>
          </p:cNvPr>
          <p:cNvSpPr/>
          <p:nvPr/>
        </p:nvSpPr>
        <p:spPr>
          <a:xfrm>
            <a:off x="0" y="3657600"/>
            <a:ext cx="12192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Uyarththidum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kanhkalh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Thunhayarulhum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van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giriyil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sahaayam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bhoomi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Akhilam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vaazhum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yahovayil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39711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235226" y="1447800"/>
            <a:ext cx="10204174" cy="2438400"/>
          </a:xfrm>
        </p:spPr>
        <p:txBody>
          <a:bodyPr anchor="t"/>
          <a:lstStyle/>
          <a:p>
            <a:pPr algn="l">
              <a:lnSpc>
                <a:spcPct val="114000"/>
              </a:lnSpc>
              <a:tabLst>
                <a:tab pos="40163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ശത്രു ഭീതി നീക്കിയെന്നെ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മാത്രതോറും കാത്തിടുന്നു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നീതിയിൻ സൽ പാഥകളിൽ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നിത്യവും നടത്തിടുന്നു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C94B8F-00D9-40A6-99A2-DB36CDFB83AC}"/>
              </a:ext>
            </a:extLst>
          </p:cNvPr>
          <p:cNvSpPr/>
          <p:nvPr/>
        </p:nvSpPr>
        <p:spPr>
          <a:xfrm>
            <a:off x="152400" y="3886200"/>
            <a:ext cx="9525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Shathru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bheethi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neekki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Maathra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thorum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kaaththeedunnu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Neethiyin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paadhakalhil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Nithyavum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nadaththeedunnu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62737F-3C25-4B3C-9B71-D47B24970EB1}"/>
              </a:ext>
            </a:extLst>
          </p:cNvPr>
          <p:cNvSpPr txBox="1"/>
          <p:nvPr/>
        </p:nvSpPr>
        <p:spPr>
          <a:xfrm>
            <a:off x="0" y="799117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C4DDA9-E3C2-4CC0-B5B2-3BB57DF22091}"/>
              </a:ext>
            </a:extLst>
          </p:cNvPr>
          <p:cNvSpPr txBox="1"/>
          <p:nvPr/>
        </p:nvSpPr>
        <p:spPr>
          <a:xfrm>
            <a:off x="11430000" y="0"/>
            <a:ext cx="7620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371</a:t>
            </a:r>
            <a:endParaRPr lang="en-US" sz="1600" b="1" dirty="0">
              <a:solidFill>
                <a:srgbClr val="FF0000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405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0" y="0"/>
            <a:ext cx="7620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371</a:t>
            </a:r>
            <a:endParaRPr lang="en-US" sz="1600" b="1" dirty="0">
              <a:solidFill>
                <a:srgbClr val="FF0000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-6626" y="990600"/>
            <a:ext cx="12192000" cy="2438400"/>
          </a:xfrm>
        </p:spPr>
        <p:txBody>
          <a:bodyPr anchor="t"/>
          <a:lstStyle/>
          <a:p>
            <a:pPr>
              <a:lnSpc>
                <a:spcPct val="114000"/>
              </a:lnSpc>
              <a:tabLst>
                <a:tab pos="40163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ഉയർത്തിടും ഞാൻ എന്‍റെ കൺകൾ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തുണയരുളും വൻഗിരിയിൽ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എൻസഹായം വാനം ഭൂമി –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അഖിലം വാഴും യഹോവയിൽ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C94B8F-00D9-40A6-99A2-DB36CDFB83AC}"/>
              </a:ext>
            </a:extLst>
          </p:cNvPr>
          <p:cNvSpPr/>
          <p:nvPr/>
        </p:nvSpPr>
        <p:spPr>
          <a:xfrm>
            <a:off x="0" y="3657600"/>
            <a:ext cx="12192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Uyarththidum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kanhkalh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Thunhayarulhum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van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giriyil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sahaayam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bhoomi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Akhilam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vaazhum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yahovayil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50557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235226" y="1447800"/>
            <a:ext cx="10204174" cy="2438400"/>
          </a:xfrm>
        </p:spPr>
        <p:txBody>
          <a:bodyPr anchor="t"/>
          <a:lstStyle/>
          <a:p>
            <a:pPr algn="l">
              <a:lnSpc>
                <a:spcPct val="114000"/>
              </a:lnSpc>
              <a:tabLst>
                <a:tab pos="40163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ശോഭയേറും സ്വർപ്പൂരിയിൻ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തീരമതിൽ ചേർന്നീടുന്നു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ശോഭിതപുരത്തിൻ വാതിൽ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എൻമുമ്പിൽ ഞാൻ കണ്ടിടുന്നു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C94B8F-00D9-40A6-99A2-DB36CDFB83AC}"/>
              </a:ext>
            </a:extLst>
          </p:cNvPr>
          <p:cNvSpPr/>
          <p:nvPr/>
        </p:nvSpPr>
        <p:spPr>
          <a:xfrm>
            <a:off x="152400" y="3886200"/>
            <a:ext cx="9525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Shobhayerhum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swarpuriyin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theeramathil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chernnidunnu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Shobhitha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puraththin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munpil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kandidunnu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62737F-3C25-4B3C-9B71-D47B24970EB1}"/>
              </a:ext>
            </a:extLst>
          </p:cNvPr>
          <p:cNvSpPr txBox="1"/>
          <p:nvPr/>
        </p:nvSpPr>
        <p:spPr>
          <a:xfrm>
            <a:off x="0" y="799117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742102-ACE9-4BA1-8965-FFFB3E197F65}"/>
              </a:ext>
            </a:extLst>
          </p:cNvPr>
          <p:cNvSpPr txBox="1"/>
          <p:nvPr/>
        </p:nvSpPr>
        <p:spPr>
          <a:xfrm>
            <a:off x="11430000" y="0"/>
            <a:ext cx="7620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371</a:t>
            </a:r>
            <a:endParaRPr lang="en-US" sz="1600" b="1" dirty="0">
              <a:solidFill>
                <a:srgbClr val="FF0000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373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0" y="0"/>
            <a:ext cx="7620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371</a:t>
            </a:r>
            <a:endParaRPr lang="en-US" sz="1600" b="1" dirty="0">
              <a:solidFill>
                <a:srgbClr val="FF0000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-6626" y="990600"/>
            <a:ext cx="12192000" cy="2438400"/>
          </a:xfrm>
        </p:spPr>
        <p:txBody>
          <a:bodyPr anchor="t"/>
          <a:lstStyle/>
          <a:p>
            <a:pPr>
              <a:lnSpc>
                <a:spcPct val="114000"/>
              </a:lnSpc>
              <a:tabLst>
                <a:tab pos="40163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ഉയർത്തിടും ഞാൻ എന്‍റെ കൺകൾ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തുണയരുളും വൻഗിരിയിൽ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എൻസഹായം വാനം ഭൂമി –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അഖിലം വാഴും യഹോവയിൽ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C94B8F-00D9-40A6-99A2-DB36CDFB83AC}"/>
              </a:ext>
            </a:extLst>
          </p:cNvPr>
          <p:cNvSpPr/>
          <p:nvPr/>
        </p:nvSpPr>
        <p:spPr>
          <a:xfrm>
            <a:off x="0" y="3657600"/>
            <a:ext cx="12192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Uyarththidum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kanhkalh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Thunhayarulhum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van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giriyil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sahaayam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bhoomi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Akhilam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vaazhum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yahovayil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7320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235226" y="1447800"/>
            <a:ext cx="10204174" cy="2438400"/>
          </a:xfrm>
        </p:spPr>
        <p:txBody>
          <a:bodyPr anchor="t"/>
          <a:lstStyle/>
          <a:p>
            <a:pPr algn="l">
              <a:lnSpc>
                <a:spcPct val="114000"/>
              </a:lnSpc>
              <a:tabLst>
                <a:tab pos="40163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വാനസേന ഗാനം പാടി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വാണിടുന്ന സ്വർഗ്ഗസീയോൻ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ധ്യാനിച്ചിടും നേരമെന്‍റെ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മാനസം മോദിച്ചിടുന്നു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C94B8F-00D9-40A6-99A2-DB36CDFB83AC}"/>
              </a:ext>
            </a:extLst>
          </p:cNvPr>
          <p:cNvSpPr/>
          <p:nvPr/>
        </p:nvSpPr>
        <p:spPr>
          <a:xfrm>
            <a:off x="152400" y="3886200"/>
            <a:ext cx="9525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Vaanasena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gaanam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vaanhidunna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swargga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seeyon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Dhyaanicheedum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neramente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maanasam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modicheedunnu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62737F-3C25-4B3C-9B71-D47B24970EB1}"/>
              </a:ext>
            </a:extLst>
          </p:cNvPr>
          <p:cNvSpPr txBox="1"/>
          <p:nvPr/>
        </p:nvSpPr>
        <p:spPr>
          <a:xfrm>
            <a:off x="0" y="799117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8D0B6B-7BFA-45B7-8299-24E7067CEB93}"/>
              </a:ext>
            </a:extLst>
          </p:cNvPr>
          <p:cNvSpPr txBox="1"/>
          <p:nvPr/>
        </p:nvSpPr>
        <p:spPr>
          <a:xfrm>
            <a:off x="11430000" y="0"/>
            <a:ext cx="7620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371</a:t>
            </a:r>
            <a:endParaRPr lang="en-US" sz="1600" b="1" dirty="0">
              <a:solidFill>
                <a:srgbClr val="FF0000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244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0" y="0"/>
            <a:ext cx="7620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371</a:t>
            </a:r>
            <a:endParaRPr lang="en-US" sz="1600" b="1" dirty="0">
              <a:solidFill>
                <a:srgbClr val="FF0000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-6626" y="990600"/>
            <a:ext cx="12192000" cy="2438400"/>
          </a:xfrm>
        </p:spPr>
        <p:txBody>
          <a:bodyPr anchor="t"/>
          <a:lstStyle/>
          <a:p>
            <a:pPr>
              <a:lnSpc>
                <a:spcPct val="114000"/>
              </a:lnSpc>
              <a:tabLst>
                <a:tab pos="40163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ഉയർത്തിടും ഞാൻ എന്‍റെ കൺകൾ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തുണയരുളും വൻഗിരിയിൽ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എൻസഹായം വാനം ഭൂമി –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അഖിലം വാഴും യഹോവയിൽ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C94B8F-00D9-40A6-99A2-DB36CDFB83AC}"/>
              </a:ext>
            </a:extLst>
          </p:cNvPr>
          <p:cNvSpPr/>
          <p:nvPr/>
        </p:nvSpPr>
        <p:spPr>
          <a:xfrm>
            <a:off x="0" y="3657600"/>
            <a:ext cx="12192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Uyarththidum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kanhkalh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Thunhayarulhum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van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giriyil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sahaayam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bhoomi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Akhilam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vaazhum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yahovayil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28639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235226" y="1447800"/>
            <a:ext cx="10204174" cy="2438400"/>
          </a:xfrm>
        </p:spPr>
        <p:txBody>
          <a:bodyPr anchor="t"/>
          <a:lstStyle/>
          <a:p>
            <a:pPr algn="l">
              <a:lnSpc>
                <a:spcPct val="114000"/>
              </a:lnSpc>
              <a:tabLst>
                <a:tab pos="40163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ഹല്ലേലുയ്യാ! ഹല്ലേലുയ്യാ!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ചേർന്നിടും ഞാൻ ഭാഗ്യദേശേ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ഹല്ലേലുയ്യാ പാടി സർവ്വ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കാലവും ഞാൻ വാണിടുവാൻ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C94B8F-00D9-40A6-99A2-DB36CDFB83AC}"/>
              </a:ext>
            </a:extLst>
          </p:cNvPr>
          <p:cNvSpPr/>
          <p:nvPr/>
        </p:nvSpPr>
        <p:spPr>
          <a:xfrm>
            <a:off x="152400" y="3886200"/>
            <a:ext cx="9525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chernnidum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bhaagyadeshe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sarvva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kaalavum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vaanheeduvaan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62737F-3C25-4B3C-9B71-D47B24970EB1}"/>
              </a:ext>
            </a:extLst>
          </p:cNvPr>
          <p:cNvSpPr txBox="1"/>
          <p:nvPr/>
        </p:nvSpPr>
        <p:spPr>
          <a:xfrm>
            <a:off x="0" y="799117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574EC2-9C23-43D0-BC55-8F446362E69B}"/>
              </a:ext>
            </a:extLst>
          </p:cNvPr>
          <p:cNvSpPr txBox="1"/>
          <p:nvPr/>
        </p:nvSpPr>
        <p:spPr>
          <a:xfrm>
            <a:off x="11430000" y="0"/>
            <a:ext cx="7620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371</a:t>
            </a:r>
            <a:endParaRPr lang="en-US" sz="1600" b="1" dirty="0">
              <a:solidFill>
                <a:srgbClr val="FF0000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486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0" y="0"/>
            <a:ext cx="7620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371</a:t>
            </a:r>
            <a:endParaRPr lang="en-US" sz="1600" b="1" dirty="0">
              <a:solidFill>
                <a:srgbClr val="FF0000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-6626" y="990600"/>
            <a:ext cx="12192000" cy="2438400"/>
          </a:xfrm>
        </p:spPr>
        <p:txBody>
          <a:bodyPr anchor="t"/>
          <a:lstStyle/>
          <a:p>
            <a:pPr>
              <a:lnSpc>
                <a:spcPct val="114000"/>
              </a:lnSpc>
              <a:tabLst>
                <a:tab pos="40163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ഉയർത്തിടും ഞാൻ എന്‍റെ കൺകൾ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തുണയരുളും വൻഗിരിയിൽ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എൻസഹായം വാനം ഭൂമി –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അഖിലം വാഴും യഹോവയിൽ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C94B8F-00D9-40A6-99A2-DB36CDFB83AC}"/>
              </a:ext>
            </a:extLst>
          </p:cNvPr>
          <p:cNvSpPr/>
          <p:nvPr/>
        </p:nvSpPr>
        <p:spPr>
          <a:xfrm>
            <a:off x="0" y="3657600"/>
            <a:ext cx="12192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Uyarththidum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kanhkalh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Thunhayarulhum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van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giriyil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sahaayam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bhoomi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Akhilam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vaazhum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yahovayil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78792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745</TotalTime>
  <Words>213</Words>
  <Application>Microsoft Office PowerPoint</Application>
  <PresentationFormat>Widescreen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Kartika</vt:lpstr>
      <vt:lpstr>Office Theme</vt:lpstr>
      <vt:lpstr>371 ഉയർത്തിടും ഞാൻ</vt:lpstr>
      <vt:lpstr>ഉയർത്തിടും ഞാൻ എന്‍റെ കൺകൾ  തുണയരുളും വൻഗിരിയിൽ  എൻസഹായം വാനം ഭൂമി –  അഖിലം വാഴും യഹോവയിൽ</vt:lpstr>
      <vt:lpstr>യിസ്രായേലിൻ കാവൽക്കാരൻ -  നിദ്രാഭാരം തൂങ്ങുന്നില്ല  യഹോവയെൻ പാലകൻ താൻ  ഇല്ലെനിക്കു ഖേദമൊട്ടും</vt:lpstr>
      <vt:lpstr>ഉയർത്തിടും ഞാൻ എന്‍റെ കൺകൾ  തുണയരുളും വൻഗിരിയിൽ  എൻസഹായം വാനം ഭൂമി –  അഖിലം വാഴും യഹോവയിൽ</vt:lpstr>
      <vt:lpstr>ശത്രു ഭീതി നീക്കിയെന്നെ  മാത്രതോറും കാത്തിടുന്നു  നീതിയിൻ സൽ പാഥകളിൽ  നിത്യവും നടത്തിടുന്നു</vt:lpstr>
      <vt:lpstr>ഉയർത്തിടും ഞാൻ എന്‍റെ കൺകൾ  തുണയരുളും വൻഗിരിയിൽ  എൻസഹായം വാനം ഭൂമി –  അഖിലം വാഴും യഹോവയിൽ</vt:lpstr>
      <vt:lpstr>ശോഭയേറും സ്വർപ്പൂരിയിൻ  തീരമതിൽ ചേർന്നീടുന്നു  ശോഭിതപുരത്തിൻ വാതിൽ  എൻമുമ്പിൽ ഞാൻ കണ്ടിടുന്നു </vt:lpstr>
      <vt:lpstr>ഉയർത്തിടും ഞാൻ എന്‍റെ കൺകൾ  തുണയരുളും വൻഗിരിയിൽ  എൻസഹായം വാനം ഭൂമി –  അഖിലം വാഴും യഹോവയിൽ</vt:lpstr>
      <vt:lpstr>വാനസേന ഗാനം പാടി  വാണിടുന്ന സ്വർഗ്ഗസീയോൻ  ധ്യാനിച്ചിടും നേരമെന്‍റെ  മാനസം മോദിച്ചിടുന്നു</vt:lpstr>
      <vt:lpstr>ഉയർത്തിടും ഞാൻ എന്‍റെ കൺകൾ  തുണയരുളും വൻഗിരിയിൽ  എൻസഹായം വാനം ഭൂമി –  അഖിലം വാഴും യഹോവയിൽ</vt:lpstr>
      <vt:lpstr>ഹല്ലേലുയ്യാ! ഹല്ലേലുയ്യാ!  ചേർന്നിടും ഞാൻ ഭാഗ്യദേശേ  ഹല്ലേലുയ്യാ പാടി സർവ്വ  കാലവും ഞാൻ വാണിടുവാൻ</vt:lpstr>
      <vt:lpstr>ഉയർത്തിടും ഞാൻ എന്‍റെ കൺകൾ  തുണയരുളും വൻഗിരിയിൽ  എൻസഹായം വാനം ഭൂമി –  അഖിലം വാഴും യഹോവയിൽ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Uyarthidum njan</dc:title>
  <dc:creator>Digital Input:; GM JOHN; Acsah Mathews</dc:creator>
  <cp:lastModifiedBy>Acsah Mathews</cp:lastModifiedBy>
  <cp:revision>170</cp:revision>
  <dcterms:created xsi:type="dcterms:W3CDTF">2013-04-25T00:28:25Z</dcterms:created>
  <dcterms:modified xsi:type="dcterms:W3CDTF">2018-11-23T16:15:11Z</dcterms:modified>
</cp:coreProperties>
</file>