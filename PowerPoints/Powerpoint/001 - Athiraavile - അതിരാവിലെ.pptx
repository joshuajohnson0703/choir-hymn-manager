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7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567" autoAdjust="0"/>
    <p:restoredTop sz="94660"/>
  </p:normalViewPr>
  <p:slideViewPr>
    <p:cSldViewPr>
      <p:cViewPr varScale="1">
        <p:scale>
          <a:sx n="39" d="100"/>
          <a:sy n="39" d="100"/>
        </p:scale>
        <p:origin x="67" y="965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4EEC6C-9405-4FEF-8A60-710219B1D69F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4BD2D-70A5-4660-9090-C82A7AEB2B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90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7" name="Google Shape;9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AD68BEB4-288F-B673-189A-01E74E827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124427BC-0BC4-6877-9061-0ADA790DDF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5C4214AA-027F-D605-F2D1-5E53E1904A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29A1DF7E-F19B-1BCD-FE0C-6BC3031D19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9883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E9F25701-DE3F-1B6A-C508-98A408027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C6F2446B-FD97-1557-4C0B-8AE257A884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C338AE8F-B428-3178-E3CD-1DC32D3230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C69493F3-1C98-29FB-4734-5041A33CBE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4283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D1BB2D5A-03F9-9EF8-9FFA-8DCC023C1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CEB15C94-0EAB-02D6-6936-D73B8F7036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D4FE619C-799B-711A-8296-CF04000727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8F83808B-ECB0-A20A-396C-CA585570BB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9065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AA5151AA-4B00-487A-45D2-8DB43B49B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1C18CDB8-8B7D-4461-2270-E4F853318B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67CDEE03-B7D0-148B-42DD-C21B618ADF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FA770CD3-F046-FFCE-3974-51FC68F86A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9217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A7BC4486-54AF-7596-706F-815631274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C0A6DAB-F762-DACC-B2D6-255377424B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0C9C934B-5EB9-49A0-E849-DD7765C926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D6DFD0FC-2F5E-6D72-441E-8E9C79B8E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1423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A6B323E2-E0F9-0B77-4010-C6604FD71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C17C0E7-196E-F9AF-AF22-9898C70E71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3025CFA-6B1D-0C44-B112-EC8D4B293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EDFDA64C-0986-D416-D3EE-2473789379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56029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8FD248FF-77B7-BC92-B203-ED0CAA4BE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EE3B3FF1-D41E-0946-01CA-44D0E4562B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12AB75F1-2D8F-D512-6DFF-1F162CCA36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DD2CE247-F611-16EA-8C73-FE9D9C03AD0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7540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36AF40C3-6C7E-95FB-52BE-00612E1C6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EF4CF1F-4983-3FCD-A61E-592755F71E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AC94AC47-8B70-D649-D3C9-CBF5AA762E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8262796B-C46C-7A3E-1176-6BB91C8FE5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34294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693DCB76-1E06-742F-BA11-724DC7FFE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9E719ACA-20A3-0682-AA7F-26E7F51EBC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ED02B280-23A0-A434-015C-C4A9AA837A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FF8F0254-D7D9-F63B-D7C3-9172E848CE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79379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6D89029B-AABB-D3BA-892F-6EF5DEA19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E4F0C946-ADD4-4108-A548-9165A35E04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A243DAF1-6BA1-45A3-F86E-BB5D824769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E454AB4B-6C66-C043-9F66-FDE84456C3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99580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0C3C9AEA-66A6-CA21-7A07-579FF2CD3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29B2A0A0-7FD5-412F-231C-283FAC6BA7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11E3B76A-CF49-8D04-5DCB-BDCE1F9B70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FCBF8FF6-D68B-991B-FDDB-BF9879505E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41107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ECA5DA6B-BD95-BA6E-E808-693772ED1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B6BDD72-B812-2BF4-2D65-6CC0429605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4255D500-0139-3539-2EDE-10C479701C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4B57634F-86FA-64C4-DF5B-39FE11BE71B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2872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A4BD12-B5D4-4DF2-9E25-9ECB849FD60D}" type="datetimeFigureOut">
              <a:rPr lang="en-US"/>
              <a:pPr>
                <a:defRPr/>
              </a:pPr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94089F-8879-40E8-8D68-B47F028250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0595CF-5936-40D6-993E-9DBD7DBA56B4}" type="datetimeFigureOut">
              <a:rPr lang="en-US"/>
              <a:pPr>
                <a:defRPr/>
              </a:pPr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5265E6-2AFD-463B-9AC2-A446759892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B111A8-49C2-418E-84C6-9EFC13B3CE62}" type="datetimeFigureOut">
              <a:rPr lang="en-US"/>
              <a:pPr>
                <a:defRPr/>
              </a:pPr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6CECC8-2358-487D-A459-E2B6372C18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7EF76A-01C8-431E-98EA-96E05D5E4FF1}" type="datetimeFigureOut">
              <a:rPr lang="en-US"/>
              <a:pPr>
                <a:defRPr/>
              </a:pPr>
              <a:t>4/24/2025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2AF90D-DA51-48D2-BDA9-DC05B3679C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A5FD64-189E-490A-8483-16BAB23F0B8A}" type="datetimeFigureOut">
              <a:rPr lang="en-US"/>
              <a:pPr>
                <a:defRPr/>
              </a:pPr>
              <a:t>4/24/2025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490324-959B-4FC9-8076-763318D721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AB7BCB-A529-4E66-AE96-C0392780B392}" type="datetimeFigureOut">
              <a:rPr lang="en-US"/>
              <a:pPr>
                <a:defRPr/>
              </a:pPr>
              <a:t>4/24/2025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797D30-DED2-4F96-AB21-A9052D3879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E87ED8-0CF1-4647-90E7-24841B4BA0B7}" type="datetimeFigureOut">
              <a:rPr lang="en-US"/>
              <a:pPr>
                <a:defRPr/>
              </a:pPr>
              <a:t>4/24/2025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C082F6-B044-40A5-B97A-8814FAA976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80CC1C-4359-44E0-9E84-63667E61519B}" type="datetimeFigureOut">
              <a:rPr lang="en-US"/>
              <a:pPr>
                <a:defRPr/>
              </a:pPr>
              <a:t>4/24/2025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69FD9-5E75-435B-AD0D-B6C8988057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D32D23-57D9-4E28-A62E-29ECFBF6A451}" type="datetimeFigureOut">
              <a:rPr lang="en-US"/>
              <a:pPr>
                <a:defRPr/>
              </a:pPr>
              <a:t>4/24/2025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1FE8A7-01C9-4A2B-AC60-A600718244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0DE6A8-DA11-48E5-910F-81F83C21CB94}" type="datetimeFigureOut">
              <a:rPr lang="en-US"/>
              <a:pPr>
                <a:defRPr/>
              </a:pPr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D65204-5D39-4475-8527-157FE4E228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9286A0-2B54-4AB6-A6C6-DEF285866200}" type="datetimeFigureOut">
              <a:rPr lang="en-US"/>
              <a:pPr>
                <a:defRPr/>
              </a:pPr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23DBFC-A2EA-4667-9791-D6CFDB8B6C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380A58C-1854-46AE-870F-8B1AA4FBE9FA}" type="datetimeFigureOut">
              <a:rPr lang="en-US"/>
              <a:pPr>
                <a:defRPr/>
              </a:pPr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5ECA4B8-5EB0-412B-A9F8-24ABBBABFC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B97ED-8E16-4578-80E6-3E36080B00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001</a:t>
            </a:r>
            <a:br>
              <a:rPr lang="en-US" dirty="0"/>
            </a:br>
            <a:r>
              <a:rPr lang="ml-IN" b="1" dirty="0"/>
              <a:t>അതിരാവിലെ തിരുസന്നിധി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0C9C57-3630-4C41-8637-91FCF86577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Athiraaviley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thirusannidhi</a:t>
            </a:r>
            <a:endParaRPr lang="en-US" sz="4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34F516-B306-4D32-A22E-81CC9EE96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18605" y="0"/>
            <a:ext cx="67339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001</a:t>
            </a:r>
          </a:p>
        </p:txBody>
      </p:sp>
    </p:spTree>
    <p:extLst>
      <p:ext uri="{BB962C8B-B14F-4D97-AF65-F5344CB8AC3E}">
        <p14:creationId xmlns:p14="http://schemas.microsoft.com/office/powerpoint/2010/main" val="308610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14000"/>
              </a:lnSpc>
            </a:pPr>
            <a:r>
              <a:rPr lang="ml-IN" sz="2800" b="1" dirty="0"/>
              <a:t>അതിരാവിലെ തിരുസന്നിധി</a:t>
            </a:r>
            <a:br>
              <a:rPr lang="en-US" sz="2800" b="1" dirty="0">
                <a:cs typeface="Kartika" pitchFamily="18" charset="0"/>
              </a:rPr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അണയുന്നൊരു സമയേ</a:t>
            </a:r>
            <a:br>
              <a:rPr lang="en-US" sz="2800" b="1" dirty="0">
                <a:cs typeface="Kartika" pitchFamily="18" charset="0"/>
              </a:rPr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അതിയായ് നിന്നെ സ്തുതിപ്പാന്‍ കൃപ</a:t>
            </a:r>
            <a:br>
              <a:rPr lang="en-US" sz="2800" b="1" dirty="0">
                <a:cs typeface="Kartika" pitchFamily="18" charset="0"/>
              </a:rPr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അരുള്‍ക യേശുപരനേ</a:t>
            </a:r>
            <a:r>
              <a:rPr lang="en-US" sz="2800" b="1" dirty="0"/>
              <a:t>!</a:t>
            </a:r>
            <a:endParaRPr lang="ml-IN" sz="2800" b="1" dirty="0">
              <a:solidFill>
                <a:srgbClr val="000000"/>
              </a:solidFill>
              <a:latin typeface="Kartika" panose="02020503030404060203" pitchFamily="18" charset="0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6217923" y="778617"/>
            <a:ext cx="5974200" cy="2082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ctr"/>
            <a:r>
              <a:rPr lang="en-US" sz="3200" b="1" dirty="0" err="1">
                <a:latin typeface="+mj-lt"/>
              </a:rPr>
              <a:t>Athiraaviley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thirusannidhi</a:t>
            </a:r>
            <a:r>
              <a:rPr lang="en-US" sz="3200" b="1" dirty="0">
                <a:latin typeface="+mj-lt"/>
              </a:rPr>
              <a:t> </a:t>
            </a:r>
          </a:p>
          <a:p>
            <a:pPr algn="ctr"/>
            <a:r>
              <a:rPr lang="en-US" sz="3200" b="1" dirty="0" err="1">
                <a:latin typeface="+mj-lt"/>
              </a:rPr>
              <a:t>Anhayunnoru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samayey</a:t>
            </a:r>
            <a:r>
              <a:rPr lang="en-US" sz="3200" b="1" dirty="0">
                <a:latin typeface="+mj-lt"/>
              </a:rPr>
              <a:t> </a:t>
            </a:r>
          </a:p>
          <a:p>
            <a:pPr algn="ctr"/>
            <a:r>
              <a:rPr lang="en-US" sz="3200" b="1" dirty="0" err="1">
                <a:latin typeface="+mj-lt"/>
              </a:rPr>
              <a:t>Athinaay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ninney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sthuthippaan</a:t>
            </a:r>
            <a:r>
              <a:rPr lang="en-US" sz="3200" b="1" dirty="0">
                <a:latin typeface="+mj-lt"/>
              </a:rPr>
              <a:t> </a:t>
            </a:r>
          </a:p>
          <a:p>
            <a:pPr algn="ctr"/>
            <a:r>
              <a:rPr lang="en-US" sz="3200" b="1" dirty="0" err="1">
                <a:latin typeface="+mj-lt"/>
              </a:rPr>
              <a:t>kripa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Arulhka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Yeshuparaney</a:t>
            </a:r>
            <a:r>
              <a:rPr lang="en-US" sz="3200" b="1" dirty="0">
                <a:latin typeface="+mj-lt"/>
              </a:rPr>
              <a:t>! </a:t>
            </a:r>
          </a:p>
        </p:txBody>
      </p:sp>
      <p:sp>
        <p:nvSpPr>
          <p:cNvPr id="101" name="Google Shape;101;p2"/>
          <p:cNvSpPr txBox="1"/>
          <p:nvPr/>
        </p:nvSpPr>
        <p:spPr>
          <a:xfrm>
            <a:off x="838200" y="4655293"/>
            <a:ext cx="10515600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At early dawn, as I near Your holy presence,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O moment approaching,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Grant me, O Lord Jesus, the grace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To praise You deeply!</a:t>
            </a:r>
            <a:endParaRPr sz="3000" b="1" i="1" dirty="0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2"/>
          <p:cNvCxnSpPr>
            <a:endCxn id="102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Rectangle 3">
            <a:extLst>
              <a:ext uri="{FF2B5EF4-FFF2-40B4-BE49-F238E27FC236}">
                <a16:creationId xmlns:a16="http://schemas.microsoft.com/office/drawing/2014/main" id="{9FF0D917-2CE0-817C-786C-9CA68E345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18605" y="0"/>
            <a:ext cx="67339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E189A471-44F8-4804-BCCD-B6A4297A7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7EA61FBD-629A-81B7-5AE0-8F08D7D4D0B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>
              <a:lnSpc>
                <a:spcPct val="114000"/>
              </a:lnSpc>
            </a:pPr>
            <a:r>
              <a:rPr lang="ml-IN" sz="2800" b="1" dirty="0"/>
              <a:t>രജനിയതിലടിയാനെ നീ</a:t>
            </a:r>
            <a:br>
              <a:rPr lang="en-US" sz="2800" b="1" dirty="0">
                <a:cs typeface="Kartika" pitchFamily="18" charset="0"/>
              </a:rPr>
            </a:br>
            <a:r>
              <a:rPr lang="ml-IN" sz="2800" b="1" dirty="0"/>
              <a:t>സുഖമായ് കാത്ത കൃപയ്ക്കായ്</a:t>
            </a:r>
            <a:br>
              <a:rPr lang="en-US" sz="2800" b="1" dirty="0">
                <a:cs typeface="Kartika" pitchFamily="18" charset="0"/>
              </a:rPr>
            </a:br>
            <a:r>
              <a:rPr lang="ml-IN" sz="2800" b="1" dirty="0"/>
              <a:t>ഭജനീയമാം തിരുനാമത്തി-</a:t>
            </a:r>
            <a:br>
              <a:rPr lang="en-US" sz="2800" b="1" dirty="0">
                <a:cs typeface="Kartika" pitchFamily="18" charset="0"/>
              </a:rPr>
            </a:br>
            <a:r>
              <a:rPr lang="ml-IN" sz="2800" b="1" dirty="0"/>
              <a:t>ന്നനന്തം സ്തുതി മഹത്വം</a:t>
            </a:r>
            <a:endParaRPr lang="ml-IN" sz="2800" b="1" dirty="0">
              <a:solidFill>
                <a:srgbClr val="000000"/>
              </a:solidFill>
              <a:latin typeface="Kartika" panose="02020503030404060203" pitchFamily="18" charset="0"/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AD72046F-E32A-80B4-5B4C-FF52876DE4CD}"/>
              </a:ext>
            </a:extLst>
          </p:cNvPr>
          <p:cNvSpPr txBox="1"/>
          <p:nvPr/>
        </p:nvSpPr>
        <p:spPr>
          <a:xfrm>
            <a:off x="6217923" y="778617"/>
            <a:ext cx="5974200" cy="2574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ctr"/>
            <a:r>
              <a:rPr lang="en-US" sz="3200" b="1" dirty="0" err="1">
                <a:latin typeface="+mj-lt"/>
              </a:rPr>
              <a:t>Rajaneeyathil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adiyaaney</a:t>
            </a:r>
            <a:r>
              <a:rPr lang="en-US" sz="3200" b="1" dirty="0">
                <a:latin typeface="+mj-lt"/>
              </a:rPr>
              <a:t> nee</a:t>
            </a:r>
          </a:p>
          <a:p>
            <a:pPr algn="ctr"/>
            <a:r>
              <a:rPr lang="en-US" sz="3200" b="1" dirty="0">
                <a:latin typeface="+mj-lt"/>
              </a:rPr>
              <a:t>    </a:t>
            </a:r>
            <a:r>
              <a:rPr lang="en-US" sz="3200" b="1" dirty="0" err="1">
                <a:latin typeface="+mj-lt"/>
              </a:rPr>
              <a:t>Sukhamaay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kaatha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kripakyaay</a:t>
            </a:r>
            <a:endParaRPr lang="en-US" sz="3200" b="1" dirty="0">
              <a:latin typeface="+mj-lt"/>
            </a:endParaRPr>
          </a:p>
          <a:p>
            <a:pPr algn="ctr"/>
            <a:r>
              <a:rPr lang="en-US" sz="3200" b="1" dirty="0">
                <a:latin typeface="+mj-lt"/>
              </a:rPr>
              <a:t>    </a:t>
            </a:r>
            <a:r>
              <a:rPr lang="en-US" sz="3200" b="1" dirty="0" err="1">
                <a:latin typeface="+mj-lt"/>
              </a:rPr>
              <a:t>Bhajaneeyamaam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thiru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naamathin</a:t>
            </a:r>
            <a:r>
              <a:rPr lang="en-US" sz="3200" b="1" dirty="0">
                <a:latin typeface="+mj-lt"/>
              </a:rPr>
              <a:t>-</a:t>
            </a:r>
          </a:p>
          <a:p>
            <a:pPr algn="ctr"/>
            <a:r>
              <a:rPr lang="en-US" sz="3200" b="1" dirty="0">
                <a:latin typeface="+mj-lt"/>
              </a:rPr>
              <a:t>    </a:t>
            </a:r>
            <a:r>
              <a:rPr lang="en-US" sz="3200" b="1" dirty="0" err="1">
                <a:latin typeface="+mj-lt"/>
              </a:rPr>
              <a:t>Anantham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sthuthi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mahathwam</a:t>
            </a:r>
            <a:endParaRPr lang="en-US" sz="3200" b="1" dirty="0">
              <a:latin typeface="+mj-lt"/>
            </a:endParaRP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13EB6F9B-7EEC-B573-A176-73136A93A942}"/>
              </a:ext>
            </a:extLst>
          </p:cNvPr>
          <p:cNvSpPr txBox="1"/>
          <p:nvPr/>
        </p:nvSpPr>
        <p:spPr>
          <a:xfrm>
            <a:off x="838200" y="4655293"/>
            <a:ext cx="10515600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In the night, You watched over me, Your servant,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In peace, by Your gracious care.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To Your holy and worshipful Name –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Be endless praise and glory!</a:t>
            </a:r>
          </a:p>
        </p:txBody>
      </p:sp>
      <p:sp>
        <p:nvSpPr>
          <p:cNvPr id="102" name="Google Shape;102;p2">
            <a:extLst>
              <a:ext uri="{FF2B5EF4-FFF2-40B4-BE49-F238E27FC236}">
                <a16:creationId xmlns:a16="http://schemas.microsoft.com/office/drawing/2014/main" id="{23CE6CE7-5725-F77C-5624-9E19CD1AFA66}"/>
              </a:ext>
            </a:extLst>
          </p:cNvPr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2">
            <a:extLst>
              <a:ext uri="{FF2B5EF4-FFF2-40B4-BE49-F238E27FC236}">
                <a16:creationId xmlns:a16="http://schemas.microsoft.com/office/drawing/2014/main" id="{C9B629AA-6151-93DA-9878-BC96A9C50B04}"/>
              </a:ext>
            </a:extLst>
          </p:cNvPr>
          <p:cNvCxnSpPr>
            <a:endCxn id="102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Rectangle 3">
            <a:extLst>
              <a:ext uri="{FF2B5EF4-FFF2-40B4-BE49-F238E27FC236}">
                <a16:creationId xmlns:a16="http://schemas.microsoft.com/office/drawing/2014/main" id="{58260DE6-D025-6244-383B-CA1D2A249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18605" y="0"/>
            <a:ext cx="67339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001</a:t>
            </a:r>
          </a:p>
        </p:txBody>
      </p:sp>
    </p:spTree>
    <p:extLst>
      <p:ext uri="{BB962C8B-B14F-4D97-AF65-F5344CB8AC3E}">
        <p14:creationId xmlns:p14="http://schemas.microsoft.com/office/powerpoint/2010/main" val="2637035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5712CC70-A606-0370-29ED-099BBBE82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8222938B-DC55-271A-0F3D-C7F89CB7194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14000"/>
              </a:lnSpc>
            </a:pPr>
            <a:r>
              <a:rPr lang="ml-IN" sz="2800" b="1" dirty="0"/>
              <a:t>അതിരാവിലെ തിരുസന്നിധി</a:t>
            </a:r>
            <a:br>
              <a:rPr lang="en-US" sz="2800" b="1" dirty="0">
                <a:cs typeface="Kartika" pitchFamily="18" charset="0"/>
              </a:rPr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അണയുന്നൊരു സമയേ</a:t>
            </a:r>
            <a:br>
              <a:rPr lang="en-US" sz="2800" b="1" dirty="0">
                <a:cs typeface="Kartika" pitchFamily="18" charset="0"/>
              </a:rPr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അതിയായ് നിന്നെ സ്തുതിപ്പാന്‍ കൃപ</a:t>
            </a:r>
            <a:br>
              <a:rPr lang="en-US" sz="2800" b="1" dirty="0">
                <a:cs typeface="Kartika" pitchFamily="18" charset="0"/>
              </a:rPr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അരുള്‍ക യേശുപരനേ</a:t>
            </a:r>
            <a:r>
              <a:rPr lang="en-US" sz="2800" b="1" dirty="0"/>
              <a:t>!</a:t>
            </a:r>
            <a:endParaRPr lang="ml-IN" sz="2800" b="1" dirty="0">
              <a:solidFill>
                <a:srgbClr val="000000"/>
              </a:solidFill>
              <a:latin typeface="Kartika" panose="02020503030404060203" pitchFamily="18" charset="0"/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6F1880E-7405-463C-9F94-64B1B95B9131}"/>
              </a:ext>
            </a:extLst>
          </p:cNvPr>
          <p:cNvSpPr txBox="1"/>
          <p:nvPr/>
        </p:nvSpPr>
        <p:spPr>
          <a:xfrm>
            <a:off x="6217923" y="778617"/>
            <a:ext cx="5974200" cy="2082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ctr"/>
            <a:r>
              <a:rPr lang="en-US" sz="3200" b="1" dirty="0" err="1">
                <a:latin typeface="+mj-lt"/>
              </a:rPr>
              <a:t>Athiraaviley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thirusannidhi</a:t>
            </a:r>
            <a:r>
              <a:rPr lang="en-US" sz="3200" b="1" dirty="0">
                <a:latin typeface="+mj-lt"/>
              </a:rPr>
              <a:t> </a:t>
            </a:r>
          </a:p>
          <a:p>
            <a:pPr algn="ctr"/>
            <a:r>
              <a:rPr lang="en-US" sz="3200" b="1" dirty="0" err="1">
                <a:latin typeface="+mj-lt"/>
              </a:rPr>
              <a:t>Anhayunnoru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samayey</a:t>
            </a:r>
            <a:r>
              <a:rPr lang="en-US" sz="3200" b="1" dirty="0">
                <a:latin typeface="+mj-lt"/>
              </a:rPr>
              <a:t> </a:t>
            </a:r>
          </a:p>
          <a:p>
            <a:pPr algn="ctr"/>
            <a:r>
              <a:rPr lang="en-US" sz="3200" b="1" dirty="0" err="1">
                <a:latin typeface="+mj-lt"/>
              </a:rPr>
              <a:t>Athinaay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ninney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sthuthippaan</a:t>
            </a:r>
            <a:r>
              <a:rPr lang="en-US" sz="3200" b="1" dirty="0">
                <a:latin typeface="+mj-lt"/>
              </a:rPr>
              <a:t> </a:t>
            </a:r>
          </a:p>
          <a:p>
            <a:pPr algn="ctr"/>
            <a:r>
              <a:rPr lang="en-US" sz="3200" b="1" dirty="0" err="1">
                <a:latin typeface="+mj-lt"/>
              </a:rPr>
              <a:t>kripa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Arulhka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Yeshuparaney</a:t>
            </a:r>
            <a:r>
              <a:rPr lang="en-US" sz="3200" b="1" dirty="0">
                <a:latin typeface="+mj-lt"/>
              </a:rPr>
              <a:t>! </a:t>
            </a: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773DD57-11FA-4FDA-BF34-9C2A6025B79C}"/>
              </a:ext>
            </a:extLst>
          </p:cNvPr>
          <p:cNvSpPr txBox="1"/>
          <p:nvPr/>
        </p:nvSpPr>
        <p:spPr>
          <a:xfrm>
            <a:off x="838200" y="4655293"/>
            <a:ext cx="10515600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At early dawn, as I near Your holy presence,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O moment approaching,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Grant me, O Lord Jesus, the grace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To praise You deeply!</a:t>
            </a:r>
            <a:endParaRPr sz="3000" b="1" i="1" dirty="0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>
            <a:extLst>
              <a:ext uri="{FF2B5EF4-FFF2-40B4-BE49-F238E27FC236}">
                <a16:creationId xmlns:a16="http://schemas.microsoft.com/office/drawing/2014/main" id="{02AF9299-D450-5A89-0D92-8C57A196C114}"/>
              </a:ext>
            </a:extLst>
          </p:cNvPr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2">
            <a:extLst>
              <a:ext uri="{FF2B5EF4-FFF2-40B4-BE49-F238E27FC236}">
                <a16:creationId xmlns:a16="http://schemas.microsoft.com/office/drawing/2014/main" id="{D557F29E-C4F5-820C-CB23-989E61034D81}"/>
              </a:ext>
            </a:extLst>
          </p:cNvPr>
          <p:cNvCxnSpPr>
            <a:endCxn id="102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Rectangle 3">
            <a:extLst>
              <a:ext uri="{FF2B5EF4-FFF2-40B4-BE49-F238E27FC236}">
                <a16:creationId xmlns:a16="http://schemas.microsoft.com/office/drawing/2014/main" id="{228625BA-8394-4722-DE47-E09F9B2D4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18605" y="0"/>
            <a:ext cx="67339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001</a:t>
            </a:r>
          </a:p>
        </p:txBody>
      </p:sp>
    </p:spTree>
    <p:extLst>
      <p:ext uri="{BB962C8B-B14F-4D97-AF65-F5344CB8AC3E}">
        <p14:creationId xmlns:p14="http://schemas.microsoft.com/office/powerpoint/2010/main" val="1991822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5BDD150A-BC92-5F9F-00B6-9F57F0F60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704685A5-AB45-8CAD-AB03-4EABCA5AD90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>
              <a:lnSpc>
                <a:spcPct val="114000"/>
              </a:lnSpc>
            </a:pPr>
            <a:r>
              <a:rPr lang="ml-IN" sz="2800" b="1" dirty="0"/>
              <a:t>എവിടെല്ലാമീ നിശയില്‍ മൃതി</a:t>
            </a:r>
            <a:br>
              <a:rPr lang="en-US" sz="2800" b="1" dirty="0">
                <a:cs typeface="Kartika" pitchFamily="18" charset="0"/>
              </a:rPr>
            </a:br>
            <a:r>
              <a:rPr lang="ml-IN" sz="2800" b="1" dirty="0"/>
              <a:t>നടന്നിട്ടുണ്ടു പരനേ!</a:t>
            </a:r>
            <a:br>
              <a:rPr lang="en-US" sz="2800" b="1" dirty="0">
                <a:cs typeface="Kartika" pitchFamily="18" charset="0"/>
              </a:rPr>
            </a:br>
            <a:r>
              <a:rPr lang="ml-IN" sz="2800" b="1" dirty="0"/>
              <a:t>അതില്‍ നിന്നെന്നെ പരിപാലിച്ച</a:t>
            </a:r>
            <a:br>
              <a:rPr lang="en-US" sz="2800" b="1" dirty="0">
                <a:cs typeface="Kartika" pitchFamily="18" charset="0"/>
              </a:rPr>
            </a:br>
            <a:r>
              <a:rPr lang="ml-IN" sz="2800" b="1" dirty="0"/>
              <a:t>കൃപയ്ക്കായ് സ്തുതി നിനക്ക്</a:t>
            </a:r>
            <a:endParaRPr lang="ml-IN" sz="2800" b="1" dirty="0">
              <a:solidFill>
                <a:srgbClr val="000000"/>
              </a:solidFill>
              <a:latin typeface="Kartika" panose="02020503030404060203" pitchFamily="18" charset="0"/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12DCE86-F741-287E-0A21-709646D66341}"/>
              </a:ext>
            </a:extLst>
          </p:cNvPr>
          <p:cNvSpPr txBox="1"/>
          <p:nvPr/>
        </p:nvSpPr>
        <p:spPr>
          <a:xfrm>
            <a:off x="6217923" y="778617"/>
            <a:ext cx="5974200" cy="2082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ctr"/>
            <a:r>
              <a:rPr lang="en-US" sz="3200" b="1" dirty="0" err="1">
                <a:latin typeface="+mj-lt"/>
              </a:rPr>
              <a:t>Evidellaamee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nishayil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mruthi</a:t>
            </a:r>
            <a:endParaRPr lang="en-US" sz="3200" b="1" dirty="0">
              <a:latin typeface="+mj-lt"/>
            </a:endParaRPr>
          </a:p>
          <a:p>
            <a:pPr algn="ctr"/>
            <a:r>
              <a:rPr lang="en-US" sz="3200" b="1" dirty="0">
                <a:latin typeface="+mj-lt"/>
              </a:rPr>
              <a:t>    </a:t>
            </a:r>
            <a:r>
              <a:rPr lang="en-US" sz="3200" b="1" dirty="0" err="1">
                <a:latin typeface="+mj-lt"/>
              </a:rPr>
              <a:t>Nadannittundu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paraney</a:t>
            </a:r>
            <a:endParaRPr lang="en-US" sz="3200" b="1" dirty="0">
              <a:latin typeface="+mj-lt"/>
            </a:endParaRPr>
          </a:p>
          <a:p>
            <a:pPr algn="ctr"/>
            <a:r>
              <a:rPr lang="en-US" sz="3200" b="1" dirty="0">
                <a:latin typeface="+mj-lt"/>
              </a:rPr>
              <a:t>    Athil </a:t>
            </a:r>
            <a:r>
              <a:rPr lang="en-US" sz="3200" b="1" dirty="0" err="1">
                <a:latin typeface="+mj-lt"/>
              </a:rPr>
              <a:t>ninnenney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paripaalichcha</a:t>
            </a:r>
            <a:endParaRPr lang="en-US" sz="3200" b="1" dirty="0">
              <a:latin typeface="+mj-lt"/>
            </a:endParaRPr>
          </a:p>
          <a:p>
            <a:pPr algn="ctr"/>
            <a:r>
              <a:rPr lang="en-US" sz="3200" b="1" dirty="0">
                <a:latin typeface="+mj-lt"/>
              </a:rPr>
              <a:t>    </a:t>
            </a:r>
            <a:r>
              <a:rPr lang="en-US" sz="3200" b="1" dirty="0" err="1">
                <a:latin typeface="+mj-lt"/>
              </a:rPr>
              <a:t>Kripakkaay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sthuthi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ninakkaay</a:t>
            </a:r>
            <a:endParaRPr lang="en-US" sz="3200" b="1" dirty="0">
              <a:latin typeface="+mj-lt"/>
            </a:endParaRP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FCA85C11-0C23-C333-FEAC-6D0283D56A81}"/>
              </a:ext>
            </a:extLst>
          </p:cNvPr>
          <p:cNvSpPr txBox="1"/>
          <p:nvPr/>
        </p:nvSpPr>
        <p:spPr>
          <a:xfrm>
            <a:off x="838200" y="4655293"/>
            <a:ext cx="10515600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Wherever death walked in this night,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O Lord, you were there.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For the grace that protected me from it,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Praise be to You!</a:t>
            </a:r>
            <a:endParaRPr sz="3000" b="1" i="1" dirty="0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>
            <a:extLst>
              <a:ext uri="{FF2B5EF4-FFF2-40B4-BE49-F238E27FC236}">
                <a16:creationId xmlns:a16="http://schemas.microsoft.com/office/drawing/2014/main" id="{6AFF664F-3A8F-25A6-EF12-1F78DF37E393}"/>
              </a:ext>
            </a:extLst>
          </p:cNvPr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2">
            <a:extLst>
              <a:ext uri="{FF2B5EF4-FFF2-40B4-BE49-F238E27FC236}">
                <a16:creationId xmlns:a16="http://schemas.microsoft.com/office/drawing/2014/main" id="{763782AA-E439-0974-B8B3-CC2C5C6BA156}"/>
              </a:ext>
            </a:extLst>
          </p:cNvPr>
          <p:cNvCxnSpPr>
            <a:endCxn id="102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Rectangle 3">
            <a:extLst>
              <a:ext uri="{FF2B5EF4-FFF2-40B4-BE49-F238E27FC236}">
                <a16:creationId xmlns:a16="http://schemas.microsoft.com/office/drawing/2014/main" id="{7E35E2C9-55CD-7068-FBEA-B3481522D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18605" y="0"/>
            <a:ext cx="67339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001</a:t>
            </a:r>
          </a:p>
        </p:txBody>
      </p:sp>
    </p:spTree>
    <p:extLst>
      <p:ext uri="{BB962C8B-B14F-4D97-AF65-F5344CB8AC3E}">
        <p14:creationId xmlns:p14="http://schemas.microsoft.com/office/powerpoint/2010/main" val="2981927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E5D2B42A-A36C-58FA-D430-7E3FECF4B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3AE87CE7-6885-B3DC-1C95-613627438A3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14000"/>
              </a:lnSpc>
            </a:pPr>
            <a:r>
              <a:rPr lang="ml-IN" sz="2800" b="1" dirty="0"/>
              <a:t>അതിരാവിലെ തിരുസന്നിധി</a:t>
            </a:r>
            <a:br>
              <a:rPr lang="en-US" sz="2800" b="1" dirty="0">
                <a:cs typeface="Kartika" pitchFamily="18" charset="0"/>
              </a:rPr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അണയുന്നൊരു സമയേ</a:t>
            </a:r>
            <a:br>
              <a:rPr lang="en-US" sz="2800" b="1" dirty="0">
                <a:cs typeface="Kartika" pitchFamily="18" charset="0"/>
              </a:rPr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അതിയായ് നിന്നെ സ്തുതിപ്പാന്‍ കൃപ</a:t>
            </a:r>
            <a:br>
              <a:rPr lang="en-US" sz="2800" b="1" dirty="0">
                <a:cs typeface="Kartika" pitchFamily="18" charset="0"/>
              </a:rPr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അരുള്‍ക യേശുപരനേ</a:t>
            </a:r>
            <a:r>
              <a:rPr lang="en-US" sz="2800" b="1" dirty="0"/>
              <a:t>!</a:t>
            </a:r>
            <a:endParaRPr lang="ml-IN" sz="2800" b="1" dirty="0">
              <a:solidFill>
                <a:srgbClr val="000000"/>
              </a:solidFill>
              <a:latin typeface="Kartika" panose="02020503030404060203" pitchFamily="18" charset="0"/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AA322415-8C2B-ED50-5193-651498054A57}"/>
              </a:ext>
            </a:extLst>
          </p:cNvPr>
          <p:cNvSpPr txBox="1"/>
          <p:nvPr/>
        </p:nvSpPr>
        <p:spPr>
          <a:xfrm>
            <a:off x="6217923" y="778617"/>
            <a:ext cx="5974200" cy="2082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ctr"/>
            <a:r>
              <a:rPr lang="en-US" sz="3200" b="1" dirty="0" err="1">
                <a:latin typeface="+mj-lt"/>
              </a:rPr>
              <a:t>Athiraaviley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thirusannidhi</a:t>
            </a:r>
            <a:r>
              <a:rPr lang="en-US" sz="3200" b="1" dirty="0">
                <a:latin typeface="+mj-lt"/>
              </a:rPr>
              <a:t> </a:t>
            </a:r>
          </a:p>
          <a:p>
            <a:pPr algn="ctr"/>
            <a:r>
              <a:rPr lang="en-US" sz="3200" b="1" dirty="0" err="1">
                <a:latin typeface="+mj-lt"/>
              </a:rPr>
              <a:t>Anhayunnoru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samayey</a:t>
            </a:r>
            <a:r>
              <a:rPr lang="en-US" sz="3200" b="1" dirty="0">
                <a:latin typeface="+mj-lt"/>
              </a:rPr>
              <a:t> </a:t>
            </a:r>
          </a:p>
          <a:p>
            <a:pPr algn="ctr"/>
            <a:r>
              <a:rPr lang="en-US" sz="3200" b="1" dirty="0" err="1">
                <a:latin typeface="+mj-lt"/>
              </a:rPr>
              <a:t>Athinaay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ninney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sthuthippaan</a:t>
            </a:r>
            <a:r>
              <a:rPr lang="en-US" sz="3200" b="1" dirty="0">
                <a:latin typeface="+mj-lt"/>
              </a:rPr>
              <a:t> </a:t>
            </a:r>
          </a:p>
          <a:p>
            <a:pPr algn="ctr"/>
            <a:r>
              <a:rPr lang="en-US" sz="3200" b="1" dirty="0" err="1">
                <a:latin typeface="+mj-lt"/>
              </a:rPr>
              <a:t>kripa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Arulhka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Yeshuparaney</a:t>
            </a:r>
            <a:r>
              <a:rPr lang="en-US" sz="3200" b="1" dirty="0">
                <a:latin typeface="+mj-lt"/>
              </a:rPr>
              <a:t>! </a:t>
            </a: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71C8859F-0BEA-01E3-016B-1CE228BC83DA}"/>
              </a:ext>
            </a:extLst>
          </p:cNvPr>
          <p:cNvSpPr txBox="1"/>
          <p:nvPr/>
        </p:nvSpPr>
        <p:spPr>
          <a:xfrm>
            <a:off x="838200" y="4655293"/>
            <a:ext cx="10515600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At early dawn, as I near Your holy presence,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O moment approaching,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Grant me, O Lord Jesus, the grace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To praise You deeply!</a:t>
            </a:r>
            <a:endParaRPr sz="3000" b="1" i="1" dirty="0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>
            <a:extLst>
              <a:ext uri="{FF2B5EF4-FFF2-40B4-BE49-F238E27FC236}">
                <a16:creationId xmlns:a16="http://schemas.microsoft.com/office/drawing/2014/main" id="{1014FBEB-1C24-C99A-7F42-A50211CCE4D3}"/>
              </a:ext>
            </a:extLst>
          </p:cNvPr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2">
            <a:extLst>
              <a:ext uri="{FF2B5EF4-FFF2-40B4-BE49-F238E27FC236}">
                <a16:creationId xmlns:a16="http://schemas.microsoft.com/office/drawing/2014/main" id="{D53467D7-9C55-1A02-95A1-798EBDFCC980}"/>
              </a:ext>
            </a:extLst>
          </p:cNvPr>
          <p:cNvCxnSpPr>
            <a:endCxn id="102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Rectangle 3">
            <a:extLst>
              <a:ext uri="{FF2B5EF4-FFF2-40B4-BE49-F238E27FC236}">
                <a16:creationId xmlns:a16="http://schemas.microsoft.com/office/drawing/2014/main" id="{B3DDA50E-411A-819B-25E1-C77C7ECA9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18605" y="0"/>
            <a:ext cx="67339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001</a:t>
            </a:r>
          </a:p>
        </p:txBody>
      </p:sp>
    </p:spTree>
    <p:extLst>
      <p:ext uri="{BB962C8B-B14F-4D97-AF65-F5344CB8AC3E}">
        <p14:creationId xmlns:p14="http://schemas.microsoft.com/office/powerpoint/2010/main" val="2614535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A85AE051-6218-673E-A17D-E49086DB0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E9779538-8A67-1593-72EB-37881EAF20D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>
              <a:lnSpc>
                <a:spcPct val="114000"/>
              </a:lnSpc>
            </a:pPr>
            <a:r>
              <a:rPr lang="ml-IN" sz="2800" b="1" dirty="0"/>
              <a:t>നെടുവീര്‍പ്പിട്ടു കരഞ്ഞീടുന്നു</a:t>
            </a:r>
            <a:br>
              <a:rPr lang="en-US" sz="2800" b="1" dirty="0">
                <a:cs typeface="Kartika" pitchFamily="18" charset="0"/>
              </a:rPr>
            </a:br>
            <a:r>
              <a:rPr lang="ml-IN" sz="2800" b="1" dirty="0"/>
              <a:t>പല മര്‍ത്യരീസമയേ</a:t>
            </a:r>
            <a:br>
              <a:rPr lang="en-US" sz="2800" b="1" dirty="0">
                <a:cs typeface="Kartika" pitchFamily="18" charset="0"/>
              </a:rPr>
            </a:br>
            <a:r>
              <a:rPr lang="ml-IN" sz="2800" b="1" dirty="0"/>
              <a:t>അടിയനുള്ളില്‍ കുതുകം - തന്ന</a:t>
            </a:r>
            <a:br>
              <a:rPr lang="en-US" sz="2800" b="1" dirty="0">
                <a:cs typeface="Kartika" pitchFamily="18" charset="0"/>
              </a:rPr>
            </a:br>
            <a:r>
              <a:rPr lang="ml-IN" sz="2800" b="1" dirty="0"/>
              <a:t>കൃപയ്ക്കായ് സ്തുതുതി നിനക്ക്</a:t>
            </a:r>
            <a:endParaRPr lang="ml-IN" sz="2800" b="1" dirty="0">
              <a:solidFill>
                <a:srgbClr val="000000"/>
              </a:solidFill>
              <a:latin typeface="Kartika" panose="02020503030404060203" pitchFamily="18" charset="0"/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85783CD8-11C1-0859-9DEA-8E5C3F8D45F0}"/>
              </a:ext>
            </a:extLst>
          </p:cNvPr>
          <p:cNvSpPr txBox="1"/>
          <p:nvPr/>
        </p:nvSpPr>
        <p:spPr>
          <a:xfrm>
            <a:off x="6217923" y="778617"/>
            <a:ext cx="5974200" cy="2082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ctr"/>
            <a:r>
              <a:rPr lang="en-US" sz="3200" b="1" dirty="0" err="1">
                <a:latin typeface="+mj-lt"/>
              </a:rPr>
              <a:t>Neduveerpittu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karanjeedunnu</a:t>
            </a:r>
            <a:endParaRPr lang="en-US" sz="3200" b="1" dirty="0">
              <a:latin typeface="+mj-lt"/>
            </a:endParaRPr>
          </a:p>
          <a:p>
            <a:pPr algn="ctr"/>
            <a:r>
              <a:rPr lang="en-US" sz="3200" b="1" dirty="0">
                <a:latin typeface="+mj-lt"/>
              </a:rPr>
              <a:t>    Pala </a:t>
            </a:r>
            <a:r>
              <a:rPr lang="en-US" sz="3200" b="1" dirty="0" err="1">
                <a:latin typeface="+mj-lt"/>
              </a:rPr>
              <a:t>marthyaree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samayay</a:t>
            </a:r>
            <a:endParaRPr lang="en-US" sz="3200" b="1" dirty="0">
              <a:latin typeface="+mj-lt"/>
            </a:endParaRPr>
          </a:p>
          <a:p>
            <a:pPr algn="ctr"/>
            <a:r>
              <a:rPr lang="en-US" sz="3200" b="1" dirty="0">
                <a:latin typeface="+mj-lt"/>
              </a:rPr>
              <a:t>    </a:t>
            </a:r>
            <a:r>
              <a:rPr lang="en-US" sz="3200" b="1" dirty="0" err="1">
                <a:latin typeface="+mj-lt"/>
              </a:rPr>
              <a:t>Adiyannullhil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kuthukam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thanna</a:t>
            </a:r>
            <a:endParaRPr lang="en-US" sz="3200" b="1" dirty="0">
              <a:latin typeface="+mj-lt"/>
            </a:endParaRPr>
          </a:p>
          <a:p>
            <a:pPr algn="ctr"/>
            <a:r>
              <a:rPr lang="en-US" sz="3200" b="1" dirty="0">
                <a:latin typeface="+mj-lt"/>
              </a:rPr>
              <a:t>    </a:t>
            </a:r>
            <a:r>
              <a:rPr lang="en-US" sz="3200" b="1" dirty="0" err="1">
                <a:latin typeface="+mj-lt"/>
              </a:rPr>
              <a:t>Kripakkaay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sthuthi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ninakku</a:t>
            </a:r>
            <a:endParaRPr lang="en-US" sz="3200" b="1" dirty="0">
              <a:latin typeface="+mj-lt"/>
            </a:endParaRP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DDAAD5E6-0491-C2DB-3F69-EF6C5DF72F2E}"/>
              </a:ext>
            </a:extLst>
          </p:cNvPr>
          <p:cNvSpPr txBox="1"/>
          <p:nvPr/>
        </p:nvSpPr>
        <p:spPr>
          <a:xfrm>
            <a:off x="838200" y="4655293"/>
            <a:ext cx="10515600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Many mortals now, O moment in time,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Are weeping with deep sighs.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But for the grace that was placed within me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Joy and zeal – praise be to You!</a:t>
            </a:r>
            <a:endParaRPr sz="3000" b="1" i="1" dirty="0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>
            <a:extLst>
              <a:ext uri="{FF2B5EF4-FFF2-40B4-BE49-F238E27FC236}">
                <a16:creationId xmlns:a16="http://schemas.microsoft.com/office/drawing/2014/main" id="{2019904D-0DAC-1AD9-28F5-6969098929F0}"/>
              </a:ext>
            </a:extLst>
          </p:cNvPr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2">
            <a:extLst>
              <a:ext uri="{FF2B5EF4-FFF2-40B4-BE49-F238E27FC236}">
                <a16:creationId xmlns:a16="http://schemas.microsoft.com/office/drawing/2014/main" id="{6185E181-7399-F3A7-9831-09A0AAD2250F}"/>
              </a:ext>
            </a:extLst>
          </p:cNvPr>
          <p:cNvCxnSpPr>
            <a:endCxn id="102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Rectangle 3">
            <a:extLst>
              <a:ext uri="{FF2B5EF4-FFF2-40B4-BE49-F238E27FC236}">
                <a16:creationId xmlns:a16="http://schemas.microsoft.com/office/drawing/2014/main" id="{AD260BC2-5936-1847-FCD7-E1C9EF287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18605" y="0"/>
            <a:ext cx="67339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001</a:t>
            </a:r>
          </a:p>
        </p:txBody>
      </p:sp>
    </p:spTree>
    <p:extLst>
      <p:ext uri="{BB962C8B-B14F-4D97-AF65-F5344CB8AC3E}">
        <p14:creationId xmlns:p14="http://schemas.microsoft.com/office/powerpoint/2010/main" val="3947124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84CFC801-8059-158C-4890-25D2E3021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84D375C9-A2A7-485E-322B-BDF32FB832E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14000"/>
              </a:lnSpc>
            </a:pPr>
            <a:r>
              <a:rPr lang="ml-IN" sz="2800" b="1" dirty="0"/>
              <a:t>അതിരാവിലെ തിരുസന്നിധി</a:t>
            </a:r>
            <a:br>
              <a:rPr lang="en-US" sz="2800" b="1" dirty="0">
                <a:cs typeface="Kartika" pitchFamily="18" charset="0"/>
              </a:rPr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അണയുന്നൊരു സമയേ</a:t>
            </a:r>
            <a:br>
              <a:rPr lang="en-US" sz="2800" b="1" dirty="0">
                <a:cs typeface="Kartika" pitchFamily="18" charset="0"/>
              </a:rPr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അതിയായ് നിന്നെ സ്തുതിപ്പാന്‍ കൃപ</a:t>
            </a:r>
            <a:br>
              <a:rPr lang="en-US" sz="2800" b="1" dirty="0">
                <a:cs typeface="Kartika" pitchFamily="18" charset="0"/>
              </a:rPr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അരുള്‍ക യേശുപരനേ</a:t>
            </a:r>
            <a:r>
              <a:rPr lang="en-US" sz="2800" b="1" dirty="0"/>
              <a:t>!</a:t>
            </a:r>
            <a:endParaRPr lang="ml-IN" sz="2800" b="1" dirty="0">
              <a:solidFill>
                <a:srgbClr val="000000"/>
              </a:solidFill>
              <a:latin typeface="Kartika" panose="02020503030404060203" pitchFamily="18" charset="0"/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86C0C841-CEEC-6B8B-5841-B045A034FCAD}"/>
              </a:ext>
            </a:extLst>
          </p:cNvPr>
          <p:cNvSpPr txBox="1"/>
          <p:nvPr/>
        </p:nvSpPr>
        <p:spPr>
          <a:xfrm>
            <a:off x="6217923" y="778617"/>
            <a:ext cx="5974200" cy="2082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ctr"/>
            <a:r>
              <a:rPr lang="en-US" sz="3200" b="1" dirty="0" err="1">
                <a:latin typeface="+mj-lt"/>
              </a:rPr>
              <a:t>Athiraaviley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thirusannidhi</a:t>
            </a:r>
            <a:r>
              <a:rPr lang="en-US" sz="3200" b="1" dirty="0">
                <a:latin typeface="+mj-lt"/>
              </a:rPr>
              <a:t> </a:t>
            </a:r>
          </a:p>
          <a:p>
            <a:pPr algn="ctr"/>
            <a:r>
              <a:rPr lang="en-US" sz="3200" b="1" dirty="0" err="1">
                <a:latin typeface="+mj-lt"/>
              </a:rPr>
              <a:t>Anhayunnoru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samayey</a:t>
            </a:r>
            <a:r>
              <a:rPr lang="en-US" sz="3200" b="1" dirty="0">
                <a:latin typeface="+mj-lt"/>
              </a:rPr>
              <a:t> </a:t>
            </a:r>
          </a:p>
          <a:p>
            <a:pPr algn="ctr"/>
            <a:r>
              <a:rPr lang="en-US" sz="3200" b="1" dirty="0" err="1">
                <a:latin typeface="+mj-lt"/>
              </a:rPr>
              <a:t>Athinaay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ninney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sthuthippaan</a:t>
            </a:r>
            <a:r>
              <a:rPr lang="en-US" sz="3200" b="1" dirty="0">
                <a:latin typeface="+mj-lt"/>
              </a:rPr>
              <a:t> </a:t>
            </a:r>
          </a:p>
          <a:p>
            <a:pPr algn="ctr"/>
            <a:r>
              <a:rPr lang="en-US" sz="3200" b="1" dirty="0" err="1">
                <a:latin typeface="+mj-lt"/>
              </a:rPr>
              <a:t>kripa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Arulhka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Yeshuparaney</a:t>
            </a:r>
            <a:r>
              <a:rPr lang="en-US" sz="3200" b="1" dirty="0">
                <a:latin typeface="+mj-lt"/>
              </a:rPr>
              <a:t>! </a:t>
            </a: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635351B6-0B89-832E-2D96-E93AEDCE41FD}"/>
              </a:ext>
            </a:extLst>
          </p:cNvPr>
          <p:cNvSpPr txBox="1"/>
          <p:nvPr/>
        </p:nvSpPr>
        <p:spPr>
          <a:xfrm>
            <a:off x="838200" y="4655293"/>
            <a:ext cx="10515600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At early dawn, as I near Your holy presence,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O moment approaching,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Grant me, O Lord Jesus, the grace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To praise You deeply!</a:t>
            </a:r>
            <a:endParaRPr sz="3000" b="1" i="1" dirty="0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>
            <a:extLst>
              <a:ext uri="{FF2B5EF4-FFF2-40B4-BE49-F238E27FC236}">
                <a16:creationId xmlns:a16="http://schemas.microsoft.com/office/drawing/2014/main" id="{4D4983E2-9DD3-3FFF-31AD-60B1D6CF9659}"/>
              </a:ext>
            </a:extLst>
          </p:cNvPr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2">
            <a:extLst>
              <a:ext uri="{FF2B5EF4-FFF2-40B4-BE49-F238E27FC236}">
                <a16:creationId xmlns:a16="http://schemas.microsoft.com/office/drawing/2014/main" id="{A8E557D2-584E-9F8E-5F00-0EE1371CF83C}"/>
              </a:ext>
            </a:extLst>
          </p:cNvPr>
          <p:cNvCxnSpPr>
            <a:endCxn id="102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Rectangle 3">
            <a:extLst>
              <a:ext uri="{FF2B5EF4-FFF2-40B4-BE49-F238E27FC236}">
                <a16:creationId xmlns:a16="http://schemas.microsoft.com/office/drawing/2014/main" id="{641FCE28-7453-05AE-B4DC-23603F391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18605" y="0"/>
            <a:ext cx="67339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001</a:t>
            </a:r>
          </a:p>
        </p:txBody>
      </p:sp>
    </p:spTree>
    <p:extLst>
      <p:ext uri="{BB962C8B-B14F-4D97-AF65-F5344CB8AC3E}">
        <p14:creationId xmlns:p14="http://schemas.microsoft.com/office/powerpoint/2010/main" val="3151855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9B1E1A23-5CFE-1003-1993-9BF78B08B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6B033F52-89E1-1CF7-F004-972B53C489D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>
              <a:lnSpc>
                <a:spcPct val="114000"/>
              </a:lnSpc>
            </a:pP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കിടക്കയില്‍വെച്ചരിയാം സത്താ-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നടുക്കാതിരിപ്പതിനെന്‍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അടുക്കല്‍ ദൂതഗണത്തെ കാവ-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ലണച്ച കൃപയനല്പം</a:t>
            </a:r>
            <a:endParaRPr lang="ml-IN" sz="2800" b="1" dirty="0">
              <a:solidFill>
                <a:srgbClr val="000000"/>
              </a:solidFill>
              <a:latin typeface="Kartika" panose="02020503030404060203" pitchFamily="18" charset="0"/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E72AE298-3813-F38A-5C3D-2DC1C46BFB17}"/>
              </a:ext>
            </a:extLst>
          </p:cNvPr>
          <p:cNvSpPr txBox="1"/>
          <p:nvPr/>
        </p:nvSpPr>
        <p:spPr>
          <a:xfrm>
            <a:off x="6217923" y="778617"/>
            <a:ext cx="5974200" cy="2574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ctr"/>
            <a:r>
              <a:rPr lang="en-US" sz="3200" b="1" dirty="0" err="1">
                <a:latin typeface="+mj-lt"/>
              </a:rPr>
              <a:t>Kidakkayil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vachchariyaam</a:t>
            </a:r>
            <a:endParaRPr lang="en-US" sz="3200" b="1" dirty="0">
              <a:latin typeface="+mj-lt"/>
            </a:endParaRPr>
          </a:p>
          <a:p>
            <a:pPr algn="ctr"/>
            <a:r>
              <a:rPr lang="en-US" sz="3200" b="1" dirty="0">
                <a:latin typeface="+mj-lt"/>
              </a:rPr>
              <a:t>    </a:t>
            </a:r>
            <a:r>
              <a:rPr lang="en-US" sz="3200" b="1" dirty="0" err="1">
                <a:latin typeface="+mj-lt"/>
              </a:rPr>
              <a:t>Saathaa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Nadukkaathirippathinen</a:t>
            </a:r>
            <a:endParaRPr lang="en-US" sz="3200" b="1" dirty="0">
              <a:latin typeface="+mj-lt"/>
            </a:endParaRPr>
          </a:p>
          <a:p>
            <a:pPr algn="ctr"/>
            <a:r>
              <a:rPr lang="en-US" sz="3200" b="1" dirty="0">
                <a:latin typeface="+mj-lt"/>
              </a:rPr>
              <a:t>    </a:t>
            </a:r>
            <a:r>
              <a:rPr lang="en-US" sz="3200" b="1" dirty="0" err="1">
                <a:latin typeface="+mj-lt"/>
              </a:rPr>
              <a:t>Adukkal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doothaganhathey</a:t>
            </a:r>
            <a:endParaRPr lang="en-US" sz="3200" b="1" dirty="0">
              <a:latin typeface="+mj-lt"/>
            </a:endParaRPr>
          </a:p>
          <a:p>
            <a:pPr algn="ctr"/>
            <a:r>
              <a:rPr lang="en-US" sz="3200" b="1" dirty="0">
                <a:latin typeface="+mj-lt"/>
              </a:rPr>
              <a:t>    </a:t>
            </a:r>
            <a:r>
              <a:rPr lang="en-US" sz="3200" b="1" dirty="0" err="1">
                <a:latin typeface="+mj-lt"/>
              </a:rPr>
              <a:t>Kaavalanhachu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kripayanalpam</a:t>
            </a:r>
            <a:endParaRPr lang="en-US" sz="3200" b="1" dirty="0">
              <a:latin typeface="+mj-lt"/>
            </a:endParaRP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91234EBA-8A64-66DC-63FE-FD39749DCCC5}"/>
              </a:ext>
            </a:extLst>
          </p:cNvPr>
          <p:cNvSpPr txBox="1"/>
          <p:nvPr/>
        </p:nvSpPr>
        <p:spPr>
          <a:xfrm>
            <a:off x="838200" y="4655293"/>
            <a:ext cx="10515600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As I lie upon my bed, O Lord,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Let me know this truth: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It is by Your grace I stay unafraid,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For you have stationed near me a host of angels to guard me.</a:t>
            </a:r>
            <a:endParaRPr sz="3000" b="1" i="1" dirty="0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>
            <a:extLst>
              <a:ext uri="{FF2B5EF4-FFF2-40B4-BE49-F238E27FC236}">
                <a16:creationId xmlns:a16="http://schemas.microsoft.com/office/drawing/2014/main" id="{B1459E74-2838-F5A7-CB83-D921C924382F}"/>
              </a:ext>
            </a:extLst>
          </p:cNvPr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2">
            <a:extLst>
              <a:ext uri="{FF2B5EF4-FFF2-40B4-BE49-F238E27FC236}">
                <a16:creationId xmlns:a16="http://schemas.microsoft.com/office/drawing/2014/main" id="{3F7263DD-4F09-028D-D748-CAB8327FC0FD}"/>
              </a:ext>
            </a:extLst>
          </p:cNvPr>
          <p:cNvCxnSpPr>
            <a:endCxn id="102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Rectangle 3">
            <a:extLst>
              <a:ext uri="{FF2B5EF4-FFF2-40B4-BE49-F238E27FC236}">
                <a16:creationId xmlns:a16="http://schemas.microsoft.com/office/drawing/2014/main" id="{BB4F404B-7C98-5E5D-59BE-AE5674272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18605" y="0"/>
            <a:ext cx="67339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001</a:t>
            </a:r>
          </a:p>
        </p:txBody>
      </p:sp>
    </p:spTree>
    <p:extLst>
      <p:ext uri="{BB962C8B-B14F-4D97-AF65-F5344CB8AC3E}">
        <p14:creationId xmlns:p14="http://schemas.microsoft.com/office/powerpoint/2010/main" val="3347871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4EB95B6E-7EBE-EAA9-C941-0CB57F00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31189270-1F93-BD56-E910-DADA18D06C8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14000"/>
              </a:lnSpc>
            </a:pPr>
            <a:r>
              <a:rPr lang="ml-IN" sz="2800" b="1" dirty="0"/>
              <a:t>അതിരാവിലെ തിരുസന്നിധി</a:t>
            </a:r>
            <a:br>
              <a:rPr lang="en-US" sz="2800" b="1" dirty="0">
                <a:cs typeface="Kartika" pitchFamily="18" charset="0"/>
              </a:rPr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അണയുന്നൊരു സമയേ</a:t>
            </a:r>
            <a:br>
              <a:rPr lang="en-US" sz="2800" b="1" dirty="0">
                <a:cs typeface="Kartika" pitchFamily="18" charset="0"/>
              </a:rPr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അതിയായ് നിന്നെ സ്തുതിപ്പാന്‍ കൃപ</a:t>
            </a:r>
            <a:br>
              <a:rPr lang="en-US" sz="2800" b="1" dirty="0">
                <a:cs typeface="Kartika" pitchFamily="18" charset="0"/>
              </a:rPr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അരുള്‍ക യേശുപരനേ</a:t>
            </a:r>
            <a:r>
              <a:rPr lang="en-US" sz="2800" b="1" dirty="0"/>
              <a:t>!</a:t>
            </a:r>
            <a:endParaRPr lang="ml-IN" sz="2800" b="1" dirty="0">
              <a:solidFill>
                <a:srgbClr val="000000"/>
              </a:solidFill>
              <a:latin typeface="Kartika" panose="02020503030404060203" pitchFamily="18" charset="0"/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51E43B1B-8F7F-F5BE-37D1-34A716F4956F}"/>
              </a:ext>
            </a:extLst>
          </p:cNvPr>
          <p:cNvSpPr txBox="1"/>
          <p:nvPr/>
        </p:nvSpPr>
        <p:spPr>
          <a:xfrm>
            <a:off x="6217923" y="778617"/>
            <a:ext cx="5974200" cy="2082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ctr"/>
            <a:r>
              <a:rPr lang="en-US" sz="3200" b="1" dirty="0" err="1">
                <a:latin typeface="+mj-lt"/>
              </a:rPr>
              <a:t>Athiraaviley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thirusannidhi</a:t>
            </a:r>
            <a:r>
              <a:rPr lang="en-US" sz="3200" b="1" dirty="0">
                <a:latin typeface="+mj-lt"/>
              </a:rPr>
              <a:t> </a:t>
            </a:r>
          </a:p>
          <a:p>
            <a:pPr algn="ctr"/>
            <a:r>
              <a:rPr lang="en-US" sz="3200" b="1" dirty="0" err="1">
                <a:latin typeface="+mj-lt"/>
              </a:rPr>
              <a:t>Anhayunnoru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samayey</a:t>
            </a:r>
            <a:r>
              <a:rPr lang="en-US" sz="3200" b="1" dirty="0">
                <a:latin typeface="+mj-lt"/>
              </a:rPr>
              <a:t> </a:t>
            </a:r>
          </a:p>
          <a:p>
            <a:pPr algn="ctr"/>
            <a:r>
              <a:rPr lang="en-US" sz="3200" b="1" dirty="0" err="1">
                <a:latin typeface="+mj-lt"/>
              </a:rPr>
              <a:t>Athinaay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ninney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sthuthippaan</a:t>
            </a:r>
            <a:r>
              <a:rPr lang="en-US" sz="3200" b="1" dirty="0">
                <a:latin typeface="+mj-lt"/>
              </a:rPr>
              <a:t> </a:t>
            </a:r>
          </a:p>
          <a:p>
            <a:pPr algn="ctr"/>
            <a:r>
              <a:rPr lang="en-US" sz="3200" b="1" dirty="0" err="1">
                <a:latin typeface="+mj-lt"/>
              </a:rPr>
              <a:t>kripa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Arulhka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Yeshuparaney</a:t>
            </a:r>
            <a:r>
              <a:rPr lang="en-US" sz="3200" b="1" dirty="0">
                <a:latin typeface="+mj-lt"/>
              </a:rPr>
              <a:t>! </a:t>
            </a: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FA2A1B67-2640-2E74-29E6-72BDAF8677BD}"/>
              </a:ext>
            </a:extLst>
          </p:cNvPr>
          <p:cNvSpPr txBox="1"/>
          <p:nvPr/>
        </p:nvSpPr>
        <p:spPr>
          <a:xfrm>
            <a:off x="838200" y="4655293"/>
            <a:ext cx="10515600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At early dawn, as I near Your holy presence,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O moment approaching,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Grant me, O Lord Jesus, the grace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To praise You deeply!</a:t>
            </a:r>
            <a:endParaRPr sz="3000" b="1" i="1" dirty="0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>
            <a:extLst>
              <a:ext uri="{FF2B5EF4-FFF2-40B4-BE49-F238E27FC236}">
                <a16:creationId xmlns:a16="http://schemas.microsoft.com/office/drawing/2014/main" id="{07617777-8CA4-2415-BB47-9134DCBE0F45}"/>
              </a:ext>
            </a:extLst>
          </p:cNvPr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2">
            <a:extLst>
              <a:ext uri="{FF2B5EF4-FFF2-40B4-BE49-F238E27FC236}">
                <a16:creationId xmlns:a16="http://schemas.microsoft.com/office/drawing/2014/main" id="{4E828A24-1378-6AE6-593C-6CB2EDB126B8}"/>
              </a:ext>
            </a:extLst>
          </p:cNvPr>
          <p:cNvCxnSpPr>
            <a:endCxn id="102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Rectangle 3">
            <a:extLst>
              <a:ext uri="{FF2B5EF4-FFF2-40B4-BE49-F238E27FC236}">
                <a16:creationId xmlns:a16="http://schemas.microsoft.com/office/drawing/2014/main" id="{F14B4AC8-24F1-9317-39B6-70E890349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18605" y="0"/>
            <a:ext cx="67339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001</a:t>
            </a:r>
          </a:p>
        </p:txBody>
      </p:sp>
    </p:spTree>
    <p:extLst>
      <p:ext uri="{BB962C8B-B14F-4D97-AF65-F5344CB8AC3E}">
        <p14:creationId xmlns:p14="http://schemas.microsoft.com/office/powerpoint/2010/main" val="763585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7835887C-8E9A-1CDB-F120-F682995C2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F05D59E8-6C6A-F037-AC46-A7A2A0AA107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>
              <a:lnSpc>
                <a:spcPct val="114000"/>
              </a:lnSpc>
            </a:pP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ഉറക്കത്തിനു സുഖവും തന്നെ-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ന്നരികെ നിന്നു കൃപയാല്‍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ഉറങ്ങാതെന്നെ ബലമായ് കാത്ത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തിരുമേനിക്കു മഹത്വം</a:t>
            </a:r>
            <a:endParaRPr lang="ml-IN" sz="2800" b="1" dirty="0">
              <a:solidFill>
                <a:srgbClr val="000000"/>
              </a:solidFill>
              <a:latin typeface="Kartika" panose="02020503030404060203" pitchFamily="18" charset="0"/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309A8710-8661-5B67-7E6F-EB9D580461C3}"/>
              </a:ext>
            </a:extLst>
          </p:cNvPr>
          <p:cNvSpPr txBox="1"/>
          <p:nvPr/>
        </p:nvSpPr>
        <p:spPr>
          <a:xfrm>
            <a:off x="6217923" y="778617"/>
            <a:ext cx="5974200" cy="2574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ctr"/>
            <a:r>
              <a:rPr lang="en-US" sz="3200" b="1" dirty="0" err="1">
                <a:latin typeface="+mj-lt"/>
              </a:rPr>
              <a:t>Urakkathinu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sukhavum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thanen</a:t>
            </a:r>
            <a:r>
              <a:rPr lang="en-US" sz="3200" b="1" dirty="0">
                <a:latin typeface="+mj-lt"/>
              </a:rPr>
              <a:t>-</a:t>
            </a:r>
          </a:p>
          <a:p>
            <a:pPr algn="ctr"/>
            <a:r>
              <a:rPr lang="en-US" sz="3200" b="1" dirty="0">
                <a:latin typeface="+mj-lt"/>
              </a:rPr>
              <a:t>    </a:t>
            </a:r>
            <a:r>
              <a:rPr lang="en-US" sz="3200" b="1" dirty="0" err="1">
                <a:latin typeface="+mj-lt"/>
              </a:rPr>
              <a:t>Arikey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ninnu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kripayaal</a:t>
            </a:r>
            <a:endParaRPr lang="en-US" sz="3200" b="1" dirty="0">
              <a:latin typeface="+mj-lt"/>
            </a:endParaRPr>
          </a:p>
          <a:p>
            <a:pPr algn="ctr"/>
            <a:r>
              <a:rPr lang="en-US" sz="3200" b="1" dirty="0">
                <a:latin typeface="+mj-lt"/>
              </a:rPr>
              <a:t>    </a:t>
            </a:r>
            <a:r>
              <a:rPr lang="en-US" sz="3200" b="1" dirty="0" err="1">
                <a:latin typeface="+mj-lt"/>
              </a:rPr>
              <a:t>Urangaathenney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balamaay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kaatha</a:t>
            </a:r>
            <a:endParaRPr lang="en-US" sz="3200" b="1" dirty="0">
              <a:latin typeface="+mj-lt"/>
            </a:endParaRPr>
          </a:p>
          <a:p>
            <a:pPr algn="ctr"/>
            <a:r>
              <a:rPr lang="en-US" sz="3200" b="1" dirty="0">
                <a:latin typeface="+mj-lt"/>
              </a:rPr>
              <a:t>    </a:t>
            </a:r>
            <a:r>
              <a:rPr lang="en-US" sz="3200" b="1" dirty="0" err="1">
                <a:latin typeface="+mj-lt"/>
              </a:rPr>
              <a:t>Thirumenikku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mahathwam</a:t>
            </a:r>
            <a:endParaRPr lang="en-US" sz="3200" b="1" dirty="0">
              <a:latin typeface="+mj-lt"/>
            </a:endParaRP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968D6CE-C92D-646E-8F77-D14AD7C0A7A9}"/>
              </a:ext>
            </a:extLst>
          </p:cNvPr>
          <p:cNvSpPr txBox="1"/>
          <p:nvPr/>
        </p:nvSpPr>
        <p:spPr>
          <a:xfrm>
            <a:off x="838200" y="4655293"/>
            <a:ext cx="10515600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Sleep and comfort came tome,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Near You, by Your grace.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You stayed awake and guarded me in strength –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To the Holy One, be all glory!</a:t>
            </a:r>
            <a:endParaRPr sz="3000" b="1" i="1" dirty="0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>
            <a:extLst>
              <a:ext uri="{FF2B5EF4-FFF2-40B4-BE49-F238E27FC236}">
                <a16:creationId xmlns:a16="http://schemas.microsoft.com/office/drawing/2014/main" id="{111F9B96-84F6-8683-C014-AD14520B5F8E}"/>
              </a:ext>
            </a:extLst>
          </p:cNvPr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2">
            <a:extLst>
              <a:ext uri="{FF2B5EF4-FFF2-40B4-BE49-F238E27FC236}">
                <a16:creationId xmlns:a16="http://schemas.microsoft.com/office/drawing/2014/main" id="{1EB62252-5224-925C-5ADD-418F7DD8607F}"/>
              </a:ext>
            </a:extLst>
          </p:cNvPr>
          <p:cNvCxnSpPr>
            <a:endCxn id="102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Rectangle 3">
            <a:extLst>
              <a:ext uri="{FF2B5EF4-FFF2-40B4-BE49-F238E27FC236}">
                <a16:creationId xmlns:a16="http://schemas.microsoft.com/office/drawing/2014/main" id="{E19DE98F-4E04-B548-5347-4D2E0A9C3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18605" y="0"/>
            <a:ext cx="67339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001</a:t>
            </a:r>
          </a:p>
        </p:txBody>
      </p:sp>
    </p:spTree>
    <p:extLst>
      <p:ext uri="{BB962C8B-B14F-4D97-AF65-F5344CB8AC3E}">
        <p14:creationId xmlns:p14="http://schemas.microsoft.com/office/powerpoint/2010/main" val="1961387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EB3B1ED0-753D-FBCD-1480-F71563C2F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3A325697-A559-B64B-A401-B49F3637EF1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14000"/>
              </a:lnSpc>
            </a:pPr>
            <a:r>
              <a:rPr lang="ml-IN" sz="2800" b="1" dirty="0"/>
              <a:t>അതിരാവിലെ തിരുസന്നിധി</a:t>
            </a:r>
            <a:br>
              <a:rPr lang="en-US" sz="2800" b="1" dirty="0">
                <a:cs typeface="Kartika" pitchFamily="18" charset="0"/>
              </a:rPr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അണയുന്നൊരു സമയേ</a:t>
            </a:r>
            <a:br>
              <a:rPr lang="en-US" sz="2800" b="1" dirty="0">
                <a:cs typeface="Kartika" pitchFamily="18" charset="0"/>
              </a:rPr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അതിയായ് നിന്നെ സ്തുതിപ്പാന്‍ കൃപ</a:t>
            </a:r>
            <a:br>
              <a:rPr lang="en-US" sz="2800" b="1" dirty="0">
                <a:cs typeface="Kartika" pitchFamily="18" charset="0"/>
              </a:rPr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അരുള്‍ക യേശുപരനേ</a:t>
            </a:r>
            <a:r>
              <a:rPr lang="en-US" sz="2800" b="1" dirty="0"/>
              <a:t>!</a:t>
            </a:r>
            <a:endParaRPr lang="ml-IN" sz="2800" b="1" dirty="0">
              <a:solidFill>
                <a:srgbClr val="000000"/>
              </a:solidFill>
              <a:latin typeface="Kartika" panose="02020503030404060203" pitchFamily="18" charset="0"/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9A9922F2-23A0-C9B9-4163-43C82B045BA7}"/>
              </a:ext>
            </a:extLst>
          </p:cNvPr>
          <p:cNvSpPr txBox="1"/>
          <p:nvPr/>
        </p:nvSpPr>
        <p:spPr>
          <a:xfrm>
            <a:off x="6217923" y="778617"/>
            <a:ext cx="5974200" cy="2082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ctr"/>
            <a:r>
              <a:rPr lang="en-US" sz="3200" b="1" dirty="0" err="1">
                <a:latin typeface="+mj-lt"/>
              </a:rPr>
              <a:t>Athiraaviley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thirusannidhi</a:t>
            </a:r>
            <a:r>
              <a:rPr lang="en-US" sz="3200" b="1" dirty="0">
                <a:latin typeface="+mj-lt"/>
              </a:rPr>
              <a:t> </a:t>
            </a:r>
          </a:p>
          <a:p>
            <a:pPr algn="ctr"/>
            <a:r>
              <a:rPr lang="en-US" sz="3200" b="1" dirty="0" err="1">
                <a:latin typeface="+mj-lt"/>
              </a:rPr>
              <a:t>Anhayunnoru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samayey</a:t>
            </a:r>
            <a:r>
              <a:rPr lang="en-US" sz="3200" b="1" dirty="0">
                <a:latin typeface="+mj-lt"/>
              </a:rPr>
              <a:t> </a:t>
            </a:r>
          </a:p>
          <a:p>
            <a:pPr algn="ctr"/>
            <a:r>
              <a:rPr lang="en-US" sz="3200" b="1" dirty="0" err="1">
                <a:latin typeface="+mj-lt"/>
              </a:rPr>
              <a:t>Athinaay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ninney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sthuthippaan</a:t>
            </a:r>
            <a:r>
              <a:rPr lang="en-US" sz="3200" b="1" dirty="0">
                <a:latin typeface="+mj-lt"/>
              </a:rPr>
              <a:t> </a:t>
            </a:r>
          </a:p>
          <a:p>
            <a:pPr algn="ctr"/>
            <a:r>
              <a:rPr lang="en-US" sz="3200" b="1" dirty="0" err="1">
                <a:latin typeface="+mj-lt"/>
              </a:rPr>
              <a:t>kripa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Arulhka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Yeshuparaney</a:t>
            </a:r>
            <a:r>
              <a:rPr lang="en-US" sz="3200" b="1" dirty="0">
                <a:latin typeface="+mj-lt"/>
              </a:rPr>
              <a:t>! </a:t>
            </a: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6804CBF4-E5F0-0F09-C8D5-FB860383F942}"/>
              </a:ext>
            </a:extLst>
          </p:cNvPr>
          <p:cNvSpPr txBox="1"/>
          <p:nvPr/>
        </p:nvSpPr>
        <p:spPr>
          <a:xfrm>
            <a:off x="838200" y="4655293"/>
            <a:ext cx="10515600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At early dawn, as I near Your holy presence,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O moment approaching,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Grant me, O Lord Jesus, the grace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To praise You deeply!</a:t>
            </a:r>
            <a:endParaRPr sz="3000" b="1" i="1" dirty="0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>
            <a:extLst>
              <a:ext uri="{FF2B5EF4-FFF2-40B4-BE49-F238E27FC236}">
                <a16:creationId xmlns:a16="http://schemas.microsoft.com/office/drawing/2014/main" id="{07948AF1-E1DF-0B48-22C1-34DB3EE8DDF3}"/>
              </a:ext>
            </a:extLst>
          </p:cNvPr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2">
            <a:extLst>
              <a:ext uri="{FF2B5EF4-FFF2-40B4-BE49-F238E27FC236}">
                <a16:creationId xmlns:a16="http://schemas.microsoft.com/office/drawing/2014/main" id="{129D5CAD-3E51-0E74-4C4D-78BBE14F4B1A}"/>
              </a:ext>
            </a:extLst>
          </p:cNvPr>
          <p:cNvCxnSpPr>
            <a:endCxn id="102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Rectangle 3">
            <a:extLst>
              <a:ext uri="{FF2B5EF4-FFF2-40B4-BE49-F238E27FC236}">
                <a16:creationId xmlns:a16="http://schemas.microsoft.com/office/drawing/2014/main" id="{632B3A3E-38BB-AB54-1830-F5C393F57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18605" y="0"/>
            <a:ext cx="67339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001</a:t>
            </a:r>
          </a:p>
        </p:txBody>
      </p:sp>
    </p:spTree>
    <p:extLst>
      <p:ext uri="{BB962C8B-B14F-4D97-AF65-F5344CB8AC3E}">
        <p14:creationId xmlns:p14="http://schemas.microsoft.com/office/powerpoint/2010/main" val="1518993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92684E51-7AF6-E930-85E5-D9A2F9660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09DAE668-6E0A-737D-99AB-5A7881044C1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>
              <a:lnSpc>
                <a:spcPct val="114000"/>
              </a:lnSpc>
            </a:pP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അരുണന്‍ ഉദിച്ചുയര്‍ന്നിക്ഷിതി-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ദ്യുതിയാല്‍ വിളങ്ങീടുംപോല്‍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പരനേയെന്‍റെയകമേ വെളി-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വരുള്‍ക തിരുകൃപയാല്‍</a:t>
            </a:r>
            <a:endParaRPr lang="ml-IN" sz="2800" b="1" dirty="0">
              <a:solidFill>
                <a:srgbClr val="000000"/>
              </a:solidFill>
              <a:latin typeface="Kartika" panose="02020503030404060203" pitchFamily="18" charset="0"/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2C676269-445F-0782-FB5D-B2A093B34B58}"/>
              </a:ext>
            </a:extLst>
          </p:cNvPr>
          <p:cNvSpPr txBox="1"/>
          <p:nvPr/>
        </p:nvSpPr>
        <p:spPr>
          <a:xfrm>
            <a:off x="6217923" y="778617"/>
            <a:ext cx="5974200" cy="2082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ctr"/>
            <a:r>
              <a:rPr lang="en-US" sz="3200" b="1" dirty="0" err="1">
                <a:latin typeface="+mj-lt"/>
              </a:rPr>
              <a:t>Arunhan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udichuyarnnikshithi</a:t>
            </a:r>
            <a:r>
              <a:rPr lang="en-US" sz="3200" b="1" dirty="0">
                <a:latin typeface="+mj-lt"/>
              </a:rPr>
              <a:t>-</a:t>
            </a:r>
          </a:p>
          <a:p>
            <a:pPr algn="ctr"/>
            <a:r>
              <a:rPr lang="en-US" sz="3200" b="1" dirty="0">
                <a:latin typeface="+mj-lt"/>
              </a:rPr>
              <a:t>    </a:t>
            </a:r>
            <a:r>
              <a:rPr lang="en-US" sz="3200" b="1" dirty="0" err="1">
                <a:latin typeface="+mj-lt"/>
              </a:rPr>
              <a:t>Dyuthiyaal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vilhangidumpol</a:t>
            </a:r>
            <a:endParaRPr lang="en-US" sz="3200" b="1" dirty="0">
              <a:latin typeface="+mj-lt"/>
            </a:endParaRPr>
          </a:p>
          <a:p>
            <a:pPr algn="ctr"/>
            <a:r>
              <a:rPr lang="en-US" sz="3200" b="1" dirty="0">
                <a:latin typeface="+mj-lt"/>
              </a:rPr>
              <a:t>    Parane </a:t>
            </a:r>
            <a:r>
              <a:rPr lang="en-US" sz="3200" b="1" dirty="0" err="1">
                <a:latin typeface="+mj-lt"/>
              </a:rPr>
              <a:t>entey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akame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velhi</a:t>
            </a:r>
            <a:endParaRPr lang="en-US" sz="3200" b="1" dirty="0">
              <a:latin typeface="+mj-lt"/>
            </a:endParaRPr>
          </a:p>
          <a:p>
            <a:pPr algn="ctr"/>
            <a:r>
              <a:rPr lang="en-US" sz="3200" b="1" dirty="0">
                <a:latin typeface="+mj-lt"/>
              </a:rPr>
              <a:t>    </a:t>
            </a:r>
            <a:r>
              <a:rPr lang="en-US" sz="3200" b="1" dirty="0" err="1">
                <a:latin typeface="+mj-lt"/>
              </a:rPr>
              <a:t>Varulhka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thirukripayaal</a:t>
            </a:r>
            <a:endParaRPr lang="en-US" sz="3200" b="1" dirty="0">
              <a:latin typeface="+mj-lt"/>
            </a:endParaRP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CF7611D3-984B-F19F-20F7-BA589C8EAB64}"/>
              </a:ext>
            </a:extLst>
          </p:cNvPr>
          <p:cNvSpPr txBox="1"/>
          <p:nvPr/>
        </p:nvSpPr>
        <p:spPr>
          <a:xfrm>
            <a:off x="838200" y="4655293"/>
            <a:ext cx="10515600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As the sun rises and lights the earth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With radiant brilliance,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O Lord, let Your light shine within my heart –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Grant it through Your holy grace.</a:t>
            </a:r>
            <a:endParaRPr sz="3000" b="1" i="1" dirty="0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>
            <a:extLst>
              <a:ext uri="{FF2B5EF4-FFF2-40B4-BE49-F238E27FC236}">
                <a16:creationId xmlns:a16="http://schemas.microsoft.com/office/drawing/2014/main" id="{D5982EA0-8E92-5E78-2C00-1B9755F4CC7E}"/>
              </a:ext>
            </a:extLst>
          </p:cNvPr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2">
            <a:extLst>
              <a:ext uri="{FF2B5EF4-FFF2-40B4-BE49-F238E27FC236}">
                <a16:creationId xmlns:a16="http://schemas.microsoft.com/office/drawing/2014/main" id="{F6659220-6F86-3220-2F54-11E8D379D664}"/>
              </a:ext>
            </a:extLst>
          </p:cNvPr>
          <p:cNvCxnSpPr>
            <a:endCxn id="102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Rectangle 3">
            <a:extLst>
              <a:ext uri="{FF2B5EF4-FFF2-40B4-BE49-F238E27FC236}">
                <a16:creationId xmlns:a16="http://schemas.microsoft.com/office/drawing/2014/main" id="{291F25D5-156E-3996-D5B2-9DA22DA15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18605" y="0"/>
            <a:ext cx="67339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001</a:t>
            </a:r>
          </a:p>
        </p:txBody>
      </p:sp>
    </p:spTree>
    <p:extLst>
      <p:ext uri="{BB962C8B-B14F-4D97-AF65-F5344CB8AC3E}">
        <p14:creationId xmlns:p14="http://schemas.microsoft.com/office/powerpoint/2010/main" val="2170797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365815C8-82ED-FB3D-C58B-36E3A3D50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069F8992-7B00-2438-4E48-821AE18A532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3889" y="127886"/>
            <a:ext cx="5872200" cy="3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14000"/>
              </a:lnSpc>
            </a:pPr>
            <a:r>
              <a:rPr lang="ml-IN" sz="2800" b="1" dirty="0"/>
              <a:t>അതിരാവിലെ തിരുസന്നിധി</a:t>
            </a:r>
            <a:br>
              <a:rPr lang="en-US" sz="2800" b="1" dirty="0">
                <a:cs typeface="Kartika" pitchFamily="18" charset="0"/>
              </a:rPr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അണയുന്നൊരു സമയേ</a:t>
            </a:r>
            <a:br>
              <a:rPr lang="en-US" sz="2800" b="1" dirty="0">
                <a:cs typeface="Kartika" pitchFamily="18" charset="0"/>
              </a:rPr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അതിയായ് നിന്നെ സ്തുതിപ്പാന്‍ കൃപ</a:t>
            </a:r>
            <a:br>
              <a:rPr lang="en-US" sz="2800" b="1" dirty="0">
                <a:cs typeface="Kartika" pitchFamily="18" charset="0"/>
              </a:rPr>
            </a:br>
            <a:r>
              <a:rPr lang="en-US" sz="2800" b="1" dirty="0">
                <a:cs typeface="Kartika" pitchFamily="18" charset="0"/>
              </a:rPr>
              <a:t>	</a:t>
            </a:r>
            <a:r>
              <a:rPr lang="ml-IN" sz="2800" b="1" dirty="0"/>
              <a:t>അരുള്‍ക യേശുപരനേ</a:t>
            </a:r>
            <a:r>
              <a:rPr lang="en-US" sz="2800" b="1" dirty="0"/>
              <a:t>!</a:t>
            </a:r>
            <a:endParaRPr lang="ml-IN" sz="2800" b="1" dirty="0">
              <a:solidFill>
                <a:srgbClr val="000000"/>
              </a:solidFill>
              <a:latin typeface="Kartika" panose="02020503030404060203" pitchFamily="18" charset="0"/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730A40F5-13FA-437C-175C-C3493D88D973}"/>
              </a:ext>
            </a:extLst>
          </p:cNvPr>
          <p:cNvSpPr txBox="1"/>
          <p:nvPr/>
        </p:nvSpPr>
        <p:spPr>
          <a:xfrm>
            <a:off x="6217923" y="778617"/>
            <a:ext cx="5974200" cy="2082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00" tIns="55725" rIns="111400" bIns="55725" anchor="t" anchorCtr="0">
            <a:spAutoFit/>
          </a:bodyPr>
          <a:lstStyle/>
          <a:p>
            <a:pPr algn="ctr"/>
            <a:r>
              <a:rPr lang="en-US" sz="3200" b="1" dirty="0" err="1">
                <a:latin typeface="+mj-lt"/>
              </a:rPr>
              <a:t>Athiraaviley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thirusannidhi</a:t>
            </a:r>
            <a:r>
              <a:rPr lang="en-US" sz="3200" b="1" dirty="0">
                <a:latin typeface="+mj-lt"/>
              </a:rPr>
              <a:t> </a:t>
            </a:r>
          </a:p>
          <a:p>
            <a:pPr algn="ctr"/>
            <a:r>
              <a:rPr lang="en-US" sz="3200" b="1" dirty="0" err="1">
                <a:latin typeface="+mj-lt"/>
              </a:rPr>
              <a:t>Anhayunnoru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samayey</a:t>
            </a:r>
            <a:r>
              <a:rPr lang="en-US" sz="3200" b="1" dirty="0">
                <a:latin typeface="+mj-lt"/>
              </a:rPr>
              <a:t> </a:t>
            </a:r>
          </a:p>
          <a:p>
            <a:pPr algn="ctr"/>
            <a:r>
              <a:rPr lang="en-US" sz="3200" b="1" dirty="0" err="1">
                <a:latin typeface="+mj-lt"/>
              </a:rPr>
              <a:t>Athinaay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ninney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sthuthippaan</a:t>
            </a:r>
            <a:r>
              <a:rPr lang="en-US" sz="3200" b="1" dirty="0">
                <a:latin typeface="+mj-lt"/>
              </a:rPr>
              <a:t> </a:t>
            </a:r>
          </a:p>
          <a:p>
            <a:pPr algn="ctr"/>
            <a:r>
              <a:rPr lang="en-US" sz="3200" b="1" dirty="0" err="1">
                <a:latin typeface="+mj-lt"/>
              </a:rPr>
              <a:t>kripa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Arulhka</a:t>
            </a:r>
            <a:r>
              <a:rPr lang="en-US" sz="3200" b="1" dirty="0">
                <a:latin typeface="+mj-lt"/>
              </a:rPr>
              <a:t> </a:t>
            </a:r>
            <a:r>
              <a:rPr lang="en-US" sz="3200" b="1" dirty="0" err="1">
                <a:latin typeface="+mj-lt"/>
              </a:rPr>
              <a:t>Yeshuparaney</a:t>
            </a:r>
            <a:r>
              <a:rPr lang="en-US" sz="3200" b="1" dirty="0">
                <a:latin typeface="+mj-lt"/>
              </a:rPr>
              <a:t>! </a:t>
            </a: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BFFC8768-E19B-50EF-6011-09C4BA9CE2C1}"/>
              </a:ext>
            </a:extLst>
          </p:cNvPr>
          <p:cNvSpPr txBox="1"/>
          <p:nvPr/>
        </p:nvSpPr>
        <p:spPr>
          <a:xfrm>
            <a:off x="838200" y="4655293"/>
            <a:ext cx="10515600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At early dawn, as I near Your holy presence,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O moment approaching,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Grant me, O Lord Jesus, the grace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 i="1" dirty="0">
                <a:solidFill>
                  <a:srgbClr val="4C1130"/>
                </a:solidFill>
                <a:latin typeface="Calibri"/>
                <a:ea typeface="Calibri"/>
                <a:cs typeface="Calibri"/>
                <a:sym typeface="Calibri"/>
              </a:rPr>
              <a:t>To praise You deeply!</a:t>
            </a:r>
            <a:endParaRPr sz="3000" b="1" i="1" dirty="0">
              <a:solidFill>
                <a:srgbClr val="4C11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>
            <a:extLst>
              <a:ext uri="{FF2B5EF4-FFF2-40B4-BE49-F238E27FC236}">
                <a16:creationId xmlns:a16="http://schemas.microsoft.com/office/drawing/2014/main" id="{0A250036-8A82-7DD1-564B-3F59781C27FF}"/>
              </a:ext>
            </a:extLst>
          </p:cNvPr>
          <p:cNvSpPr txBox="1"/>
          <p:nvPr/>
        </p:nvSpPr>
        <p:spPr>
          <a:xfrm>
            <a:off x="0" y="4132093"/>
            <a:ext cx="12192000" cy="523200"/>
          </a:xfrm>
          <a:prstGeom prst="rect">
            <a:avLst/>
          </a:prstGeom>
          <a:solidFill>
            <a:srgbClr val="4C113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Song Meaning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103;p2">
            <a:extLst>
              <a:ext uri="{FF2B5EF4-FFF2-40B4-BE49-F238E27FC236}">
                <a16:creationId xmlns:a16="http://schemas.microsoft.com/office/drawing/2014/main" id="{A8764DA5-B2DA-29EC-195D-6D7DE4FA80AD}"/>
              </a:ext>
            </a:extLst>
          </p:cNvPr>
          <p:cNvCxnSpPr>
            <a:endCxn id="102" idx="0"/>
          </p:cNvCxnSpPr>
          <p:nvPr/>
        </p:nvCxnSpPr>
        <p:spPr>
          <a:xfrm>
            <a:off x="6096000" y="-107"/>
            <a:ext cx="0" cy="4132200"/>
          </a:xfrm>
          <a:prstGeom prst="straightConnector1">
            <a:avLst/>
          </a:prstGeom>
          <a:noFill/>
          <a:ln w="38100" cap="flat" cmpd="sng">
            <a:solidFill>
              <a:srgbClr val="4C11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Rectangle 3">
            <a:extLst>
              <a:ext uri="{FF2B5EF4-FFF2-40B4-BE49-F238E27FC236}">
                <a16:creationId xmlns:a16="http://schemas.microsoft.com/office/drawing/2014/main" id="{EAAD5D23-69CE-E193-9788-186E08E9D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18605" y="0"/>
            <a:ext cx="67339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001</a:t>
            </a:r>
          </a:p>
        </p:txBody>
      </p:sp>
    </p:spTree>
    <p:extLst>
      <p:ext uri="{BB962C8B-B14F-4D97-AF65-F5344CB8AC3E}">
        <p14:creationId xmlns:p14="http://schemas.microsoft.com/office/powerpoint/2010/main" val="4278752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7313</TotalTime>
  <Words>811</Words>
  <Application>Microsoft Office PowerPoint</Application>
  <PresentationFormat>Widescreen</PresentationFormat>
  <Paragraphs>159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Kartika</vt:lpstr>
      <vt:lpstr>Office Theme</vt:lpstr>
      <vt:lpstr>001 അതിരാവിലെ തിരുസന്നിധി</vt:lpstr>
      <vt:lpstr>അതിരാവിലെ തിരുസന്നിധി  അണയുന്നൊരു സമയേ  അതിയായ് നിന്നെ സ്തുതിപ്പാന്‍ കൃപ  അരുള്‍ക യേശുപരനേ!</vt:lpstr>
      <vt:lpstr>രജനിയതിലടിയാനെ നീ സുഖമായ് കാത്ത കൃപയ്ക്കായ് ഭജനീയമാം തിരുനാമത്തി- ന്നനന്തം സ്തുതി മഹത്വം</vt:lpstr>
      <vt:lpstr>അതിരാവിലെ തിരുസന്നിധി  അണയുന്നൊരു സമയേ  അതിയായ് നിന്നെ സ്തുതിപ്പാന്‍ കൃപ  അരുള്‍ക യേശുപരനേ!</vt:lpstr>
      <vt:lpstr>എവിടെല്ലാമീ നിശയില്‍ മൃതി നടന്നിട്ടുണ്ടു പരനേ! അതില്‍ നിന്നെന്നെ പരിപാലിച്ച കൃപയ്ക്കായ് സ്തുതി നിനക്ക്</vt:lpstr>
      <vt:lpstr>അതിരാവിലെ തിരുസന്നിധി  അണയുന്നൊരു സമയേ  അതിയായ് നിന്നെ സ്തുതിപ്പാന്‍ കൃപ  അരുള്‍ക യേശുപരനേ!</vt:lpstr>
      <vt:lpstr>നെടുവീര്‍പ്പിട്ടു കരഞ്ഞീടുന്നു പല മര്‍ത്യരീസമയേ അടിയനുള്ളില്‍ കുതുകം - തന്ന കൃപയ്ക്കായ് സ്തുതുതി നിനക്ക്</vt:lpstr>
      <vt:lpstr>അതിരാവിലെ തിരുസന്നിധി  അണയുന്നൊരു സമയേ  അതിയായ് നിന്നെ സ്തുതിപ്പാന്‍ കൃപ  അരുള്‍ക യേശുപരനേ!</vt:lpstr>
      <vt:lpstr>കിടക്കയില്‍വെച്ചരിയാം സത്താ- നടുക്കാതിരിപ്പതിനെന്‍ അടുക്കല്‍ ദൂതഗണത്തെ കാവ- ലണച്ച കൃപയനല്പം</vt:lpstr>
      <vt:lpstr>അതിരാവിലെ തിരുസന്നിധി  അണയുന്നൊരു സമയേ  അതിയായ് നിന്നെ സ്തുതിപ്പാന്‍ കൃപ  അരുള്‍ക യേശുപരനേ!</vt:lpstr>
      <vt:lpstr>ഉറക്കത്തിനു സുഖവും തന്നെ- ന്നരികെ നിന്നു കൃപയാല്‍ ഉറങ്ങാതെന്നെ ബലമായ് കാത്ത തിരുമേനിക്കു മഹത്വം</vt:lpstr>
      <vt:lpstr>അതിരാവിലെ തിരുസന്നിധി  അണയുന്നൊരു സമയേ  അതിയായ് നിന്നെ സ്തുതിപ്പാന്‍ കൃപ  അരുള്‍ക യേശുപരനേ!</vt:lpstr>
      <vt:lpstr>അരുണന്‍ ഉദിച്ചുയര്‍ന്നിക്ഷിതി- ദ്യുതിയാല്‍ വിളങ്ങീടുംപോല്‍ പരനേയെന്‍റെയകമേ വെളി- വരുള്‍ക തിരുകൃപയാല്‍</vt:lpstr>
      <vt:lpstr>അതിരാവിലെ തിരുസന്നിധി  അണയുന്നൊരു സമയേ  അതിയായ് നിന്നെ സ്തുതിപ്പാന്‍ കൃപ  അരുള്‍ക യേശുപരനേ!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Athiraavile thirusannidhiyil</dc:title>
  <dc:creator>Digital Input:; GM JOHN; Acsah Mathews</dc:creator>
  <cp:lastModifiedBy>Josh J</cp:lastModifiedBy>
  <cp:revision>92</cp:revision>
  <dcterms:created xsi:type="dcterms:W3CDTF">2013-04-19T09:19:07Z</dcterms:created>
  <dcterms:modified xsi:type="dcterms:W3CDTF">2025-04-29T13:23:45Z</dcterms:modified>
</cp:coreProperties>
</file>