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2" r:id="rId3"/>
    <p:sldId id="270" r:id="rId4"/>
    <p:sldId id="271" r:id="rId5"/>
    <p:sldId id="273" r:id="rId6"/>
    <p:sldId id="274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105" d="100"/>
          <a:sy n="105" d="100"/>
        </p:scale>
        <p:origin x="51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73F13-6A49-4267-AB9F-DFD16D092252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74CC5-AEC3-48E0-8E88-B2A1F4E88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DEF93-0D9D-40F6-9450-FE95CA1254D3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DA060-8963-414D-A52F-22065B5A2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E53E6-158B-47A2-9383-897435710C68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BECA6-AB64-4050-99C1-2C5A46A6B7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16715-1F92-4562-8152-F9ECEC67EC12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BFACC-D02E-4C42-8CCE-D050FF2AE3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03C1-6B10-44C9-8714-0B3E4704DA9C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6F1B4-8FD1-4DBC-A8CE-A129B6F7AA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37761-77A8-43F7-BBFD-8148A167C534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BE68E-DC66-4C6D-A327-60A4CA68C6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DF69F-2618-42E5-89F9-3D6CD4ECD385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5AA45-94F9-49A4-A6B4-0E6C43C15B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59EF0-0C45-4D1A-8415-8D2C9DEE751C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187CD-2570-4A8A-99F7-2418E6E9E4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42395-CC90-43D3-9EC3-22DA432AF8AA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82E02-6AA9-430D-B59F-B158BD3342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D79A0-732E-4E2E-8358-475F4AB29BD5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8862-FE85-4D08-9755-54692AAB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BDF78-70D6-4C02-8BAB-93C820495509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2F8B-E3F8-46DA-85EB-81D7427B8B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8676641-7D7B-4002-8D01-308B4EBFE506}" type="datetimeFigureOut">
              <a:rPr lang="en-US"/>
              <a:pPr>
                <a:defRPr/>
              </a:pPr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7475E6-1B5C-412F-A9C2-2E3BDED8C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6D09-3ED7-4696-AD77-E3424BD8A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വരിക സുരാധിപ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96E3D-20D1-46DB-8BFD-D000026A2A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  <a:cs typeface="Times New Roman" panose="02020603050405020304" pitchFamily="18" charset="0"/>
              </a:rPr>
              <a:t>Varika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cs typeface="Times New Roman" panose="02020603050405020304" pitchFamily="18" charset="0"/>
              </a:rPr>
              <a:t>suraadhipa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94321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30982"/>
            <a:ext cx="12192000" cy="2893218"/>
          </a:xfrm>
        </p:spPr>
        <p:txBody>
          <a:bodyPr anchor="t"/>
          <a:lstStyle/>
          <a:p>
            <a:pPr defTabSz="395288"/>
            <a:r>
              <a:rPr lang="ml-IN" sz="2400" b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സുരാധിപ പരമപരാ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കരുണാസനം വഴിയായ്‌ സഭയിൽ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ഒരുമനസ്സോടു നിന്‍ തിരുഭവനേ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പരിചോടടിയാര്‍ വരുന്നതു കാണ്‍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  	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525000" y="1"/>
            <a:ext cx="1143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018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36C9D-1DAA-49A6-BE5E-93FD27D7FC44}"/>
              </a:ext>
            </a:extLst>
          </p:cNvPr>
          <p:cNvSpPr/>
          <p:nvPr/>
        </p:nvSpPr>
        <p:spPr>
          <a:xfrm>
            <a:off x="76200" y="3429000"/>
            <a:ext cx="12039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Pallavi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suraadhipa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Parama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Paraa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! Nin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Karunhaasanam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vazhiyaay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sabhayil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(2)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00" i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Anupallavi</a:t>
            </a:r>
            <a:b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</a:b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Oru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manassodey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thirubhavaney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Parichodadiyaar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varunnathukaanh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		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			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158428151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510271"/>
            <a:ext cx="11887200" cy="1906358"/>
          </a:xfrm>
        </p:spPr>
        <p:txBody>
          <a:bodyPr anchor="t"/>
          <a:lstStyle/>
          <a:p>
            <a:pPr algn="l" defTabSz="39528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ഭക്തിയോടടിയാർ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തൃപ്പാദത്തിൽ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പ്രാര്‍ത്ഥന ചെയ്തു വരം ലഭിപ്പാന്‍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നിത്യവും നിന്‍ പരി - ശുദ്ധാത്മ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തന്നരുളാന്‍ ഭജിച്ചീടുമ്പോള്‍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            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525000" y="1"/>
            <a:ext cx="1143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018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BF58AA-5892-44AE-A1DC-6C25D88BF3A4}"/>
              </a:ext>
            </a:extLst>
          </p:cNvPr>
          <p:cNvSpPr/>
          <p:nvPr/>
        </p:nvSpPr>
        <p:spPr>
          <a:xfrm>
            <a:off x="1828800" y="2416629"/>
            <a:ext cx="10363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സുരാധിപ പരമപരാ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കരുണാസനം വഴിയായ്‌ സഭയിൽ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27323-0C20-48F2-97C8-F7D89401D5A9}"/>
              </a:ext>
            </a:extLst>
          </p:cNvPr>
          <p:cNvSpPr/>
          <p:nvPr/>
        </p:nvSpPr>
        <p:spPr>
          <a:xfrm>
            <a:off x="76200" y="3487265"/>
            <a:ext cx="12115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Bhakthiyodadiyaar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Thrippaadaththil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   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Praarthana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cheithu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labhippaan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   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Nithyavum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pari-shudhdhaathma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   Shakthi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thannarulhaan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bhajichcheedumbol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suraadhipa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Nin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Karunhaasanam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vazhiyaay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sabhayil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461964"/>
            <a:ext cx="11658600" cy="1976436"/>
          </a:xfrm>
        </p:spPr>
        <p:txBody>
          <a:bodyPr anchor="t"/>
          <a:lstStyle/>
          <a:p>
            <a:pPr algn="l" defTabSz="404813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തിരുമനസ്സിനെക്കുറിച്ചൊരു മനസ്സായ്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ഇരുവരോ മൂവരോ വരുന്നിടത്തിൽ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കരുണയോടെ എഴുന്നരുളുമെന്ന്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തിരുവാചാ അരുളിയ പരമസുതാ</a:t>
            </a: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9525000" y="1"/>
            <a:ext cx="1143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018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86B49-4AF8-4B6B-961F-E2221706CF42}"/>
              </a:ext>
            </a:extLst>
          </p:cNvPr>
          <p:cNvSpPr/>
          <p:nvPr/>
        </p:nvSpPr>
        <p:spPr>
          <a:xfrm>
            <a:off x="1828800" y="2416629"/>
            <a:ext cx="10363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സുരാധിപ പരമപരാ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കരുണാസനം വഴിയായ്‌ സഭയിൽ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EA85B-ABC7-4AF7-8CAC-8659B608D62E}"/>
              </a:ext>
            </a:extLst>
          </p:cNvPr>
          <p:cNvSpPr/>
          <p:nvPr/>
        </p:nvSpPr>
        <p:spPr>
          <a:xfrm>
            <a:off x="76200" y="3487265"/>
            <a:ext cx="12115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Thirumanassiney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kurichochoru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manassaay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Iruvaro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moovaro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varunnidaththil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Karunhayodey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ezhunnarulhumannu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Thiruvaachaa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arulhiya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paramasuthaa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suraadhipa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Nin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Karunhaasanam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vazhiyaay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sabhayil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461964"/>
            <a:ext cx="11658600" cy="2357436"/>
          </a:xfrm>
        </p:spPr>
        <p:txBody>
          <a:bodyPr anchor="t"/>
          <a:lstStyle/>
          <a:p>
            <a:pPr algn="l" defTabSz="404813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വന്നടിയാരുടെ കന്മഷവും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തിന്മയശേഷവും ദുര്‍മനസ്സും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ഒന്നൊടശേഷവും നീക്കിടേണം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മോക്ഷെ അടിയാര്‍ നില്പാന്‍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9525000" y="1"/>
            <a:ext cx="1143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018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0DA7C-EA9C-4086-B4CE-6CB532A11FD4}"/>
              </a:ext>
            </a:extLst>
          </p:cNvPr>
          <p:cNvSpPr/>
          <p:nvPr/>
        </p:nvSpPr>
        <p:spPr>
          <a:xfrm>
            <a:off x="1828800" y="2416629"/>
            <a:ext cx="10363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സുരാധിപ പരമപരാ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കരുണാസനം വഴിയായ്‌ സഭയിൽ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0217D8-E7BD-496A-B1CC-936AF4D49994}"/>
              </a:ext>
            </a:extLst>
          </p:cNvPr>
          <p:cNvSpPr/>
          <p:nvPr/>
        </p:nvSpPr>
        <p:spPr>
          <a:xfrm>
            <a:off x="76200" y="3487265"/>
            <a:ext cx="12115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Vannadiyaarudey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kanhmashavum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Thinmayasheshavum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durmanassum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Onnodasheshavum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neekkidenham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mokshey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adiyaar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nilpaan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suraadhipa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Nin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Karunhaasanam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vazhiyaay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sabhayil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17458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461964"/>
            <a:ext cx="11582400" cy="1954665"/>
          </a:xfrm>
        </p:spPr>
        <p:txBody>
          <a:bodyPr anchor="t"/>
          <a:lstStyle/>
          <a:p>
            <a:pPr algn="l" defTabSz="404813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ദൂതരുടെ സ്തുതിയില്‍ വസിക്കും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നീതിസ്വരൂപനാം യഹോവയ്ക്കും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ഭൂതലരക്ഷക മശിഹായ്ക്കും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പരിശുദ്ധാത്മാവിന്നും</a:t>
            </a: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9525000" y="1"/>
            <a:ext cx="1143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018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D104D-1BAF-4916-9505-7DE175A266F4}"/>
              </a:ext>
            </a:extLst>
          </p:cNvPr>
          <p:cNvSpPr/>
          <p:nvPr/>
        </p:nvSpPr>
        <p:spPr>
          <a:xfrm>
            <a:off x="1828800" y="2416629"/>
            <a:ext cx="10363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സുരാധിപ പരമപരാ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കരുണാസനം വഴിയായ്‌ സഭയിൽ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43E104-7824-444B-840C-88EFA076C9FC}"/>
              </a:ext>
            </a:extLst>
          </p:cNvPr>
          <p:cNvSpPr/>
          <p:nvPr/>
        </p:nvSpPr>
        <p:spPr>
          <a:xfrm>
            <a:off x="76200" y="3487265"/>
            <a:ext cx="12115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Dootharudey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sthuthiyil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vasikkum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Neethiswaroopanaam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Yehovaaykkum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Bhoothala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Mashihaaykkum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Parishudhdhathamavinum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sthothram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suraadhipa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Nin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Karunhaasanam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vazhiyaay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sabhayil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0D919-C4E4-48AB-878D-035776F10F74}"/>
              </a:ext>
            </a:extLst>
          </p:cNvPr>
          <p:cNvSpPr/>
          <p:nvPr/>
        </p:nvSpPr>
        <p:spPr>
          <a:xfrm>
            <a:off x="10036629" y="2979434"/>
            <a:ext cx="207917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9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മോശവത്സലം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8420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316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18 വരിക സുരാധിപ</vt:lpstr>
      <vt:lpstr>പല്ലവി വരിക സുരാധിപ പരമപരാ! നിന്‍ കരുണാസനം വഴിയായ്‌ സഭയിൽ അനുപല്ലവി ഒരുമനസ്സോടു നിന്‍ തിരുഭവനേ പരിചോടടിയാര്‍ വരുന്നതു കാണ്‍ - വരിക..               </vt:lpstr>
      <vt:lpstr>1 ഭക്തിയോടടിയാർ നിന്‍ തൃപ്പാദത്തിൽ  പ്രാര്‍ത്ഥന ചെയ്തു വരം ലഭിപ്പാന്‍  നിത്യവും നിന്‍ പരി - ശുദ്ധാത്മ  ശക്തി തന്നരുളാന്‍ ഭജിച്ചീടുമ്പോള്‍              </vt:lpstr>
      <vt:lpstr>2 തിരുമനസ്സിനെക്കുറിച്ചൊരു മനസ്സായ്‌  ഇരുവരോ മൂവരോ വരുന്നിടത്തിൽ  കരുണയോടെ എഴുന്നരുളുമെന്ന്  തിരുവാചാ അരുളിയ പരമസുതാ!</vt:lpstr>
      <vt:lpstr>3 വന്നടിയാരുടെ കന്മഷവും  തിന്മയശേഷവും ദുര്‍മനസ്സും  ഒന്നൊടശേഷവും നീക്കിടേണം  എന്നും മോക്ഷെ അടിയാര്‍ നില്പാന്‍</vt:lpstr>
      <vt:lpstr>4 ദൂതരുടെ സ്തുതിയില്‍ വസിക്കും  നീതിസ്വരൂപനാം യഹോവയ്ക്കും  ഭൂതലരക്ഷക മശിഹായ്ക്കും  പരിശുദ്ധാത്മാവിന്നും സ്തോത്രം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Varika Suradhipa</dc:title>
  <dc:creator>Digital Input:;GM JOHN</dc:creator>
  <cp:lastModifiedBy>Manu Abraham</cp:lastModifiedBy>
  <cp:revision>223</cp:revision>
  <dcterms:created xsi:type="dcterms:W3CDTF">2013-04-19T09:19:07Z</dcterms:created>
  <dcterms:modified xsi:type="dcterms:W3CDTF">2022-10-22T22:16:21Z</dcterms:modified>
</cp:coreProperties>
</file>