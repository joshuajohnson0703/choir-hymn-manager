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7AE72-DC93-48FD-BC46-6AB56455197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3DF0-60BF-4A89-8AB3-9F1C1FBE05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61D39-B911-4BD5-97DD-0904B34BA11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B04AF-A462-429E-B4A3-7CCC4D5C4E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2F3D4-776F-4E1E-8D99-E221DC23E3F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12EBA-A966-4DDC-8B5B-E5F33540C3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8C0EE-5C97-4568-A24B-0CDBBC648F4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38AE7-41B1-492E-A96A-8B2E6124C2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64D97-F118-49F2-AA85-E3DC89F9BFD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16CD4-8898-4DA8-BBA4-2D992AFE44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36AC59-606A-4986-938E-45F0CC9BD9E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16C5C-2FC0-48AA-A295-A8E50A242B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D12F2-E570-46E1-967F-CD1F75BFC06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BF57D-44BA-4DA2-8BF8-1A9DA91A7E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7307F-457B-49B0-80A4-DF4440998EC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FEBA4-0A94-4B8D-944B-BABBA6FD3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85CF8-199B-42F3-A6D1-13BDE2BF932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BEAEA-F23F-433B-BCA3-F538F2EE1C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FCD73-5C49-4801-B301-EA73E75E6F0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6639F-43AA-4DE2-A862-D171C2FC8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9E1CC-70AD-49CE-A4B1-54B130ADC86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7FD96-7EFD-4FBE-8698-BF998E8AD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D9E73B8-E9CD-4551-94C5-AEE33FFEBE5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8B32B68-7DE6-475B-9BA1-34615C176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6BFC-BB56-469D-A0BE-731D136DA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രക്ഷിതാവിനെ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r>
              <a:rPr lang="ml-IN" b="1">
                <a:latin typeface="Kartika" panose="02020503030404060203" pitchFamily="18" charset="0"/>
              </a:rPr>
              <a:t>കാണ്‍ക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09E2F-89C7-4F35-80B1-C9E9C89A8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Rakshithaaviney </a:t>
            </a:r>
            <a:r>
              <a:rPr lang="en-US" sz="4000" b="1" dirty="0" err="1">
                <a:solidFill>
                  <a:schemeClr val="tx2"/>
                </a:solidFill>
              </a:rPr>
              <a:t>kaanhka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paapi</a:t>
            </a:r>
            <a:endParaRPr lang="en-US" sz="4000" b="1" dirty="0">
              <a:solidFill>
                <a:schemeClr val="tx2"/>
              </a:solidFill>
            </a:endParaRP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D93E68-BEE6-4D26-9214-DDA0266ACE7F}"/>
              </a:ext>
            </a:extLst>
          </p:cNvPr>
          <p:cNvSpPr/>
          <p:nvPr/>
        </p:nvSpPr>
        <p:spPr>
          <a:xfrm>
            <a:off x="1828800" y="5206483"/>
            <a:ext cx="21547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defTabSz="182880" eaLnBrk="0" hangingPunct="0"/>
            <a:r>
              <a:rPr lang="ml-IN" sz="2000" b="1" dirty="0">
                <a:solidFill>
                  <a:schemeClr val="accent2"/>
                </a:solidFill>
              </a:rPr>
              <a:t>(റ്റി. ജെ. വർക്കി)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BF31E-000D-428A-AA2D-B478B5714FE8}"/>
              </a:ext>
            </a:extLst>
          </p:cNvPr>
          <p:cNvSpPr/>
          <p:nvPr/>
        </p:nvSpPr>
        <p:spPr>
          <a:xfrm>
            <a:off x="8964484" y="5257800"/>
            <a:ext cx="1531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(T.J </a:t>
            </a:r>
            <a:r>
              <a:rPr lang="en-US" sz="2000" dirty="0" err="1">
                <a:solidFill>
                  <a:schemeClr val="accent2"/>
                </a:solidFill>
              </a:rPr>
              <a:t>Varkey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828293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66800" y="1143000"/>
            <a:ext cx="11125200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രക്ഷിതാ-വിനെ-കാ-ണ്‍ക പാപി</a:t>
            </a:r>
            <a:br>
              <a:rPr lang="en-US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നിന്‍റെ പേര്‍ക്കല്ലയോ </a:t>
            </a:r>
            <a:endParaRPr lang="en-US" sz="3600" b="1" dirty="0">
              <a:latin typeface="Kartika" panose="02020503030404060203" pitchFamily="18" charset="0"/>
              <a:ea typeface="+mj-ea"/>
              <a:cs typeface="Kartika" panose="02020503030404060203" pitchFamily="18" charset="0"/>
            </a:endParaRPr>
          </a:p>
          <a:p>
            <a:pPr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ക്രൂശിന്മേല്‍ തൂങ്ങുന്നു</a:t>
            </a:r>
            <a:endParaRPr lang="en-US" sz="3600" dirty="0">
              <a:latin typeface="Kartika" panose="02020503030404060203" pitchFamily="18" charset="0"/>
              <a:ea typeface="+mj-ea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10EFE-96F9-41EF-ADB9-B924F6056447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550FD-F50C-414C-B628-2A9A78189533}"/>
              </a:ext>
            </a:extLst>
          </p:cNvPr>
          <p:cNvSpPr/>
          <p:nvPr/>
        </p:nvSpPr>
        <p:spPr>
          <a:xfrm>
            <a:off x="0" y="3805239"/>
            <a:ext cx="1089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Rakshithaaviney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perkallayo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krooshinmel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66800" y="1143000"/>
            <a:ext cx="11125200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കാല്‍വറി-മലമേൽ -നോക്കു നീ-</a:t>
            </a:r>
            <a:b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കാല്‍കരം ചേര്‍ന്നിതാ </a:t>
            </a:r>
          </a:p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ആണിമേല്‍-തൂങ്ങുന്നു</a:t>
            </a:r>
            <a:endParaRPr lang="en-US" sz="3600" dirty="0">
              <a:latin typeface="Kartika" panose="02020503030404060203" pitchFamily="18" charset="0"/>
              <a:ea typeface="+mj-ea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10EFE-96F9-41EF-ADB9-B924F6056447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550FD-F50C-414C-B628-2A9A78189533}"/>
              </a:ext>
            </a:extLst>
          </p:cNvPr>
          <p:cNvSpPr/>
          <p:nvPr/>
        </p:nvSpPr>
        <p:spPr>
          <a:xfrm>
            <a:off x="0" y="3805239"/>
            <a:ext cx="1089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Kaalvari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malamel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Kaalkaram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aanhimel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95225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66800" y="1143000"/>
            <a:ext cx="11125200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ധ്യാനപീ-ഠമതിൽ -കയറി</a:t>
            </a:r>
            <a:b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ഉള്ളിലെ കണ്ണുകൾ-</a:t>
            </a:r>
          </a:p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കൊണ്ടു നീ കാണുക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10EFE-96F9-41EF-ADB9-B924F6056447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550FD-F50C-414C-B628-2A9A78189533}"/>
              </a:ext>
            </a:extLst>
          </p:cNvPr>
          <p:cNvSpPr/>
          <p:nvPr/>
        </p:nvSpPr>
        <p:spPr>
          <a:xfrm>
            <a:off x="0" y="3805239"/>
            <a:ext cx="1089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Dhyaana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peedamathil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kayari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Ullhiley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kannhukalh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939937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66800" y="1143000"/>
            <a:ext cx="11125200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പാപത്തില്‍ - ജീവിക്കു-ന്നവനേ</a:t>
            </a:r>
            <a:b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നിന്‍റെ പേര്‍ക്കല്ലയോ – </a:t>
            </a:r>
          </a:p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തൂങ്ങുന്നീ രക്ഷകൻ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10EFE-96F9-41EF-ADB9-B924F6056447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550FD-F50C-414C-B628-2A9A78189533}"/>
              </a:ext>
            </a:extLst>
          </p:cNvPr>
          <p:cNvSpPr/>
          <p:nvPr/>
        </p:nvSpPr>
        <p:spPr>
          <a:xfrm>
            <a:off x="0" y="3805239"/>
            <a:ext cx="1089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Paapaththil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jeevikkunnavaney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perkallayo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thoongunnee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34531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66800" y="1143000"/>
            <a:ext cx="11125200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തള്ളുക-നിന്‍റെ പാപമെല്ലാം</a:t>
            </a:r>
            <a:b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കള്ളമേതും നിനയ്ക്കേണ്ടാ – </a:t>
            </a:r>
          </a:p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നിന്നുള്ളില്‍ നീ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10EFE-96F9-41EF-ADB9-B924F6056447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550FD-F50C-414C-B628-2A9A78189533}"/>
              </a:ext>
            </a:extLst>
          </p:cNvPr>
          <p:cNvSpPr/>
          <p:nvPr/>
        </p:nvSpPr>
        <p:spPr>
          <a:xfrm>
            <a:off x="0" y="3805239"/>
            <a:ext cx="1089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Thallhuka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Kallhamethum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ninaikkenda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ninnullhil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325086752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66800" y="1143000"/>
            <a:ext cx="11125200" cy="19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ഉള്ളം നീ മുഴുവൻ-തുറന്നു</a:t>
            </a:r>
            <a:b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തള്ളയാ-മേശുവിൻ-</a:t>
            </a:r>
          </a:p>
          <a:p>
            <a:pPr marL="6350" lvl="1" indent="4763" defTabSz="457200" eaLnBrk="0" hangingPunct="0">
              <a:defRPr/>
            </a:pPr>
            <a:r>
              <a:rPr lang="ml-IN" sz="3600" b="1" dirty="0"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കയ്യിലേല്പിക്ക നീ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10EFE-96F9-41EF-ADB9-B924F6056447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550FD-F50C-414C-B628-2A9A78189533}"/>
              </a:ext>
            </a:extLst>
          </p:cNvPr>
          <p:cNvSpPr/>
          <p:nvPr/>
        </p:nvSpPr>
        <p:spPr>
          <a:xfrm>
            <a:off x="0" y="3805239"/>
            <a:ext cx="1089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muzhuvan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thurannu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kaiyilèlpikka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30545859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91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164 രക്ഷിതാവിനെ കാണ്‍ക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Rakshithavine kaanka</dc:title>
  <dc:creator>Digital Input:;GM JOHN</dc:creator>
  <cp:lastModifiedBy>Acsah Mathews</cp:lastModifiedBy>
  <cp:revision>209</cp:revision>
  <dcterms:created xsi:type="dcterms:W3CDTF">2013-04-19T09:19:07Z</dcterms:created>
  <dcterms:modified xsi:type="dcterms:W3CDTF">2018-11-06T17:27:54Z</dcterms:modified>
</cp:coreProperties>
</file>