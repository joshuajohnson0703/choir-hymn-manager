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0" r:id="rId3"/>
    <p:sldId id="275" r:id="rId4"/>
    <p:sldId id="286" r:id="rId5"/>
    <p:sldId id="276" r:id="rId6"/>
    <p:sldId id="287" r:id="rId7"/>
    <p:sldId id="277" r:id="rId8"/>
    <p:sldId id="288" r:id="rId9"/>
    <p:sldId id="278" r:id="rId10"/>
    <p:sldId id="289" r:id="rId11"/>
    <p:sldId id="279" r:id="rId12"/>
    <p:sldId id="290" r:id="rId13"/>
    <p:sldId id="280" r:id="rId14"/>
    <p:sldId id="291" r:id="rId15"/>
    <p:sldId id="281" r:id="rId16"/>
    <p:sldId id="292" r:id="rId17"/>
    <p:sldId id="282" r:id="rId18"/>
    <p:sldId id="293" r:id="rId19"/>
    <p:sldId id="283" r:id="rId20"/>
    <p:sldId id="294" r:id="rId21"/>
    <p:sldId id="284" r:id="rId22"/>
    <p:sldId id="295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3108D-8AFD-4BCD-B91D-C4FF1ADADA2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E5062-E9B5-41EA-B0AB-AC41644262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5A594-6193-4084-BB1B-335F633694F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90B03-B4C8-43B3-B594-8CF311006C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DEAE6-895B-43B5-9FF9-8E4359C5AA7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6ABA9-FF85-47E9-B0C9-41B46EBC2A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F1FDF-9D1F-43CF-B4F2-0AB2DEABE2B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0844B-7309-497A-8E44-3780D4B217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21145-7FA7-420E-9C87-0AEB1746D7D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C781C-F728-40A9-8718-F512511F64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2BDA8-5733-4E9F-B21F-DE8615C7017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B1FC7-323C-4A83-9C9D-232AE07302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F1789-32FE-4699-8D3F-E88B90B4FD9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4BD03-0036-44BA-B25B-310229C483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2D383-3038-4B60-B749-058211EB991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76968-6008-4718-A5F7-D9EFE6B0E9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D000C-B6ED-4D9A-88D0-F0B5349CE0B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59BAA-08C1-4631-B488-F32EB343CD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32118-69C6-4758-9C56-E779D77077E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B926F-5C84-491B-AAA2-86D6743F79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50E930-9B93-4B8A-8B16-1F2173333EA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B0D6F-381B-4C7B-9A3E-F8EA6C4B44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951E51-547F-43C6-8A05-905D6A45CE7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55FFA95-02C2-41C0-BC5D-F83873309D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2295-1F10-4B8F-9AFC-7F9D9B9A9C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എന്തൊരന്‍പിതപ്പനേ!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68837-DFC8-4CBA-86D4-F2911F687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Enthoranpithappane!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AA7C60-DC48-4327-8E9B-5267FA983681}"/>
              </a:ext>
            </a:extLst>
          </p:cNvPr>
          <p:cNvSpPr/>
          <p:nvPr/>
        </p:nvSpPr>
        <p:spPr>
          <a:xfrm>
            <a:off x="1828800" y="5054083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60BFE0-902B-4187-B4B7-A86A73E933AD}"/>
              </a:ext>
            </a:extLst>
          </p:cNvPr>
          <p:cNvSpPr/>
          <p:nvPr/>
        </p:nvSpPr>
        <p:spPr>
          <a:xfrm>
            <a:off x="8382000" y="5054083"/>
            <a:ext cx="23929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Yusthus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Youseph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4161895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397877"/>
            <a:ext cx="12192000" cy="3259723"/>
          </a:xfrm>
        </p:spPr>
        <p:txBody>
          <a:bodyPr anchor="t"/>
          <a:lstStyle/>
          <a:p>
            <a:pPr defTabSz="457200"/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അണ്ടര്‍കോനേ! നീ ഈ ചണ്ഡാളദ്രോഹിയില്‍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കൊണ്ടോരന്‍പു പറയേണ്ടുന്നതെങ്ങനെ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720167"/>
            <a:ext cx="1216660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  <a:p>
            <a:pPr algn="ctr"/>
            <a:r>
              <a:rPr lang="en-US" sz="26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6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Endarkone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chandaalha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drohiyil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Kondoranpu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parhayendunnathengane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?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2434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അന്‍ പോലും തമ്പുരാനെ! നിന്‍റെ മഹാ-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അന്‍പുള്ളോരു മകനെ!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ഇന്‍പം നിറഞ്ഞുള്ള-നിന്മടിയില്‍ നിന്നു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തുമ്പം നിറഞ്ഞ പാ-രിങ്കലയച്ചതും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Anpolum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thamburaane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Anpullhoru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makane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Inpam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nirhanjullha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ninmadiyilninnu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Thumbam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nirhanja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paarinkalayachathum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5166457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32136826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കണ്‍മണിയാം നിന്മകൻ -പൂങ്കാവിങ്കല്‍-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മണ്ണില്‍ വീണിരന്നതും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പൊന്നിന്‍ തിരുമേനി തന്നില്‍ നിന്നു ചോര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മണ്ണില്‍ വീണതും നിൻ-കണ്ണെങ്ങനെ കണ്ടു?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Kanhmanhiyaam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ninmakan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poonkaavinkal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Mannhil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veenhirannathum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Ponnin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thirumeni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thannilninnu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chora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Mannhil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veenhathum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ninkannhengane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?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0851715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28548385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കരുണയറ്റ യൂദന്മാർ-നിന്മകന്‍റെ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തിരുമേനിയാകെ നാഥാ!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കൊരടാവു കൊണ്ടടി ച്ചുഴുത നിലമാക്കി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കുരിശിപ്പതിനായി-ക്കുരിശെടുപ്പിക്കുന്നു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-2540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Karunhayatta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yoodanmaar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ninmakante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thirumeniyaake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Koradaavu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kondadichuzhitha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nilamaakki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Kurishippathinaai-kkurisheduppikkunnu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5691835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422135949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ദാഹം വിശപ്പു കൊണ്ടു തളര്‍ന്നു കൈ-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കാല്‍കള്‍ കുഴഞ്ഞിടുന്നു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ദേഹമഴലുന്നു-ദേഹിയുഴലുന്നു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സ്നേഹം പെരുകുന്നീ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പാതകനോടയ്യോ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-2540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Daaham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vishappu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thalharnnu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kai-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kaalkalh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kuzhanjidunnu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Dehamazhalunnu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dehiyuzhalunnu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perukunnee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paathakanodayyo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857653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167404642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</a:rPr>
              <a:t>ശത്രുക്കള്‍ മദ്ധ്യേകൂടെ-പോകുന്നിതാ-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കുറ്റമറ്റ കുഞ്ഞാട്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കഷ്ടം! യെറുശലേം-പുത്രികള്‍ കണ്ടു മാ-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റത്തടിച്ചയ്യോ വാ-വിട്ടലറിടുന്നു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-2540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Shathrukkal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madhyekoode-pokunnitha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kuttamatta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kunjaadu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kashtam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yerushalem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puthrikalh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Rathadichayyo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vittalarhidunnu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7314516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60634831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 നിറഞ്ഞവൻ തൻ-കൈകാൽകളെ -കുരിശിൽ വിരിച്ചിടുന്നു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കരുണയറ്റ ദുഷ്ടർ-ക്രൂരകൈകളാലെ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കുരിശോടു ചേർത്താണി വെച്ചീടുന്നയ്യയ്യോ!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-2540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Karunha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niranjavan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than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kaikaalkalhe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kurishil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virichidunnu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Karunhayatta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dushtarkroora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kaikalhaale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Kurishodu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cherthaanhi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vecheedunnaiyyayyo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6892365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216818858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ആകാശഭൂമി മദ്ധ്യേ-നിന്‍റെ മകൻ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ഹാ! തൂങ്ങിടുന്നയ്യോ!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കാൽ കർങ്ങളൂടെ-ചോരയൊഴുകുന്നു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വേകുന്നു നിൻ കോപ-ത്തീയിങ്കൽ വീണവൻ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-2540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Aakashambhoomi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madhye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makan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Ha! Ha!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thoongidunnayyo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Kaalkarangalhude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chorayozhukunnu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kopaththeeyinkal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veenhavan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2887633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58762216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ദൈവമേ! എൻ ദൈവമേ! എന്തുകൊണ്ടു-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കൈവെടിഞ്ഞതെന്നെനീ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ഏവമിതാ നിന്‍റെ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 മകൻ തന്‍റെ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 വിട്ടലറുന്നു നീ കേൾക്കുന്നില്ലൊട്ടും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-2540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Daivame!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kaivedinjathennenee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Evamithaa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makan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thante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vittalarhunnu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kelhkkunnillottum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1552854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160582892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ചങ്കു തുറന്നൊഴുകി -യതാം-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രക്തത്തിങ്കലെന്നെ കഴുകി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പൊൻ കരം കൊണ്ടു ന-ടത്തി പുതുശാലേ-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മിങ്കൽ ചേർക്ക യേശു-സങ്കേതമേ! എന്നെ-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-2540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Chanku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thurhannozhuki-yathaam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rakthathinkalenne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kazhuki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Ponkaram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nadathi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puthushaale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Minkal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cherkka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yeshu-sankethame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4096427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129913316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94376"/>
            <a:ext cx="12192000" cy="2862958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ഇപ്പുഴുവിനെയിത്ര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സ്നേഹിപ്പതി-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ന്നപ്പനേ എന്തുള്ളു ഞാൻ?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ഇപ്പുണ്യത്തിന്നടി-യാനെന്തു ചെയ്യേണ്ടു?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അബ്ബാ! പിതാവേ! മഹത്വം നിനക്കെന്നും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എന്തൊ...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-25400" y="375733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Ippuzhuvineyithra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snehippathi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nappane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enthullhu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Ippinhyathinnadiyaanenthu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cheyendu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Abba!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Pithaave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ninakkennum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9FA89-114B-4059-B289-D4F1EBDECA8C}"/>
              </a:ext>
            </a:extLst>
          </p:cNvPr>
          <p:cNvSpPr txBox="1"/>
          <p:nvPr/>
        </p:nvSpPr>
        <p:spPr>
          <a:xfrm>
            <a:off x="0" y="1240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j-lt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24BA0-2E7E-42D5-9A77-FBDBC8F9D58A}"/>
              </a:ext>
            </a:extLst>
          </p:cNvPr>
          <p:cNvSpPr/>
          <p:nvPr/>
        </p:nvSpPr>
        <p:spPr>
          <a:xfrm>
            <a:off x="9160649" y="3633311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(യുസ്തുസ് യൌസേഫ്)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EA070F-ED8C-421B-A768-53A75A6D9FF6}"/>
              </a:ext>
            </a:extLst>
          </p:cNvPr>
          <p:cNvSpPr/>
          <p:nvPr/>
        </p:nvSpPr>
        <p:spPr>
          <a:xfrm>
            <a:off x="8973450" y="6311603"/>
            <a:ext cx="217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Yusthus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Youseph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07482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68710"/>
            <a:ext cx="12192000" cy="2269123"/>
          </a:xfrm>
        </p:spPr>
        <p:txBody>
          <a:bodyPr anchor="t"/>
          <a:lstStyle/>
          <a:p>
            <a:pPr defTabSz="457200"/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 ഈ പാപിമേ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ല്‍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എന്തൊരന്‍പിതപ്പനേ!-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F4552-69F4-4046-A5F8-11E3A84DE24B}"/>
              </a:ext>
            </a:extLst>
          </p:cNvPr>
          <p:cNvSpPr/>
          <p:nvPr/>
        </p:nvSpPr>
        <p:spPr>
          <a:xfrm>
            <a:off x="0" y="3137833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Enthoranpithappane </a:t>
            </a:r>
          </a:p>
        </p:txBody>
      </p:sp>
    </p:spTree>
    <p:extLst>
      <p:ext uri="{BB962C8B-B14F-4D97-AF65-F5344CB8AC3E}">
        <p14:creationId xmlns:p14="http://schemas.microsoft.com/office/powerpoint/2010/main" val="141745798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316</Words>
  <Application>Microsoft Office PowerPoint</Application>
  <PresentationFormat>Widescreen</PresentationFormat>
  <Paragraphs>124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Kartika</vt:lpstr>
      <vt:lpstr>Office Theme</vt:lpstr>
      <vt:lpstr>143 എന്തൊരന്‍പിതപ്പനേ!</vt:lpstr>
      <vt:lpstr>പല്ലവി എന്തൊരന്‍പിതപ്പനേ! ഈ പാപിമേല്‍- എന്തൊരന്‍പിതപ്പനേ!- അനുപല്ലവി  അണ്ടര്‍കോനേ! നീ ഈ ചണ്ഡാളദ്രോഹിയില്‍ കൊണ്ടോരന്‍പു പറയേണ്ടുന്നതെങ്ങനെ?                      - എന്തൊ...</vt:lpstr>
      <vt:lpstr>അന്‍ പോലും തമ്പുരാനെ! നിന്‍റെ മഹാ- അന്‍പുള്ളോരു മകനെ! ഇന്‍പം നിറഞ്ഞുള്ള-നിന്മടിയില്‍ നിന്നു തുമ്പം നിറഞ്ഞ പാ-രിങ്കലയച്ചതും      - എന്തൊ...</vt:lpstr>
      <vt:lpstr> എന്തൊരന്‍പിതപ്പനേ! ഈ പാപിമേല്‍- എന്തൊരന്‍പിതപ്പനേ!- </vt:lpstr>
      <vt:lpstr>കണ്‍മണിയാം നിന്മകൻ -പൂങ്കാവിങ്കല്‍- മണ്ണില്‍ വീണിരന്നതും പൊന്നിന്‍ തിരുമേനി തന്നില്‍ നിന്നു ചോര മണ്ണില്‍ വീണതും നിൻ-കണ്ണെങ്ങനെ കണ്ടു?                      - എന്തൊ...</vt:lpstr>
      <vt:lpstr> എന്തൊരന്‍പിതപ്പനേ! ഈ പാപിമേല്‍- എന്തൊരന്‍പിതപ്പനേ!- </vt:lpstr>
      <vt:lpstr>കരുണയറ്റ യൂദന്മാർ-നിന്മകന്‍റെ തിരുമേനിയാകെ നാഥാ! കൊരടാവു കൊണ്ടടി ച്ചുഴുത നിലമാക്കി കുരിശിപ്പതിനായി-ക്കുരിശെടുപ്പിക്കുന്നു                      - എന്തൊ...</vt:lpstr>
      <vt:lpstr> എന്തൊരന്‍പിതപ്പനേ! ഈ പാപിമേല്‍- എന്തൊരന്‍പിതപ്പനേ!- </vt:lpstr>
      <vt:lpstr>ദാഹം വിശപ്പു കൊണ്ടു തളര്‍ന്നു കൈ- കാല്‍കള്‍ കുഴഞ്ഞിടുന്നു ദേഹമഴലുന്നു-ദേഹിയുഴലുന്നു സ്നേഹം പെരുകുന്നീ - പാതകനോടയ്യോ                      - എന്തൊ...</vt:lpstr>
      <vt:lpstr> എന്തൊരന്‍പിതപ്പനേ! ഈ പാപിമേല്‍- എന്തൊരന്‍പിതപ്പനേ!- </vt:lpstr>
      <vt:lpstr>ശത്രുക്കള്‍ മദ്ധ്യേകൂടെ-പോകുന്നിതാ- കുറ്റമറ്റ കുഞ്ഞാട് കഷ്ടം! യെറുശലേം-പുത്രികള്‍ കണ്ടു മാ- റത്തടിച്ചയ്യോ വാ-വിട്ടലറിടുന്നു                      - എന്തൊ...</vt:lpstr>
      <vt:lpstr> എന്തൊരന്‍പിതപ്പനേ! ഈ പാപിമേല്‍- എന്തൊരന്‍പിതപ്പനേ!- </vt:lpstr>
      <vt:lpstr>കരുണ നിറഞ്ഞവൻ തൻ-കൈകാൽകളെ -കുരിശിൽ വിരിച്ചിടുന്നു  കരുണയറ്റ ദുഷ്ടർ-ക്രൂരകൈകളാലെ  കുരിശോടു ചേർത്താണി വെച്ചീടുന്നയ്യയ്യോ!                      - എന്തൊ...</vt:lpstr>
      <vt:lpstr> എന്തൊരന്‍പിതപ്പനേ! ഈ പാപിമേല്‍- എന്തൊരന്‍പിതപ്പനേ!- </vt:lpstr>
      <vt:lpstr>ആകാശഭൂമി മദ്ധ്യേ-നിന്‍റെ മകൻ  ഹാ! ഹാ! തൂങ്ങിടുന്നയ്യോ! കാൽ കർങ്ങളൂടെ-ചോരയൊഴുകുന്നു  വേകുന്നു നിൻ കോപ-ത്തീയിങ്കൽ വീണവൻ                      - എന്തൊ...</vt:lpstr>
      <vt:lpstr> എന്തൊരന്‍പിതപ്പനേ! ഈ പാപിമേല്‍- എന്തൊരന്‍പിതപ്പനേ!- </vt:lpstr>
      <vt:lpstr>ദൈവമേ! എൻ ദൈവമേ! എന്തുകൊണ്ടു- കൈവെടിഞ്ഞതെന്നെനീ  ഏവമിതാ നിന്‍റെ - ഏക മകൻ തന്‍റെ വാ വിട്ടലറുന്നു നീ കേൾക്കുന്നില്ലൊട്ടും                      - എന്തൊ...</vt:lpstr>
      <vt:lpstr> എന്തൊരന്‍പിതപ്പനേ! ഈ പാപിമേല്‍- എന്തൊരന്‍പിതപ്പനേ!- </vt:lpstr>
      <vt:lpstr>ചങ്കു തുറന്നൊഴുകി -യതാം- രക്തത്തിങ്കലെന്നെ കഴുകി  പൊൻ കരം കൊണ്ടു ന-ടത്തി പുതുശാലേ- മിങ്കൽ ചേർക്ക യേശു-സങ്കേതമേ! എന്നെ-                      - എന്തൊ...</vt:lpstr>
      <vt:lpstr> എന്തൊരന്‍പിതപ്പനേ! ഈ പാപിമേല്‍- എന്തൊരന്‍പിതപ്പനേ!- </vt:lpstr>
      <vt:lpstr>ഇപ്പുഴുവിനെയിത്ര - സ്നേഹിപ്പതി- ന്നപ്പനേ എന്തുള്ളു ഞാൻ? ഇപ്പുണ്യത്തിന്നടി-യാനെന്തു ചെയ്യേണ്ടു? അബ്ബാ! പിതാവേ! മഹത്വം നിനക്കെന്നും                      - എന്തൊ...</vt:lpstr>
      <vt:lpstr> എന്തൊരന്‍പിതപ്പനേ! ഈ പാപിമേല്‍- എന്തൊരന്‍പിതപ്പനേ!-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Enthoranpithappane</dc:title>
  <dc:creator>Digital Input:;GM JOHN</dc:creator>
  <cp:lastModifiedBy>Acsah Mathews</cp:lastModifiedBy>
  <cp:revision>118</cp:revision>
  <dcterms:created xsi:type="dcterms:W3CDTF">2013-04-19T09:19:07Z</dcterms:created>
  <dcterms:modified xsi:type="dcterms:W3CDTF">2018-11-05T19:51:56Z</dcterms:modified>
</cp:coreProperties>
</file>