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234C6-C6F0-401A-A915-25D710614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4A37F-5D3C-4210-BFD1-F2AAC87F0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6A7F5-D486-4DD2-A576-4720F61E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86BB-8C31-47F0-87DF-640D8C30ED2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ADF58-DC52-4627-9849-BE33FA11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1BC16-AE5F-400D-9F3D-5E46C2A18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A71D-C5D9-47AB-9597-40AEDFB53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216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05259-0106-4B4D-BE90-6A73D426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A6119-A87E-4734-856D-6E4B9380D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D1962-4752-41F1-8061-9A51C5DF1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86BB-8C31-47F0-87DF-640D8C30ED2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9070B-364C-48DE-AC3D-248EB1A7A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34853-7FF5-442D-A753-B2A5EEA5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A71D-C5D9-47AB-9597-40AEDFB53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10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3B2B8-3417-4971-8ED0-4B8E409A2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B3CC0-1459-434A-B173-B118F779F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8CAB8-5E7E-4DCF-BF99-83088AAA4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86BB-8C31-47F0-87DF-640D8C30ED2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8E1DC-8704-45E9-9D10-07B96B51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DAC89-04AA-46D2-94E4-EAC4A2928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A71D-C5D9-47AB-9597-40AEDFB53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61C3B-1363-4AB8-A8CD-538E34A48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CE013-B570-429F-A15C-D3426247B1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785EF-100E-4C05-B317-E661EB852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DA24B-D1F3-4649-8434-0A80E0E9F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86BB-8C31-47F0-87DF-640D8C30ED2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B8368-F96B-4924-8711-CE346089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C7405-FD64-4A65-BFF0-29CF2AB0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A71D-C5D9-47AB-9597-40AEDFB53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640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3AD3C-F93D-46FF-BC52-75A38B73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B50A4-8C3B-4C77-9D4E-6A2A75CC8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39A62-E40A-4264-AD19-DAFA73D20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DD9F0-AF64-47AC-9A2C-1FE1DE0E3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295FDC-92A7-4DD8-9D05-7CD64ED73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AF99DA-C352-443B-9D04-E4BD51DB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86BB-8C31-47F0-87DF-640D8C30ED2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2E569-60E4-4536-A513-ED03C5228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51C51-9313-49C6-9C08-07713023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A71D-C5D9-47AB-9597-40AEDFB53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DB59D-108E-40A9-BA89-4B89CBB9A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B1CF39-E1C8-4612-A79B-7342C573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86BB-8C31-47F0-87DF-640D8C30ED2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E1AF0-168A-49BB-9FE1-E13C7E993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D3BC6D-9A21-4F27-AC77-CC6AA651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A71D-C5D9-47AB-9597-40AEDFB53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8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0F77B3-AB60-43CA-BF73-B24BC7AB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86BB-8C31-47F0-87DF-640D8C30ED2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8B5BE7-ABEC-420B-A244-48A64669F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7176A-A6FC-4CFB-9DB7-D2205640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A71D-C5D9-47AB-9597-40AEDFB53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846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C5C6-CA43-4BB4-800B-FB7E0AF4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8402-D81A-4D08-8CDB-CCACEC2DC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F48FC-57DD-416F-A7E4-AB0DE9CC9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8DB89-503C-4570-824B-02A1AC4D5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86BB-8C31-47F0-87DF-640D8C30ED2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6B8F3-1F90-4C62-B5A3-B241A619B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39EA0-B693-4B70-BFC7-E6BC748F3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A71D-C5D9-47AB-9597-40AEDFB53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8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9E346-AEAD-40F7-B4CC-E64669CBE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B5ECB-A77C-42B6-8C2E-11399E766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39D84-3B47-41D5-ADE0-E4B24C12B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DDD8B-CE0D-4C88-9E3D-0BBF419E4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86BB-8C31-47F0-87DF-640D8C30ED2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5BFC9-9F55-4675-9D37-E453CAA1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70FFD-BD34-4FEA-A198-703EA8FF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A71D-C5D9-47AB-9597-40AEDFB53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48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02C60-11C8-4528-BA8C-7268898C9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0039E-AB6F-4BAD-A905-8EE04A499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61D3B-7EF5-4544-B6F1-0BB26DEA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86BB-8C31-47F0-87DF-640D8C30ED2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9D4F3-516A-447B-9B12-A7ABA90B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F33FF-ED2B-46A9-9FDE-A4E1A1C8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A71D-C5D9-47AB-9597-40AEDFB53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71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BAF77-8A65-413C-9F66-730183AB76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49FCF-5704-419F-99C5-B2D145028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5F384-82E4-4F5F-B811-C1A76EDD9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86BB-8C31-47F0-87DF-640D8C30ED2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59FB3-37C6-4BC1-B692-F719C00F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CB162-815C-484F-A20F-B57DE066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A71D-C5D9-47AB-9597-40AEDFB53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19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D2E3F7-F17D-46AC-A708-68BB14BA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D9C15-365C-4910-AC3F-E41403AE3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488A8-6B76-443D-B9C7-4AFC62502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586BB-8C31-47F0-87DF-640D8C30ED27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DF560-6BCA-45DF-850F-3B16A6EE82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AD43B-95DA-4DEF-966D-A1C99B427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AA71D-C5D9-47AB-9597-40AEDFB53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6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CE0E-4AEB-4104-88AA-FE0FD46C2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4462"/>
            <a:ext cx="12192000" cy="3275501"/>
          </a:xfrm>
        </p:spPr>
        <p:txBody>
          <a:bodyPr>
            <a:normAutofit/>
          </a:bodyPr>
          <a:lstStyle/>
          <a:p>
            <a:r>
              <a:rPr lang="en-US" dirty="0"/>
              <a:t>468</a:t>
            </a:r>
            <a:br>
              <a:rPr lang="en-US" dirty="0"/>
            </a:br>
            <a:br>
              <a:rPr lang="en-US" sz="2200" dirty="0"/>
            </a:br>
            <a:r>
              <a:rPr lang="ml-IN" sz="4800" b="1" dirty="0">
                <a:solidFill>
                  <a:srgbClr val="000000"/>
                </a:solidFill>
                <a:latin typeface="Kartika" panose="02020503030404060203" pitchFamily="18" charset="0"/>
              </a:rPr>
              <a:t>മാന്‍ നീര്‍ത്തോടിനായ്‌ 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77304-BA76-4AB8-B8D9-7090C0CC5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54400"/>
            <a:ext cx="12192000" cy="12044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 err="1">
                <a:solidFill>
                  <a:srgbClr val="002060"/>
                </a:solidFill>
              </a:rPr>
              <a:t>Maan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neerththodinaai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5832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/>
              </a:rPr>
              <a:t>468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140677" y="483094"/>
            <a:ext cx="11910645" cy="3608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മാന്‍ നീര്‍ത്തോടിനായ്‌ ദാഹിച്ചു കാംക്ഷിക്കുംപോലവേ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 ആത്മാവിന്‍ ദാഹവും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നിനക്കായ് എന്‍ ദൈവമേ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ആശ്രയം നീ ശൈലവും നീ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കോട്ടയും നീ എന്നും കാക്കും</a:t>
            </a:r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281356" y="3969952"/>
            <a:ext cx="11910644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neerththodinaai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daahichu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kaamkshikkum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polave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Ennaathmaavin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daahavum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ninakkaayen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daivame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					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Aashrayam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shailavum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nee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					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Kottayum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kaakkum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78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41968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1087158"/>
            <a:ext cx="12109938" cy="1850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ജീവിക്കും ദൈവത്തിനായ്‌ ദാഹിക്കും എന്‍ മനമേ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ദേവാ നിന്‍ സന്നിധിയില്‍ നിന്നിടാന്‍ ആത്മാവു വാഞ്ചിക്കുന്നു</a:t>
            </a:r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0" y="4207725"/>
            <a:ext cx="11898923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Jeevikkum </a:t>
            </a:r>
            <a:r>
              <a:rPr lang="en-US" sz="3400" b="1" dirty="0" err="1">
                <a:solidFill>
                  <a:srgbClr val="002060"/>
                </a:solidFill>
              </a:rPr>
              <a:t>daivaththinaai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daahikkum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maname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Deva nee </a:t>
            </a:r>
            <a:r>
              <a:rPr lang="en-US" sz="3400" b="1" dirty="0" err="1">
                <a:solidFill>
                  <a:srgbClr val="002060"/>
                </a:solidFill>
              </a:rPr>
              <a:t>sannidhiyil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ninnidaan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aathmaavu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vaanjukkunnu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30726C-E38C-4155-A2E7-E659E217E479}"/>
              </a:ext>
            </a:extLst>
          </p:cNvPr>
          <p:cNvSpPr/>
          <p:nvPr/>
        </p:nvSpPr>
        <p:spPr>
          <a:xfrm>
            <a:off x="3587262" y="2690843"/>
            <a:ext cx="8311661" cy="126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ആശ്രയം നീ ശൈലവും നീ </a:t>
            </a:r>
          </a:p>
          <a:p>
            <a:pPr algn="r"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കോട്ടയും നീ എന്നും കാക്കും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3144E2-ECE0-4582-9A57-B43E814BFF50}"/>
              </a:ext>
            </a:extLst>
          </p:cNvPr>
          <p:cNvSpPr/>
          <p:nvPr/>
        </p:nvSpPr>
        <p:spPr>
          <a:xfrm>
            <a:off x="2649417" y="5443433"/>
            <a:ext cx="8792306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2000"/>
              </a:lnSpc>
            </a:pPr>
            <a:r>
              <a:rPr lang="en-US" sz="3400" b="1" dirty="0" err="1">
                <a:solidFill>
                  <a:srgbClr val="4472C4">
                    <a:lumMod val="75000"/>
                  </a:srgbClr>
                </a:solidFill>
              </a:rPr>
              <a:t>Aashrayam</a:t>
            </a:r>
            <a:r>
              <a:rPr lang="en-US" sz="3400" b="1" dirty="0">
                <a:solidFill>
                  <a:srgbClr val="4472C4">
                    <a:lumMod val="75000"/>
                  </a:srgbClr>
                </a:solidFill>
              </a:rPr>
              <a:t> nee </a:t>
            </a:r>
            <a:r>
              <a:rPr lang="en-US" sz="3400" b="1" dirty="0" err="1">
                <a:solidFill>
                  <a:srgbClr val="4472C4">
                    <a:lumMod val="75000"/>
                  </a:srgbClr>
                </a:solidFill>
              </a:rPr>
              <a:t>shailavum</a:t>
            </a:r>
            <a:r>
              <a:rPr lang="en-US" sz="3400" b="1" dirty="0">
                <a:solidFill>
                  <a:srgbClr val="4472C4">
                    <a:lumMod val="75000"/>
                  </a:srgbClr>
                </a:solidFill>
              </a:rPr>
              <a:t> nee</a:t>
            </a:r>
          </a:p>
          <a:p>
            <a:pPr lvl="0" algn="r">
              <a:lnSpc>
                <a:spcPct val="112000"/>
              </a:lnSpc>
            </a:pPr>
            <a:r>
              <a:rPr lang="en-US" sz="3400" b="1" dirty="0" err="1">
                <a:solidFill>
                  <a:srgbClr val="4472C4">
                    <a:lumMod val="75000"/>
                  </a:srgbClr>
                </a:solidFill>
              </a:rPr>
              <a:t>Kottayum</a:t>
            </a:r>
            <a:r>
              <a:rPr lang="en-US" sz="3400" b="1" dirty="0">
                <a:solidFill>
                  <a:srgbClr val="4472C4">
                    <a:lumMod val="75000"/>
                  </a:srgbClr>
                </a:solidFill>
              </a:rPr>
              <a:t> nee </a:t>
            </a:r>
            <a:r>
              <a:rPr lang="en-US" sz="3400" b="1" dirty="0" err="1">
                <a:solidFill>
                  <a:srgbClr val="4472C4">
                    <a:lumMod val="75000"/>
                  </a:srgbClr>
                </a:solidFill>
              </a:rPr>
              <a:t>ennum</a:t>
            </a:r>
            <a:r>
              <a:rPr lang="en-US" sz="3400" b="1" dirty="0">
                <a:solidFill>
                  <a:srgbClr val="4472C4">
                    <a:lumMod val="75000"/>
                  </a:srgbClr>
                </a:solidFill>
              </a:rPr>
              <a:t> </a:t>
            </a:r>
            <a:r>
              <a:rPr lang="en-US" sz="3400" b="1" dirty="0" err="1">
                <a:solidFill>
                  <a:srgbClr val="4472C4">
                    <a:lumMod val="75000"/>
                  </a:srgbClr>
                </a:solidFill>
              </a:rPr>
              <a:t>kaakkum</a:t>
            </a:r>
            <a:endParaRPr lang="en-US" sz="3400" b="1" dirty="0">
              <a:solidFill>
                <a:srgbClr val="4472C4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76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41968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1087158"/>
            <a:ext cx="12109938" cy="126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ആത്മാവേ ഉള്ളമതില്‍ ഖേദത്താല്‍ ഞരങ്ങുന്നുവോ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അവന്‍ നിന്‍ രക്ഷയുമേ നിന്നുടെ മുഖപ്രകാശവുമേ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0" y="4207725"/>
            <a:ext cx="11898923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Aathmave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ullhamathil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khedathaal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njarangunnuvo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rakshayume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ninnude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mukha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prakaashavume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30726C-E38C-4155-A2E7-E659E217E479}"/>
              </a:ext>
            </a:extLst>
          </p:cNvPr>
          <p:cNvSpPr/>
          <p:nvPr/>
        </p:nvSpPr>
        <p:spPr>
          <a:xfrm>
            <a:off x="3587262" y="2690843"/>
            <a:ext cx="8311661" cy="126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ആശ്രയം നീ ശൈലവും നീ </a:t>
            </a:r>
          </a:p>
          <a:p>
            <a:pPr algn="r"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കോട്ടയും നീ എന്നും കാക്കും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3144E2-ECE0-4582-9A57-B43E814BFF50}"/>
              </a:ext>
            </a:extLst>
          </p:cNvPr>
          <p:cNvSpPr/>
          <p:nvPr/>
        </p:nvSpPr>
        <p:spPr>
          <a:xfrm>
            <a:off x="2649417" y="5443433"/>
            <a:ext cx="8792306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2000"/>
              </a:lnSpc>
            </a:pPr>
            <a:r>
              <a:rPr lang="en-US" sz="3400" b="1" dirty="0" err="1">
                <a:solidFill>
                  <a:srgbClr val="4472C4">
                    <a:lumMod val="75000"/>
                  </a:srgbClr>
                </a:solidFill>
              </a:rPr>
              <a:t>Aashrayam</a:t>
            </a:r>
            <a:r>
              <a:rPr lang="en-US" sz="3400" b="1" dirty="0">
                <a:solidFill>
                  <a:srgbClr val="4472C4">
                    <a:lumMod val="75000"/>
                  </a:srgbClr>
                </a:solidFill>
              </a:rPr>
              <a:t> nee </a:t>
            </a:r>
            <a:r>
              <a:rPr lang="en-US" sz="3400" b="1" dirty="0" err="1">
                <a:solidFill>
                  <a:srgbClr val="4472C4">
                    <a:lumMod val="75000"/>
                  </a:srgbClr>
                </a:solidFill>
              </a:rPr>
              <a:t>shailavum</a:t>
            </a:r>
            <a:r>
              <a:rPr lang="en-US" sz="3400" b="1" dirty="0">
                <a:solidFill>
                  <a:srgbClr val="4472C4">
                    <a:lumMod val="75000"/>
                  </a:srgbClr>
                </a:solidFill>
              </a:rPr>
              <a:t> nee</a:t>
            </a:r>
          </a:p>
          <a:p>
            <a:pPr lvl="0" algn="r">
              <a:lnSpc>
                <a:spcPct val="112000"/>
              </a:lnSpc>
            </a:pPr>
            <a:r>
              <a:rPr lang="en-US" sz="3400" b="1" dirty="0" err="1">
                <a:solidFill>
                  <a:srgbClr val="4472C4">
                    <a:lumMod val="75000"/>
                  </a:srgbClr>
                </a:solidFill>
              </a:rPr>
              <a:t>Kottayum</a:t>
            </a:r>
            <a:r>
              <a:rPr lang="en-US" sz="3400" b="1" dirty="0">
                <a:solidFill>
                  <a:srgbClr val="4472C4">
                    <a:lumMod val="75000"/>
                  </a:srgbClr>
                </a:solidFill>
              </a:rPr>
              <a:t> nee </a:t>
            </a:r>
            <a:r>
              <a:rPr lang="en-US" sz="3400" b="1" dirty="0" err="1">
                <a:solidFill>
                  <a:srgbClr val="4472C4">
                    <a:lumMod val="75000"/>
                  </a:srgbClr>
                </a:solidFill>
              </a:rPr>
              <a:t>ennum</a:t>
            </a:r>
            <a:r>
              <a:rPr lang="en-US" sz="3400" b="1" dirty="0">
                <a:solidFill>
                  <a:srgbClr val="4472C4">
                    <a:lumMod val="75000"/>
                  </a:srgbClr>
                </a:solidFill>
              </a:rPr>
              <a:t> </a:t>
            </a:r>
            <a:r>
              <a:rPr lang="en-US" sz="3400" b="1" dirty="0" err="1">
                <a:solidFill>
                  <a:srgbClr val="4472C4">
                    <a:lumMod val="75000"/>
                  </a:srgbClr>
                </a:solidFill>
              </a:rPr>
              <a:t>kaakkum</a:t>
            </a:r>
            <a:endParaRPr lang="en-US" sz="3400" b="1" dirty="0">
              <a:solidFill>
                <a:srgbClr val="4472C4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66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0" y="41968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1087158"/>
            <a:ext cx="12109938" cy="126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യോര്‍ദ്ദാന്‍ തലങ്ങളിലും ഹെര്‍മ്മോന്‍ മലകളിലും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എല്ലാ ഇടങ്ങളിലും നിന്നെ നിരന്തരം ഓര്‍ത്തീടുമേ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0" y="4207725"/>
            <a:ext cx="11898923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Yorddhaan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thalangalhilum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hermon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malakalhilum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Ellaa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idangalhilum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nirantharam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orththidume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30726C-E38C-4155-A2E7-E659E217E479}"/>
              </a:ext>
            </a:extLst>
          </p:cNvPr>
          <p:cNvSpPr/>
          <p:nvPr/>
        </p:nvSpPr>
        <p:spPr>
          <a:xfrm>
            <a:off x="3587262" y="2690843"/>
            <a:ext cx="8311661" cy="126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ആശ്രയം നീ ശൈലവും നീ </a:t>
            </a:r>
          </a:p>
          <a:p>
            <a:pPr algn="r"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കോട്ടയും നീ എന്നും കാക്കും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3144E2-ECE0-4582-9A57-B43E814BFF50}"/>
              </a:ext>
            </a:extLst>
          </p:cNvPr>
          <p:cNvSpPr/>
          <p:nvPr/>
        </p:nvSpPr>
        <p:spPr>
          <a:xfrm>
            <a:off x="2649417" y="5443433"/>
            <a:ext cx="8792306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2000"/>
              </a:lnSpc>
            </a:pPr>
            <a:r>
              <a:rPr lang="en-US" sz="3400" b="1" dirty="0" err="1">
                <a:solidFill>
                  <a:srgbClr val="4472C4">
                    <a:lumMod val="75000"/>
                  </a:srgbClr>
                </a:solidFill>
              </a:rPr>
              <a:t>Aashrayam</a:t>
            </a:r>
            <a:r>
              <a:rPr lang="en-US" sz="3400" b="1" dirty="0">
                <a:solidFill>
                  <a:srgbClr val="4472C4">
                    <a:lumMod val="75000"/>
                  </a:srgbClr>
                </a:solidFill>
              </a:rPr>
              <a:t> nee </a:t>
            </a:r>
            <a:r>
              <a:rPr lang="en-US" sz="3400" b="1" dirty="0" err="1">
                <a:solidFill>
                  <a:srgbClr val="4472C4">
                    <a:lumMod val="75000"/>
                  </a:srgbClr>
                </a:solidFill>
              </a:rPr>
              <a:t>shailavum</a:t>
            </a:r>
            <a:r>
              <a:rPr lang="en-US" sz="3400" b="1" dirty="0">
                <a:solidFill>
                  <a:srgbClr val="4472C4">
                    <a:lumMod val="75000"/>
                  </a:srgbClr>
                </a:solidFill>
              </a:rPr>
              <a:t> nee</a:t>
            </a:r>
          </a:p>
          <a:p>
            <a:pPr lvl="0" algn="r">
              <a:lnSpc>
                <a:spcPct val="112000"/>
              </a:lnSpc>
            </a:pPr>
            <a:r>
              <a:rPr lang="en-US" sz="3400" b="1" dirty="0" err="1">
                <a:solidFill>
                  <a:srgbClr val="4472C4">
                    <a:lumMod val="75000"/>
                  </a:srgbClr>
                </a:solidFill>
              </a:rPr>
              <a:t>Kottayum</a:t>
            </a:r>
            <a:r>
              <a:rPr lang="en-US" sz="3400" b="1" dirty="0">
                <a:solidFill>
                  <a:srgbClr val="4472C4">
                    <a:lumMod val="75000"/>
                  </a:srgbClr>
                </a:solidFill>
              </a:rPr>
              <a:t> nee </a:t>
            </a:r>
            <a:r>
              <a:rPr lang="en-US" sz="3400" b="1" dirty="0" err="1">
                <a:solidFill>
                  <a:srgbClr val="4472C4">
                    <a:lumMod val="75000"/>
                  </a:srgbClr>
                </a:solidFill>
              </a:rPr>
              <a:t>ennum</a:t>
            </a:r>
            <a:r>
              <a:rPr lang="en-US" sz="3400" b="1" dirty="0">
                <a:solidFill>
                  <a:srgbClr val="4472C4">
                    <a:lumMod val="75000"/>
                  </a:srgbClr>
                </a:solidFill>
              </a:rPr>
              <a:t> </a:t>
            </a:r>
            <a:r>
              <a:rPr lang="en-US" sz="3400" b="1" dirty="0" err="1">
                <a:solidFill>
                  <a:srgbClr val="4472C4">
                    <a:lumMod val="75000"/>
                  </a:srgbClr>
                </a:solidFill>
              </a:rPr>
              <a:t>kaakkum</a:t>
            </a:r>
            <a:endParaRPr lang="en-US" sz="3400" b="1" dirty="0">
              <a:solidFill>
                <a:srgbClr val="4472C4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413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136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468  മാന്‍ നീര്‍ത്തോടിനായ്‌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Maan neerthodinaai daahichu </dc:title>
  <dc:creator>Acsah Mathews</dc:creator>
  <cp:lastModifiedBy>Acsah Mathews</cp:lastModifiedBy>
  <cp:revision>1</cp:revision>
  <dcterms:created xsi:type="dcterms:W3CDTF">2018-11-30T16:40:11Z</dcterms:created>
  <dcterms:modified xsi:type="dcterms:W3CDTF">2018-11-30T16:45:39Z</dcterms:modified>
</cp:coreProperties>
</file>