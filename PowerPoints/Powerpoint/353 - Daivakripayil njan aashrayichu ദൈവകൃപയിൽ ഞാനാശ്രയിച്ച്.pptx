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8" r:id="rId3"/>
    <p:sldId id="272" r:id="rId4"/>
    <p:sldId id="282" r:id="rId5"/>
    <p:sldId id="279" r:id="rId6"/>
    <p:sldId id="283" r:id="rId7"/>
    <p:sldId id="280" r:id="rId8"/>
    <p:sldId id="284" r:id="rId9"/>
    <p:sldId id="281" r:id="rId10"/>
    <p:sldId id="285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7" autoAdjust="0"/>
    <p:restoredTop sz="94660"/>
  </p:normalViewPr>
  <p:slideViewPr>
    <p:cSldViewPr>
      <p:cViewPr varScale="1">
        <p:scale>
          <a:sx n="110" d="100"/>
          <a:sy n="110" d="100"/>
        </p:scale>
        <p:origin x="48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708650-6AFB-4CFE-AD5B-01C9107DF5E1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C1B63-3C10-4105-88F6-9EDE86645F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BEC27-9CFD-4CA4-B789-62C94370FA42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912C39-B4DD-49EB-8B8B-F3EDFA45BD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CFD61-EBCF-42E2-B84E-158BDBD311E9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2E35C-326E-4439-9AC9-1090235F0A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C25B2-84E6-49EA-A808-B2E81463105D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238F9-47B2-4A63-B639-9F64F1F593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9ECE9-0395-4D41-99D8-0A2C994AB873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A3904-5CD1-44E1-B725-7E9919E79E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DC99DA-1581-4FEF-9903-F687FF4C2A07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CB71B-7B85-4BC0-99E7-25BA5EFFB2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D23E5-5D05-4FFF-9F17-D02B1911F5FE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92DEC3-0902-4183-97B7-8CA86ACAB8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5E6B8-4BB5-494E-B1E2-CBFF51EDA7A6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7701DA-B375-4EFF-A611-FFA41E6816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510EC-3C23-448D-AF06-92A6346328DC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00059B-2861-4110-A464-DBCE6A369E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6F276C-5449-4382-BE1B-6AF44CF92E0B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1CFD9-2B11-47FF-963D-84FC6C1569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8C82E-A7F0-4D1D-8D74-B4302427BF02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FA7ED0-F48E-4994-9603-6677D382EE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3543B01-D61E-46DD-96A9-60CC0F954453}" type="datetimeFigureOut">
              <a:rPr lang="en-US"/>
              <a:pPr>
                <a:defRPr/>
              </a:pPr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F68C890-9DAC-458D-B0EC-E5E0528196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A5A4-29A5-4034-AD80-482EEA684B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353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ദൈവകൃപയിൽ ഞാനാശ്രയിച്ച്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A3907-3B8D-4F95-8A22-0F053F7D0D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Daiva </a:t>
            </a:r>
            <a:r>
              <a:rPr lang="en-US" sz="4000" b="1" dirty="0" err="1">
                <a:solidFill>
                  <a:srgbClr val="002060"/>
                </a:solidFill>
              </a:rPr>
              <a:t>kripayil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njaan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aashrayichchu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60E6A3-D308-4769-B4D1-44F2462706F6}"/>
              </a:ext>
            </a:extLst>
          </p:cNvPr>
          <p:cNvSpPr/>
          <p:nvPr/>
        </p:nvSpPr>
        <p:spPr>
          <a:xfrm>
            <a:off x="1524000" y="4876800"/>
            <a:ext cx="2380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(ചാൾസ് ജോൺ)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571080-CE07-43BE-8460-433F6BCF319E}"/>
              </a:ext>
            </a:extLst>
          </p:cNvPr>
          <p:cNvSpPr/>
          <p:nvPr/>
        </p:nvSpPr>
        <p:spPr>
          <a:xfrm>
            <a:off x="8753579" y="4876800"/>
            <a:ext cx="19367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(Charles John) </a:t>
            </a:r>
          </a:p>
        </p:txBody>
      </p:sp>
    </p:spTree>
    <p:extLst>
      <p:ext uri="{BB962C8B-B14F-4D97-AF65-F5344CB8AC3E}">
        <p14:creationId xmlns:p14="http://schemas.microsoft.com/office/powerpoint/2010/main" val="255491762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886" y="1295400"/>
            <a:ext cx="12192000" cy="19050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401638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ദൈവകൃപയിൽ ഞാനാശ്രയിച്ച്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അവൻ വഴികളെ ഞാനറിഞ്ഞ്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അനുഗമിച്ചിടും അവനുടെ ചുവടുകളെ</a:t>
            </a:r>
            <a:endParaRPr lang="ml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353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C1E2C-78A5-426D-BA6C-A53B26AE789F}"/>
              </a:ext>
            </a:extLst>
          </p:cNvPr>
          <p:cNvSpPr/>
          <p:nvPr/>
        </p:nvSpPr>
        <p:spPr>
          <a:xfrm>
            <a:off x="10886" y="3625463"/>
            <a:ext cx="121920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aashrayichchu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vazhikalhey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njaanarinju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Anugamichcheedum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avanudey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chuvadukalhey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8806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42257" y="1359854"/>
            <a:ext cx="11440886" cy="2330063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ഇഹലോകമോ തരികില്ലൊരു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സുഖവും മനശാന്തിയതും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യേശുവിന്‍റെ തിരുസന്നിധിയിൽ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ആനന്ദമുണ്ടെനിക്ക്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353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C1E2C-78A5-426D-BA6C-A53B26AE789F}"/>
              </a:ext>
            </a:extLst>
          </p:cNvPr>
          <p:cNvSpPr/>
          <p:nvPr/>
        </p:nvSpPr>
        <p:spPr>
          <a:xfrm>
            <a:off x="10886" y="3733800"/>
            <a:ext cx="1088571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lôkamo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tharikilloru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Sukhavum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mana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shaanthiyathum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sannidhiyil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undenikku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0E9A6-C9A1-4185-AF13-5A5AE4D5BD63}"/>
              </a:ext>
            </a:extLst>
          </p:cNvPr>
          <p:cNvSpPr txBox="1"/>
          <p:nvPr/>
        </p:nvSpPr>
        <p:spPr>
          <a:xfrm>
            <a:off x="0" y="32316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886" y="1295400"/>
            <a:ext cx="12192000" cy="19050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401638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ദൈവകൃപയിൽ ഞാനാശ്രയിച്ച്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അവൻ വഴികളെ ഞാനറിഞ്ഞ്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അനുഗമിച്ചിടും അവനുടെ ചുവടുകളെ</a:t>
            </a:r>
            <a:endParaRPr lang="ml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353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C1E2C-78A5-426D-BA6C-A53B26AE789F}"/>
              </a:ext>
            </a:extLst>
          </p:cNvPr>
          <p:cNvSpPr/>
          <p:nvPr/>
        </p:nvSpPr>
        <p:spPr>
          <a:xfrm>
            <a:off x="10886" y="3625463"/>
            <a:ext cx="121920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aashrayichchu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vazhikalhey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njaanarinju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Anugamichcheedum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avanudey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chuvadukalhey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682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42257" y="1359854"/>
            <a:ext cx="11440886" cy="2330063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മനോവേദന പല ശോധന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മമ ജീവിത പാതയിതിൽ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മാറാ തേറിടുമ്പോളാത്മ നാഥ നവൻ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മാറിൽ ചാരി ഞാനാശ്വസിക്കും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353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C1E2C-78A5-426D-BA6C-A53B26AE789F}"/>
              </a:ext>
            </a:extLst>
          </p:cNvPr>
          <p:cNvSpPr/>
          <p:nvPr/>
        </p:nvSpPr>
        <p:spPr>
          <a:xfrm>
            <a:off x="10886" y="3733800"/>
            <a:ext cx="1088571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Mano Vedana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shodhana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pathayathil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Maratheridumpol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nathanavan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aasvhasikkum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0E9A6-C9A1-4185-AF13-5A5AE4D5BD63}"/>
              </a:ext>
            </a:extLst>
          </p:cNvPr>
          <p:cNvSpPr txBox="1"/>
          <p:nvPr/>
        </p:nvSpPr>
        <p:spPr>
          <a:xfrm>
            <a:off x="0" y="32316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86396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886" y="1295400"/>
            <a:ext cx="12192000" cy="19050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401638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ദൈവകൃപയിൽ ഞാനാശ്രയിച്ച്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അവൻ വഴികളെ ഞാനറിഞ്ഞ്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അനുഗമിച്ചിടും അവനുടെ ചുവടുകളെ</a:t>
            </a:r>
            <a:endParaRPr lang="ml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353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C1E2C-78A5-426D-BA6C-A53B26AE789F}"/>
              </a:ext>
            </a:extLst>
          </p:cNvPr>
          <p:cNvSpPr/>
          <p:nvPr/>
        </p:nvSpPr>
        <p:spPr>
          <a:xfrm>
            <a:off x="10886" y="3625463"/>
            <a:ext cx="121920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aashrayichchu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vazhikalhey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njaanarinju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Anugamichcheedum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avanudey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chuvadukalhey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3140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42257" y="1359854"/>
            <a:ext cx="11440886" cy="2330063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നല്ലവൻ മതിയായവൻ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കരുതുന്ന കർത്തനവൻ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ആവശ്യങ്ങ ളെല്ലാം അറിഞ്ഞീടുന്ന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 മടുത്ത സഹായകൻ താൻ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353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C1E2C-78A5-426D-BA6C-A53B26AE789F}"/>
              </a:ext>
            </a:extLst>
          </p:cNvPr>
          <p:cNvSpPr/>
          <p:nvPr/>
        </p:nvSpPr>
        <p:spPr>
          <a:xfrm>
            <a:off x="10886" y="3733800"/>
            <a:ext cx="1088571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mathiyayavan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karuthunna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karthanavan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aavashyangal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arinjidunna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Ettamadutha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sahaayakan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0E9A6-C9A1-4185-AF13-5A5AE4D5BD63}"/>
              </a:ext>
            </a:extLst>
          </p:cNvPr>
          <p:cNvSpPr txBox="1"/>
          <p:nvPr/>
        </p:nvSpPr>
        <p:spPr>
          <a:xfrm>
            <a:off x="0" y="32316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5083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886" y="1295400"/>
            <a:ext cx="12192000" cy="19050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401638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ദൈവകൃപയിൽ ഞാനാശ്രയിച്ച്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അവൻ വഴികളെ ഞാനറിഞ്ഞ്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അനുഗമിച്ചിടും അവനുടെ ചുവടുകളെ</a:t>
            </a:r>
            <a:endParaRPr lang="ml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353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C1E2C-78A5-426D-BA6C-A53B26AE789F}"/>
              </a:ext>
            </a:extLst>
          </p:cNvPr>
          <p:cNvSpPr/>
          <p:nvPr/>
        </p:nvSpPr>
        <p:spPr>
          <a:xfrm>
            <a:off x="10886" y="3625463"/>
            <a:ext cx="121920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aashrayichchu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vazhikalhey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njaanarinju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Anugamichcheedum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avanudey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chuvadukalhey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5539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42257" y="1359854"/>
            <a:ext cx="11440886" cy="2330063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ആയുസ്സിൻ ദിന മൊക്കെയും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തന്‍റെ നാമ മഹത്വത്തിനായ്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കൈത്തിരിപോൽ കത്തിയെരിഞ്ഞൊരിക്കൽ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തിരുമാറിൽ മറഞ്ഞിടും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353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C1E2C-78A5-426D-BA6C-A53B26AE789F}"/>
              </a:ext>
            </a:extLst>
          </p:cNvPr>
          <p:cNvSpPr/>
          <p:nvPr/>
        </p:nvSpPr>
        <p:spPr>
          <a:xfrm>
            <a:off x="10886" y="3733800"/>
            <a:ext cx="1088571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aayussin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dinamokkeyum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mahathvathinay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kaithiri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kathiyerinjorickal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Thiru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maranjidum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0E9A6-C9A1-4185-AF13-5A5AE4D5BD63}"/>
              </a:ext>
            </a:extLst>
          </p:cNvPr>
          <p:cNvSpPr txBox="1"/>
          <p:nvPr/>
        </p:nvSpPr>
        <p:spPr>
          <a:xfrm>
            <a:off x="0" y="32316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33346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886" y="1295400"/>
            <a:ext cx="12192000" cy="19050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401638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ദൈവകൃപയിൽ ഞാനാശ്രയിച്ച്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അവൻ വഴികളെ ഞാനറിഞ്ഞ്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അനുഗമിച്ചിടും അവനുടെ ചുവടുകളെ</a:t>
            </a:r>
            <a:endParaRPr lang="ml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353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C1E2C-78A5-426D-BA6C-A53B26AE789F}"/>
              </a:ext>
            </a:extLst>
          </p:cNvPr>
          <p:cNvSpPr/>
          <p:nvPr/>
        </p:nvSpPr>
        <p:spPr>
          <a:xfrm>
            <a:off x="10886" y="3625463"/>
            <a:ext cx="121920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aashrayichchu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vazhikalhey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njaanarinju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Anugamichcheedum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avanudey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chuvadukalhey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9362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245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353 ദൈവകൃപയിൽ ഞാനാശ്രയിച്ച്</vt:lpstr>
      <vt:lpstr>ദൈവകൃപയിൽ ഞാനാശ്രയിച്ച്  അവൻ വഴികളെ ഞാനറിഞ്ഞ്  അനുഗമിച്ചിടും അവനുടെ ചുവടുകളെ</vt:lpstr>
      <vt:lpstr>ഇഹലോകമോ തരികില്ലൊരു  സുഖവും മനശാന്തിയതും എന്‍റെ യേശുവിന്‍റെ തിരുസന്നിധിയിൽ  എന്നും ആനന്ദമുണ്ടെനിക്ക്</vt:lpstr>
      <vt:lpstr>ദൈവകൃപയിൽ ഞാനാശ്രയിച്ച്  അവൻ വഴികളെ ഞാനറിഞ്ഞ്  അനുഗമിച്ചിടും അവനുടെ ചുവടുകളെ</vt:lpstr>
      <vt:lpstr>മനോവേദന പല ശോധന  മമ ജീവിത പാതയിതിൽ  മാറാ തേറിടുമ്പോളാത്മ നാഥ നവൻ  മാറിൽ ചാരി ഞാനാശ്വസിക്കും</vt:lpstr>
      <vt:lpstr>ദൈവകൃപയിൽ ഞാനാശ്രയിച്ച്  അവൻ വഴികളെ ഞാനറിഞ്ഞ്  അനുഗമിച്ചിടും അവനുടെ ചുവടുകളെ</vt:lpstr>
      <vt:lpstr>എത്ര നല്ലവൻ മതിയായവൻ  എന്നെ കരുതുന്ന കർത്തനവൻ  എന്‍റെ ആവശ്യങ്ങ ളെല്ലാം അറിഞ്ഞീടുന്ന ഏറ്റ മടുത്ത സഹായകൻ താൻ</vt:lpstr>
      <vt:lpstr>ദൈവകൃപയിൽ ഞാനാശ്രയിച്ച്  അവൻ വഴികളെ ഞാനറിഞ്ഞ്  അനുഗമിച്ചിടും അവനുടെ ചുവടുകളെ</vt:lpstr>
      <vt:lpstr>എന്‍റെ ആയുസ്സിൻ ദിന മൊക്കെയും  തന്‍റെ നാമ മഹത്വത്തിനായ്  ഒരു കൈത്തിരിപോൽ കത്തിയെരിഞ്ഞൊരിക്കൽ  തിരുമാറിൽ മറഞ്ഞിടും ഞാൻ </vt:lpstr>
      <vt:lpstr>ദൈവകൃപയിൽ ഞാനാശ്രയിച്ച്  അവൻ വഴികളെ ഞാനറിഞ്ഞ്  അനുഗമിച്ചിടും അവനുടെ ചുവടുകളെ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Daivakripayil njan aashrayichu</dc:title>
  <dc:creator>Digital Input:; GM JOHN; Acsah Mathews</dc:creator>
  <cp:lastModifiedBy>Manu Abraham</cp:lastModifiedBy>
  <cp:revision>73</cp:revision>
  <dcterms:created xsi:type="dcterms:W3CDTF">2013-04-25T00:28:25Z</dcterms:created>
  <dcterms:modified xsi:type="dcterms:W3CDTF">2024-11-10T22:44:50Z</dcterms:modified>
</cp:coreProperties>
</file>