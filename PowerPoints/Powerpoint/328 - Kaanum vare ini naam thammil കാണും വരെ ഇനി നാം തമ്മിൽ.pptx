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0" r:id="rId2"/>
    <p:sldId id="283" r:id="rId3"/>
    <p:sldId id="286" r:id="rId4"/>
    <p:sldId id="287" r:id="rId5"/>
    <p:sldId id="291" r:id="rId6"/>
    <p:sldId id="288" r:id="rId7"/>
    <p:sldId id="292" r:id="rId8"/>
    <p:sldId id="289" r:id="rId9"/>
    <p:sldId id="293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E60A1-D49A-49B9-B01F-DA9C09E517DD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8E16B-21A1-4662-9454-E9A4CBCF2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77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C3ECD-9168-4B5F-A168-EC86BEBA85A3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38F3D-F736-417B-9905-F44849B063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24A1C-6D53-4A2C-B0EF-A3C6DA6A271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F57E2-64B7-4079-B09D-C92B7E0734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8FE85-3A1E-4D38-9149-FD480C9F227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B00EA-21A0-4DFF-9D2A-3A314C732B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83B84-AB3E-4168-B9E9-F6AB6C3943D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F74BC-69BD-4BA9-9E8B-5A80D7813B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30844-FFD2-478B-A75B-A594B16A91E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13220-EB05-49B7-8C54-77C07FA39D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51458-B634-4E9B-A8A2-A039DFF90E9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99BA3-9E06-4BCA-A21D-803782DC5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229A3-48EB-475C-BEB3-5AB0CC0A9792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D2876-B30C-4CF3-9E2F-9B120B46E7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52580-6660-47EF-AAD9-09997A661A3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6598C-8500-40CF-B071-D311D7AFE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B3109-B8FC-4680-B3AE-3F0A8DA78C4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BCDD4-DC1B-41D1-9340-FCE96FC912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3FA3B-BDA6-4732-A516-DC7ED28BF07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A9DAF-3DE1-4F94-80FE-DE7D95567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49293-E709-41EB-A11F-B4A9B99414C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CE107-FE9F-4FCB-BEDE-1E968F8DC8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BA6CEBF-C6AC-4F75-A292-461C3553990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D13DAE8-09DA-4661-A4DA-A17C856826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D49C-88BF-436E-83FD-0AC1045D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കാണും വരെ ഇനി നാം തമ്മിൽ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19235-B2A4-4742-AEDF-2D51197F1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0451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Kaanhum </a:t>
            </a:r>
            <a:r>
              <a:rPr lang="en-US" sz="4000" b="1" dirty="0" err="1">
                <a:solidFill>
                  <a:srgbClr val="002060"/>
                </a:solidFill>
              </a:rPr>
              <a:t>varey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ini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thammil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God be with you till we – J.E. Rankin</a:t>
            </a:r>
            <a:endParaRPr lang="en-US" sz="38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64B61D-371A-4925-98ED-DD2D6A3AD1D0}"/>
              </a:ext>
            </a:extLst>
          </p:cNvPr>
          <p:cNvSpPr/>
          <p:nvPr/>
        </p:nvSpPr>
        <p:spPr>
          <a:xfrm>
            <a:off x="1828800" y="5093336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2A7EA-7113-40F6-9463-AB9CA809A54C}"/>
              </a:ext>
            </a:extLst>
          </p:cNvPr>
          <p:cNvSpPr/>
          <p:nvPr/>
        </p:nvSpPr>
        <p:spPr>
          <a:xfrm>
            <a:off x="8763000" y="5093336"/>
            <a:ext cx="2263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Moshavatsalam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33995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71600" y="1143000"/>
            <a:ext cx="10789920" cy="27388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കാണും വരെ ഇനി നാം തമ്മിൽ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കൂടെ ഇരിക്കട്ടെ ദൈവം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ദിവ്യ നടത്തിപ്പാലെ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കാത്തു പാലിക്കട്ടെ! നിങ്ങളെ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F75786-7DE9-4877-9B44-0078322659F0}"/>
              </a:ext>
            </a:extLst>
          </p:cNvPr>
          <p:cNvSpPr txBox="1"/>
          <p:nvPr/>
        </p:nvSpPr>
        <p:spPr>
          <a:xfrm>
            <a:off x="30480" y="370701"/>
            <a:ext cx="12131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0" y="3881854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Kaanhum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thammil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irikkattey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nadaththippaaley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paalikkattey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" y="725537"/>
            <a:ext cx="12131040" cy="2738854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മുൻ ചേരും വരെ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ചേരും വരെ പാലിക്കട്ടെ! താൻ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30480" y="3429000"/>
            <a:ext cx="1210056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chèrum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Chérum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paalikkattey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621451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71600" y="1143000"/>
            <a:ext cx="10789920" cy="27388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കാണും വരെ ഇനി നാം തമ്മിൽ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തൻ തിരു ചിര്ര്കിൻ കീഴിൽ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നല്കി എന്നും ദിവ്യമന്നാ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കാത്തു പാലിക്കട്ടെ നിങ്ങളെ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F75786-7DE9-4877-9B44-0078322659F0}"/>
              </a:ext>
            </a:extLst>
          </p:cNvPr>
          <p:cNvSpPr txBox="1"/>
          <p:nvPr/>
        </p:nvSpPr>
        <p:spPr>
          <a:xfrm>
            <a:off x="30480" y="370701"/>
            <a:ext cx="12131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0" y="3881854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Kaanhum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thammil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chirakin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keezhil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Nalki ennum divyamannaa</a:t>
            </a:r>
          </a:p>
          <a:p>
            <a:pPr algn="r">
              <a:lnSpc>
                <a:spcPct val="114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Kaaththu paalikkattey ningalhey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077577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" y="725537"/>
            <a:ext cx="12131040" cy="2738854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മുൻ ചേരും വരെ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ചേരും വരെ പാലിക്കട്ടെ! താൻ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30480" y="3429000"/>
            <a:ext cx="1210056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chèrum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Chérum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paalikkattey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5902283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71600" y="1143000"/>
            <a:ext cx="10789920" cy="27388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കാണും വരെ ഇനി നാം തമ്മിൽ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തൃക്കരങ്ങളിൽ ഏന്തി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അനർഥങ്ങളിൽ കൂടെയും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കാത്തു പാലിക്കട്ടെ നിങ്ങളെ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F75786-7DE9-4877-9B44-0078322659F0}"/>
              </a:ext>
            </a:extLst>
          </p:cNvPr>
          <p:cNvSpPr txBox="1"/>
          <p:nvPr/>
        </p:nvSpPr>
        <p:spPr>
          <a:xfrm>
            <a:off x="30480" y="370701"/>
            <a:ext cx="12131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0" y="3881854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Kaanhum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thammil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thrikkarangalhil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ènthi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Anarthangalhil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paalikkattey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19634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" y="725537"/>
            <a:ext cx="12131040" cy="2738854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മുൻ ചേരും വരെ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ചേരും വരെ പാലിക്കട്ടെ! താൻ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30480" y="3429000"/>
            <a:ext cx="1210056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chèrum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Chérum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paalikkattey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3499178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71600" y="1143000"/>
            <a:ext cx="10789920" cy="27388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കാണും വരെ ഇനി നാം തമ്മിൽ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സ്നേഹക്കൊടിയതിൻ കീഴിൽ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മൃത്യുവിന്മേൽ ജയം നൽകി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കാത്തു പാലിക്കട്ടെ നിങ്ങളെ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F75786-7DE9-4877-9B44-0078322659F0}"/>
              </a:ext>
            </a:extLst>
          </p:cNvPr>
          <p:cNvSpPr txBox="1"/>
          <p:nvPr/>
        </p:nvSpPr>
        <p:spPr>
          <a:xfrm>
            <a:off x="30480" y="370701"/>
            <a:ext cx="12131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0" y="3881854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Kaanhum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thammil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Sneha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kodiyathinkeezhil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Mrithyuvinmel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paalikkattey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9999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" y="725537"/>
            <a:ext cx="12131040" cy="2738854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മുൻ ചേരും വരെ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ഇനി നാം ഇനി നാം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ചേരും വരെ പാലിക്കട്ടെ! താൻ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9520" y="-3048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B9DF-FF20-4051-ADF6-FCB7B279FEA5}"/>
              </a:ext>
            </a:extLst>
          </p:cNvPr>
          <p:cNvSpPr/>
          <p:nvPr/>
        </p:nvSpPr>
        <p:spPr>
          <a:xfrm>
            <a:off x="30480" y="3429000"/>
            <a:ext cx="1210056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chèrum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Chérum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paalikkattey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3736179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204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328 കാണും വരെ ഇനി നാം തമ്മിൽ</vt:lpstr>
      <vt:lpstr>കാണും വരെ ഇനി നാം തമ്മിൽ  കൂടെ ഇരിക്കട്ടെ ദൈവം  തൻ ദിവ്യ നടത്തിപ്പാലെ  കാത്തു പാലിക്കട്ടെ! നിങ്ങളെ</vt:lpstr>
      <vt:lpstr>ഇനി നാം ഇനി നാം  യേശു മുൻ ചേരും വരെ  ഇനി നാം ഇനി നാം  ചേരും വരെ പാലിക്കട്ടെ! താൻ </vt:lpstr>
      <vt:lpstr>കാണും വരെ ഇനി നാം തമ്മിൽ തൻ തിരു ചിര്ര്കിൻ കീഴിൽ  നല്കി എന്നും ദിവ്യമന്നാ  കാത്തു പാലിക്കട്ടെ നിങ്ങളെ</vt:lpstr>
      <vt:lpstr>ഇനി നാം ഇനി നാം  യേശു മുൻ ചേരും വരെ  ഇനി നാം ഇനി നാം  ചേരും വരെ പാലിക്കട്ടെ! താൻ </vt:lpstr>
      <vt:lpstr>കാണും വരെ ഇനി നാം തമ്മിൽ തൻ തൃക്കരങ്ങളിൽ ഏന്തി  അനർഥങ്ങളിൽ കൂടെയും  കാത്തു പാലിക്കട്ടെ നിങ്ങളെ </vt:lpstr>
      <vt:lpstr>ഇനി നാം ഇനി നാം  യേശു മുൻ ചേരും വരെ  ഇനി നാം ഇനി നാം  ചേരും വരെ പാലിക്കട്ടെ! താൻ </vt:lpstr>
      <vt:lpstr>കാണും വരെ ഇനി നാം തമ്മിൽ സ്നേഹക്കൊടിയതിൻ കീഴിൽ  മൃത്യുവിന്മേൽ ജയം നൽകി   കാത്തു പാലിക്കട്ടെ നിങ്ങളെ</vt:lpstr>
      <vt:lpstr>ഇനി നാം ഇനി നാം  യേശു മുൻ ചേരും വരെ  ഇനി നാം ഇനി നാം  ചേരും വരെ പാലിക്കട്ടെ! താൻ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Kaanum vare ini naam</dc:title>
  <dc:creator>Digital Input; GM JOHN; Acsah Mathews</dc:creator>
  <cp:lastModifiedBy>Acsah Mathews</cp:lastModifiedBy>
  <cp:revision>454</cp:revision>
  <dcterms:created xsi:type="dcterms:W3CDTF">2013-04-19T09:19:07Z</dcterms:created>
  <dcterms:modified xsi:type="dcterms:W3CDTF">2018-11-19T18:51:21Z</dcterms:modified>
</cp:coreProperties>
</file>