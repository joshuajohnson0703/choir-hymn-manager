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0" r:id="rId3"/>
    <p:sldId id="274" r:id="rId4"/>
    <p:sldId id="276" r:id="rId5"/>
    <p:sldId id="277" r:id="rId6"/>
    <p:sldId id="278" r:id="rId7"/>
    <p:sldId id="279" r:id="rId8"/>
    <p:sldId id="280" r:id="rId9"/>
    <p:sldId id="281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94" autoAdjust="0"/>
    <p:restoredTop sz="94660"/>
  </p:normalViewPr>
  <p:slideViewPr>
    <p:cSldViewPr>
      <p:cViewPr varScale="1">
        <p:scale>
          <a:sx n="43" d="100"/>
          <a:sy n="43" d="100"/>
        </p:scale>
        <p:origin x="66" y="93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8C5FD5-701F-432D-8F39-EEF5D506E965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ADF4AD-4F61-4300-B257-411B1F9643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2578CB-00A9-4FCB-BC63-EB7DCA85B405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BE1DD9-A3B4-4670-918D-87F9A6299D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06AC04-C6D7-4D70-B8E2-14D031BAA644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C66A15-6829-44CE-962C-076ECD9EBF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26BA7F-33EC-471C-BD01-94D3A0B5A35D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D3BBEC-86EA-4797-8722-B842CF4CEA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6DAB0B-F215-4F78-8067-21D8F1B76CEB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F96717-5FD5-4758-9813-5D2BD3A597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682735-7C23-46A2-96AC-721F8336AC0D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B25254-372B-4C5F-9A5C-D7679AE0B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994DC4-E7DD-4803-BD83-E16AEF9FCE3D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3D6BCE-1FC6-4B29-AADD-1640A84EA0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62063-D8E6-43D1-8FEB-EC1D71B9F013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779CCD-C1EB-4B2B-AE37-13704AED51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96E1E8-2FA6-43B2-9195-FBDB5E0A89DC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DA7C06-8C26-4420-B62C-71F34B8DC3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F3BE3B-D944-4C64-BA0A-BD4EBEF3E0EA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F3B46-8D98-46E5-8F39-32AB8449F7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537E26-79F6-45A2-B1AC-6BFED06611E4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6A44FA-AB26-44D6-BC89-370D0C54D0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BAA68F5-C5A0-4883-86A9-46C8307E17CA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B97C839-558E-4D82-A2C8-C0C4B880B8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1EE7D-5164-452C-A152-B02F6828AA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27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അനുഗ്രഹക്കടലേ എഴുന്നള്ളി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927F54-55C1-4A3E-B5EA-D239F56E32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Anugrahakkadale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ezhunnallhi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47955345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36695"/>
            <a:ext cx="12192000" cy="3505200"/>
          </a:xfrm>
        </p:spPr>
        <p:txBody>
          <a:bodyPr anchor="t"/>
          <a:lstStyle/>
          <a:p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അനുഗ്രഹക്കടലേ എഴുന്നള്ളി വരികയി -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ന്നനുഗ്രഹമടിയാരിൽ അളവെന്യേ പകരാൻ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 </a:t>
            </a:r>
            <a:r>
              <a:rPr lang="ml-IN" dirty="0"/>
              <a:t> 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പിച്ചള സർപ്പത്തെ നോക്കിയ മനുജർ -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ക്കൊക്കെയുമനുഗ്രഹജീവൻ നീ നൽകിയേ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അനു... 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80750" y="0"/>
            <a:ext cx="11112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CA1BDC-FE51-4E97-9ED3-74C91151E907}"/>
              </a:ext>
            </a:extLst>
          </p:cNvPr>
          <p:cNvSpPr/>
          <p:nvPr/>
        </p:nvSpPr>
        <p:spPr>
          <a:xfrm>
            <a:off x="0" y="3841895"/>
            <a:ext cx="1219200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i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Pallavi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Anugrahakkadale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ezhunnallhi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varikayinn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-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Anugrahamadiyaaril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alhavenye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pakaraan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ctr"/>
            <a:r>
              <a:rPr lang="en-US" sz="2600" i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Anupallavi</a:t>
            </a:r>
            <a:endParaRPr lang="en-US" sz="2600" i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Pichalha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sarppathe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nokkiya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manujarkk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-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Okkeyum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anugraha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jeevan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nee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nalkiye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anugraha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71500"/>
            <a:ext cx="12192000" cy="2857500"/>
          </a:xfrm>
        </p:spPr>
        <p:txBody>
          <a:bodyPr anchor="t"/>
          <a:lstStyle/>
          <a:p>
            <a:pPr algn="l" defTabSz="403225">
              <a:spcAft>
                <a:spcPts val="400"/>
              </a:spcAft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എന്നിൽനിന്നു കുടിച്ചിടുന്നോർ വയറ്റിൽ നി -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ന്നനുഗ്രഹ ജലനദി ഒഴുകുമെന്നരുളി നീ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പന്ത്രണ്ടപ്പോസ്തലൻമാരിൽ കൂടാദ്യമായ്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പെന്തക്കോസ്തിൻ നാളിലൊഴുകിയ വൻനദി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അനുഗ്രഹക്കടലേ എഴുന്നള്ളി വരികയി -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ന്നനുഗ്രഹമടിയാരിൽ അളവെന്യേ പകരാൻ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80750" y="0"/>
            <a:ext cx="11112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9B830D-C3A2-4972-983B-2E72F06D2035}"/>
              </a:ext>
            </a:extLst>
          </p:cNvPr>
          <p:cNvSpPr/>
          <p:nvPr/>
        </p:nvSpPr>
        <p:spPr>
          <a:xfrm>
            <a:off x="0" y="4038601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1.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Ennilninnu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kudicheedunnorh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vayattil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-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Anugraha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jalanadhi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ozhukummennarulhi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nee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Panthrandappostholan-maaril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koodaadyamayi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Penthekosthin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naalhilozhukiya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van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nadhi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Anugrahakkadale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ezhunnallhi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varikayinn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-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Anugrahamadiyaaril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alhavenye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pakaraan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732581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71500"/>
            <a:ext cx="12192000" cy="2857500"/>
          </a:xfrm>
        </p:spPr>
        <p:txBody>
          <a:bodyPr anchor="t"/>
          <a:lstStyle/>
          <a:p>
            <a:pPr algn="l" defTabSz="403225">
              <a:spcAft>
                <a:spcPts val="400"/>
              </a:spcAft>
            </a:pPr>
            <a:r>
              <a:rPr lang="ml-IN" sz="3000" b="1" dirty="0">
                <a:latin typeface="Kartika" panose="02020503030404060203" pitchFamily="18" charset="0"/>
              </a:rPr>
              <a:t>2	ആത്മമാരി-കൂടാതെങ്ങനെ ജീവിക്കും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ദേശങ്ങൾ വരണ്ടുപോയ് ദൈവമേ കാണണേ!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യോവേൽ പ്രവാചകൻ ഉരച്ച നിൻവാഗ്ദത്തം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ഞങ്ങളിൽ ഇന്നു നീ നിവൃത്തിയാക്കീടണം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അനുഗ്രഹക്കടലേ എഴുന്നള്ളി വരികയി -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ന്നനുഗ്രഹമടിയാരിൽ അളവെന്യേ പകരാൻ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80750" y="0"/>
            <a:ext cx="11112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9B830D-C3A2-4972-983B-2E72F06D2035}"/>
              </a:ext>
            </a:extLst>
          </p:cNvPr>
          <p:cNvSpPr/>
          <p:nvPr/>
        </p:nvSpPr>
        <p:spPr>
          <a:xfrm>
            <a:off x="0" y="4038601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2.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Aathmamaari-koodaathengane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jeevikkum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?-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Deshangal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varandupoi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daivame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kaanhanhe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 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Yovel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pravaachakan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urachcha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vaagdaththam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Njangalhilinnu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nee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nivriththiyakkeedanham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	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Anugrahakkadale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ezhunnallhi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varikayinn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-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Anugrahamadiyaaril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alhavenye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pakaraan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1363886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71500"/>
            <a:ext cx="12192000" cy="2857500"/>
          </a:xfrm>
        </p:spPr>
        <p:txBody>
          <a:bodyPr anchor="t"/>
          <a:lstStyle/>
          <a:p>
            <a:pPr algn="l" defTabSz="403225">
              <a:spcAft>
                <a:spcPts val="400"/>
              </a:spcAft>
            </a:pPr>
            <a:r>
              <a:rPr lang="ml-IN" sz="3000" b="1" dirty="0">
                <a:latin typeface="Kartika" panose="02020503030404060203" pitchFamily="18" charset="0"/>
              </a:rPr>
              <a:t>3	പരിശുദ്ധ കാര്യസ്ഥൻ ഞങ്ങളിൽ വന്നെല്ലാ-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കുറവുകൾ തീർക്കണം കരുണയിൻ നദിയേ!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വീട്ടിലും നാട്ടിലും വഴിയിലും പുഴയിലും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ഏവർക്കുമനുഗ്രഹമടിയങ്ങളായിടാൻ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അനുഗ്രഹക്കടലേ എഴുന്നള്ളി വരികയി -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ന്നനുഗ്രഹമടിയാരിൽ അളവെന്യേ പകരാൻ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80750" y="0"/>
            <a:ext cx="11112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9B830D-C3A2-4972-983B-2E72F06D2035}"/>
              </a:ext>
            </a:extLst>
          </p:cNvPr>
          <p:cNvSpPr/>
          <p:nvPr/>
        </p:nvSpPr>
        <p:spPr>
          <a:xfrm>
            <a:off x="0" y="4038601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3.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Parishudhdha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kaaryasthan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njangalhil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vannellaa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-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Kuravukalh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theerkkanham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karunhayin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nadhiye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Veettilum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naattilum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vazhiyilum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puzhayilum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Evarkkumanugraha-madiyangalhaayidaan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	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Anugrahakkadale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ezhunnallhi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varikayinn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-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Anugrahamadiyaaril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alhavenye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pakaraan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0162402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71500"/>
            <a:ext cx="12192000" cy="2857500"/>
          </a:xfrm>
        </p:spPr>
        <p:txBody>
          <a:bodyPr anchor="t"/>
          <a:lstStyle/>
          <a:p>
            <a:pPr algn="l" defTabSz="403225">
              <a:spcAft>
                <a:spcPts val="400"/>
              </a:spcAft>
            </a:pPr>
            <a:r>
              <a:rPr lang="en-US" sz="3000" b="1" dirty="0">
                <a:latin typeface="Kartika" panose="02020503030404060203" pitchFamily="18" charset="0"/>
              </a:rPr>
              <a:t>4  </a:t>
            </a:r>
            <a:r>
              <a:rPr lang="ml-IN" sz="3000" b="1" dirty="0">
                <a:latin typeface="Kartika" panose="02020503030404060203" pitchFamily="18" charset="0"/>
              </a:rPr>
              <a:t>മരുപ്രദേശം പാട്ടോടുല്ലസിച്ചാനന്ദി -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ച്ചേദനു തുല്യമായ് സുഗന്ധങ്ങൾ വീശണം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പീശോൻ ഗീഹോൻ നദി ഹിദ്ദേക്കൽ ഫ്രാത്തതും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മേദിനിയിൽ ഞങ്ങൾക്കേകണം ദൈവമേ-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അനുഗ്രഹക്കടലേ എഴുന്നള്ളി വരികയി -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ന്നനുഗ്രഹമടിയാരിൽ അളവെന്യേ പകരാൻ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80750" y="0"/>
            <a:ext cx="11112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9B830D-C3A2-4972-983B-2E72F06D2035}"/>
              </a:ext>
            </a:extLst>
          </p:cNvPr>
          <p:cNvSpPr/>
          <p:nvPr/>
        </p:nvSpPr>
        <p:spPr>
          <a:xfrm>
            <a:off x="0" y="4038601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4.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Marupradesham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paattodullasichaanandi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-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chedanu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thulyamaayi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sugandangal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veeshanham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Peeshon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geehon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nadhi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hidhdhekkal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fraaththathum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Mediniyil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njangalkkekanam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daivame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	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Anugrahakkadale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ezhunnallhi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varikayinn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-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Anugrahamadiyaaril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alhavenye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pakaraan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7058479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71500"/>
            <a:ext cx="12192000" cy="2857500"/>
          </a:xfrm>
        </p:spPr>
        <p:txBody>
          <a:bodyPr anchor="t"/>
          <a:lstStyle/>
          <a:p>
            <a:pPr algn="l" defTabSz="403225">
              <a:spcAft>
                <a:spcPts val="400"/>
              </a:spcAft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5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കുരുടന്മാർ കാണണേ ചെകിടന്മാർ കേൾക്കണേ!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	മുടന്തുള്ളോർ ചാടണേ! ഊമന്മാർ പാടണേ!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	വീണ്ടെടുത്തോരെല്ലാം കൂട്ടമായ് കൂടി നിൻ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	എതിരേല്പിൻ ഗാനങ്ങൾ ഘോഷമായ് പാടണം-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അനുഗ്രഹക്കടലേ എഴുന്നള്ളി വരികയി -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ന്നനുഗ്രഹമടിയാരിൽ അളവെന്യേ പകരാൻ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80750" y="0"/>
            <a:ext cx="11112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9B830D-C3A2-4972-983B-2E72F06D2035}"/>
              </a:ext>
            </a:extLst>
          </p:cNvPr>
          <p:cNvSpPr/>
          <p:nvPr/>
        </p:nvSpPr>
        <p:spPr>
          <a:xfrm>
            <a:off x="0" y="4038601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5.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Kurudanmaar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kaanhanhe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chekidanmaar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kelhkanhe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Mudanthullhor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chaadanhe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Oomanmaarh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paadanhe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Veendeduththorellaam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kootamaayi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koodi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Ethirelpin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gaanangal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ghoshamai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paadanam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	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Anugrahakkadale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ezhunnallhi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varikayinn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-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Anugrahamadiyaaril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alhavenye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pakaraan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6524088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71500"/>
            <a:ext cx="12192000" cy="2857500"/>
          </a:xfrm>
        </p:spPr>
        <p:txBody>
          <a:bodyPr anchor="t"/>
          <a:lstStyle/>
          <a:p>
            <a:pPr algn="l" defTabSz="403225">
              <a:spcAft>
                <a:spcPts val="400"/>
              </a:spcAft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6  </a:t>
            </a:r>
            <a:r>
              <a:rPr lang="ml-IN" sz="3000" b="1" dirty="0">
                <a:latin typeface="Kartika" panose="02020503030404060203" pitchFamily="18" charset="0"/>
              </a:rPr>
              <a:t>സിംഹങ്ങൾ കേറാത്ത വഴി ഞങ്ങൾക്കേകണേ!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ദുഷ്ടമൃഗങ്ങൾക്കു കാടുകളാകല്ലേ!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രാജ മാർഗ്ഗേ ഞങ്ങൾ പാട്ടോടുമാർപ്പോടും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ക്രൂശിന്‍റെ കൊടിക്കീഴിൽ ജയത്തോടെ വാഴാൻ-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അനുഗ്രഹക്കടലേ എഴുന്നള്ളി വരികയി -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ന്നനുഗ്രഹമടിയാരിൽ അളവെന്യേ പകരാൻ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80750" y="0"/>
            <a:ext cx="11112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9B830D-C3A2-4972-983B-2E72F06D2035}"/>
              </a:ext>
            </a:extLst>
          </p:cNvPr>
          <p:cNvSpPr/>
          <p:nvPr/>
        </p:nvSpPr>
        <p:spPr>
          <a:xfrm>
            <a:off x="0" y="4038601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6.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Simhangal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keraatha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vazhi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njangalkkekanhe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Dushtamrigangalkku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kaadukalhaakalle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Raajamaarge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njangal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paattodumaarppodum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Kurishinte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kodikkeezhil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jayathode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vaazhanham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						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Anugrahakkadale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ezhunnallhi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varikayinn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-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Anugrahamadiyaaril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alhavenye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pakaraan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7305423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71500"/>
            <a:ext cx="12192000" cy="2857500"/>
          </a:xfrm>
        </p:spPr>
        <p:txBody>
          <a:bodyPr anchor="t"/>
          <a:lstStyle/>
          <a:p>
            <a:pPr algn="l" defTabSz="403225">
              <a:spcAft>
                <a:spcPts val="400"/>
              </a:spcAft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7  </a:t>
            </a:r>
            <a:r>
              <a:rPr lang="ml-IN" sz="3000" b="1" dirty="0">
                <a:latin typeface="Kartika" panose="02020503030404060203" pitchFamily="18" charset="0"/>
              </a:rPr>
              <a:t>സീയോൻ യാത്രക്കാരെ ദൈവമേ ഓർക്കണേ!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വഴിമദ്ധ്യേ അവർക്കുള്ള സങ്കടം തീർക്കണേ!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വരുമെന്നരുളിയ പൊന്നുകാന്താ! നിന്‍റെ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വരവിന്നു താമസം മേലിലുണ്ടാകല്ലേ-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അനുഗ്രഹക്കടലേ എഴുന്നള്ളി വരികയി -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ന്നനുഗ്രഹമടിയാരിൽ അളവെന്യേ പകരാൻ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80750" y="0"/>
            <a:ext cx="11112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9B830D-C3A2-4972-983B-2E72F06D2035}"/>
              </a:ext>
            </a:extLst>
          </p:cNvPr>
          <p:cNvSpPr/>
          <p:nvPr/>
        </p:nvSpPr>
        <p:spPr>
          <a:xfrm>
            <a:off x="-1859" y="3793510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7.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Seeyon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yaathrakkaare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daivame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orkkanhe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Vazhimadhye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avarkkullha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sankadam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theerkkannhe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Varumennarulhiya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ponnukaanthaa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Ninte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Varavinu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thaamasam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melilundaakalle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								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Anugrahakkadale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ezhunnallhi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varikayinn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-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Anugrahamadiyaaril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alhavenye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pakaraan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1486AF-A6D9-4CE4-B7DC-6032D10824F1}"/>
              </a:ext>
            </a:extLst>
          </p:cNvPr>
          <p:cNvSpPr/>
          <p:nvPr/>
        </p:nvSpPr>
        <p:spPr>
          <a:xfrm>
            <a:off x="8025218" y="3429000"/>
            <a:ext cx="4164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(മൂത്താംപാക്കൽ കൊച്ചുകുഞ്ഞ്)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EE7AB4-98C4-4C66-93C7-3FB7E6151A36}"/>
              </a:ext>
            </a:extLst>
          </p:cNvPr>
          <p:cNvSpPr/>
          <p:nvPr/>
        </p:nvSpPr>
        <p:spPr>
          <a:xfrm>
            <a:off x="8464684" y="6400800"/>
            <a:ext cx="3879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(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Muthampakkal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Kochukunju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Upadeshi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426946908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214</Words>
  <Application>Microsoft Office PowerPoint</Application>
  <PresentationFormat>Widescreen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27 അനുഗ്രഹക്കടലേ എഴുന്നള്ളി</vt:lpstr>
      <vt:lpstr>പല്ലവി   അനുഗ്രഹക്കടലേ എഴുന്നള്ളി വരികയി -  ന്നനുഗ്രഹമടിയാരിൽ അളവെന്യേ പകരാൻ അനുപല്ലവി    പിച്ചള സർപ്പത്തെ നോക്കിയ മനുജർ -  ക്കൊക്കെയുമനുഗ്രഹജീവൻ നീ നൽകിയേ           - അനു... </vt:lpstr>
      <vt:lpstr>1 എന്നിൽനിന്നു കുടിച്ചിടുന്നോർ വയറ്റിൽ നി -  ന്നനുഗ്രഹ ജലനദി ഒഴുകുമെന്നരുളി നീ  പന്ത്രണ്ടപ്പോസ്തലൻമാരിൽ കൂടാദ്യമായ്‌  പെന്തക്കോസ്തിൻ നാളിലൊഴുകിയ വൻനദി         അനുഗ്രഹക്കടലേ എഴുന്നള്ളി വരികയി -        ന്നനുഗ്രഹമടിയാരിൽ അളവെന്യേ പകരാൻ </vt:lpstr>
      <vt:lpstr>2 ആത്മമാരി-കൂടാതെങ്ങനെ ജീവിക്കും  ദേശങ്ങൾ വരണ്ടുപോയ് ദൈവമേ കാണണേ!  യോവേൽ പ്രവാചകൻ ഉരച്ച നിൻവാഗ്ദത്തം  ഞങ്ങളിൽ ഇന്നു നീ നിവൃത്തിയാക്കീടണം         അനുഗ്രഹക്കടലേ എഴുന്നള്ളി വരികയി -        ന്നനുഗ്രഹമടിയാരിൽ അളവെന്യേ പകരാൻ </vt:lpstr>
      <vt:lpstr>3 പരിശുദ്ധ കാര്യസ്ഥൻ ഞങ്ങളിൽ വന്നെല്ലാ- കുറവുകൾ തീർക്കണം കരുണയിൻ നദിയേ!  വീട്ടിലും നാട്ടിലും വഴിയിലും പുഴയിലും  ഏവർക്കുമനുഗ്രഹമടിയങ്ങളായിടാൻ          അനുഗ്രഹക്കടലേ എഴുന്നള്ളി വരികയി -        ന്നനുഗ്രഹമടിയാരിൽ അളവെന്യേ പകരാൻ </vt:lpstr>
      <vt:lpstr>4  മരുപ്രദേശം പാട്ടോടുല്ലസിച്ചാനന്ദി -  ച്ചേദനു തുല്യമായ് സുഗന്ധങ്ങൾ വീശണം  പീശോൻ ഗീഹോൻ നദി ഹിദ്ദേക്കൽ ഫ്രാത്തതും  മേദിനിയിൽ ഞങ്ങൾക്കേകണം ദൈവമേ-          അനുഗ്രഹക്കടലേ എഴുന്നള്ളി വരികയി -        ന്നനുഗ്രഹമടിയാരിൽ അളവെന്യേ പകരാൻ </vt:lpstr>
      <vt:lpstr>5  കുരുടന്മാർ കാണണേ ചെകിടന്മാർ കേൾക്കണേ!  മുടന്തുള്ളോർ ചാടണേ! ഊമന്മാർ പാടണേ!  വീണ്ടെടുത്തോരെല്ലാം കൂട്ടമായ് കൂടി നിൻ   എതിരേല്പിൻ ഗാനങ്ങൾ ഘോഷമായ് പാടണം-          അനുഗ്രഹക്കടലേ എഴുന്നള്ളി വരികയി -        ന്നനുഗ്രഹമടിയാരിൽ അളവെന്യേ പകരാൻ </vt:lpstr>
      <vt:lpstr>6  സിംഹങ്ങൾ കേറാത്ത വഴി ഞങ്ങൾക്കേകണേ!  ദുഷ്ടമൃഗങ്ങൾക്കു കാടുകളാകല്ലേ!  രാജ മാർഗ്ഗേ ഞങ്ങൾ പാട്ടോടുമാർപ്പോടും  ക്രൂശിന്‍റെ കൊടിക്കീഴിൽ ജയത്തോടെ വാഴാൻ-          അനുഗ്രഹക്കടലേ എഴുന്നള്ളി വരികയി -        ന്നനുഗ്രഹമടിയാരിൽ അളവെന്യേ പകരാൻ </vt:lpstr>
      <vt:lpstr>7  സീയോൻ യാത്രക്കാരെ ദൈവമേ ഓർക്കണേ!  വഴിമദ്ധ്യേ അവർക്കുള്ള സങ്കടം തീർക്കണേ!  വരുമെന്നരുളിയ പൊന്നുകാന്താ! നിന്‍റെ  വരവിന്നു താമസം മേലിലുണ്ടാകല്ലേ-          അനുഗ്രഹക്കടലേ എഴുന്നള്ളി വരികയി -        ന്നനുഗ്രഹമടിയാരിൽ അളവെന്യേ പകരാൻ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Anugrahakadale</dc:title>
  <dc:creator>Digital Input:;GM JOHN</dc:creator>
  <cp:lastModifiedBy>Acsah Mathews</cp:lastModifiedBy>
  <cp:revision>94</cp:revision>
  <dcterms:created xsi:type="dcterms:W3CDTF">2013-04-19T09:19:07Z</dcterms:created>
  <dcterms:modified xsi:type="dcterms:W3CDTF">2018-10-25T16:29:29Z</dcterms:modified>
</cp:coreProperties>
</file>