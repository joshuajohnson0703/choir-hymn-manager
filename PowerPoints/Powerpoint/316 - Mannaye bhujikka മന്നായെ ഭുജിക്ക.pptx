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1" r:id="rId2"/>
    <p:sldId id="275" r:id="rId3"/>
    <p:sldId id="277" r:id="rId4"/>
    <p:sldId id="278" r:id="rId5"/>
    <p:sldId id="279" r:id="rId6"/>
    <p:sldId id="280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1" autoAdjust="0"/>
    <p:restoredTop sz="94660"/>
  </p:normalViewPr>
  <p:slideViewPr>
    <p:cSldViewPr>
      <p:cViewPr varScale="1">
        <p:scale>
          <a:sx n="50" d="100"/>
          <a:sy n="50" d="100"/>
        </p:scale>
        <p:origin x="77" y="78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9B13-8271-4BDB-B81A-3101371AB98C}" type="datetimeFigureOut">
              <a:rPr lang="en-US" smtClean="0"/>
              <a:t>11/18/2018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6BF05-4151-4DB5-B290-163AF7BB6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5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86BF05-4151-4DB5-B290-163AF7BB6C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44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86BF05-4151-4DB5-B290-163AF7BB6C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17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86BF05-4151-4DB5-B290-163AF7BB6C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8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86BF05-4151-4DB5-B290-163AF7BB6C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49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55ABC-D3F0-4895-8C1D-3F8F17F68C97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06B65-D22D-4087-9358-531112BFFF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4660EA-BC02-414E-8F22-4FBD36D09D69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D125B-ADB2-49B2-905F-7133DCA603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61FD5-BD5E-4743-ABE0-47D3C8139D2B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ED5E7-2886-48F0-901E-4BAB0430D4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BB420-49E8-418E-BA9F-ED41FC26396F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1A70B-1782-4370-9492-A15D0E70C0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6D33C-2FC3-4E37-B12A-49C099A4E103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5F9FB-A6D0-44AE-A065-8A04964755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CD255-8721-4405-AB01-65E507EDB596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C0589-31ED-44AD-ADED-7B0A652650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E8C16-EDE7-4BA3-A14D-61921C59D066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F73E8-1A66-4AB5-AAF5-85080C61CC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C567A-30A4-4C2D-A22A-0CFE2847DE36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85411-B763-42C1-9E03-134E9711B9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B744E4-D878-49FA-8B78-4A2E9544F924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CD6B5-DC4D-49BE-AFE1-A3DCFD7F61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ACE98-4D25-49D4-B0A5-D4EF73A0FA78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831E1-F00C-497B-844D-5B02479723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364B7-13E8-4250-A8AB-03433FEF3174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2DE02-CACA-48B4-AB7A-3619530354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9E9CB8C-809E-4491-A4DD-B3D61BE6BDEB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F32EDD3-7689-4075-AD31-04C23692FC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316</a:t>
            </a:r>
            <a:br>
              <a:rPr lang="en-US" dirty="0" smtClean="0"/>
            </a:br>
            <a:r>
              <a:rPr lang="ml-IN" b="1" dirty="0"/>
              <a:t>മന്നായെ ഭുജിക്ക!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Mannaayé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bhujikka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1798320" y="4716718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 smtClean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റവ. റ്റി. കോശി)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92440" y="4716718"/>
            <a:ext cx="20736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(Rev.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1109589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733800"/>
          </a:xfrm>
        </p:spPr>
        <p:txBody>
          <a:bodyPr anchor="t"/>
          <a:lstStyle/>
          <a:p>
            <a:pPr defTabSz="625475">
              <a:tabLst>
                <a:tab pos="401638" algn="l"/>
              </a:tabLst>
            </a:pPr>
            <a:r>
              <a:rPr lang="ml-IN" sz="2000" b="1" dirty="0" smtClean="0"/>
              <a:t>പല്ലവി</a:t>
            </a:r>
            <a:r>
              <a:rPr lang="ml-IN" sz="3600" b="1" dirty="0" smtClean="0"/>
              <a:t>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ml-IN" sz="3400" b="1" dirty="0"/>
              <a:t>മന്നായെ ഭുജിക്ക! </a:t>
            </a:r>
            <a:r>
              <a:rPr lang="ml-IN" sz="3400" b="1" dirty="0" smtClean="0"/>
              <a:t>ജീവ </a:t>
            </a:r>
            <a:r>
              <a:rPr lang="ml-IN" sz="3400" b="1" dirty="0"/>
              <a:t>അപ്പമാം </a:t>
            </a:r>
            <a:r>
              <a:rPr lang="en-US" sz="3400" b="1" dirty="0"/>
              <a:t/>
            </a:r>
            <a:br>
              <a:rPr lang="en-US" sz="3400" b="1" dirty="0"/>
            </a:br>
            <a:r>
              <a:rPr lang="ml-IN" sz="3400" b="1" dirty="0"/>
              <a:t>മന്നായെ നാം ഭുജിക്ക</a:t>
            </a:r>
            <a:r>
              <a:rPr lang="ml-IN" sz="3400" b="1" dirty="0" smtClean="0"/>
              <a:t>!</a:t>
            </a:r>
            <a:r>
              <a:rPr lang="en-US" sz="3400" b="1" dirty="0" smtClean="0"/>
              <a:t> …</a:t>
            </a:r>
            <a:r>
              <a:rPr lang="ml-IN" sz="3400" b="1" dirty="0"/>
              <a:t>ദിവ്യമൊഴിയാം- </a:t>
            </a:r>
            <a:r>
              <a:rPr lang="en-US" sz="3400" b="1" dirty="0"/>
              <a:t/>
            </a:r>
            <a:br>
              <a:rPr lang="en-US" sz="3400" b="1" dirty="0"/>
            </a:br>
            <a:r>
              <a:rPr lang="ml-IN" sz="3400" b="1" dirty="0"/>
              <a:t>മന്നായെ നാം ഭുജിക്ക</a:t>
            </a:r>
            <a:r>
              <a:rPr lang="en-US" sz="3400" b="1" dirty="0"/>
              <a:t/>
            </a:r>
            <a:br>
              <a:rPr lang="en-US" sz="3400" b="1" dirty="0"/>
            </a:br>
            <a:r>
              <a:rPr lang="en-US" sz="1200" b="1" dirty="0" smtClean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en-US" sz="1200" b="1" dirty="0" smtClean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000" b="1" dirty="0" smtClean="0"/>
              <a:t>അനുപല്ലവി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ml-IN" sz="3400" b="1" dirty="0" smtClean="0"/>
              <a:t>മന്നായാം </a:t>
            </a:r>
            <a:r>
              <a:rPr lang="ml-IN" sz="3400" b="1" dirty="0"/>
              <a:t>യേശുവെ </a:t>
            </a:r>
            <a:r>
              <a:rPr lang="ml-IN" sz="3400" b="1" dirty="0" smtClean="0"/>
              <a:t>നാം</a:t>
            </a:r>
            <a:r>
              <a:rPr lang="en-US" sz="3400" b="1" dirty="0" smtClean="0"/>
              <a:t> </a:t>
            </a:r>
            <a:r>
              <a:rPr lang="ml-IN" sz="3400" b="1" dirty="0" smtClean="0"/>
              <a:t>മോദമോടെ </a:t>
            </a:r>
            <a:r>
              <a:rPr lang="ml-IN" sz="3400" b="1" dirty="0"/>
              <a:t>ഭുജിക്ക</a:t>
            </a:r>
            <a:br>
              <a:rPr lang="ml-IN" sz="3400" b="1" dirty="0"/>
            </a:br>
            <a:r>
              <a:rPr lang="ml-IN" sz="3400" b="1" dirty="0" smtClean="0"/>
              <a:t>എന്നേക്കും </a:t>
            </a:r>
            <a:r>
              <a:rPr lang="ml-IN" sz="3400" b="1" dirty="0"/>
              <a:t>ജീവിച്ചു </a:t>
            </a:r>
            <a:r>
              <a:rPr lang="ml-IN" sz="3400" b="1" dirty="0" smtClean="0"/>
              <a:t>നിത്യാനന്ദം </a:t>
            </a:r>
            <a:r>
              <a:rPr lang="ml-IN" sz="3400" b="1" dirty="0"/>
              <a:t>ലഭ്യമാക്കാൻ</a:t>
            </a:r>
            <a:endParaRPr lang="en-US" sz="3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506200" y="11668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0000"/>
                </a:solidFill>
                <a:latin typeface="+mn-lt"/>
                <a:cs typeface="+mn-cs"/>
              </a:rPr>
              <a:t>316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505200"/>
            <a:ext cx="12192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Pallavi</a:t>
            </a:r>
            <a:endParaRPr lang="en-US" sz="2000" i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Mannaayé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bhujikka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appamaam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Mannaayé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bhujikka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mozhiyaam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Mannaayé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bhujikka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endParaRPr lang="en-US" sz="34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2000" i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Anupallavi</a:t>
            </a:r>
            <a:endParaRPr lang="en-US" sz="2000" i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Mannaayaam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bhujikka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jeevichchu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nithyaanandam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labhyamaakaan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86000"/>
          </a:xfrm>
        </p:spPr>
        <p:txBody>
          <a:bodyPr anchor="t"/>
          <a:lstStyle/>
          <a:p>
            <a:pPr algn="l" defTabSz="625475">
              <a:lnSpc>
                <a:spcPct val="112000"/>
              </a:lnSpc>
              <a:tabLst>
                <a:tab pos="401638" algn="l"/>
              </a:tabLst>
            </a:pPr>
            <a:r>
              <a:rPr lang="ml-IN" sz="3200" b="1" dirty="0"/>
              <a:t>നാശവലയിൽ നാം </a:t>
            </a:r>
            <a:r>
              <a:rPr lang="ml-IN" sz="3200" b="1" dirty="0" smtClean="0"/>
              <a:t>ആശയറ്റോരായ്</a:t>
            </a:r>
            <a:r>
              <a:rPr lang="ml-IN" sz="3200" b="1" dirty="0"/>
              <a:t/>
            </a:r>
            <a:br>
              <a:rPr lang="ml-IN" sz="3200" b="1" dirty="0"/>
            </a:br>
            <a:r>
              <a:rPr lang="ml-IN" sz="3200" b="1" dirty="0"/>
              <a:t>വാസം ചെയ്യാതെ </a:t>
            </a:r>
            <a:r>
              <a:rPr lang="ml-IN" sz="3200" b="1" dirty="0" smtClean="0"/>
              <a:t>ശ്രീയേശുവെ </a:t>
            </a:r>
            <a:r>
              <a:rPr lang="ml-IN" sz="3200" b="1" dirty="0"/>
              <a:t>നമ്പുക</a:t>
            </a:r>
            <a:br>
              <a:rPr lang="ml-IN" sz="3200" b="1" dirty="0"/>
            </a:br>
            <a:r>
              <a:rPr lang="ml-IN" sz="3200" b="1" dirty="0"/>
              <a:t>ക്രൂശിൽ പതിക്ക </a:t>
            </a:r>
            <a:r>
              <a:rPr lang="ml-IN" sz="3200" b="1" dirty="0" smtClean="0"/>
              <a:t>കൺകൾ</a:t>
            </a:r>
            <a:r>
              <a:rPr lang="en-US" sz="3200" b="1" dirty="0" smtClean="0"/>
              <a:t> </a:t>
            </a:r>
            <a:r>
              <a:rPr lang="ml-IN" sz="3200" b="1" dirty="0" smtClean="0"/>
              <a:t>കാരുണ്യവാനെ </a:t>
            </a:r>
            <a:r>
              <a:rPr lang="ml-IN" sz="3200" b="1" dirty="0"/>
              <a:t>കാണ്മാൻ</a:t>
            </a:r>
            <a:br>
              <a:rPr lang="ml-IN" sz="3200" b="1" dirty="0"/>
            </a:br>
            <a:r>
              <a:rPr lang="ml-IN" sz="3200" b="1" dirty="0"/>
              <a:t>മാശാപമെല്ലാമേറ്റ മാനുവേൽ ചൊന്നപോലെ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506200" y="11668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0000"/>
                </a:solidFill>
                <a:latin typeface="+mn-lt"/>
                <a:cs typeface="+mn-cs"/>
              </a:rPr>
              <a:t>316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6528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Naasha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valayil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aashayattoraay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Vaasam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cheiyyaathey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shreeyeshuvey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nambuka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Krushil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pathikka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kanhkal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kaarunyavane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kaanhmaan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Maashaapa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mellametta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maanuvel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chonnapoley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73278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മന്നായെ ഭുജിക്ക! ജീവ അപ്പമാം 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മന്നായെ നാം ഭുജിക്ക!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ml-IN" sz="3000" b="1" spc="-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ദിവ്യമൊഴിയാം-മന്നായെ 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നാം </a:t>
            </a:r>
            <a:r>
              <a:rPr lang="ml-IN" sz="3000" b="1" spc="-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ഭുജിക്ക</a:t>
            </a:r>
            <a:endParaRPr lang="en-US" sz="3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6899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! Jeeva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appamaam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divya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mozhiyaam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 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1668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+mn-lt"/>
              </a:rPr>
              <a:t>1</a:t>
            </a:r>
            <a:endParaRPr lang="en-US" sz="3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484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86000"/>
          </a:xfrm>
        </p:spPr>
        <p:txBody>
          <a:bodyPr anchor="t"/>
          <a:lstStyle/>
          <a:p>
            <a:pPr algn="l" defTabSz="625475">
              <a:lnSpc>
                <a:spcPct val="112000"/>
              </a:lnSpc>
              <a:tabLst>
                <a:tab pos="401638" algn="l"/>
              </a:tabLst>
            </a:pPr>
            <a:r>
              <a:rPr lang="ml-IN" sz="3200" b="1" dirty="0"/>
              <a:t>എന്നെ തിന്നുന്നവൻ </a:t>
            </a:r>
            <a:r>
              <a:rPr lang="ml-IN" sz="3200" b="1" dirty="0" smtClean="0"/>
              <a:t>എന്നാലെ </a:t>
            </a:r>
            <a:r>
              <a:rPr lang="ml-IN" sz="3200" b="1" dirty="0"/>
              <a:t>ജീവിക്കും</a:t>
            </a:r>
            <a:br>
              <a:rPr lang="ml-IN" sz="3200" b="1" dirty="0"/>
            </a:br>
            <a:r>
              <a:rPr lang="ml-IN" sz="3200" b="1" dirty="0"/>
              <a:t>എന്നിലോർപാപി </a:t>
            </a:r>
            <a:r>
              <a:rPr lang="ml-IN" sz="3200" b="1" dirty="0" smtClean="0"/>
              <a:t>വിശ്വാസം </a:t>
            </a:r>
            <a:r>
              <a:rPr lang="ml-IN" sz="3200" b="1" dirty="0"/>
              <a:t>വച്ചിടുകിൽ</a:t>
            </a:r>
            <a:br>
              <a:rPr lang="ml-IN" sz="3200" b="1" dirty="0"/>
            </a:br>
            <a:r>
              <a:rPr lang="ml-IN" sz="3200" b="1" dirty="0"/>
              <a:t>എന്നും ജീവിക്കു </a:t>
            </a:r>
            <a:r>
              <a:rPr lang="ml-IN" sz="3200" b="1" dirty="0" smtClean="0"/>
              <a:t>മവനെന്നും </a:t>
            </a:r>
            <a:r>
              <a:rPr lang="ml-IN" sz="3200" b="1" dirty="0"/>
              <a:t>വിശക്കയില്ല</a:t>
            </a:r>
            <a:br>
              <a:rPr lang="ml-IN" sz="3200" b="1" dirty="0"/>
            </a:br>
            <a:r>
              <a:rPr lang="ml-IN" sz="3200" b="1" dirty="0"/>
              <a:t>എന്നും </a:t>
            </a:r>
            <a:r>
              <a:rPr lang="ml-IN" sz="3200" b="1" dirty="0" smtClean="0"/>
              <a:t>ദാഹിക്കയില്ല</a:t>
            </a:r>
            <a:r>
              <a:rPr lang="en-US" sz="3200" b="1" dirty="0" smtClean="0"/>
              <a:t> </a:t>
            </a:r>
            <a:r>
              <a:rPr lang="ml-IN" sz="3200" b="1" dirty="0" smtClean="0"/>
              <a:t>എന്നു </a:t>
            </a:r>
            <a:r>
              <a:rPr lang="ml-IN" sz="3200" b="1" dirty="0"/>
              <a:t>ചൊന്ന യേശുവാം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506200" y="11668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0000"/>
                </a:solidFill>
                <a:latin typeface="+mn-lt"/>
                <a:cs typeface="+mn-cs"/>
              </a:rPr>
              <a:t>316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6528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thinnunnavan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ennaaley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Ennilerpaapi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vishwasam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vachchidukil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mavanennum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vishakkayilla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daahikkayilla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ennu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chonna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73278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മന്നായെ ഭുജിക്ക! ജീവ അപ്പമാം 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മന്നായെ നാം ഭുജിക്ക!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ml-IN" sz="3000" b="1" spc="-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ദിവ്യമൊഴിയാം-മന്നായെ 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നാം </a:t>
            </a:r>
            <a:r>
              <a:rPr lang="ml-IN" sz="3000" b="1" spc="-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ഭുജിക്ക</a:t>
            </a:r>
            <a:endParaRPr lang="en-US" sz="3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6899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! Jeeva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appamaam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divya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mozhiyaam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 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1668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+mn-lt"/>
              </a:rPr>
              <a:t>2</a:t>
            </a:r>
            <a:endParaRPr lang="en-US" sz="3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221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86000"/>
          </a:xfrm>
        </p:spPr>
        <p:txBody>
          <a:bodyPr anchor="t"/>
          <a:lstStyle/>
          <a:p>
            <a:pPr algn="l" defTabSz="625475">
              <a:lnSpc>
                <a:spcPct val="112000"/>
              </a:lnSpc>
              <a:tabLst>
                <a:tab pos="401638" algn="l"/>
              </a:tabLst>
            </a:pPr>
            <a:r>
              <a:rPr lang="ml-IN" sz="3200" b="1" dirty="0"/>
              <a:t>ജീവ </a:t>
            </a:r>
            <a:r>
              <a:rPr lang="ml-IN" sz="3200" b="1" dirty="0" smtClean="0"/>
              <a:t>പിതാവെന്നെ</a:t>
            </a:r>
            <a:r>
              <a:rPr lang="en-US" sz="3200" b="1" dirty="0" smtClean="0"/>
              <a:t> </a:t>
            </a:r>
            <a:r>
              <a:rPr lang="ml-IN" sz="3200" b="1" dirty="0" smtClean="0"/>
              <a:t>ഭൂവിങ്കലയച്ചു</a:t>
            </a:r>
            <a:r>
              <a:rPr lang="ml-IN" sz="3200" b="1" dirty="0"/>
              <a:t/>
            </a:r>
            <a:br>
              <a:rPr lang="ml-IN" sz="3200" b="1" dirty="0"/>
            </a:br>
            <a:r>
              <a:rPr lang="ml-IN" sz="3200" b="1" dirty="0"/>
              <a:t>ജീവിച്ചീടുന്നതും </a:t>
            </a:r>
            <a:r>
              <a:rPr lang="ml-IN" sz="3200" b="1" dirty="0" smtClean="0"/>
              <a:t>താതൻ </a:t>
            </a:r>
            <a:r>
              <a:rPr lang="ml-IN" sz="3200" b="1" dirty="0"/>
              <a:t>മൂലമല്ലോ!</a:t>
            </a:r>
            <a:br>
              <a:rPr lang="ml-IN" sz="3200" b="1" dirty="0"/>
            </a:br>
            <a:r>
              <a:rPr lang="ml-IN" sz="3200" b="1" dirty="0"/>
              <a:t>എന്നെ ഭുജിപ്പവന്നും </a:t>
            </a:r>
            <a:r>
              <a:rPr lang="ml-IN" sz="3200" b="1" dirty="0" smtClean="0"/>
              <a:t>അവ്വണ്ണം </a:t>
            </a:r>
            <a:r>
              <a:rPr lang="ml-IN" sz="3200" b="1" dirty="0"/>
              <a:t>ഞാൻ മൂലമായ്</a:t>
            </a:r>
            <a:br>
              <a:rPr lang="ml-IN" sz="3200" b="1" dirty="0"/>
            </a:br>
            <a:r>
              <a:rPr lang="ml-IN" sz="3200" b="1" dirty="0"/>
              <a:t>ഉന്നത </a:t>
            </a:r>
            <a:r>
              <a:rPr lang="ml-IN" sz="3200" b="1" dirty="0" smtClean="0"/>
              <a:t>ജീവനുണ്ടാം</a:t>
            </a:r>
            <a:r>
              <a:rPr lang="en-US" sz="3200" b="1" dirty="0" smtClean="0"/>
              <a:t> </a:t>
            </a:r>
            <a:r>
              <a:rPr lang="ml-IN" sz="3200" b="1" dirty="0" smtClean="0"/>
              <a:t>എന്നു </a:t>
            </a:r>
            <a:r>
              <a:rPr lang="ml-IN" sz="3200" b="1" dirty="0"/>
              <a:t>ചൊന്ന </a:t>
            </a:r>
            <a:r>
              <a:rPr lang="ml-IN" sz="3200" b="1" dirty="0" smtClean="0"/>
              <a:t>നാഥനാം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506200" y="11668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0000"/>
                </a:solidFill>
                <a:latin typeface="+mn-lt"/>
                <a:cs typeface="+mn-cs"/>
              </a:rPr>
              <a:t>316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6528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pithaavenne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bhuvinkalayachchu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Jeevichcheedunnathum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moolamallo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Enne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bhujippavanumavannham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moolamaay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Unnatha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jeevanundaamennu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chonna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naathanaam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73278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മന്നായെ ഭുജിക്ക! ജീവ അപ്പമാം 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മന്നായെ നാം ഭുജിക്ക!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ml-IN" sz="3000" b="1" spc="-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ദിവ്യമൊഴിയാം-മന്നായെ 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നാം </a:t>
            </a:r>
            <a:r>
              <a:rPr lang="ml-IN" sz="3000" b="1" spc="-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ഭുജിക്ക</a:t>
            </a:r>
            <a:endParaRPr lang="en-US" sz="3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6899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! Jeeva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appamaam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divya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mozhiyaam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 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1668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+mn-lt"/>
              </a:rPr>
              <a:t>3</a:t>
            </a:r>
            <a:endParaRPr lang="en-US" sz="3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616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86000"/>
          </a:xfrm>
        </p:spPr>
        <p:txBody>
          <a:bodyPr anchor="t"/>
          <a:lstStyle/>
          <a:p>
            <a:pPr algn="l" defTabSz="625475">
              <a:lnSpc>
                <a:spcPct val="112000"/>
              </a:lnSpc>
              <a:tabLst>
                <a:tab pos="401638" algn="l"/>
              </a:tabLst>
            </a:pPr>
            <a:r>
              <a:rPr lang="ml-IN" sz="3200" b="1" dirty="0"/>
              <a:t>എന്നിൽ വിശ്വസിക്ക </a:t>
            </a:r>
            <a:r>
              <a:rPr lang="ml-IN" sz="3200" b="1" dirty="0" smtClean="0"/>
              <a:t>എന്നിൽ </a:t>
            </a:r>
            <a:r>
              <a:rPr lang="ml-IN" sz="3200" b="1" dirty="0"/>
              <a:t>നീ ജീവിക്ക</a:t>
            </a:r>
            <a:br>
              <a:rPr lang="ml-IN" sz="3200" b="1" dirty="0"/>
            </a:br>
            <a:r>
              <a:rPr lang="ml-IN" sz="3200" b="1" dirty="0"/>
              <a:t>എന്നുടെ </a:t>
            </a:r>
            <a:r>
              <a:rPr lang="ml-IN" sz="3200" b="1" dirty="0" smtClean="0"/>
              <a:t>ആത്മപ്രകാശം</a:t>
            </a:r>
            <a:r>
              <a:rPr lang="en-US" sz="3200" b="1" dirty="0" smtClean="0"/>
              <a:t> </a:t>
            </a:r>
            <a:r>
              <a:rPr lang="ml-IN" sz="3200" b="1" dirty="0" smtClean="0"/>
              <a:t>കൈക്കൊള്ളുക</a:t>
            </a:r>
            <a:r>
              <a:rPr lang="ml-IN" sz="3200" b="1" dirty="0"/>
              <a:t/>
            </a:r>
            <a:br>
              <a:rPr lang="ml-IN" sz="3200" b="1" dirty="0"/>
            </a:br>
            <a:r>
              <a:rPr lang="ml-IN" sz="3200" b="1" dirty="0"/>
              <a:t>ഇരുട്ടിൽ നടക്കയില്ല </a:t>
            </a:r>
            <a:r>
              <a:rPr lang="ml-IN" sz="3200" b="1" dirty="0" smtClean="0"/>
              <a:t>ഇടറി </a:t>
            </a:r>
            <a:r>
              <a:rPr lang="ml-IN" sz="3200" b="1" dirty="0"/>
              <a:t>വീഴുകയില്ല</a:t>
            </a:r>
            <a:br>
              <a:rPr lang="ml-IN" sz="3200" b="1" dirty="0"/>
            </a:br>
            <a:r>
              <a:rPr lang="ml-IN" sz="3200" b="1" dirty="0"/>
              <a:t>മരിക്കിലും ജീവിച്ചീടും </a:t>
            </a:r>
            <a:r>
              <a:rPr lang="ml-IN" sz="3200" b="1" dirty="0" smtClean="0"/>
              <a:t>എന്നിൽ </a:t>
            </a:r>
            <a:r>
              <a:rPr lang="ml-IN" sz="3200" b="1" dirty="0"/>
              <a:t>വിശ്വസിപ്പവൻ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506200" y="11668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0000"/>
                </a:solidFill>
                <a:latin typeface="+mn-lt"/>
                <a:cs typeface="+mn-cs"/>
              </a:rPr>
              <a:t>316</a:t>
            </a:r>
            <a:endParaRPr lang="en-US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652897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vishwasikka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Ennudey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aathmaprakaasham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kaikollhuka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Iruttil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nadakkayilla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idari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veezhukayilla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Marikkilum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jeevichcheedum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vishwasippaan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73278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മന്നായെ ഭുജിക്ക! ജീവ അപ്പമാം 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മന്നായെ നാം ഭുജിക്ക!</a:t>
            </a:r>
            <a:r>
              <a:rPr lang="en-US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ml-IN" sz="3000" b="1" spc="-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ദിവ്യമൊഴിയാം-മന്നായെ </a:t>
            </a:r>
            <a:r>
              <a:rPr lang="ml-IN" sz="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നാം </a:t>
            </a:r>
            <a:r>
              <a:rPr lang="ml-IN" sz="3000" b="1" spc="-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ഭുജിക്ക</a:t>
            </a:r>
            <a:endParaRPr lang="en-US" sz="3000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6899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! Jeeva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appamaam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divya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mozhiyaam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  <a:latin typeface="Calibri"/>
              </a:rPr>
              <a:t> Mannaayé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naam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  <a:latin typeface="Calibri"/>
              </a:rPr>
              <a:t>bhujikka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1668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  <a:endParaRPr lang="en-US" sz="3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28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209</Words>
  <Application>Microsoft Office PowerPoint</Application>
  <PresentationFormat>Widescreen</PresentationFormat>
  <Paragraphs>57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316 മന്നായെ ഭുജിക്ക!</vt:lpstr>
      <vt:lpstr>പല്ലവി  മന്നായെ ഭുജിക്ക! ജീവ അപ്പമാം  മന്നായെ നാം ഭുജിക്ക! …ദിവ്യമൊഴിയാം-  മന്നായെ നാം ഭുജിക്ക  അനുപല്ലവി മന്നായാം യേശുവെ നാം മോദമോടെ ഭുജിക്ക എന്നേക്കും ജീവിച്ചു നിത്യാനന്ദം ലഭ്യമാക്കാൻ</vt:lpstr>
      <vt:lpstr>നാശവലയിൽ നാം ആശയറ്റോരായ് വാസം ചെയ്യാതെ ശ്രീയേശുവെ നമ്പുക ക്രൂശിൽ പതിക്ക കൺകൾ കാരുണ്യവാനെ കാണ്മാൻ മാശാപമെല്ലാമേറ്റ മാനുവേൽ ചൊന്നപോലെ</vt:lpstr>
      <vt:lpstr>എന്നെ തിന്നുന്നവൻ എന്നാലെ ജീവിക്കും എന്നിലോർപാപി വിശ്വാസം വച്ചിടുകിൽ എന്നും ജീവിക്കു മവനെന്നും വിശക്കയില്ല എന്നും ദാഹിക്കയില്ല എന്നു ചൊന്ന യേശുവാം</vt:lpstr>
      <vt:lpstr>ജീവ പിതാവെന്നെ ഭൂവിങ്കലയച്ചു ജീവിച്ചീടുന്നതും താതൻ മൂലമല്ലോ! എന്നെ ഭുജിപ്പവന്നും അവ്വണ്ണം ഞാൻ മൂലമായ് ഉന്നത ജീവനുണ്ടാം എന്നു ചൊന്ന നാഥനാം</vt:lpstr>
      <vt:lpstr>എന്നിൽ വിശ്വസിക്ക എന്നിൽ നീ ജീവിക്ക എന്നുടെ ആത്മപ്രകാശം കൈക്കൊള്ളുക ഇരുട്ടിൽ നടക്കയില്ല ഇടറി വീഴുകയില്ല മരിക്കിലും ജീവിച്ചീടും എന്നിൽ വിശ്വസിപ്പവൻ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Mannaye bhujikka</dc:title>
  <dc:creator>Digital Input:; GM JOHN; Acsah Mathews</dc:creator>
  <cp:lastModifiedBy>Projector Admin</cp:lastModifiedBy>
  <cp:revision>155</cp:revision>
  <dcterms:created xsi:type="dcterms:W3CDTF">2013-04-25T00:28:25Z</dcterms:created>
  <dcterms:modified xsi:type="dcterms:W3CDTF">2018-11-18T18:08:49Z</dcterms:modified>
</cp:coreProperties>
</file>