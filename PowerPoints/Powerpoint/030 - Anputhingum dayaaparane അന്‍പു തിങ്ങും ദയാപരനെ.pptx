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5" r:id="rId2"/>
    <p:sldId id="270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0FB71-EAAF-4937-AF6E-C98AD9FD9137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E07C2-CD8E-43E8-A1DC-2C211BC64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7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4E07C2-CD8E-43E8-A1DC-2C211BC648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6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8EACB-0743-463E-8D76-559D96B63E3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378FF-5700-43B0-BD80-0E1B296EC1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4531D-1D49-4911-B008-6E6BAE13EB5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05159-FDCE-424C-9449-D4EA00C421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56658-9F43-4E51-896A-C01B8F04E12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2C235-005E-4CC0-B0C2-D4306D0FB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0BAC-E424-4BB2-AB49-91B8ED2C1E7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F6C6D-1CF9-4553-89C5-FB0658D565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7C5B2-6EC9-41CC-AE43-E5B15553F9A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7264C-194F-4D8B-BA20-6B166F68A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6E94B-5261-4F33-8A39-C801A9146E6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C758E-5A32-448B-8FBB-CB8040F01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414E9-597C-4D12-8FB8-29EA176C553E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CA666F-4E40-4C6F-972E-1AF05A618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9A870-007E-425D-A551-F10C0F3C4D9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01DDF-E937-4929-A4A2-FC305F3E27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3A6F0-D7EE-46AF-B5ED-6EDDEC3697B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B10E8-8D29-4F73-A1CC-CC81FF855B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4E539-C5C7-42BE-A1B8-BDCEC27182C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8A2AF-1129-4407-9515-90558616C8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FEA45-3E2B-498F-83CA-848EA89A266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F3EE7-6C84-4D8D-925D-C809BC7AD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9103CEE-CB7C-4A77-9E3C-5E7069D7C4B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186178D-3A76-49CF-9408-329AF423B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2489-B300-4B2D-A069-8CBFE5A3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30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അന്‍പു തിങ്ങും ദയാപരനെ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BD12E-3339-411C-A101-39DEDCE1F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Anputhingum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dayaaparaney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400" i="1" dirty="0">
                <a:solidFill>
                  <a:schemeClr val="tx2">
                    <a:lumMod val="75000"/>
                  </a:schemeClr>
                </a:solidFill>
              </a:rPr>
              <a:t>Tune: This is the God we adore</a:t>
            </a:r>
            <a:br>
              <a:rPr lang="en-US" sz="3400" b="1" i="1" dirty="0">
                <a:solidFill>
                  <a:schemeClr val="tx2">
                    <a:lumMod val="75000"/>
                  </a:schemeClr>
                </a:solidFill>
              </a:rPr>
            </a:br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6676103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7467600" cy="2209800"/>
          </a:xfrm>
        </p:spPr>
        <p:txBody>
          <a:bodyPr anchor="t"/>
          <a:lstStyle/>
          <a:p>
            <a:pPr algn="l">
              <a:lnSpc>
                <a:spcPts val="4000"/>
              </a:lnSpc>
              <a:tabLst>
                <a:tab pos="46990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അന്‍പു തിങ്ങും ദയാപരനെ!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ഇമ്പമേറും നിന്‍ പാദത്തിങ്കല്‍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പൈതങ്ങളടിയാരിതാ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കുമ്പിടുന്നേയനുഗ്രഹിക്ക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471BB-CA8E-439F-97D4-8534D4AA1FD0}"/>
              </a:ext>
            </a:extLst>
          </p:cNvPr>
          <p:cNvSpPr/>
          <p:nvPr/>
        </p:nvSpPr>
        <p:spPr>
          <a:xfrm>
            <a:off x="3276600" y="2228671"/>
            <a:ext cx="7772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വരിക - ഈ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യോ-ഗമദ്ധ്യേ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ചൊരിയണം നിന്നാത്മവരം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പരാപരനേ!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9B273-B9C4-47B4-BA40-400356057B5A}"/>
              </a:ext>
            </a:extLst>
          </p:cNvPr>
          <p:cNvSpPr/>
          <p:nvPr/>
        </p:nvSpPr>
        <p:spPr>
          <a:xfrm>
            <a:off x="0" y="3962401"/>
            <a:ext cx="6324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Anputhingum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dayaaparaney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Imbamèrum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ninpaadathinkal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paithangalhadiyaarithaa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Kumbidunney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anugrahikka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AB57D-BD67-4C4A-B4ED-6A77A78FD7BA}"/>
              </a:ext>
            </a:extLst>
          </p:cNvPr>
          <p:cNvSpPr/>
          <p:nvPr/>
        </p:nvSpPr>
        <p:spPr>
          <a:xfrm>
            <a:off x="4953000" y="48843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Yo-ga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madhyè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aathmavaram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paraaparaney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7772400" cy="2209800"/>
          </a:xfrm>
        </p:spPr>
        <p:txBody>
          <a:bodyPr anchor="t">
            <a:noAutofit/>
          </a:bodyPr>
          <a:lstStyle/>
          <a:p>
            <a:pPr algn="l">
              <a:tabLst>
                <a:tab pos="469900" algn="l"/>
              </a:tabLst>
            </a:pPr>
            <a:r>
              <a:rPr lang="ml-IN" sz="3000" b="1" dirty="0">
                <a:latin typeface="Kartika" panose="02020503030404060203" pitchFamily="18" charset="0"/>
              </a:rPr>
              <a:t>2.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ഒന്നിലേറെയാളുകള്‍ നിന്‍റെ </a:t>
            </a:r>
            <a:r>
              <a:rPr lang="en-US" dirty="0"/>
              <a:t> </a:t>
            </a:r>
            <a:br>
              <a:rPr lang="en-US" dirty="0"/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</a:t>
            </a:r>
            <a:r>
              <a:rPr lang="ml-IN" sz="3000" b="1" dirty="0">
                <a:latin typeface="Kartika" panose="02020503030404060203" pitchFamily="18" charset="0"/>
              </a:rPr>
              <a:t>ന്നിധാനത്തിങ്കല്‍ വരുമ്പോൾ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വന്നു ചേരുമവര്‍ നടുവില്‍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എന്നു ചൊന്ന ദയാപരനേ!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471BB-CA8E-439F-97D4-8534D4AA1FD0}"/>
              </a:ext>
            </a:extLst>
          </p:cNvPr>
          <p:cNvSpPr/>
          <p:nvPr/>
        </p:nvSpPr>
        <p:spPr>
          <a:xfrm>
            <a:off x="3276600" y="2228671"/>
            <a:ext cx="7772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വരിക - ഈ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യോ-ഗമദ്ധ്യേ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ചൊരിയണം നിന്നാത്മവരം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പരാപരനേ!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9B273-B9C4-47B4-BA40-400356057B5A}"/>
              </a:ext>
            </a:extLst>
          </p:cNvPr>
          <p:cNvSpPr/>
          <p:nvPr/>
        </p:nvSpPr>
        <p:spPr>
          <a:xfrm>
            <a:off x="0" y="3962401"/>
            <a:ext cx="6324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Onnilereyaalhukalh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Sannidhaanaththinkal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varumbolh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chèrumavar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naduvil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dayaaparaney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AB57D-BD67-4C4A-B4ED-6A77A78FD7BA}"/>
              </a:ext>
            </a:extLst>
          </p:cNvPr>
          <p:cNvSpPr/>
          <p:nvPr/>
        </p:nvSpPr>
        <p:spPr>
          <a:xfrm>
            <a:off x="4953000" y="48843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Yo-ga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madhyè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aathmavaram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paraaparaney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 </a:t>
            </a:r>
          </a:p>
        </p:txBody>
      </p:sp>
    </p:spTree>
    <p:extLst>
      <p:ext uri="{BB962C8B-B14F-4D97-AF65-F5344CB8AC3E}">
        <p14:creationId xmlns:p14="http://schemas.microsoft.com/office/powerpoint/2010/main" val="40161580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7772400" cy="2209800"/>
          </a:xfrm>
        </p:spPr>
        <p:txBody>
          <a:bodyPr anchor="t">
            <a:noAutofit/>
          </a:bodyPr>
          <a:lstStyle/>
          <a:p>
            <a:pPr algn="l">
              <a:tabLst>
                <a:tab pos="469900" algn="l"/>
              </a:tabLst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</a:rPr>
              <a:t>നിന്നുടെ മഹത്വ സന്നിധി-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യെന്നിയേ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ഞങ്ങള്‍ക്കാശ്രയമായ്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ഒന്നുമില്ലെന്നറിഞ്ഞീശനെ!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വന്നിതാ ഞങ്ങള്‍ നിന്‍ പാദത്തില്‍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471BB-CA8E-439F-97D4-8534D4AA1FD0}"/>
              </a:ext>
            </a:extLst>
          </p:cNvPr>
          <p:cNvSpPr/>
          <p:nvPr/>
        </p:nvSpPr>
        <p:spPr>
          <a:xfrm>
            <a:off x="3816178" y="2327286"/>
            <a:ext cx="7772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വരിക - ഈ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യോ-ഗമദ്ധ്യേ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ചൊരിയണം നിന്നാത്മവരം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പരാപരനേ!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9B273-B9C4-47B4-BA40-400356057B5A}"/>
              </a:ext>
            </a:extLst>
          </p:cNvPr>
          <p:cNvSpPr/>
          <p:nvPr/>
        </p:nvSpPr>
        <p:spPr>
          <a:xfrm>
            <a:off x="0" y="3962401"/>
            <a:ext cx="6324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Yenniyé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njangalhk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aasrayamaai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Onnumillennarinjeeshaney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Vannithaa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paadaththil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AB57D-BD67-4C4A-B4ED-6A77A78FD7BA}"/>
              </a:ext>
            </a:extLst>
          </p:cNvPr>
          <p:cNvSpPr/>
          <p:nvPr/>
        </p:nvSpPr>
        <p:spPr>
          <a:xfrm>
            <a:off x="5486400" y="48843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Yo-ga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madhyè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aathmavaram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paraaparaney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 </a:t>
            </a:r>
          </a:p>
        </p:txBody>
      </p:sp>
    </p:spTree>
    <p:extLst>
      <p:ext uri="{BB962C8B-B14F-4D97-AF65-F5344CB8AC3E}">
        <p14:creationId xmlns:p14="http://schemas.microsoft.com/office/powerpoint/2010/main" val="149335379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7772400" cy="2209800"/>
          </a:xfrm>
        </p:spPr>
        <p:txBody>
          <a:bodyPr anchor="t">
            <a:noAutofit/>
          </a:bodyPr>
          <a:lstStyle/>
          <a:p>
            <a:pPr algn="l">
              <a:tabLst>
                <a:tab pos="469900" algn="l"/>
              </a:tabLst>
            </a:pPr>
            <a:r>
              <a:rPr lang="ml-IN" sz="3000" b="1" dirty="0">
                <a:latin typeface="Kartika" panose="02020503030404060203" pitchFamily="18" charset="0"/>
              </a:rPr>
              <a:t>4.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തിരുമുമ്പില്‍ വന്ന ഞങ്ങളെ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വെറുതെ അയച്ചീടരുതേ!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തരണം നിന്‍ കൃപാവരങ്ങള്‍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നിറവായ്‌ പരനേ! ദയവായ്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471BB-CA8E-439F-97D4-8534D4AA1FD0}"/>
              </a:ext>
            </a:extLst>
          </p:cNvPr>
          <p:cNvSpPr/>
          <p:nvPr/>
        </p:nvSpPr>
        <p:spPr>
          <a:xfrm>
            <a:off x="3816178" y="2327286"/>
            <a:ext cx="7772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വരിക - ഈ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യോ-ഗമദ്ധ്യേ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ചൊരിയണം നിന്നാത്മവരം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 പരാപരനേ!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9B273-B9C4-47B4-BA40-400356057B5A}"/>
              </a:ext>
            </a:extLst>
          </p:cNvPr>
          <p:cNvSpPr/>
          <p:nvPr/>
        </p:nvSpPr>
        <p:spPr>
          <a:xfrm>
            <a:off x="0" y="3962401"/>
            <a:ext cx="6324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Thirumunbil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njangalhey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Veruthey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ayachcheedaruthey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kripaavaranghalh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Niravaai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dayavaai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AB57D-BD67-4C4A-B4ED-6A77A78FD7BA}"/>
              </a:ext>
            </a:extLst>
          </p:cNvPr>
          <p:cNvSpPr/>
          <p:nvPr/>
        </p:nvSpPr>
        <p:spPr>
          <a:xfrm>
            <a:off x="5486400" y="48843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Varika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..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Yo-ga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madhyè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Choriyanham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aathmavaram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paraaparaney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F37129-DC9A-45BA-BC5F-BC49894BFA8A}"/>
              </a:ext>
            </a:extLst>
          </p:cNvPr>
          <p:cNvSpPr/>
          <p:nvPr/>
        </p:nvSpPr>
        <p:spPr>
          <a:xfrm>
            <a:off x="9892973" y="4104504"/>
            <a:ext cx="20617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1600" b="1" dirty="0">
                <a:latin typeface="Kartika" panose="02020503030404060203" pitchFamily="18" charset="0"/>
                <a:cs typeface="Kartika" panose="02020503030404060203" pitchFamily="18" charset="0"/>
              </a:rPr>
              <a:t>പി. വി. തൊമ്മി</a:t>
            </a:r>
            <a:r>
              <a:rPr lang="en-US" sz="16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402BC-876F-4B02-A08B-629912644EFE}"/>
              </a:ext>
            </a:extLst>
          </p:cNvPr>
          <p:cNvSpPr/>
          <p:nvPr/>
        </p:nvSpPr>
        <p:spPr>
          <a:xfrm>
            <a:off x="0" y="6453992"/>
            <a:ext cx="1498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(P.V.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Thommi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8630020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173</Words>
  <Application>Microsoft Office PowerPoint</Application>
  <PresentationFormat>Widescreen</PresentationFormat>
  <Paragraphs>58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30 അന്‍പു തിങ്ങും ദയാപരനെ</vt:lpstr>
      <vt:lpstr>1. അന്‍പു തിങ്ങും ദയാപരനെ!     ഇമ്പമേറും നിന്‍ പാദത്തിങ്കല്‍  നിന്‍ പൈതങ്ങളടിയാരിതാ    കുമ്പിടുന്നേയനുഗ്രഹിക്ക </vt:lpstr>
      <vt:lpstr>2. ഒന്നിലേറെയാളുകള്‍ നിന്‍റെ   സന്നിധാനത്തിങ്കല്‍ വരുമ്പോൾ    വന്നു ചേരുമവര്‍ നടുവില്‍    എന്നു ചൊന്ന ദയാപരനേ!</vt:lpstr>
      <vt:lpstr>3 നിന്നുടെ മഹത്വ സന്നിധി-  യെന്നിയേ  ഞങ്ങള്‍ക്കാശ്രയമായ്  ഒന്നുമില്ലെന്നറിഞ്ഞീശനെ!  വന്നിതാ ഞങ്ങള്‍ നിന്‍ പാദത്തില്‍</vt:lpstr>
      <vt:lpstr>4. തിരുമുമ്പില്‍ വന്ന ഞങ്ങളെ  വെറുതെ അയച്ചീടരുതേ!  തരണം നിന്‍ കൃപാവരങ്ങള്‍  നിറവായ്‌ പരനേ! ദയവായ്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Anpu thingum dayaaparane</dc:title>
  <dc:creator>Digital Input:;GM JOHN</dc:creator>
  <cp:lastModifiedBy>Acsah Mathews</cp:lastModifiedBy>
  <cp:revision>91</cp:revision>
  <dcterms:created xsi:type="dcterms:W3CDTF">2013-04-19T09:19:07Z</dcterms:created>
  <dcterms:modified xsi:type="dcterms:W3CDTF">2018-10-25T18:18:17Z</dcterms:modified>
</cp:coreProperties>
</file>