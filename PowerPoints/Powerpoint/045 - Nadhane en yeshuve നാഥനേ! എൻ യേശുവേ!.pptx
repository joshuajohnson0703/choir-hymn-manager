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81" r:id="rId2"/>
    <p:sldId id="282" r:id="rId3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0" d="100"/>
          <a:sy n="40" d="100"/>
        </p:scale>
        <p:origin x="78" y="8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71918F8-5075-4C40-8B5A-378ECFF48352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AF14057-6316-4950-AEC9-CCCBEA66BC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4230DA-635E-467E-A10D-7BC6167BE1F3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FEDD81-8F13-4AE6-940C-218286FA9D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5A2D4-4588-468E-9F23-DE8A391B392C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7054BA-AC74-4607-B6A5-F38DE5AF73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1E8906-B25C-413D-BAA2-01608DE2D317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02E16E-7C72-4AAF-A10A-1656CA4D73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656303-4A2B-4DD2-ADAF-6BF616739A30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ACEB9-769B-4E67-B947-E338DD4072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0489C5-4B74-4D51-B2BD-F2DFDC68ED22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C5A3D7-DA4B-4283-B1E5-175A3E65B7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659544-FF96-484F-9223-D54BF2C35578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E5DD67-82B9-4819-BE74-046EA8D1AC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9B4A83-93D1-485C-9D2F-BCB57665226C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C67186-8E7A-4D06-8E51-5C36948B0A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8C4BF6-25A4-43DD-95F3-B63F4F83DE7A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2B7715-2439-4BB9-B8CC-2A06C08F6B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9F2D2C-EFD6-4A41-AF70-AD8599E1B4D2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001AEF-CE07-430C-8867-6B5D29BAEA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1650C2-C01B-41A8-AD65-250E1CF353F3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911EF6-D6C5-471C-899C-03F9FFC3B6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0BC4E3-A7A2-418B-BDD8-402D32B2CC1B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045038-D140-4667-B96C-5DEB350D4D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D03AA51-4E96-43E2-9F1B-A7C4750A918D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6545D19-B241-46F9-8F82-C254CBEDF2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97683-D62B-416A-A419-6852BE744B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45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നാഥനേ! എൻ യേശുവേ</a:t>
            </a:r>
            <a:r>
              <a:rPr lang="en-US" b="1" dirty="0">
                <a:latin typeface="Kartika" panose="02020503030404060203" pitchFamily="18" charset="0"/>
              </a:rPr>
              <a:t>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53CB55-4BE2-464C-8ED9-27301CFAC3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962400"/>
            <a:ext cx="8534400" cy="1752600"/>
          </a:xfrm>
        </p:spPr>
        <p:txBody>
          <a:bodyPr/>
          <a:lstStyle/>
          <a:p>
            <a:r>
              <a:rPr lang="fi-FI" sz="4000" b="1" dirty="0">
                <a:solidFill>
                  <a:schemeClr val="tx2">
                    <a:lumMod val="75000"/>
                  </a:schemeClr>
                </a:solidFill>
              </a:rPr>
              <a:t>Naathaney! </a:t>
            </a:r>
            <a:r>
              <a:rPr lang="fi-FI" sz="4000" b="1">
                <a:solidFill>
                  <a:schemeClr val="tx2">
                    <a:lumMod val="75000"/>
                  </a:schemeClr>
                </a:solidFill>
              </a:rPr>
              <a:t>en Yeshuvey!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18702080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152400" y="381001"/>
            <a:ext cx="12039600" cy="3047999"/>
          </a:xfrm>
        </p:spPr>
        <p:txBody>
          <a:bodyPr anchor="t"/>
          <a:lstStyle/>
          <a:p>
            <a:pPr algn="l" defTabSz="625475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1.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നാഥനേ! എൻ യേശുവേ!ഹല്ലേലുയ്യാ - ആമേൻ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(2)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2.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താതനാം എൻ ദൈവമേ!ഹല്ലേലുയ്യാ - ആമേൻ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(2)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3.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മാ പരിശുദ്ധാത്മാവേ! ഹല്ലേലുയ്യാ - ആമേൻ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(2)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4.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ദൈവമേ! ത്രിയേകനേ! ഹല്ലേലുയ്യാ - ആമേൻ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(2)</a:t>
            </a: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526587" y="0"/>
            <a:ext cx="665413" cy="338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045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337688-7AFC-437F-9926-FC0A88AC8813}"/>
              </a:ext>
            </a:extLst>
          </p:cNvPr>
          <p:cNvSpPr/>
          <p:nvPr/>
        </p:nvSpPr>
        <p:spPr>
          <a:xfrm>
            <a:off x="152400" y="3402658"/>
            <a:ext cx="12039600" cy="3150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i-FI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1. Naathaney en Yeshuvey! halleluyya – Amen (2) </a:t>
            </a:r>
          </a:p>
          <a:p>
            <a:pPr>
              <a:lnSpc>
                <a:spcPct val="150000"/>
              </a:lnSpc>
            </a:pP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2.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Thaathanaam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Daivamey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halleluyya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Amen (2) </a:t>
            </a:r>
          </a:p>
          <a:p>
            <a:pPr>
              <a:lnSpc>
                <a:spcPct val="150000"/>
              </a:lnSpc>
            </a:pPr>
            <a:r>
              <a:rPr lang="fi-FI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3. Maa parishudhaathmaavey! halleluyya – Amen (2) </a:t>
            </a:r>
          </a:p>
          <a:p>
            <a:pPr>
              <a:lnSpc>
                <a:spcPct val="150000"/>
              </a:lnSpc>
            </a:pP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4.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Daivamey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Thriyenkaney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halleluyya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Amen (2)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D14885-44AC-4650-BA98-6F0D95260E34}"/>
              </a:ext>
            </a:extLst>
          </p:cNvPr>
          <p:cNvSpPr/>
          <p:nvPr/>
        </p:nvSpPr>
        <p:spPr>
          <a:xfrm>
            <a:off x="10126604" y="6292333"/>
            <a:ext cx="20185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(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Moshavatsalam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)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DB47AA-AEC7-4A3A-80A2-D6512A6C0EB3}"/>
              </a:ext>
            </a:extLst>
          </p:cNvPr>
          <p:cNvSpPr/>
          <p:nvPr/>
        </p:nvSpPr>
        <p:spPr>
          <a:xfrm>
            <a:off x="10131821" y="3404937"/>
            <a:ext cx="20601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Kartika" panose="02020503030404060203" pitchFamily="18" charset="0"/>
                <a:cs typeface="Kartika" panose="02020503030404060203" pitchFamily="18" charset="0"/>
              </a:rPr>
              <a:t>(</a:t>
            </a:r>
            <a:r>
              <a:rPr lang="ml-IN" b="1" dirty="0">
                <a:latin typeface="Kartika" panose="02020503030404060203" pitchFamily="18" charset="0"/>
                <a:cs typeface="Kartika" panose="02020503030404060203" pitchFamily="18" charset="0"/>
              </a:rPr>
              <a:t>മോശവത്സലം</a:t>
            </a:r>
            <a:r>
              <a:rPr lang="en-US" b="1" dirty="0">
                <a:latin typeface="Kartika" panose="02020503030404060203" pitchFamily="18" charset="0"/>
                <a:cs typeface="Kartika" panose="02020503030404060203" pitchFamily="18" charset="0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74856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2440</TotalTime>
  <Words>72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Kartika</vt:lpstr>
      <vt:lpstr>Office Theme</vt:lpstr>
      <vt:lpstr>45 നാഥനേ! എൻ യേശുവേ!</vt:lpstr>
      <vt:lpstr>1. നാഥനേ! എൻ യേശുവേ!ഹല്ലേലുയ്യാ - ആമേൻ (2) 2. താതനാം എൻ ദൈവമേ!ഹല്ലേലുയ്യാ - ആമേൻ (2)  3. മാ പരിശുദ്ധാത്മാവേ! ഹല്ലേലുയ്യാ - ആമേൻ (2)  4. ദൈവമേ! ത്രിയേകനേ! ഹല്ലേലുയ്യാ - ആമേൻ (2)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Naathaney en yeshuve</dc:title>
  <dc:creator>Digital Input:;GM JOHN</dc:creator>
  <cp:lastModifiedBy>Acsah Mathews</cp:lastModifiedBy>
  <cp:revision>600</cp:revision>
  <dcterms:created xsi:type="dcterms:W3CDTF">2013-04-19T09:19:07Z</dcterms:created>
  <dcterms:modified xsi:type="dcterms:W3CDTF">2018-10-26T18:46:29Z</dcterms:modified>
</cp:coreProperties>
</file>