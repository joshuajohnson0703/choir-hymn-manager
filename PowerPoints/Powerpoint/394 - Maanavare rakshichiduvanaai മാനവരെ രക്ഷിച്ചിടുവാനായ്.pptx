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88" r:id="rId2"/>
    <p:sldId id="283" r:id="rId3"/>
    <p:sldId id="285" r:id="rId4"/>
    <p:sldId id="286" r:id="rId5"/>
    <p:sldId id="287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E0B0642-4339-4A60-A20B-9C8C79B9DDB3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35610C1-E2E2-4960-BF0A-9715E5CE17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5610C1-E2E2-4960-BF0A-9715E5CE175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5610C1-E2E2-4960-BF0A-9715E5CE175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82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5610C1-E2E2-4960-BF0A-9715E5CE175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260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5610C1-E2E2-4960-BF0A-9715E5CE175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704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8DE5C7-4CD4-4F95-8356-119C7A56D4B8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20179F-D57B-4676-AACB-B8F9423427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B3D5AC-9B83-4EFD-90DD-A2105B8E42A0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A201C2-F60B-4138-A5A5-CE7107344F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9BB35D-618A-4F96-88F6-3D4EF3C9E18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040111-F50F-47CA-8E5D-747C479606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06A7BC-DA23-427A-830C-9AE59315AC0F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7475B7-399F-4129-B00E-E2FB616A23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A94B5B-3703-4F82-AD57-BC2A5D9183A8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8ED9C-78ED-49DC-8514-CF2B498521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040673-724F-42CE-A179-C188CE0A0A06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523969-0FD7-4045-A7AD-3DFB278C31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1F3B62-80D7-4B7A-B532-9664DDD4CE35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270C81-A5E1-4E42-9519-5E09352525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27DB4F-F393-48CF-832E-740914B5DD88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1C0EA8-107C-4AB1-9F97-6978B60DA5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EB535C-ABD5-45A3-892F-C13B6111BA34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DD1444-CF2A-4F8C-81FB-F0C86F2FA7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04717-7956-4774-B5AE-3489AAE68C73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AA0130-F55B-40C9-8161-D97880355A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FEAED-5B28-4132-AA7E-41D29E924944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37871A-4045-4CBF-8408-614553B12E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CD2D78D-0E09-4746-8903-890F338074EC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28182D7-8593-4DD3-88DE-4DF680A34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75133-8FEF-4144-9B94-735A00E14B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394</a:t>
            </a:r>
            <a:br>
              <a:rPr lang="en-US" dirty="0"/>
            </a:br>
            <a:r>
              <a:rPr lang="ml-IN" b="1" spc="-150">
                <a:latin typeface="Kartika" panose="02020503030404060203" pitchFamily="18" charset="0"/>
              </a:rPr>
              <a:t>മാനവരെ രക്ഷിച്ചിടുവാനായ്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7CB18D-64DC-4090-8E82-833027BDA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Maanavare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rakshicheeduvaanaai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D1F62D-6277-47BA-B081-A90616FFC72B}"/>
              </a:ext>
            </a:extLst>
          </p:cNvPr>
          <p:cNvSpPr/>
          <p:nvPr/>
        </p:nvSpPr>
        <p:spPr>
          <a:xfrm>
            <a:off x="1839951" y="4782066"/>
            <a:ext cx="25523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(റ്റി. ഡി. ജോര്‍ജ്ജ്)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B92570-9A31-4B52-A114-7B4067E42162}"/>
              </a:ext>
            </a:extLst>
          </p:cNvPr>
          <p:cNvSpPr/>
          <p:nvPr/>
        </p:nvSpPr>
        <p:spPr>
          <a:xfrm>
            <a:off x="8146241" y="4793217"/>
            <a:ext cx="19195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</a:rPr>
              <a:t>(T. D. George) </a:t>
            </a:r>
            <a:endParaRPr lang="en-US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20159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43249"/>
            <a:ext cx="12191999" cy="2209800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മാനവരെ രക്ഷിച്ചിടുവാനായ്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വാനത്തിൽ നിന്നിഹത്തിൽ വന്നു താൻ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ജീവനേകിയോരേശു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ഭൂവിൽ തിരികെ വരും 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6FF5A1-3679-4FF2-9E4B-B7875328C3EB}"/>
              </a:ext>
            </a:extLst>
          </p:cNvPr>
          <p:cNvSpPr/>
          <p:nvPr/>
        </p:nvSpPr>
        <p:spPr>
          <a:xfrm>
            <a:off x="4876800" y="2756886"/>
            <a:ext cx="73152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വേഗമേശു രക്ഷകനാഗമിച്ചീടും </a:t>
            </a:r>
            <a:b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മേഘമതാം വാഹനേ - വേഗ...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6951BA-0226-48EC-A7E1-3479A3ACB457}"/>
              </a:ext>
            </a:extLst>
          </p:cNvPr>
          <p:cNvSpPr/>
          <p:nvPr/>
        </p:nvSpPr>
        <p:spPr>
          <a:xfrm>
            <a:off x="0" y="3766357"/>
            <a:ext cx="12191998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Maanavare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rakshicheeduvaanaai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Vaanaththil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ninnihaththil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vannuthaan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Jeevanekiyoreshu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Bhoovil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thirike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varum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0B35C7-28C5-4E19-9CFA-D4B3F80A5426}"/>
              </a:ext>
            </a:extLst>
          </p:cNvPr>
          <p:cNvSpPr/>
          <p:nvPr/>
        </p:nvSpPr>
        <p:spPr>
          <a:xfrm>
            <a:off x="4094201" y="5742467"/>
            <a:ext cx="73152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Vegameshu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aagamicheedum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Meghamathaam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vaahane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43249"/>
            <a:ext cx="12191999" cy="2209800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2	തൻ ശുദ്ധരെ ആകാശെ കൂട്ടുവാൻ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യേശു വരുന്നു താമസം വിനാ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പാർത്തലത്തിൽ നിന്നവൻ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ചേർത്തിടും തൻ സന്നിധൗ 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6FF5A1-3679-4FF2-9E4B-B7875328C3EB}"/>
              </a:ext>
            </a:extLst>
          </p:cNvPr>
          <p:cNvSpPr/>
          <p:nvPr/>
        </p:nvSpPr>
        <p:spPr>
          <a:xfrm>
            <a:off x="4876800" y="2756886"/>
            <a:ext cx="73152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വേഗമേശു രക്ഷകനാഗമിച്ചീടും </a:t>
            </a:r>
            <a:b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മേഘമതാം വാഹനേ - വേഗ...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6951BA-0226-48EC-A7E1-3479A3ACB457}"/>
              </a:ext>
            </a:extLst>
          </p:cNvPr>
          <p:cNvSpPr/>
          <p:nvPr/>
        </p:nvSpPr>
        <p:spPr>
          <a:xfrm>
            <a:off x="0" y="3766357"/>
            <a:ext cx="12191998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2.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shudhdhare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aakaashe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koottuvaan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thaamasam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vinaa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Paarthalaththil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ninnavan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Cherththidum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sannidhou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0B35C7-28C5-4E19-9CFA-D4B3F80A5426}"/>
              </a:ext>
            </a:extLst>
          </p:cNvPr>
          <p:cNvSpPr/>
          <p:nvPr/>
        </p:nvSpPr>
        <p:spPr>
          <a:xfrm>
            <a:off x="4094201" y="5742467"/>
            <a:ext cx="73152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Vegameshu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aagamicheedum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Meghamathaam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vaahane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188670922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43249"/>
            <a:ext cx="12191999" cy="2209800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3	നിങ്ങളുടെ അരകൾ കെട്ടിയും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ഭംഗിയോടെ ദീപം വിളങ്ങിയും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കർത്താവിൻ വരവിന്നായ്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കാത്തിടുവിൻ സർവദാ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6FF5A1-3679-4FF2-9E4B-B7875328C3EB}"/>
              </a:ext>
            </a:extLst>
          </p:cNvPr>
          <p:cNvSpPr/>
          <p:nvPr/>
        </p:nvSpPr>
        <p:spPr>
          <a:xfrm>
            <a:off x="4876800" y="2756886"/>
            <a:ext cx="73152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വേഗമേശു രക്ഷകനാഗമിച്ചീടും </a:t>
            </a:r>
            <a:b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മേഘമതാം വാഹനേ - വേഗ...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6951BA-0226-48EC-A7E1-3479A3ACB457}"/>
              </a:ext>
            </a:extLst>
          </p:cNvPr>
          <p:cNvSpPr/>
          <p:nvPr/>
        </p:nvSpPr>
        <p:spPr>
          <a:xfrm>
            <a:off x="0" y="3766357"/>
            <a:ext cx="12191998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Ningalhude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arakalh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kettiyum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Bhangiyode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deepam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vilhangiyum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Karthaavin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varavinaai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Kaaththiduvin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sarvadaa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0B35C7-28C5-4E19-9CFA-D4B3F80A5426}"/>
              </a:ext>
            </a:extLst>
          </p:cNvPr>
          <p:cNvSpPr/>
          <p:nvPr/>
        </p:nvSpPr>
        <p:spPr>
          <a:xfrm>
            <a:off x="4094201" y="5742467"/>
            <a:ext cx="73152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Vegameshu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aagamicheedum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Meghamathaam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vaahane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46953660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43249"/>
            <a:ext cx="12191999" cy="2209800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4	കുഞ്ഞാടിന്‍റെ കല്യാണം വന്നിതാ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കാന്ത അലംകൃത മനോഹരി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ക്ഷണിക്കപ്പെട്ടോരെല്ലാം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ധന്യരഹോ എന്നുമേ 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6FF5A1-3679-4FF2-9E4B-B7875328C3EB}"/>
              </a:ext>
            </a:extLst>
          </p:cNvPr>
          <p:cNvSpPr/>
          <p:nvPr/>
        </p:nvSpPr>
        <p:spPr>
          <a:xfrm>
            <a:off x="4876800" y="2756886"/>
            <a:ext cx="73152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വേഗമേശു രക്ഷകനാഗമിച്ചീടും </a:t>
            </a:r>
            <a:b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മേഘമതാം വാഹനേ - വേഗ...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6951BA-0226-48EC-A7E1-3479A3ACB457}"/>
              </a:ext>
            </a:extLst>
          </p:cNvPr>
          <p:cNvSpPr/>
          <p:nvPr/>
        </p:nvSpPr>
        <p:spPr>
          <a:xfrm>
            <a:off x="0" y="3766357"/>
            <a:ext cx="12191998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Kunjaadinte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kalyaanham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vannithaa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alamkritha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manohari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Kshnikkappettorellaam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Dhanyaraho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0B35C7-28C5-4E19-9CFA-D4B3F80A5426}"/>
              </a:ext>
            </a:extLst>
          </p:cNvPr>
          <p:cNvSpPr/>
          <p:nvPr/>
        </p:nvSpPr>
        <p:spPr>
          <a:xfrm>
            <a:off x="4094201" y="5742467"/>
            <a:ext cx="73152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Vegameshu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aagamicheedum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Meghamathaam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vaahane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233131460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3018</TotalTime>
  <Words>130</Words>
  <Application>Microsoft Office PowerPoint</Application>
  <PresentationFormat>Widescreen</PresentationFormat>
  <Paragraphs>44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394 മാനവരെ രക്ഷിച്ചിടുവാനായ്</vt:lpstr>
      <vt:lpstr>1 മാനവരെ രക്ഷിച്ചിടുവാനായ്   വാനത്തിൽ നിന്നിഹത്തിൽ വന്നു താൻ   ജീവനേകിയോരേശു   ഭൂവിൽ തിരികെ വരും </vt:lpstr>
      <vt:lpstr>2 തൻ ശുദ്ധരെ ആകാശെ കൂട്ടുവാൻ   യേശു വരുന്നു താമസം വിനാ   പാർത്തലത്തിൽ നിന്നവൻ   ചേർത്തിടും തൻ സന്നിധൗ </vt:lpstr>
      <vt:lpstr>3 നിങ്ങളുടെ അരകൾ കെട്ടിയും   ഭംഗിയോടെ ദീപം വിളങ്ങിയും   കർത്താവിൻ വരവിന്നായ്   കാത്തിടുവിൻ സർവദാ</vt:lpstr>
      <vt:lpstr>4 കുഞ്ഞാടിന്‍റെ കല്യാണം വന്നിതാ   കാന്ത അലംകൃത മനോഹരി   ക്ഷണിക്കപ്പെട്ടോരെല്ലാം   ധന്യരഹോ എന്നുമേ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Maanavare rakshichiduvanaai</dc:title>
  <dc:creator>Digital Input; GM JOHN; Acsah Mathews</dc:creator>
  <cp:lastModifiedBy>Acsah Mathews</cp:lastModifiedBy>
  <cp:revision>668</cp:revision>
  <dcterms:created xsi:type="dcterms:W3CDTF">2013-04-19T09:19:07Z</dcterms:created>
  <dcterms:modified xsi:type="dcterms:W3CDTF">2018-11-26T16:13:24Z</dcterms:modified>
</cp:coreProperties>
</file>