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0" r:id="rId2"/>
    <p:sldId id="270" r:id="rId3"/>
    <p:sldId id="274" r:id="rId4"/>
    <p:sldId id="275" r:id="rId5"/>
    <p:sldId id="276" r:id="rId6"/>
    <p:sldId id="277" r:id="rId7"/>
    <p:sldId id="278" r:id="rId8"/>
    <p:sldId id="279" r:id="rId9"/>
    <p:sldId id="272" r:id="rId10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42" d="100"/>
          <a:sy n="42" d="100"/>
        </p:scale>
        <p:origin x="78" y="88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E4A9E70-E2E5-4460-92AC-7D5C3740D9C5}" type="datetimeFigureOut">
              <a:rPr lang="en-US"/>
              <a:pPr>
                <a:defRPr/>
              </a:pPr>
              <a:t>12/3/2018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EAF055-CF48-4798-878E-CFD45B08935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941" y="16584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77599" y="6096001"/>
            <a:ext cx="615660" cy="56477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BBE8F0-4A85-4A50-BEEB-EBE3AC10A452}" type="datetimeFigureOut">
              <a:rPr lang="en-US"/>
              <a:pPr>
                <a:defRPr/>
              </a:pPr>
              <a:t>12/3/2018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80A9A2-F269-460B-AA4E-9A464463639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6FE751-36CA-4DB7-88B6-F8BF400FF358}" type="datetimeFigureOut">
              <a:rPr lang="en-US"/>
              <a:pPr>
                <a:defRPr/>
              </a:pPr>
              <a:t>12/3/2018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6C3C339-1CF7-4F63-8900-4AAD9862BB1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8ED68E-1A3C-4470-A369-C9809C72D923}" type="datetimeFigureOut">
              <a:rPr lang="en-US"/>
              <a:pPr>
                <a:defRPr/>
              </a:pPr>
              <a:t>12/3/2018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BA1C6B-EA35-40D0-B976-F03B146ABB8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CCD3DA-7C4E-4C32-8041-BE3428D3F9F5}" type="datetimeFigureOut">
              <a:rPr lang="en-US"/>
              <a:pPr>
                <a:defRPr/>
              </a:pPr>
              <a:t>12/3/2018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69C234-2D42-4961-B5E3-4FA2CE41CFF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B9E63CE-55F7-4AC7-AD20-B410B949072E}" type="datetimeFigureOut">
              <a:rPr lang="en-US"/>
              <a:pPr>
                <a:defRPr/>
              </a:pPr>
              <a:t>12/3/2018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1CF2DF-DDCB-49B5-A50E-5C1458322F2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7A14285-726F-4E73-ABC0-63E5D8A08FF1}" type="datetimeFigureOut">
              <a:rPr lang="en-US"/>
              <a:pPr>
                <a:defRPr/>
              </a:pPr>
              <a:t>12/3/2018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EE5C0B-A09A-4279-8544-2C84C74986A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45FD70-7275-4A6B-8239-3EED1C02CDAD}" type="datetimeFigureOut">
              <a:rPr lang="en-US"/>
              <a:pPr>
                <a:defRPr/>
              </a:pPr>
              <a:t>12/3/2018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C87822A-5DCB-4653-BF95-4AB390B554B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2251AF-F069-4D96-AB70-303C6FD3C736}" type="datetimeFigureOut">
              <a:rPr lang="en-US"/>
              <a:pPr>
                <a:defRPr/>
              </a:pPr>
              <a:t>12/3/2018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1A9F8EB-CC26-4842-ADE9-42791CF1B41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3EDEF7-2CEA-4D66-B36A-D9C2DAEC096B}" type="datetimeFigureOut">
              <a:rPr lang="en-US"/>
              <a:pPr>
                <a:defRPr/>
              </a:pPr>
              <a:t>12/3/2018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FC4D95-219B-42C9-898C-2FF367AFE9B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2753B6-255C-4E4A-A682-2495E4190215}" type="datetimeFigureOut">
              <a:rPr lang="en-US"/>
              <a:pPr>
                <a:defRPr/>
              </a:pPr>
              <a:t>12/3/2018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FA58074-001F-426A-B987-DFB730E11A9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9BA2C44F-DD23-42A4-8809-348224825D2D}" type="datetimeFigureOut">
              <a:rPr lang="en-US"/>
              <a:pPr>
                <a:defRPr/>
              </a:pPr>
              <a:t>12/3/2018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6920F185-85CA-41A7-8409-3AF07450535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68BE84-DD51-499E-9FEE-617053DBE3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1063626"/>
            <a:ext cx="10363200" cy="1470025"/>
          </a:xfrm>
        </p:spPr>
        <p:txBody>
          <a:bodyPr/>
          <a:lstStyle/>
          <a:p>
            <a:r>
              <a:rPr lang="en-US" dirty="0"/>
              <a:t>008</a:t>
            </a:r>
            <a:br>
              <a:rPr lang="en-US" dirty="0"/>
            </a:br>
            <a:r>
              <a:rPr lang="ml-IN" b="1">
                <a:latin typeface="Kartika" panose="02020503030404060203" pitchFamily="18" charset="0"/>
              </a:rPr>
              <a:t>കൂടെ പാർക്ക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8D8297-222A-4F60-B292-FA6B42E611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2819400"/>
            <a:ext cx="8534400" cy="1752600"/>
          </a:xfrm>
        </p:spPr>
        <p:txBody>
          <a:bodyPr/>
          <a:lstStyle/>
          <a:p>
            <a:r>
              <a:rPr lang="en-US" sz="4000" b="1" dirty="0">
                <a:solidFill>
                  <a:srgbClr val="002060"/>
                </a:solidFill>
              </a:rPr>
              <a:t>Koodey </a:t>
            </a:r>
            <a:r>
              <a:rPr lang="en-US" sz="4000" b="1" dirty="0" err="1">
                <a:solidFill>
                  <a:srgbClr val="002060"/>
                </a:solidFill>
              </a:rPr>
              <a:t>paarkka</a:t>
            </a:r>
            <a:endParaRPr lang="en-US" sz="4000" b="1" dirty="0">
              <a:solidFill>
                <a:srgbClr val="002060"/>
              </a:solidFill>
            </a:endParaRPr>
          </a:p>
          <a:p>
            <a:r>
              <a:rPr lang="en-US" sz="4000" i="1" dirty="0">
                <a:solidFill>
                  <a:srgbClr val="002060"/>
                </a:solidFill>
              </a:rPr>
              <a:t>Abide with me</a:t>
            </a:r>
            <a:endParaRPr lang="en-US" sz="4000" i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F691485-90EF-42D9-8D74-83B619B01680}"/>
              </a:ext>
            </a:extLst>
          </p:cNvPr>
          <p:cNvSpPr/>
          <p:nvPr/>
        </p:nvSpPr>
        <p:spPr>
          <a:xfrm>
            <a:off x="1371600" y="4430631"/>
            <a:ext cx="306686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b="1" dirty="0"/>
              <a:t>(വിവ. റവ. റ്റി . കോശി)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0D80252-8B1F-4D6F-AB73-25996C568F3F}"/>
              </a:ext>
            </a:extLst>
          </p:cNvPr>
          <p:cNvSpPr/>
          <p:nvPr/>
        </p:nvSpPr>
        <p:spPr>
          <a:xfrm>
            <a:off x="7297296" y="4430631"/>
            <a:ext cx="30659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0000"/>
                </a:solidFill>
              </a:rPr>
              <a:t>(Translation: Rev. T. Koshy)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86186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120676"/>
            <a:ext cx="12192000" cy="2514600"/>
          </a:xfrm>
        </p:spPr>
        <p:txBody>
          <a:bodyPr anchor="t"/>
          <a:lstStyle/>
          <a:p>
            <a:pPr algn="l" defTabSz="573088"/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1. 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കൂടെ പാർക്ക നേരം വൈകുന്നിതാ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   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കൂരിരുളേറുന്നു പാർക്ക ദേവാ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  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ആശ്രയം വേറില്ലാ നേരം തന്നിൽ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   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ആശ്രിത വത്സലാ കൂടെ പാർക്ക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430000" y="0"/>
            <a:ext cx="762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008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ACFC2B1-014B-4BD7-BB2E-15BC65EDBABB}"/>
              </a:ext>
            </a:extLst>
          </p:cNvPr>
          <p:cNvSpPr/>
          <p:nvPr/>
        </p:nvSpPr>
        <p:spPr>
          <a:xfrm>
            <a:off x="1447800" y="3635276"/>
            <a:ext cx="96774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002060"/>
                </a:solidFill>
                <a:latin typeface="+mn-lt"/>
              </a:rPr>
              <a:t>Koodey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paarkka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neram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vaikunnithaa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Koorirulherunnu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paarkka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Devaa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Aashrayam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verillaa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neram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thannil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Aashrithavathsalaa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koodey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paarkka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120676"/>
            <a:ext cx="12192000" cy="2514600"/>
          </a:xfrm>
        </p:spPr>
        <p:txBody>
          <a:bodyPr anchor="t"/>
          <a:lstStyle/>
          <a:p>
            <a:pPr algn="l" defTabSz="573088"/>
            <a:r>
              <a:rPr lang="ml-IN" sz="3600" b="1" dirty="0">
                <a:latin typeface="Kartika" panose="02020503030404060203" pitchFamily="18" charset="0"/>
              </a:rPr>
              <a:t>2.	ആയുസ്സാം ചെറുദിനം ഓടുന്നു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  	ഭൂസന്തോഷമഹിമ മങ്ങുന്നു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   	ചുറ്റിലും കാണുന്നു മാറ്റം കേടും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   	മാറ്റമില്ലാദേവാ കൂടെ പാർക്ക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430000" y="0"/>
            <a:ext cx="762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008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ACFC2B1-014B-4BD7-BB2E-15BC65EDBABB}"/>
              </a:ext>
            </a:extLst>
          </p:cNvPr>
          <p:cNvSpPr/>
          <p:nvPr/>
        </p:nvSpPr>
        <p:spPr>
          <a:xfrm>
            <a:off x="1447800" y="3635276"/>
            <a:ext cx="96774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Aayussaam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cherudinam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odunnu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Bhoosanthoshamahima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mangunnu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Chuttilum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kaanhunnu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maattam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kèdum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Maattamillaa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Devaa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koodey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paarkka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5199425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120676"/>
            <a:ext cx="12192000" cy="2514600"/>
          </a:xfrm>
        </p:spPr>
        <p:txBody>
          <a:bodyPr anchor="t"/>
          <a:lstStyle/>
          <a:p>
            <a:pPr algn="l" defTabSz="573088"/>
            <a:r>
              <a:rPr lang="ml-IN" sz="3600" b="1" dirty="0">
                <a:latin typeface="Kartika" panose="02020503030404060203" pitchFamily="18" charset="0"/>
              </a:rPr>
              <a:t>3.	രാജരാജൻ പോൽ ഭയങ്കരനായ്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   	സാധുവെ ദർശിച്ചീടരുതെ നിൻ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   	ചിറകിൻ കീഴ് സൗഖ്യവരമോടെ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   	നന്മ ദയ നൽകി കൂടെ പാർക്ക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430000" y="0"/>
            <a:ext cx="762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008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ACFC2B1-014B-4BD7-BB2E-15BC65EDBABB}"/>
              </a:ext>
            </a:extLst>
          </p:cNvPr>
          <p:cNvSpPr/>
          <p:nvPr/>
        </p:nvSpPr>
        <p:spPr>
          <a:xfrm>
            <a:off x="1447800" y="3635276"/>
            <a:ext cx="96774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Raajaraajanpol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bhayankaranaay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Saadhuvey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darshichcheedaruthey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nin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Chirakinkeezh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soukhyavaramodey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Nanma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daya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nalki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koodey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paarkka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2095473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120676"/>
            <a:ext cx="12192000" cy="2514600"/>
          </a:xfrm>
        </p:spPr>
        <p:txBody>
          <a:bodyPr anchor="t"/>
          <a:lstStyle/>
          <a:p>
            <a:pPr algn="l" defTabSz="573088"/>
            <a:r>
              <a:rPr lang="ml-IN" sz="3600" b="1" dirty="0">
                <a:latin typeface="Kartika" panose="02020503030404060203" pitchFamily="18" charset="0"/>
              </a:rPr>
              <a:t>4.	ഏകി കഷ്ടതയിൽ സഹതാപം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   	അപേക്ഷയിൽ മനസ്സലിവോടെ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   	നിസ്സഹായരിൻ സഹായകനായ്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   	വന്നു രക്ഷിച്ചു നീ കൂടെ പാർക്ക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430000" y="0"/>
            <a:ext cx="762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008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ACFC2B1-014B-4BD7-BB2E-15BC65EDBABB}"/>
              </a:ext>
            </a:extLst>
          </p:cNvPr>
          <p:cNvSpPr/>
          <p:nvPr/>
        </p:nvSpPr>
        <p:spPr>
          <a:xfrm>
            <a:off x="1447800" y="3635276"/>
            <a:ext cx="96774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Èki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kashtathayil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sahathaapam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Apekshayil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manassalivodey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  <a:p>
            <a:r>
              <a:rPr lang="fi-FI" sz="3600" b="1" dirty="0">
                <a:solidFill>
                  <a:srgbClr val="002060"/>
                </a:solidFill>
                <a:latin typeface="+mn-lt"/>
              </a:rPr>
              <a:t>Nissahaayarin sahaayakanaay</a:t>
            </a:r>
          </a:p>
          <a:p>
            <a:r>
              <a:rPr lang="fi-FI" sz="3600" b="1" dirty="0">
                <a:solidFill>
                  <a:srgbClr val="002060"/>
                </a:solidFill>
                <a:latin typeface="+mn-lt"/>
              </a:rPr>
              <a:t>Vannu rakshichchu nee koodey paarkka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9412640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120676"/>
            <a:ext cx="12192000" cy="2514600"/>
          </a:xfrm>
        </p:spPr>
        <p:txBody>
          <a:bodyPr anchor="t"/>
          <a:lstStyle/>
          <a:p>
            <a:pPr algn="l" defTabSz="573088"/>
            <a:r>
              <a:rPr lang="ml-IN" sz="3600" b="1" dirty="0">
                <a:latin typeface="Kartika" panose="02020503030404060203" pitchFamily="18" charset="0"/>
              </a:rPr>
              <a:t>5.	സദാനിൻ സാന്നിദ്ധ്യം വേണം താതാ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   	പാതകന്മേൽ ജയം നിൻ കൃപയാൽ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   	തുണ ചെയ്വാൻ നീയല്ലാതാരുള്ളൂ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   	സന്തോഷ സന്താപേ കൂടെ പാർക്ക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430000" y="0"/>
            <a:ext cx="762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008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ACFC2B1-014B-4BD7-BB2E-15BC65EDBABB}"/>
              </a:ext>
            </a:extLst>
          </p:cNvPr>
          <p:cNvSpPr/>
          <p:nvPr/>
        </p:nvSpPr>
        <p:spPr>
          <a:xfrm>
            <a:off x="1447800" y="3635276"/>
            <a:ext cx="96774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Sadaanin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saannidhyam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venham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thaathaa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Paathakanmel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jayam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ninkripayaal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Thunhacheivaan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neeyallaathaarullhu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Santhosha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santhaapey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koodey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paarkka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8995106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120676"/>
            <a:ext cx="12192000" cy="2514600"/>
          </a:xfrm>
        </p:spPr>
        <p:txBody>
          <a:bodyPr anchor="t"/>
          <a:lstStyle/>
          <a:p>
            <a:pPr algn="l" defTabSz="573088"/>
            <a:r>
              <a:rPr lang="ml-IN" sz="3600" b="1" dirty="0">
                <a:latin typeface="Kartika" panose="02020503030404060203" pitchFamily="18" charset="0"/>
              </a:rPr>
              <a:t>6.	ശത്രുഭയമില്ല നീ ഉണ്ടെങ്കിൽ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   	ലോകകണ്ണീരിന്നില്ല കൈപ്പൊട്ടും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   	പാതാളമേ ജയം എവിടെ നിൻ?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   	മൃത്യു മുൾ പോയ് ജയം കൂടെ പാർക്ക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430000" y="0"/>
            <a:ext cx="762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008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ACFC2B1-014B-4BD7-BB2E-15BC65EDBABB}"/>
              </a:ext>
            </a:extLst>
          </p:cNvPr>
          <p:cNvSpPr/>
          <p:nvPr/>
        </p:nvSpPr>
        <p:spPr>
          <a:xfrm>
            <a:off x="1447800" y="3635276"/>
            <a:ext cx="96774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Shathru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bhayamilla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neeyundenkil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Lokakannheer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innilla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kaipottum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Paathaalhamey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!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Jayam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evidey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nin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?</a:t>
            </a:r>
          </a:p>
          <a:p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Mrithyumulh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poy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,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jayam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: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koodey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paarkka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5541944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120676"/>
            <a:ext cx="12192000" cy="2514600"/>
          </a:xfrm>
        </p:spPr>
        <p:txBody>
          <a:bodyPr anchor="t"/>
          <a:lstStyle/>
          <a:p>
            <a:pPr algn="l" defTabSz="573088"/>
            <a:r>
              <a:rPr lang="ml-IN" sz="3600" b="1" dirty="0">
                <a:latin typeface="Kartika" panose="02020503030404060203" pitchFamily="18" charset="0"/>
              </a:rPr>
              <a:t>7. 	കണ്ണടഞ്ഞീടുമ്പോൾ നിൻ ക്രൂശിനെ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    	കാണിക്ക മേൽ ലോകമഹിമയും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    	ഭൂമിഥ്യ: നിഴൽ ഗമിക്കുന്നിതാ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    	ഭാഗ്യോദയമായ് നീ കൂടെ പാർക്ക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430000" y="0"/>
            <a:ext cx="762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008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ACFC2B1-014B-4BD7-BB2E-15BC65EDBABB}"/>
              </a:ext>
            </a:extLst>
          </p:cNvPr>
          <p:cNvSpPr/>
          <p:nvPr/>
        </p:nvSpPr>
        <p:spPr>
          <a:xfrm>
            <a:off x="1447800" y="3635276"/>
            <a:ext cx="96774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Kannhadanjeedumbol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nin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krushiney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Kaanhikka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mel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lokamahimayum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Bhoomithyaa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nizhal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gamikkunnithaa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Bhaagyodayamaay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nee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koodey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paarkka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75638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3"/>
          <p:cNvSpPr>
            <a:spLocks noGrp="1"/>
          </p:cNvSpPr>
          <p:nvPr>
            <p:ph type="ctrTitle"/>
          </p:nvPr>
        </p:nvSpPr>
        <p:spPr>
          <a:xfrm>
            <a:off x="2286000" y="685800"/>
            <a:ext cx="7924800" cy="5486400"/>
          </a:xfrm>
        </p:spPr>
        <p:txBody>
          <a:bodyPr/>
          <a:lstStyle/>
          <a:p>
            <a:pPr algn="l" defTabSz="512763"/>
            <a:br>
              <a:rPr lang="ml-IN" sz="2800" b="1" dirty="0"/>
            </a:br>
            <a:br>
              <a:rPr lang="en-US" sz="2800" b="1" dirty="0">
                <a:cs typeface="Kartika" pitchFamily="18" charset="0"/>
              </a:rPr>
            </a:br>
            <a:br>
              <a:rPr lang="ml-IN" sz="2800" b="1" dirty="0"/>
            </a:br>
            <a:endParaRPr lang="en-US" sz="2800" b="1" dirty="0">
              <a:cs typeface="Kartika" pitchFamily="18" charset="0"/>
            </a:endParaRPr>
          </a:p>
        </p:txBody>
      </p:sp>
      <p:sp>
        <p:nvSpPr>
          <p:cNvPr id="4099" name="Rectangle 3"/>
          <p:cNvSpPr>
            <a:spLocks noChangeArrowheads="1"/>
          </p:cNvSpPr>
          <p:nvPr/>
        </p:nvSpPr>
        <p:spPr bwMode="auto">
          <a:xfrm>
            <a:off x="9448800" y="1"/>
            <a:ext cx="12192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200" b="1">
                <a:solidFill>
                  <a:srgbClr val="FF0000"/>
                </a:solidFill>
              </a:rPr>
              <a:t>008</a:t>
            </a:r>
          </a:p>
          <a:p>
            <a:pPr algn="ctr"/>
            <a:r>
              <a:rPr lang="en-US" sz="1200" b="1">
                <a:solidFill>
                  <a:srgbClr val="FF0000"/>
                </a:solidFill>
              </a:rPr>
              <a:t>3 of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334</TotalTime>
  <Words>145</Words>
  <Application>Microsoft Office PowerPoint</Application>
  <PresentationFormat>Widescreen</PresentationFormat>
  <Paragraphs>50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Kartika</vt:lpstr>
      <vt:lpstr>Office Theme</vt:lpstr>
      <vt:lpstr>008 കൂടെ പാർക്ക</vt:lpstr>
      <vt:lpstr>1.  കൂടെ പാർക്ക നേരം വൈകുന്നിതാ     കൂരിരുളേറുന്നു പാർക്ക ദേവാ    ആശ്രയം വേറില്ലാ നേരം തന്നിൽ     ആശ്രിത വത്സലാ കൂടെ പാർക്ക</vt:lpstr>
      <vt:lpstr>2. ആയുസ്സാം ചെറുദിനം ഓടുന്നു    ഭൂസന്തോഷമഹിമ മങ്ങുന്നു     ചുറ്റിലും കാണുന്നു മാറ്റം കേടും     മാറ്റമില്ലാദേവാ കൂടെ പാർക്ക</vt:lpstr>
      <vt:lpstr>3. രാജരാജൻ പോൽ ഭയങ്കരനായ്     സാധുവെ ദർശിച്ചീടരുതെ നിൻ     ചിറകിൻ കീഴ് സൗഖ്യവരമോടെ     നന്മ ദയ നൽകി കൂടെ പാർക്ക</vt:lpstr>
      <vt:lpstr>4. ഏകി കഷ്ടതയിൽ സഹതാപം     അപേക്ഷയിൽ മനസ്സലിവോടെ     നിസ്സഹായരിൻ സഹായകനായ്     വന്നു രക്ഷിച്ചു നീ കൂടെ പാർക്ക</vt:lpstr>
      <vt:lpstr>5. സദാനിൻ സാന്നിദ്ധ്യം വേണം താതാ     പാതകന്മേൽ ജയം നിൻ കൃപയാൽ     തുണ ചെയ്വാൻ നീയല്ലാതാരുള്ളൂ     സന്തോഷ സന്താപേ കൂടെ പാർക്ക</vt:lpstr>
      <vt:lpstr>6. ശത്രുഭയമില്ല നീ ഉണ്ടെങ്കിൽ     ലോകകണ്ണീരിന്നില്ല കൈപ്പൊട്ടും     പാതാളമേ ജയം എവിടെ നിൻ?     മൃത്യു മുൾ പോയ് ജയം കൂടെ പാർക്ക</vt:lpstr>
      <vt:lpstr>7.  കണ്ണടഞ്ഞീടുമ്പോൾ നിൻ ക്രൂശിനെ      കാണിക്ക മേൽ ലോകമഹിമയും      ഭൂമിഥ്യ: നിഴൽ ഗമിക്കുന്നിതാ      ഭാഗ്യോദയമായ് നീ കൂടെ പാർക്ക</vt:lpstr>
      <vt:lpstr> 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Koode paarkka</dc:title>
  <dc:creator>Digital Input:; GM JOHN; Acsah Mathews</dc:creator>
  <cp:lastModifiedBy>Acsah Mathews</cp:lastModifiedBy>
  <cp:revision>123</cp:revision>
  <dcterms:created xsi:type="dcterms:W3CDTF">2013-04-19T09:19:07Z</dcterms:created>
  <dcterms:modified xsi:type="dcterms:W3CDTF">2018-12-03T19:07:37Z</dcterms:modified>
</cp:coreProperties>
</file>