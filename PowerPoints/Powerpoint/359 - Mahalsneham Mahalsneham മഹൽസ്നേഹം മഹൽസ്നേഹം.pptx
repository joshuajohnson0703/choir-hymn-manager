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5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60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B2CD3-30A1-4213-9B53-0F7FDA72422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F34C2-A0AF-47DB-A56E-D9A813B63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4E556-F386-46C5-A6FD-1DC6555A28B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59620-1187-4E13-9FC1-33E68B4D71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3C519-7FC6-4F9E-8E6B-4E580DCA51D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7E48C-E66F-4BDC-9E10-DCB387DC57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AE03A-AE95-4700-BD00-7E974196E17D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C7105-8DA8-43D8-A796-7CB4676E5F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43845-EC86-4AA3-8D23-C1A7F29D73C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10A92-BE30-417C-8792-F74CA926C3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379327-2351-492C-95C3-5932799B1BE2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77498-94A2-4ED8-8479-11BBB5C7C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842F5-8769-42E9-A313-F6AC0969872A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F5EFF-7A45-4B9C-A56B-F065BCC850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AD35-3B26-47AF-B58B-9393A111E03D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47480-01A0-4524-837C-C9673E10E9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FED84-B2DB-4855-A443-E4CD16597079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E9214-5DE6-41A2-B1A3-BC3DCAFCE0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50D7F-ADF0-45A5-934E-CFDE249C227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2146C-DCE8-4A9A-9D03-A4927EF23D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04EF4-40F6-4273-AF9A-5D4FCD33624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241A3-B7DF-47E1-9592-94D028AE7E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01C5CA-C1F4-451F-944A-083F627DCF4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F7A8C36-62FE-408E-932A-923E20020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3C61-7152-4965-9649-7C518E29C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359</a:t>
            </a:r>
            <a:br>
              <a:rPr lang="en-US" dirty="0"/>
            </a:br>
            <a:r>
              <a:rPr lang="ml-IN" b="1" kern="0" dirty="0">
                <a:latin typeface="Kartika" panose="02020503030404060203" pitchFamily="18" charset="0"/>
              </a:rPr>
              <a:t>മഹൽസ്നേഹം മഹൽസ്നേഹം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FC98A-FB79-42A9-A81A-E1EE519A4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Mahalsneham </a:t>
            </a:r>
            <a:r>
              <a:rPr lang="en-US" sz="4000" b="1" dirty="0" err="1">
                <a:solidFill>
                  <a:srgbClr val="002060"/>
                </a:solidFill>
              </a:rPr>
              <a:t>mahalsneham</a:t>
            </a:r>
            <a:endParaRPr lang="en-US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D9050-6E42-4C9A-A820-83BA697C044C}"/>
              </a:ext>
            </a:extLst>
          </p:cNvPr>
          <p:cNvSpPr/>
          <p:nvPr/>
        </p:nvSpPr>
        <p:spPr>
          <a:xfrm>
            <a:off x="1839686" y="4600545"/>
            <a:ext cx="3308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rPr>
              <a:t>(എം. ഈ.  ചെറിയാൻ) 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9C9799-0751-44AB-81CF-1220773846D0}"/>
              </a:ext>
            </a:extLst>
          </p:cNvPr>
          <p:cNvSpPr/>
          <p:nvPr/>
        </p:nvSpPr>
        <p:spPr>
          <a:xfrm>
            <a:off x="8229600" y="4600545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(M. E. Cherian) </a:t>
            </a:r>
          </a:p>
        </p:txBody>
      </p:sp>
    </p:spTree>
    <p:extLst>
      <p:ext uri="{BB962C8B-B14F-4D97-AF65-F5344CB8AC3E}">
        <p14:creationId xmlns:p14="http://schemas.microsoft.com/office/powerpoint/2010/main" val="30747853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773" y="691753"/>
            <a:ext cx="12192000" cy="2029366"/>
          </a:xfrm>
        </p:spPr>
        <p:txBody>
          <a:bodyPr rtlCol="0" anchor="t">
            <a:noAutofit/>
          </a:bodyPr>
          <a:lstStyle/>
          <a:p>
            <a:pPr algn="l">
              <a:lnSpc>
                <a:spcPct val="120000"/>
              </a:lnSpc>
              <a:tabLst>
                <a:tab pos="176213" algn="l"/>
              </a:tabLst>
              <a:defRPr/>
            </a:pPr>
            <a:r>
              <a:rPr lang="ml-IN" sz="3400" b="1" kern="0" spc="-300" dirty="0">
                <a:latin typeface="Kartika" panose="02020503030404060203" pitchFamily="18" charset="0"/>
                <a:cs typeface="Kartika" panose="02020503030404060203" pitchFamily="18" charset="0"/>
              </a:rPr>
              <a:t>മഹൽസ്നേഹം മഹൽസ്നേഹം പരലോകപിതാവു തൻ 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കുരിശിൽ കൈവെടിഞ്ഞോ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(3) കുരിശിൽ കൈവെടിഞ്ഞോ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F7803-4F03-49CD-92F7-7652327B9C5D}"/>
              </a:ext>
            </a:extLst>
          </p:cNvPr>
          <p:cNvSpPr/>
          <p:nvPr/>
        </p:nvSpPr>
        <p:spPr>
          <a:xfrm>
            <a:off x="0" y="3780944"/>
            <a:ext cx="12170227" cy="193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Mahalsneham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mahalsneham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Paraloka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marippathinaai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Kurishil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kai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vedinjo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marippathinaai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(3)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Kurishil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kai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vedinjo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57B76-F086-4A5D-B45A-EEA5A85ED38C}"/>
              </a:ext>
            </a:extLst>
          </p:cNvPr>
          <p:cNvSpPr txBox="1"/>
          <p:nvPr/>
        </p:nvSpPr>
        <p:spPr>
          <a:xfrm>
            <a:off x="0" y="76200"/>
            <a:ext cx="121702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69125-AF4C-4D12-AF60-CBC1BF130238}"/>
              </a:ext>
            </a:extLst>
          </p:cNvPr>
          <p:cNvSpPr/>
          <p:nvPr/>
        </p:nvSpPr>
        <p:spPr>
          <a:xfrm>
            <a:off x="0" y="2819400"/>
            <a:ext cx="121702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മഹൽസ്നേഹം മഹൽസ്നേഹം പരലോകപിതാവു തൻ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കുരിശിൽ കൈവെടിഞ്ഞോ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4DB83-B06B-4E12-81B3-0B666CB33A4C}"/>
              </a:ext>
            </a:extLst>
          </p:cNvPr>
          <p:cNvSpPr/>
          <p:nvPr/>
        </p:nvSpPr>
        <p:spPr>
          <a:xfrm>
            <a:off x="228601" y="5705446"/>
            <a:ext cx="11049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Paraloka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Than </a:t>
            </a:r>
          </a:p>
          <a:p>
            <a:pPr lvl="0"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Makaney marippathinaai Kurishil kai vedinjo </a:t>
            </a:r>
          </a:p>
        </p:txBody>
      </p:sp>
    </p:spTree>
    <p:extLst>
      <p:ext uri="{BB962C8B-B14F-4D97-AF65-F5344CB8AC3E}">
        <p14:creationId xmlns:p14="http://schemas.microsoft.com/office/powerpoint/2010/main" val="2512519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773" y="691753"/>
            <a:ext cx="12192000" cy="2029366"/>
          </a:xfrm>
        </p:spPr>
        <p:txBody>
          <a:bodyPr rtlCol="0" anchor="t">
            <a:noAutofit/>
          </a:bodyPr>
          <a:lstStyle/>
          <a:p>
            <a:pPr algn="l">
              <a:lnSpc>
                <a:spcPct val="120000"/>
              </a:lnSpc>
              <a:tabLst>
                <a:tab pos="176213" algn="l"/>
              </a:tabLst>
              <a:defRPr/>
            </a:pP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സ്വർഗ്ഗസ്ഥലങ്ങളിലുള്ളനുഗ്രഹം നമുക്കായ് 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സകലവും നല്കീടുവാൻ പിതാവിനു ഹിതമായ്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സകലവും നല്കീടുവാൻ (3) പിതാവിനു ഹിതമായ്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F7803-4F03-49CD-92F7-7652327B9C5D}"/>
              </a:ext>
            </a:extLst>
          </p:cNvPr>
          <p:cNvSpPr/>
          <p:nvPr/>
        </p:nvSpPr>
        <p:spPr>
          <a:xfrm>
            <a:off x="0" y="3933344"/>
            <a:ext cx="12170227" cy="193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Swargga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sthalangalhilullhanugraham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Sakalavum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nalkiduvaan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Sakalavum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nalkiduvaan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(3)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Pithavinnu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57B76-F086-4A5D-B45A-EEA5A85ED38C}"/>
              </a:ext>
            </a:extLst>
          </p:cNvPr>
          <p:cNvSpPr txBox="1"/>
          <p:nvPr/>
        </p:nvSpPr>
        <p:spPr>
          <a:xfrm>
            <a:off x="0" y="76200"/>
            <a:ext cx="121702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69125-AF4C-4D12-AF60-CBC1BF130238}"/>
              </a:ext>
            </a:extLst>
          </p:cNvPr>
          <p:cNvSpPr/>
          <p:nvPr/>
        </p:nvSpPr>
        <p:spPr>
          <a:xfrm>
            <a:off x="0" y="2819400"/>
            <a:ext cx="121702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മഹൽസ്നേഹം മഹൽസ്നേഹം പരലോകപിതാവു തൻ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കുരിശിൽ കൈവെടിഞ്ഞോ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4DB83-B06B-4E12-81B3-0B666CB33A4C}"/>
              </a:ext>
            </a:extLst>
          </p:cNvPr>
          <p:cNvSpPr/>
          <p:nvPr/>
        </p:nvSpPr>
        <p:spPr>
          <a:xfrm>
            <a:off x="228601" y="5705446"/>
            <a:ext cx="11049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Paraloka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Than </a:t>
            </a:r>
          </a:p>
          <a:p>
            <a:pPr lvl="0"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Makaney marippathinaai Kurishil kai vedinjo </a:t>
            </a:r>
          </a:p>
        </p:txBody>
      </p:sp>
    </p:spTree>
    <p:extLst>
      <p:ext uri="{BB962C8B-B14F-4D97-AF65-F5344CB8AC3E}">
        <p14:creationId xmlns:p14="http://schemas.microsoft.com/office/powerpoint/2010/main" val="38138900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773" y="691753"/>
            <a:ext cx="12192000" cy="2029366"/>
          </a:xfrm>
        </p:spPr>
        <p:txBody>
          <a:bodyPr rtlCol="0" anchor="t">
            <a:noAutofit/>
          </a:bodyPr>
          <a:lstStyle/>
          <a:p>
            <a:pPr algn="l">
              <a:lnSpc>
                <a:spcPct val="120000"/>
              </a:lnSpc>
              <a:tabLst>
                <a:tab pos="176213" algn="l"/>
              </a:tabLst>
              <a:defRPr/>
            </a:pP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ഉലകസ്ഥാപനത്തിൻ മുമ്പുളവാ-യൊരൻപാൽ 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തിരഞ്ഞെടുത്തവൻ നമ്മെ തിരുമുമ്പിൽ വസിപ്പാൻ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spc="-150" dirty="0">
                <a:latin typeface="Kartika" panose="02020503030404060203" pitchFamily="18" charset="0"/>
                <a:cs typeface="Kartika" panose="02020503030404060203" pitchFamily="18" charset="0"/>
              </a:rPr>
              <a:t>തിരഞ്ഞെടുത്തവൻ (3) നമ്മെ തിരുമുമ്പിൽ വസിപ്പാൻ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F7803-4F03-49CD-92F7-7652327B9C5D}"/>
              </a:ext>
            </a:extLst>
          </p:cNvPr>
          <p:cNvSpPr/>
          <p:nvPr/>
        </p:nvSpPr>
        <p:spPr>
          <a:xfrm>
            <a:off x="0" y="3933344"/>
            <a:ext cx="12170227" cy="193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sthaapanaththin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munbulhavaa-yoranpaal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Thiranjeduththavan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Thiranjeduththavan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(3)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57B76-F086-4A5D-B45A-EEA5A85ED38C}"/>
              </a:ext>
            </a:extLst>
          </p:cNvPr>
          <p:cNvSpPr txBox="1"/>
          <p:nvPr/>
        </p:nvSpPr>
        <p:spPr>
          <a:xfrm>
            <a:off x="0" y="76200"/>
            <a:ext cx="121702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69125-AF4C-4D12-AF60-CBC1BF130238}"/>
              </a:ext>
            </a:extLst>
          </p:cNvPr>
          <p:cNvSpPr/>
          <p:nvPr/>
        </p:nvSpPr>
        <p:spPr>
          <a:xfrm>
            <a:off x="0" y="2819400"/>
            <a:ext cx="121702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മഹൽസ്നേഹം മഹൽസ്നേഹം പരലോകപിതാവു തൻ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കുരിശിൽ കൈവെടിഞ്ഞോ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4DB83-B06B-4E12-81B3-0B666CB33A4C}"/>
              </a:ext>
            </a:extLst>
          </p:cNvPr>
          <p:cNvSpPr/>
          <p:nvPr/>
        </p:nvSpPr>
        <p:spPr>
          <a:xfrm>
            <a:off x="228601" y="5705446"/>
            <a:ext cx="11049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Paraloka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Than </a:t>
            </a:r>
          </a:p>
          <a:p>
            <a:pPr lvl="0"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Makaney marippathinaai Kurishil kai vedinjo </a:t>
            </a:r>
          </a:p>
        </p:txBody>
      </p:sp>
    </p:spTree>
    <p:extLst>
      <p:ext uri="{BB962C8B-B14F-4D97-AF65-F5344CB8AC3E}">
        <p14:creationId xmlns:p14="http://schemas.microsoft.com/office/powerpoint/2010/main" val="397901146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773" y="691753"/>
            <a:ext cx="12192000" cy="2029366"/>
          </a:xfrm>
        </p:spPr>
        <p:txBody>
          <a:bodyPr rtlCol="0" anchor="t">
            <a:noAutofit/>
          </a:bodyPr>
          <a:lstStyle/>
          <a:p>
            <a:pPr algn="l">
              <a:lnSpc>
                <a:spcPct val="120000"/>
              </a:lnSpc>
              <a:tabLst>
                <a:tab pos="176213" algn="l"/>
              </a:tabLst>
              <a:defRPr/>
            </a:pP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മലിനതമാറി നമ്മൾ മഹിമയിൽ വിളങ്ങാൻ 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മനുവേലിൻ നിണം ചിന്തി നരരേ വീണ്ടെടുപ്പാൻ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മനുവേലിൻ നിണം ചിന്തി (3) നരരേ വീണ്ടെടുപ്പാൻ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F7803-4F03-49CD-92F7-7652327B9C5D}"/>
              </a:ext>
            </a:extLst>
          </p:cNvPr>
          <p:cNvSpPr/>
          <p:nvPr/>
        </p:nvSpPr>
        <p:spPr>
          <a:xfrm>
            <a:off x="0" y="3933344"/>
            <a:ext cx="12170227" cy="193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Malinatha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Mahimayil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vilhangaan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Manuvèlin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Nararey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Manuvèlin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(3)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Nararey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57B76-F086-4A5D-B45A-EEA5A85ED38C}"/>
              </a:ext>
            </a:extLst>
          </p:cNvPr>
          <p:cNvSpPr txBox="1"/>
          <p:nvPr/>
        </p:nvSpPr>
        <p:spPr>
          <a:xfrm>
            <a:off x="0" y="76200"/>
            <a:ext cx="121702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69125-AF4C-4D12-AF60-CBC1BF130238}"/>
              </a:ext>
            </a:extLst>
          </p:cNvPr>
          <p:cNvSpPr/>
          <p:nvPr/>
        </p:nvSpPr>
        <p:spPr>
          <a:xfrm>
            <a:off x="0" y="2819400"/>
            <a:ext cx="121702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മഹൽസ്നേഹം മഹൽസ്നേഹം പരലോകപിതാവു തൻ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കുരിശിൽ കൈവെടിഞ്ഞോ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4DB83-B06B-4E12-81B3-0B666CB33A4C}"/>
              </a:ext>
            </a:extLst>
          </p:cNvPr>
          <p:cNvSpPr/>
          <p:nvPr/>
        </p:nvSpPr>
        <p:spPr>
          <a:xfrm>
            <a:off x="228601" y="5705446"/>
            <a:ext cx="11049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Paraloka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Than </a:t>
            </a:r>
          </a:p>
          <a:p>
            <a:pPr lvl="0"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Makaney marippathinaai Kurishil kai vedinjo </a:t>
            </a:r>
          </a:p>
        </p:txBody>
      </p:sp>
    </p:spTree>
    <p:extLst>
      <p:ext uri="{BB962C8B-B14F-4D97-AF65-F5344CB8AC3E}">
        <p14:creationId xmlns:p14="http://schemas.microsoft.com/office/powerpoint/2010/main" val="22416178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773" y="691753"/>
            <a:ext cx="12192000" cy="2029366"/>
          </a:xfrm>
        </p:spPr>
        <p:txBody>
          <a:bodyPr rtlCol="0" anchor="t">
            <a:noAutofit/>
          </a:bodyPr>
          <a:lstStyle/>
          <a:p>
            <a:pPr algn="l">
              <a:lnSpc>
                <a:spcPct val="120000"/>
              </a:lnSpc>
              <a:tabLst>
                <a:tab pos="176213" algn="l"/>
              </a:tabLst>
              <a:defRPr/>
            </a:pP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അതിക്രമ മോചനമാം അനുഗ്രഹമവനിൽ 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അനുഭവിക്കുന്നു നമ്മൾ അവൻ തന്ന കൃപയാൽ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അനുഭവിക്കുന്നു നമ്മൾ (3) അവൻ തന്ന കൃപയാൽ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F7803-4F03-49CD-92F7-7652327B9C5D}"/>
              </a:ext>
            </a:extLst>
          </p:cNvPr>
          <p:cNvSpPr/>
          <p:nvPr/>
        </p:nvSpPr>
        <p:spPr>
          <a:xfrm>
            <a:off x="0" y="3933344"/>
            <a:ext cx="12170227" cy="193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Athikrama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môchanamaam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anugraha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mavanil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Anubhavikkunnu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Anubhavikkunnu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(3)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57B76-F086-4A5D-B45A-EEA5A85ED38C}"/>
              </a:ext>
            </a:extLst>
          </p:cNvPr>
          <p:cNvSpPr txBox="1"/>
          <p:nvPr/>
        </p:nvSpPr>
        <p:spPr>
          <a:xfrm>
            <a:off x="0" y="76200"/>
            <a:ext cx="121702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69125-AF4C-4D12-AF60-CBC1BF130238}"/>
              </a:ext>
            </a:extLst>
          </p:cNvPr>
          <p:cNvSpPr/>
          <p:nvPr/>
        </p:nvSpPr>
        <p:spPr>
          <a:xfrm>
            <a:off x="0" y="2819400"/>
            <a:ext cx="121702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മഹൽസ്നേഹം മഹൽസ്നേഹം പരലോകപിതാവു തൻ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കുരിശിൽ കൈവെടിഞ്ഞോ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4DB83-B06B-4E12-81B3-0B666CB33A4C}"/>
              </a:ext>
            </a:extLst>
          </p:cNvPr>
          <p:cNvSpPr/>
          <p:nvPr/>
        </p:nvSpPr>
        <p:spPr>
          <a:xfrm>
            <a:off x="228601" y="5705446"/>
            <a:ext cx="11049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Paraloka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Than </a:t>
            </a:r>
          </a:p>
          <a:p>
            <a:pPr lvl="0"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Makaney marippathinaai Kurishil kai vedinjo </a:t>
            </a:r>
          </a:p>
        </p:txBody>
      </p:sp>
    </p:spTree>
    <p:extLst>
      <p:ext uri="{BB962C8B-B14F-4D97-AF65-F5344CB8AC3E}">
        <p14:creationId xmlns:p14="http://schemas.microsoft.com/office/powerpoint/2010/main" val="142920235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773" y="691753"/>
            <a:ext cx="12192000" cy="2029366"/>
          </a:xfrm>
        </p:spPr>
        <p:txBody>
          <a:bodyPr rtlCol="0" anchor="t">
            <a:noAutofit/>
          </a:bodyPr>
          <a:lstStyle/>
          <a:p>
            <a:pPr algn="l">
              <a:lnSpc>
                <a:spcPct val="120000"/>
              </a:lnSpc>
              <a:tabLst>
                <a:tab pos="176213" algn="l"/>
              </a:tabLst>
              <a:defRPr/>
            </a:pP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മരണത്താൽ മറയാത്ത മഹൽസ്നേഹ പ്രഭയാൽ 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പിരിയാബന്ധമാണിതു യുഗകാലം വരെയും</a:t>
            </a:r>
            <a:b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kern="0" dirty="0">
                <a:latin typeface="Kartika" panose="02020503030404060203" pitchFamily="18" charset="0"/>
                <a:cs typeface="Kartika" panose="02020503030404060203" pitchFamily="18" charset="0"/>
              </a:rPr>
              <a:t>പിരിയാബന്ധമാണിതു (3) യുഗകാലം വരെയും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F7803-4F03-49CD-92F7-7652327B9C5D}"/>
              </a:ext>
            </a:extLst>
          </p:cNvPr>
          <p:cNvSpPr/>
          <p:nvPr/>
        </p:nvSpPr>
        <p:spPr>
          <a:xfrm>
            <a:off x="0" y="3933344"/>
            <a:ext cx="12170227" cy="193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Maranhaththaal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marayaatha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Mahal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Piriyaa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bandhamaanhithu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Yugakaalam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Piriyaa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bandhamaanhithu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(3)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Yugakaalam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57B76-F086-4A5D-B45A-EEA5A85ED38C}"/>
              </a:ext>
            </a:extLst>
          </p:cNvPr>
          <p:cNvSpPr txBox="1"/>
          <p:nvPr/>
        </p:nvSpPr>
        <p:spPr>
          <a:xfrm>
            <a:off x="0" y="76200"/>
            <a:ext cx="121702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69125-AF4C-4D12-AF60-CBC1BF130238}"/>
              </a:ext>
            </a:extLst>
          </p:cNvPr>
          <p:cNvSpPr/>
          <p:nvPr/>
        </p:nvSpPr>
        <p:spPr>
          <a:xfrm>
            <a:off x="0" y="2819400"/>
            <a:ext cx="121702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മഹൽസ്നേഹം മഹൽസ്നേഹം പരലോകപിതാവു തൻ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മകനെ മരിപ്പതിനായ് കുരിശിൽ കൈവെടിഞ്ഞോ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4DB83-B06B-4E12-81B3-0B666CB33A4C}"/>
              </a:ext>
            </a:extLst>
          </p:cNvPr>
          <p:cNvSpPr/>
          <p:nvPr/>
        </p:nvSpPr>
        <p:spPr>
          <a:xfrm>
            <a:off x="228601" y="5705446"/>
            <a:ext cx="11049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mahalsneham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Paraloka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Than </a:t>
            </a:r>
          </a:p>
          <a:p>
            <a:pPr lvl="0"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Makaney marippathinaai Kurishil kai vedinjo </a:t>
            </a:r>
          </a:p>
        </p:txBody>
      </p:sp>
    </p:spTree>
    <p:extLst>
      <p:ext uri="{BB962C8B-B14F-4D97-AF65-F5344CB8AC3E}">
        <p14:creationId xmlns:p14="http://schemas.microsoft.com/office/powerpoint/2010/main" val="212730326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229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359 മഹൽസ്നേഹം മഹൽസ്നേഹം</vt:lpstr>
      <vt:lpstr>മഹൽസ്നേഹം മഹൽസ്നേഹം പരലോകപിതാവു തൻ  മകനെ മരിപ്പതിനായ് കുരിശിൽ കൈവെടിഞ്ഞോ മകനെ മരിപ്പതിനായ് (3) കുരിശിൽ കൈവെടിഞ്ഞോ</vt:lpstr>
      <vt:lpstr>സ്വർഗ്ഗസ്ഥലങ്ങളിലുള്ളനുഗ്രഹം നമുക്കായ്  സകലവും നല്കീടുവാൻ പിതാവിനു ഹിതമായ് സകലവും നല്കീടുവാൻ (3) പിതാവിനു ഹിതമായ്</vt:lpstr>
      <vt:lpstr>ഉലകസ്ഥാപനത്തിൻ മുമ്പുളവാ-യൊരൻപാൽ  തിരഞ്ഞെടുത്തവൻ നമ്മെ തിരുമുമ്പിൽ വസിപ്പാൻ തിരഞ്ഞെടുത്തവൻ (3) നമ്മെ തിരുമുമ്പിൽ വസിപ്പാൻ</vt:lpstr>
      <vt:lpstr>മലിനതമാറി നമ്മൾ മഹിമയിൽ വിളങ്ങാൻ  മനുവേലിൻ നിണം ചിന്തി നരരേ വീണ്ടെടുപ്പാൻ മനുവേലിൻ നിണം ചിന്തി (3) നരരേ വീണ്ടെടുപ്പാൻ </vt:lpstr>
      <vt:lpstr>അതിക്രമ മോചനമാം അനുഗ്രഹമവനിൽ  അനുഭവിക്കുന്നു നമ്മൾ അവൻ തന്ന കൃപയാൽ അനുഭവിക്കുന്നു നമ്മൾ (3) അവൻ തന്ന കൃപയാൽ </vt:lpstr>
      <vt:lpstr>മരണത്താൽ മറയാത്ത മഹൽസ്നേഹ പ്രഭയാൽ  പിരിയാബന്ധമാണിതു യുഗകാലം വരെയും പിരിയാബന്ധമാണിതു (3) യുഗകാലം വരെയും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Mahalsneham mahalsneham</dc:title>
  <dc:creator>Digital Input:; GM JOHN; Acsah Mathews</dc:creator>
  <cp:lastModifiedBy>Acsah Mathews</cp:lastModifiedBy>
  <cp:revision>36</cp:revision>
  <dcterms:created xsi:type="dcterms:W3CDTF">2013-05-06T05:45:32Z</dcterms:created>
  <dcterms:modified xsi:type="dcterms:W3CDTF">2018-11-21T17:27:57Z</dcterms:modified>
</cp:coreProperties>
</file>