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3" r:id="rId5"/>
    <p:sldId id="262" r:id="rId6"/>
    <p:sldId id="264" r:id="rId7"/>
    <p:sldId id="260" r:id="rId8"/>
    <p:sldId id="265" r:id="rId9"/>
    <p:sldId id="261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43" autoAdjust="0"/>
    <p:restoredTop sz="94660"/>
  </p:normalViewPr>
  <p:slideViewPr>
    <p:cSldViewPr snapToGrid="0">
      <p:cViewPr varScale="1">
        <p:scale>
          <a:sx n="41" d="100"/>
          <a:sy n="41" d="100"/>
        </p:scale>
        <p:origin x="66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887A3-84A6-4E71-9A2D-BE76581083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696DA4-38F6-4051-B857-F2D6AB796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2E22E-0E10-4F4A-BBA7-9C1AD7645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D9DC1-F432-482B-9F67-8889BB7FCD22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B1506-E41F-4880-9D7B-5F90AFF78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7C917-FD6A-4287-B037-096CCD892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6837C-8C3A-43B0-B715-C9F2B398C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927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FE9E-B5FB-4D9D-BB11-A464FE108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CD402-47B9-47B1-AA47-1E92D8FBD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07613-54A8-4874-8780-6C39E6913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D9DC1-F432-482B-9F67-8889BB7FCD22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19B0B-33B7-4B04-9B15-2DE307773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5D84-8F73-4215-840A-4F5890261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6837C-8C3A-43B0-B715-C9F2B398C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821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7AC45-0252-4A5F-B457-53C4C897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1C76C1-9613-4143-9677-12008BFA9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757D1-71F9-4FE6-AA2C-A0DBA19BA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D9DC1-F432-482B-9F67-8889BB7FCD22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9C7CB-1A92-42C7-A4DD-D30397572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053CE-F36D-45B3-8DB3-345688EB9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6837C-8C3A-43B0-B715-C9F2B398C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038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57045-FDBB-4144-86D0-765B43800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3D1B2-FA98-40D8-AC2C-A7ABA6476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8E5D65-3CEE-4B0A-B737-7FB27CA866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11D469-BC88-43ED-9CE5-5C4945A7F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D9DC1-F432-482B-9F67-8889BB7FCD22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354999-B71C-41E8-A7ED-A599FE835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DA83CC-1418-4ECE-B34A-398B41E9B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6837C-8C3A-43B0-B715-C9F2B398C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513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262D8-D4AE-4420-ADF9-380113B4A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8EDFD-C228-4689-BF61-733D3B624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6B1F8B-423A-472F-A01F-3AFCBBA5DC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3F348E-2D05-4708-AF6E-192D597118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63C323-776E-49A6-99A1-2CB1E675F7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DDDFD0-9E5F-4691-8C12-EBA0E5732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D9DC1-F432-482B-9F67-8889BB7FCD22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BD8D3B-D021-4A1C-98BB-F9B40D39A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496EF8-176C-44D8-B4D3-80A4AA9E7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6837C-8C3A-43B0-B715-C9F2B398C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378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8495C-A32B-4D44-824E-380ECC19E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0A5421-B320-40FA-BCA5-220E50D38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D9DC1-F432-482B-9F67-8889BB7FCD22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428D7B-32FE-4E99-878B-EA21C4CF6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BB702B-EA8F-48EC-9377-925BB59E4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6837C-8C3A-43B0-B715-C9F2B398C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933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24D380-B630-41DF-9EED-CFAF4134E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D9DC1-F432-482B-9F67-8889BB7FCD22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1CDC1B-DA6F-46A4-8B89-FC30FBAFB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3E5D9E-644C-433D-A07F-C7C8D4FDF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6837C-8C3A-43B0-B715-C9F2B398C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532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DE403-1274-4EA6-AB4C-D9A06449C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FC4D6-2378-4B5C-A2FF-33F2A1A48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244F18-DE5D-4BBC-BFD7-B36A8152A4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E2C078-B15E-44AE-9163-6CE97164B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D9DC1-F432-482B-9F67-8889BB7FCD22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B6001-5667-424B-BCD2-12A272019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D9F26-0B99-46A3-B6C1-FB9DAF681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6837C-8C3A-43B0-B715-C9F2B398C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43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6314F-6746-4DA5-9BA9-F5ECA40A3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889B0F-FBF6-4806-A5A9-BAA092C3AC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AECFEF-7027-4C40-B196-67F348ACFC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C6D9A8-E8EE-46F2-AFFF-AE9ECD966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D9DC1-F432-482B-9F67-8889BB7FCD22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FECBB4-7917-456E-BDC0-41718723E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8A4B33-57D3-4F3E-A5CF-78FD273D8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6837C-8C3A-43B0-B715-C9F2B398C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545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9BE73-3A51-4334-A2C0-7D4DD2D7F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5D572F-B3D7-4D8A-97E7-9E42F6E30D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7AA55-EE2B-4A5B-8810-AEE68741C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D9DC1-F432-482B-9F67-8889BB7FCD22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E71ED-79D3-444E-829F-6F0888112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296C3-FFFB-4960-A31A-FC82A1D06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6837C-8C3A-43B0-B715-C9F2B398C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183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83E7EC-0CC1-4D0F-968F-79E09A97E5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7BC1D-272D-45FB-877C-79E2EF3549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69C37-0623-4B66-B86F-38C5E67AD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D9DC1-F432-482B-9F67-8889BB7FCD22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C8487-2D26-46D8-9BBA-5072E5F6D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17404-20F9-464F-826C-2764989D4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6837C-8C3A-43B0-B715-C9F2B398C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307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A160EA-872F-44AC-B7E1-B2657539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A4F52A-E06A-4EBE-97D5-CB8AD9879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3F50B-32B2-474B-BBA3-6E91045B8C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4D9DC1-F432-482B-9F67-8889BB7FCD22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98A0C-D79A-4605-BBA3-51F0A7FA85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20E3C-22BB-4E04-BB09-F7A208DF40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16837C-8C3A-43B0-B715-C9F2B398C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118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DCE0E-4AEB-4104-88AA-FE0FD46C2A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/>
          </a:bodyPr>
          <a:lstStyle/>
          <a:p>
            <a:r>
              <a:rPr lang="en-US" dirty="0"/>
              <a:t>465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യാഹ് നല്ല ഇടയൻ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177304-BA76-4AB8-B8D9-7090C0CC51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54400"/>
            <a:ext cx="9144000" cy="12044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 err="1">
                <a:solidFill>
                  <a:srgbClr val="002060"/>
                </a:solidFill>
              </a:rPr>
              <a:t>Yaahu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nalla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idayan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ABFDAE-E964-4B02-9983-0E0D11FBAFB2}"/>
              </a:ext>
            </a:extLst>
          </p:cNvPr>
          <p:cNvSpPr/>
          <p:nvPr/>
        </p:nvSpPr>
        <p:spPr>
          <a:xfrm>
            <a:off x="1524000" y="4806462"/>
            <a:ext cx="277511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200" b="1" dirty="0">
                <a:solidFill>
                  <a:srgbClr val="C00000"/>
                </a:solidFill>
                <a:latin typeface="Calibri" panose="020F0502020204030204" pitchFamily="34" charset="0"/>
              </a:rPr>
              <a:t>(മാത്യു നൈനാൻ)</a:t>
            </a:r>
            <a:endParaRPr lang="en-US" sz="2200" b="1" dirty="0">
              <a:solidFill>
                <a:srgbClr val="C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27B284-AB72-4DD4-AAEF-552C24A25667}"/>
              </a:ext>
            </a:extLst>
          </p:cNvPr>
          <p:cNvSpPr/>
          <p:nvPr/>
        </p:nvSpPr>
        <p:spPr>
          <a:xfrm>
            <a:off x="8823943" y="4806462"/>
            <a:ext cx="235352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</a:rPr>
              <a:t>(Mathew </a:t>
            </a:r>
            <a:r>
              <a:rPr lang="en-US" sz="2200" b="1" dirty="0" err="1">
                <a:solidFill>
                  <a:srgbClr val="C00000"/>
                </a:solidFill>
                <a:latin typeface="Arial" panose="020B0604020202020204" pitchFamily="34" charset="0"/>
              </a:rPr>
              <a:t>Ninan</a:t>
            </a: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</a:rPr>
              <a:t>) </a:t>
            </a:r>
            <a:endParaRPr lang="en-US" sz="2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5832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234462" y="769824"/>
            <a:ext cx="11910645" cy="2516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യാഹ് നല്ല ഇടയൻ </a:t>
            </a:r>
            <a:endParaRPr lang="en-US" sz="3600" b="1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എന്നുമെന്‍റെ  പാലകൻ</a:t>
            </a:r>
            <a:endParaRPr lang="en-US" sz="3600" b="1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ഇല്ലെനിക്കു ഖേദമൊന്നുമേ (2)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539262" y="3664455"/>
            <a:ext cx="11183815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Yaahu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nalla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idayan</a:t>
            </a:r>
            <a:endParaRPr lang="en-US" sz="3600" b="1" dirty="0">
              <a:solidFill>
                <a:srgbClr val="00206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Ennumente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paalakan</a:t>
            </a:r>
            <a:endParaRPr lang="en-US" sz="3600" b="1" dirty="0">
              <a:solidFill>
                <a:srgbClr val="00206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Illenikku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khedamonnume</a:t>
            </a:r>
            <a:r>
              <a:rPr lang="en-US" sz="3600" b="1" dirty="0">
                <a:solidFill>
                  <a:srgbClr val="002060"/>
                </a:solidFill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3006785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7CDC3-6924-4EA8-8716-97B705FB8840}"/>
              </a:ext>
            </a:extLst>
          </p:cNvPr>
          <p:cNvSpPr txBox="1"/>
          <p:nvPr/>
        </p:nvSpPr>
        <p:spPr>
          <a:xfrm>
            <a:off x="58615" y="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199292" y="974114"/>
            <a:ext cx="11910645" cy="257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പച്ചയായ പുൽപ്പുറങ്ങളിൽ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സ്വഛമാം നദിക്കരികിലും 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ക്ഷേമമായി പോറ്റുന്നെന്നെയും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സ്നേഹമോടെന്നേശു നായകൻ (2)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539262" y="3664455"/>
            <a:ext cx="11183815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rgbClr val="002060"/>
                </a:solidFill>
              </a:rPr>
              <a:t>Pachayaaya </a:t>
            </a:r>
            <a:r>
              <a:rPr lang="en-US" sz="3600" b="1" dirty="0" err="1">
                <a:solidFill>
                  <a:srgbClr val="002060"/>
                </a:solidFill>
              </a:rPr>
              <a:t>pulpurhangalhil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Swachchmaam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nadikkarikilum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Kshemamaai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pottunnenneyum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snehamodenneshu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naayakan</a:t>
            </a:r>
            <a:endParaRPr lang="en-US" sz="3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8761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234462" y="769824"/>
            <a:ext cx="11910645" cy="2516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യാഹ് നല്ല ഇടയൻ </a:t>
            </a:r>
            <a:endParaRPr lang="en-US" sz="3600" b="1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എന്നുമെന്‍റെ  പാലകൻ</a:t>
            </a:r>
            <a:endParaRPr lang="en-US" sz="3600" b="1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ഇല്ലെനിക്കു ഖേദമൊന്നുമേ (2)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539262" y="3664455"/>
            <a:ext cx="11183815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Yaahu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nalla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idayan</a:t>
            </a:r>
            <a:endParaRPr lang="en-US" sz="3600" b="1" dirty="0">
              <a:solidFill>
                <a:srgbClr val="00206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Ennumente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paalakan</a:t>
            </a:r>
            <a:endParaRPr lang="en-US" sz="3600" b="1" dirty="0">
              <a:solidFill>
                <a:srgbClr val="00206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Illenikku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khedamonnume</a:t>
            </a:r>
            <a:r>
              <a:rPr lang="en-US" sz="3600" b="1" dirty="0">
                <a:solidFill>
                  <a:srgbClr val="002060"/>
                </a:solidFill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2328395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7CDC3-6924-4EA8-8716-97B705FB8840}"/>
              </a:ext>
            </a:extLst>
          </p:cNvPr>
          <p:cNvSpPr txBox="1"/>
          <p:nvPr/>
        </p:nvSpPr>
        <p:spPr>
          <a:xfrm>
            <a:off x="58615" y="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199292" y="974114"/>
            <a:ext cx="11910645" cy="257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കൂരിരുളിൻ താഴ്വരയതിൽ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ഏകനായി സഞ്ചരിക്കിലും 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ആധിയെന്യെ പാർത്തിടുന്നതും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ആത്മനാഥൻ കൂടെയുള്ളതാൽ (2)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539262" y="3664455"/>
            <a:ext cx="11183815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Koorirulhin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thaazhvarayathil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Aekanaai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sancharikkilum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Aadhiyenye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paarththidunnathum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Aathmanaadhan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koodeyullhaththaal</a:t>
            </a:r>
            <a:endParaRPr lang="en-US" sz="3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9940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234462" y="769824"/>
            <a:ext cx="11910645" cy="2516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യാഹ് നല്ല ഇടയൻ </a:t>
            </a:r>
            <a:endParaRPr lang="en-US" sz="3600" b="1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എന്നുമെന്‍റെ  പാലകൻ</a:t>
            </a:r>
            <a:endParaRPr lang="en-US" sz="3600" b="1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ഇല്ലെനിക്കു ഖേദമൊന്നുമേ (2)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539262" y="3664455"/>
            <a:ext cx="11183815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Yaahu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nalla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idayan</a:t>
            </a:r>
            <a:endParaRPr lang="en-US" sz="3600" b="1" dirty="0">
              <a:solidFill>
                <a:srgbClr val="00206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Ennumente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paalakan</a:t>
            </a:r>
            <a:endParaRPr lang="en-US" sz="3600" b="1" dirty="0">
              <a:solidFill>
                <a:srgbClr val="00206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Illenikku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khedamonnume</a:t>
            </a:r>
            <a:r>
              <a:rPr lang="en-US" sz="3600" b="1" dirty="0">
                <a:solidFill>
                  <a:srgbClr val="002060"/>
                </a:solidFill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1133968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7CDC3-6924-4EA8-8716-97B705FB8840}"/>
              </a:ext>
            </a:extLst>
          </p:cNvPr>
          <p:cNvSpPr txBox="1"/>
          <p:nvPr/>
        </p:nvSpPr>
        <p:spPr>
          <a:xfrm>
            <a:off x="58615" y="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400" b="1" dirty="0">
                <a:solidFill>
                  <a:prstClr val="black"/>
                </a:solidFill>
                <a:latin typeface="Calibri" panose="020F0502020204030204"/>
              </a:rPr>
              <a:t>3</a:t>
            </a: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199292" y="974114"/>
            <a:ext cx="11910645" cy="257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ശത്രുവിന്‍റെ പാളയത്തിലും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മൃഷ്ട ഭോജ്യമേകിടുന്നവൻ 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നന്മയും കരുണയൊക്കെയും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നിത്യമെന്നെ പിൻതുടർന്നീടും (2)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539262" y="3664455"/>
            <a:ext cx="11183815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Shathruvinte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paalhayaththilum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Mrishta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bhojyamekidunnavan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Nanmayum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karunhayokkeyum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Nithyamenne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pinthudarnnedum</a:t>
            </a:r>
            <a:endParaRPr lang="en-US" sz="3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2603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234462" y="769824"/>
            <a:ext cx="11910645" cy="2516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യാഹ് നല്ല ഇടയൻ </a:t>
            </a:r>
            <a:endParaRPr lang="en-US" sz="3600" b="1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എന്നുമെന്‍റെ  പാലകൻ</a:t>
            </a:r>
            <a:endParaRPr lang="en-US" sz="3600" b="1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ഇല്ലെനിക്കു ഖേദമൊന്നുമേ (2)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539262" y="3664455"/>
            <a:ext cx="11183815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Yaahu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nalla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idayan</a:t>
            </a:r>
            <a:endParaRPr lang="en-US" sz="3600" b="1" dirty="0">
              <a:solidFill>
                <a:srgbClr val="00206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Ennumente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paalakan</a:t>
            </a:r>
            <a:endParaRPr lang="en-US" sz="3600" b="1" dirty="0">
              <a:solidFill>
                <a:srgbClr val="00206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Illenikku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khedamonnume</a:t>
            </a:r>
            <a:r>
              <a:rPr lang="en-US" sz="3600" b="1" dirty="0">
                <a:solidFill>
                  <a:srgbClr val="002060"/>
                </a:solidFill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3153974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7CDC3-6924-4EA8-8716-97B705FB8840}"/>
              </a:ext>
            </a:extLst>
          </p:cNvPr>
          <p:cNvSpPr txBox="1"/>
          <p:nvPr/>
        </p:nvSpPr>
        <p:spPr>
          <a:xfrm>
            <a:off x="58615" y="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199292" y="974114"/>
            <a:ext cx="11910645" cy="257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കഷ്ടനഷ്ട ശോധനകളിൽ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പൊന്മുഖം ഞാൻ നേരിൽ കണ്ടിടും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ശാശ്വത ഭുജങ്ങളിൻ മീതെ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നിർഭയനായ് ഞാൻ വസിച്ചിടും (2)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539262" y="3664455"/>
            <a:ext cx="11183815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Kashta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nashta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shodhanakalhil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Ponmukham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njan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neril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kandidum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Shaashwatha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bhujangalhin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meethe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Nirbhayanaai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njan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vasicheedum</a:t>
            </a:r>
            <a:endParaRPr lang="en-US" sz="3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6428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234462" y="769824"/>
            <a:ext cx="11910645" cy="2516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യാഹ് നല്ല ഇടയൻ </a:t>
            </a:r>
            <a:endParaRPr lang="en-US" sz="3600" b="1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എന്നുമെന്‍റെ  പാലകൻ</a:t>
            </a:r>
            <a:endParaRPr lang="en-US" sz="3600" b="1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ഇല്ലെനിക്കു ഖേദമൊന്നുമേ (2)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539262" y="3664455"/>
            <a:ext cx="11183815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Yaahu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nalla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idayan</a:t>
            </a:r>
            <a:endParaRPr lang="en-US" sz="3600" b="1" dirty="0">
              <a:solidFill>
                <a:srgbClr val="00206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Ennumente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paalakan</a:t>
            </a:r>
            <a:endParaRPr lang="en-US" sz="3600" b="1" dirty="0">
              <a:solidFill>
                <a:srgbClr val="00206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Illenikku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khedamonnume</a:t>
            </a:r>
            <a:r>
              <a:rPr lang="en-US" sz="3600" b="1" dirty="0">
                <a:solidFill>
                  <a:srgbClr val="002060"/>
                </a:solidFill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3630998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210</Words>
  <Application>Microsoft Office PowerPoint</Application>
  <PresentationFormat>Widescreen</PresentationFormat>
  <Paragraphs>79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Kartika</vt:lpstr>
      <vt:lpstr>Office Theme</vt:lpstr>
      <vt:lpstr>465 യാഹ് നല്ല ഇടയൻ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Yaahu nalla idayan</dc:title>
  <dc:creator>Acsah Mathews</dc:creator>
  <cp:lastModifiedBy>Acsah Mathews</cp:lastModifiedBy>
  <cp:revision>2</cp:revision>
  <dcterms:created xsi:type="dcterms:W3CDTF">2018-11-30T15:49:03Z</dcterms:created>
  <dcterms:modified xsi:type="dcterms:W3CDTF">2018-11-30T15:57:09Z</dcterms:modified>
</cp:coreProperties>
</file>