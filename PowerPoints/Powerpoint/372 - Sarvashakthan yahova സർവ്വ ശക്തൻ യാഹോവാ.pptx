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1" r:id="rId3"/>
    <p:sldId id="284" r:id="rId4"/>
    <p:sldId id="285" r:id="rId5"/>
    <p:sldId id="286" r:id="rId6"/>
    <p:sldId id="287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8" d="100"/>
          <a:sy n="48" d="100"/>
        </p:scale>
        <p:origin x="60" y="88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D8AC9-185E-4265-978E-864D58914B42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EB5A6-41A9-46BD-940D-4EB2B8BAF9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49BB4-E3DB-410E-9580-983009873C0E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FDE932-ADD5-4A40-B592-3C0C5ABA10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575316-7803-4029-8DC8-079DD024C38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EB89BC-ADF5-4121-BE8D-7AF95C66CE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84744B-54FE-48EE-979A-65BD6CA32167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A8967F-E831-48E5-A5EB-98D562D014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FF86A-EE36-4E7B-AB6F-66C8DC4A2001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06EC0-7EE1-41EA-9334-013AF9B192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FC5848-252C-4547-A832-3C2AD7542AEF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77697-BC82-401E-9BD2-55FEC760A3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82D16-2B11-4F22-B206-E8D91B992D35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EE856E-ED26-4957-9DB5-63D91C4986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A94957-513D-44B8-924E-D24E45551E0D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CC0C80-909A-4DC6-94B5-D87CC825DA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4E99C7-9141-4F8C-8212-3FCBF6D8BB69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737749-50A1-410D-A125-09EE93DA52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58338B-CAF9-4B65-81B7-BB2C28211526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75B30-3761-4FBB-8513-3D3395D86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BAB99-0AD6-4A36-B83F-7155B0D765EC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78E2E-68D1-43B1-83CF-975DC733B4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A79B638-EC2C-4AD5-BD30-65C5533EA45B}" type="datetimeFigureOut">
              <a:rPr lang="en-US"/>
              <a:pPr>
                <a:defRPr/>
              </a:pPr>
              <a:t>11/23/2018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93CF2ED-C6EB-40E2-B8DF-3D30308564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FA7F-FABF-47E8-BB8A-5898F75544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372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സർവ്വ ശക്തൻ യാഹോവാ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FF3EC-3E04-444A-86CD-BACE4E907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00451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Sarvva </a:t>
            </a:r>
            <a:r>
              <a:rPr lang="en-US" sz="4000" b="1" dirty="0" err="1">
                <a:solidFill>
                  <a:srgbClr val="002060"/>
                </a:solidFill>
              </a:rPr>
              <a:t>shakthan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yahovaa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32C15F-BC8B-47C2-9D7F-07F4CBDED19F}"/>
              </a:ext>
            </a:extLst>
          </p:cNvPr>
          <p:cNvSpPr/>
          <p:nvPr/>
        </p:nvSpPr>
        <p:spPr>
          <a:xfrm>
            <a:off x="381000" y="4438651"/>
            <a:ext cx="60035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(മൂത്താംപാക്കല്‍ കൊച്ചുകുഞ്ഞ് </a:t>
            </a:r>
            <a:r>
              <a:rPr lang="ml-IN" sz="2000" dirty="0">
                <a:solidFill>
                  <a:schemeClr val="accent2"/>
                </a:solidFill>
                <a:latin typeface="Arial" panose="020B0604020202020204" pitchFamily="34" charset="0"/>
              </a:rPr>
              <a:t>ഉപദേശി</a:t>
            </a:r>
            <a:r>
              <a:rPr lang="ml-IN" sz="2000" dirty="0">
                <a:solidFill>
                  <a:schemeClr val="accent2"/>
                </a:solidFill>
                <a:latin typeface="Calibri" panose="020F0502020204030204" pitchFamily="34" charset="0"/>
              </a:rPr>
              <a:t>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330D3C-B061-4E56-BE3B-D7B6D88A0EBF}"/>
              </a:ext>
            </a:extLst>
          </p:cNvPr>
          <p:cNvSpPr/>
          <p:nvPr/>
        </p:nvSpPr>
        <p:spPr>
          <a:xfrm>
            <a:off x="7308906" y="4438651"/>
            <a:ext cx="46602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(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Muthampakkal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Kochukunju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 </a:t>
            </a:r>
            <a:r>
              <a:rPr lang="en-US" sz="2000" dirty="0" err="1">
                <a:solidFill>
                  <a:schemeClr val="accent2"/>
                </a:solidFill>
                <a:latin typeface="Arial" panose="020B0604020202020204" pitchFamily="34" charset="0"/>
              </a:rPr>
              <a:t>Upadeshi</a:t>
            </a:r>
            <a:r>
              <a:rPr lang="en-US" sz="2000" dirty="0">
                <a:solidFill>
                  <a:schemeClr val="accent2"/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11314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1574"/>
            <a:ext cx="11632764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സർവ്വ ശക്തൻ യാഹോവാ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താൻ പരിശുദ്ധൻ! പരിശുദ്ധൻ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സാധുക്കൾക്ക് സഹായകനും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ആദ്യന്തനും നീയല്ലയോ!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3276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0F6DC2-81EE-4421-B294-A080F214C9D3}"/>
              </a:ext>
            </a:extLst>
          </p:cNvPr>
          <p:cNvSpPr/>
          <p:nvPr/>
        </p:nvSpPr>
        <p:spPr>
          <a:xfrm>
            <a:off x="9939" y="3435627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Sarvva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parishuddhan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Parishuddhan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Saadhukkalkku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sahaayanum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aadyanthanum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neeyallayo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1574"/>
            <a:ext cx="11632764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രോഗികൾക്കു വൈദ്യനും നീ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രോഗം നീക്കും മരുന്നും നീ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ആശ്വാസത്തെ നൽകീടേണം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രോഗിയാമീ നിൻമകനും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3276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0F6DC2-81EE-4421-B294-A080F214C9D3}"/>
              </a:ext>
            </a:extLst>
          </p:cNvPr>
          <p:cNvSpPr/>
          <p:nvPr/>
        </p:nvSpPr>
        <p:spPr>
          <a:xfrm>
            <a:off x="9939" y="3435627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Rogikalkku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vaidyanum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rogam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neekkum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marunnum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Aashwasathe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nalkeedenham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rogiyaamee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makanum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870623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1574"/>
            <a:ext cx="11632764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നിൻ മുഖം നീ മറച്ചീടിൽ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നന്മ പിന്നെ ആരു നല്കും?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തിന്മയെല്ലാം തീർത്തിടേണം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കാരുണ്യങ്ങൾ ശോഭിപ്പാനായ്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3276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0F6DC2-81EE-4421-B294-A080F214C9D3}"/>
              </a:ext>
            </a:extLst>
          </p:cNvPr>
          <p:cNvSpPr/>
          <p:nvPr/>
        </p:nvSpPr>
        <p:spPr>
          <a:xfrm>
            <a:off x="9939" y="3435627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marhacheedil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?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Thinmayellaam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theerthidenham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kaarunyangalh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shobhippaanai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105638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1574"/>
            <a:ext cx="11632764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സർവ്വ ശക്തൻ യഹോവായേ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കോപിക്കല്ലേ സാധുക്കളിൽ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ദൈവമേ! നീ തുണയ്ക്കേണം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ആത്മസൗഖ്യം കണ്ടെത്തുവാൻ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3276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0F6DC2-81EE-4421-B294-A080F214C9D3}"/>
              </a:ext>
            </a:extLst>
          </p:cNvPr>
          <p:cNvSpPr/>
          <p:nvPr/>
        </p:nvSpPr>
        <p:spPr>
          <a:xfrm>
            <a:off x="9939" y="3435627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Sarvvashakthan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yahovaaye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kopikkalle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saadhukkalhil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thunhakkenham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aathmasoukhyam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kandeththuvaan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87474492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831574"/>
            <a:ext cx="11632764" cy="25908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ശത്രുത്വങ്ങൾ പെരുകുന്നേ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സത്യാത്മാവേ! തുണയ്ക്കേണം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ദൈവപുത്രാ! കൃപതാ! നിൻ-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സത്യാത്മാവിൽ മോദിച്ചീടാൻ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632764" y="0"/>
            <a:ext cx="526106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372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0F6DC2-81EE-4421-B294-A080F214C9D3}"/>
              </a:ext>
            </a:extLst>
          </p:cNvPr>
          <p:cNvSpPr/>
          <p:nvPr/>
        </p:nvSpPr>
        <p:spPr>
          <a:xfrm>
            <a:off x="9939" y="3435627"/>
            <a:ext cx="107442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Shathruthwangalh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perukunne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sathyaathmaave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thunhakkenham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Daivaputhraa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Kripathaa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Sathyaathmaavil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modicheedaan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6109683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83</Words>
  <Application>Microsoft Office PowerPoint</Application>
  <PresentationFormat>Widescreen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372 സർവ്വ ശക്തൻ യാഹോവാ</vt:lpstr>
      <vt:lpstr>1 സർവ്വ ശക്തൻ യാഹോവാ   താൻ പരിശുദ്ധൻ! പരിശുദ്ധൻ  സാധുക്കൾക്ക് സഹായകനും   ആദ്യന്തനും നീയല്ലയോ!</vt:lpstr>
      <vt:lpstr>2 രോഗികൾക്കു വൈദ്യനും നീ   രോഗം നീക്കും മരുന്നും നീ  ആശ്വാസത്തെ നൽകീടേണം   രോഗിയാമീ നിൻമകനും </vt:lpstr>
      <vt:lpstr>3 നിൻ മുഖം നീ മറച്ചീടിൽ   നന്മ പിന്നെ ആരു നല്കും?  തിന്മയെല്ലാം തീർത്തിടേണം   കാരുണ്യങ്ങൾ ശോഭിപ്പാനായ്</vt:lpstr>
      <vt:lpstr>4 സർവ്വ ശക്തൻ യഹോവായേ   കോപിക്കല്ലേ സാധുക്കളിൽ  ദൈവമേ! നീ തുണയ്ക്കേണം   ആത്മസൗഖ്യം കണ്ടെത്തുവാൻ</vt:lpstr>
      <vt:lpstr>5 ശത്രുത്വങ്ങൾ പെരുകുന്നേ   സത്യാത്മാവേ! തുണയ്ക്കേണം   ദൈവപുത്രാ! കൃപതാ! നിൻ-  സത്യാത്മാവിൽ മോദിച്ചീടാൻ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Sarvashakthan yahova</dc:title>
  <dc:creator>Digital Input; GM JOHN; Acsah Mathews</dc:creator>
  <cp:lastModifiedBy>Acsah Mathews</cp:lastModifiedBy>
  <cp:revision>406</cp:revision>
  <dcterms:created xsi:type="dcterms:W3CDTF">2013-04-19T09:19:07Z</dcterms:created>
  <dcterms:modified xsi:type="dcterms:W3CDTF">2018-11-23T16:22:45Z</dcterms:modified>
</cp:coreProperties>
</file>