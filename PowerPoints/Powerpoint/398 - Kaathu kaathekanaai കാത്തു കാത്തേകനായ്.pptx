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3" r:id="rId4"/>
    <p:sldId id="276" r:id="rId5"/>
    <p:sldId id="274" r:id="rId6"/>
    <p:sldId id="277" r:id="rId7"/>
    <p:sldId id="275" r:id="rId8"/>
    <p:sldId id="278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C6E46-D68B-4F6F-8565-BCB93011633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9E6B7-C9D0-44AA-9EBC-BE6FD1C6FB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25A68-82F0-49D6-B9A5-6BD639AE2AE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CBAE-FAFD-41E3-B66F-FFE1C54F28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C64D5-47F4-47E5-AA05-08CF7BB53C4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8A54B-99AB-421E-B8DF-6B9BC7BED4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535B1-C157-4FF0-96C0-68EA5875D1B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1BF94-B91B-4FC2-B13A-2CAA1BE381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4C4CB-3618-47B3-9569-FFEE3EA4E05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03035-62C0-4CB7-B438-B67CCE88FB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ED328-8EFD-4916-AE71-F7E895C2E37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961E7-6AD6-444C-BBCA-F2F0976B1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12E22-E554-44C7-AB8F-7ADCA7963F6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77410-C5B8-4C3A-9724-539799BC53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1488D-EB75-425E-A577-045DDCEE758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73037-FA44-425A-8B7E-23FE757609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3B906-8FCF-4351-B20F-319B41F3FD0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AB22F-B44E-4CE7-B721-AB472BF7E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72BE8-346F-416C-A24E-6C9C18970BF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B2DA2-A83A-4C67-9E24-F1A2D0E11D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83B72-D6A1-49D7-B27E-B2F0FE46655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405BB-E97D-4019-B0A2-B21053EEE5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BFAB0B0-FD62-46C3-B8D6-7880422F6D3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FAE9551-FAC3-40A4-A06E-70C73786A8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4133-A385-4CD2-AB9D-FCD0D776D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കാത്തു കാത്തേകനായ്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222CA-C40D-4840-8E91-EBF68CD9F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sz="4000" b="1" dirty="0">
                <a:solidFill>
                  <a:srgbClr val="002060"/>
                </a:solidFill>
              </a:rPr>
              <a:t>Kaaththu kaaththekanaai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0743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01751"/>
            <a:ext cx="12192000" cy="2438400"/>
          </a:xfrm>
        </p:spPr>
        <p:txBody>
          <a:bodyPr anchor="t"/>
          <a:lstStyle/>
          <a:p>
            <a:pPr algn="l" defTabSz="2857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കാത്തു കാത്തേകനായ് നിൻ വരവോർത്തു ഞാൻ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നാളെത്ര നീക്കിയെൻ യേശുദേവാ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കാണും പ്രപഞ്ചമോ മാറുമെന്നാകിലും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മാറാത്ത വാക്കു നീ തന്നതല്ലോ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3849D-A3F8-4599-BEEC-5078668AFFEE}"/>
              </a:ext>
            </a:extLst>
          </p:cNvPr>
          <p:cNvSpPr/>
          <p:nvPr/>
        </p:nvSpPr>
        <p:spPr>
          <a:xfrm>
            <a:off x="896085" y="3810000"/>
            <a:ext cx="1097280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Kaaththu kaaththekanaai nin varavorhththu njan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neekkiyen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prapanjamo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maarhumennaakilum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Maarhaaththa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thannathallo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01751"/>
            <a:ext cx="12192000" cy="2438400"/>
          </a:xfrm>
        </p:spPr>
        <p:txBody>
          <a:bodyPr anchor="t"/>
          <a:lstStyle/>
          <a:p>
            <a:pPr algn="l" defTabSz="2857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സംസാര സാഗരേ നീന്തി നീന്തി 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സന്താപത്താലുഴന്നീടുന്നയ്യോ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സന്തോഷമേകുവാൻ നിൻകൂടെ വാഴുവാൻ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സൗന്ദര്യപൊൻമുഖം കണ്ടിടുവാൻ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3849D-A3F8-4599-BEEC-5078668AFFEE}"/>
              </a:ext>
            </a:extLst>
          </p:cNvPr>
          <p:cNvSpPr/>
          <p:nvPr/>
        </p:nvSpPr>
        <p:spPr>
          <a:xfrm>
            <a:off x="896085" y="3810000"/>
            <a:ext cx="1097280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Samsaara saagare neenthi neenthi njan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Santhaapaththaal-uzhaneedunnayyo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Santhoshamekuvaan ninkoode vaazhuvaan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Soundarya ponmukham kandeeduvaan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920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01751"/>
            <a:ext cx="12192000" cy="2438400"/>
          </a:xfrm>
        </p:spPr>
        <p:txBody>
          <a:bodyPr anchor="t"/>
          <a:lstStyle/>
          <a:p>
            <a:pPr defTabSz="2857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 കാത്തേകനായ് നിൻ വരവോർത്തു ഞാൻ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നാളെത്ര നീക്കിയെൻ യേശുദേവാ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പ്രപഞ്ചമോ മാറുമെന്നാകിലും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മാറാത്ത വാക്കു നീ തന്നതല്ലോ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3849D-A3F8-4599-BEEC-5078668AFFEE}"/>
              </a:ext>
            </a:extLst>
          </p:cNvPr>
          <p:cNvSpPr/>
          <p:nvPr/>
        </p:nvSpPr>
        <p:spPr>
          <a:xfrm>
            <a:off x="0" y="3810000"/>
            <a:ext cx="1219200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 kaaththekanaai nin varavorhththu njan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neekkiyen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prapanjamo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maarhumennaakilum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Maarhaaththa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thannathallo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927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01751"/>
            <a:ext cx="12192000" cy="2438400"/>
          </a:xfrm>
        </p:spPr>
        <p:txBody>
          <a:bodyPr anchor="t"/>
          <a:lstStyle/>
          <a:p>
            <a:pPr algn="l" defTabSz="2857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സ്വന്തമായൊന്നുമേ കാണുവാനില്ലിഹെ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സ്വന്തമായ് നീ മതി യേശുദേവാ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ബന്ധുക്കൾ മിത്രരും അന്ത്യസമയമേ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പിന്തിരിഞ്ഞീടുമാ ശോകരംഗം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3849D-A3F8-4599-BEEC-5078668AFFEE}"/>
              </a:ext>
            </a:extLst>
          </p:cNvPr>
          <p:cNvSpPr/>
          <p:nvPr/>
        </p:nvSpPr>
        <p:spPr>
          <a:xfrm>
            <a:off x="896085" y="3810000"/>
            <a:ext cx="1097280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Swanthamaayonnume kaanhuvaan-illihe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Swanthamaai nee mathi yeshudevaa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Bandhukkalh mithrarum anthya samayame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Pinthirinjeedumaa-shokarangam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778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01751"/>
            <a:ext cx="12192000" cy="2438400"/>
          </a:xfrm>
        </p:spPr>
        <p:txBody>
          <a:bodyPr anchor="t"/>
          <a:lstStyle/>
          <a:p>
            <a:pPr defTabSz="2857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 കാത്തേകനായ് നിൻ വരവോർത്തു ഞാൻ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നാളെത്ര നീക്കിയെൻ യേശുദേവാ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പ്രപഞ്ചമോ മാറുമെന്നാകിലും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മാറാത്ത വാക്കു നീ തന്നതല്ലോ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3849D-A3F8-4599-BEEC-5078668AFFEE}"/>
              </a:ext>
            </a:extLst>
          </p:cNvPr>
          <p:cNvSpPr/>
          <p:nvPr/>
        </p:nvSpPr>
        <p:spPr>
          <a:xfrm>
            <a:off x="0" y="3810000"/>
            <a:ext cx="1219200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 kaaththekanaai nin varavorhththu njan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neekkiyen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prapanjamo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maarhumennaakilum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Maarhaaththa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thannathallo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390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01751"/>
            <a:ext cx="12192000" cy="2438400"/>
          </a:xfrm>
        </p:spPr>
        <p:txBody>
          <a:bodyPr anchor="t"/>
          <a:lstStyle/>
          <a:p>
            <a:pPr algn="l" defTabSz="2857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ആശ്വാസമേകുക വിശ്വാസ നായക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നശ്വരനാടകമാണീ ലോകം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ആശിഷമേകുക എൻശ്വാസം പോം വരെ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നിൻഗാനം പാടുവാൻ ശക്തി നൽക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3849D-A3F8-4599-BEEC-5078668AFFEE}"/>
              </a:ext>
            </a:extLst>
          </p:cNvPr>
          <p:cNvSpPr/>
          <p:nvPr/>
        </p:nvSpPr>
        <p:spPr>
          <a:xfrm>
            <a:off x="896085" y="3810000"/>
            <a:ext cx="1097280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Aashwaasamekuka vishwaasanaayaka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Nashwara-naadakamaanhee lokam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Aashishamekuka en shwaasam pom vare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Nin gaanam paaduvaan shakthi nalka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882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01751"/>
            <a:ext cx="12192000" cy="2438400"/>
          </a:xfrm>
        </p:spPr>
        <p:txBody>
          <a:bodyPr anchor="t"/>
          <a:lstStyle/>
          <a:p>
            <a:pPr defTabSz="2857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 കാത്തേകനായ് നിൻ വരവോർത്തു ഞാൻ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നാളെത്ര നീക്കിയെൻ യേശുദേവാ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പ്രപഞ്ചമോ മാറുമെന്നാകിലും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മാറാത്ത വാക്കു നീ തന്നതല്ലോ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3849D-A3F8-4599-BEEC-5078668AFFEE}"/>
              </a:ext>
            </a:extLst>
          </p:cNvPr>
          <p:cNvSpPr/>
          <p:nvPr/>
        </p:nvSpPr>
        <p:spPr>
          <a:xfrm>
            <a:off x="0" y="3810000"/>
            <a:ext cx="1219200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 kaaththekanaai nin varavorhththu njan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neekkiyen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prapanjamo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maarhumennaakilum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Maarhaaththa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thannathallo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4038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130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398 കാത്തു കാത്തേകനായ്</vt:lpstr>
      <vt:lpstr>1  കാത്തു കാത്തേകനായ് നിൻ വരവോർത്തു ഞാൻ    നാളെത്ര നീക്കിയെൻ യേശുദേവാ!   കാണും പ്രപഞ്ചമോ മാറുമെന്നാകിലും    മാറാത്ത വാക്കു നീ തന്നതല്ലോ</vt:lpstr>
      <vt:lpstr>2  സംസാര സാഗരേ നീന്തി നീന്തി  ഞാൻ    സന്താപത്താലുഴന്നീടുന്നയ്യോ    സന്തോഷമേകുവാൻ നിൻകൂടെ വാഴുവാൻ    സൗന്ദര്യപൊൻമുഖം കണ്ടിടുവാൻ </vt:lpstr>
      <vt:lpstr>കാത്തു കാത്തേകനായ് നിൻ വരവോർത്തു ഞാൻ  നാളെത്ര നീക്കിയെൻ യേശുദേവാ! കാണും പ്രപഞ്ചമോ മാറുമെന്നാകിലും  മാറാത്ത വാക്കു നീ തന്നതല്ലോ</vt:lpstr>
      <vt:lpstr>3  സ്വന്തമായൊന്നുമേ കാണുവാനില്ലിഹെ    സ്വന്തമായ് നീ മതി യേശുദേവാ    ബന്ധുക്കൾ മിത്രരും അന്ത്യസമയമേ    പിന്തിരിഞ്ഞീടുമാ ശോകരംഗം </vt:lpstr>
      <vt:lpstr>കാത്തു കാത്തേകനായ് നിൻ വരവോർത്തു ഞാൻ  നാളെത്ര നീക്കിയെൻ യേശുദേവാ! കാണും പ്രപഞ്ചമോ മാറുമെന്നാകിലും  മാറാത്ത വാക്കു നീ തന്നതല്ലോ</vt:lpstr>
      <vt:lpstr>4  ആശ്വാസമേകുക വിശ്വാസ നായക    നശ്വരനാടകമാണീ ലോകം    ആശിഷമേകുക എൻശ്വാസം പോം വരെ    നിൻഗാനം പാടുവാൻ ശക്തി നൽക </vt:lpstr>
      <vt:lpstr>കാത്തു കാത്തേകനായ് നിൻ വരവോർത്തു ഞാൻ  നാളെത്ര നീക്കിയെൻ യേശുദേവാ! കാണും പ്രപഞ്ചമോ മാറുമെന്നാകിലും  മാറാത്ത വാക്കു നീ തന്നതല്ലോ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Kaathu kaathekanaai</dc:title>
  <dc:creator>Digital Input:; GM JOHN; Acsah Mathews</dc:creator>
  <cp:lastModifiedBy>Acsah Mathews</cp:lastModifiedBy>
  <cp:revision>277</cp:revision>
  <dcterms:created xsi:type="dcterms:W3CDTF">2013-04-19T09:19:07Z</dcterms:created>
  <dcterms:modified xsi:type="dcterms:W3CDTF">2018-11-26T17:02:20Z</dcterms:modified>
</cp:coreProperties>
</file>