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1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330FC-EC86-433B-B6CA-BC80646DD92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08331-C586-424E-8B93-F14FC84EC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9397F-500B-403D-91FA-7CFE5F6EAC7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05B93-2DE4-4016-BA0E-E275F9D88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F1033-3FD5-46BC-9F8A-629987E1C51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5EC66-7756-403A-A474-C3B56B3D8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6D0B2-3E81-43CA-878B-1AF3065FC83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C2019-8E4B-40D0-B3A3-E1E073BE5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928AAC-7C54-4D4A-8C08-966E2484065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128C1-5B5C-4C48-A9A1-57702A0870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59236-BE21-421F-80C6-6D8DACAD76B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41819-C487-4B1D-891B-868A51610B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F5C93-C336-4A18-A52C-F9791F1DF33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D9170-6D2B-4E1C-BDD9-CE2AE9B8CF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D42B6-113C-4869-8C92-62DBA3B738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2D6EF-C1F5-433F-96BE-BC46E4C99A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37AE4-FC6D-4632-B960-16D6F2220E9A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5EBAD-864E-490E-9D83-78F3A81C84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71B-D0C0-4464-8DCB-780C4F6DD35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125B5-9CF9-4624-BECC-E6019980A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1E76C-6BE7-45AF-ACC2-86E931CCD7B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FEAB8-4943-4C96-B095-ECECF5D75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4D95E5-5C6F-4EE5-A684-B417F1593C8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6475F3B-C6AC-44AD-837F-DCD3593DF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25BB-EABA-4947-9F2F-F197AEE30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70026"/>
            <a:ext cx="10363200" cy="1752600"/>
          </a:xfrm>
        </p:spPr>
        <p:txBody>
          <a:bodyPr/>
          <a:lstStyle/>
          <a:p>
            <a:r>
              <a:rPr lang="en-US" dirty="0"/>
              <a:t>236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എനിക്കായ് ചിന്തി നിൻ രക്തം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84F9F-3577-4B33-8547-208040526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Enikkaai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chinthi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raktham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Just as I am – C.S. Elliott</a:t>
            </a:r>
          </a:p>
        </p:txBody>
      </p:sp>
    </p:spTree>
    <p:extLst>
      <p:ext uri="{BB962C8B-B14F-4D97-AF65-F5344CB8AC3E}">
        <p14:creationId xmlns:p14="http://schemas.microsoft.com/office/powerpoint/2010/main" val="384754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എനിക്കായ് ചിന്തി നിൻ രക്തം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ഇല്ലി തല്ലാ തൊരു ന്യായം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ഇപ്പോഴും നിൻ വിളി ഓർത്തു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 കുട്ടി! വരുന്നേൻ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Enikkaai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Illi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nyaayam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Ippozhum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വിവിധ സംശയങ്ങളാൽ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വിചാര പോരാട്ടങ്ങളാൽ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വിപത്തിൽ അകപ്പെട്ടു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 കുട്ടി! വരുന്നേൻ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Vividha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samshayangalhaal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Vichaara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pôraattangalhaal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Vipaththil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akapettu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974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ദാരിദ്ര്യാരിഷ്ടൻ കുരുടൻ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ധന സൌഖ്യങ്ങൾ കാഴ്ചയും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ദാനമായ്‌ നിങ്കൽ ലഭിപ്പാൻ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 കുട്ടി! വരുന്നേൻ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Daaridyarishtan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kurudan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Dhana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soukhyangalh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labhippaan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169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എന്നെ നീ കൈക്കൊണ്ടീടുമേ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എൻ പിഴ പോക്കി രക്ഷിക്കും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എന്നല്ലോ നിൻ വാഗ്ദത്തവും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ദേവാട്ടിൻ കുട്ടി! വരുന്നേൻ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Enney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kaikondeedumey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pizha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pôkki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vaagdaththavum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2280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അഗോചരമാം നിൻ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അഗാധ പ്രയാസം തീർത്തു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അയ്യോ നിന്‍റെ നിന്‍റേതാവാൻ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 കുട്ടി! വരുന്നേൻ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Agôcharamaam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Agaadha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prayaasam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theerththu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Ayyo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ninteythaavaan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400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26731"/>
            <a:ext cx="10896599" cy="26670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ആസ്വൈര സ്നേഹത്തിൻ നീളം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ആഴം ഉയരം വീതിയും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ആരാഞ്ഞറിഞ്ഞങ്ങോർക്കുവാൻ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 കുട്ടി! വരുന്നേൻ!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536F-D045-443C-AAA1-7889D4C3708B}"/>
              </a:ext>
            </a:extLst>
          </p:cNvPr>
          <p:cNvSpPr/>
          <p:nvPr/>
        </p:nvSpPr>
        <p:spPr>
          <a:xfrm>
            <a:off x="304800" y="3810000"/>
            <a:ext cx="9829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Aswaira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Aazham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veethiyum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Aaraanjarinjangorkkuvaan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Dèvaattin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6A0F-11F7-44CC-91FC-5144F8634EA2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280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121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236 എനിക്കായ് ചിന്തി നിൻ രക്തം</vt:lpstr>
      <vt:lpstr>എനിക്കായ് ചിന്തി നിൻ രക്തം  ഇല്ലി തല്ലാ തൊരു ന്യായം  ഇപ്പോഴും നിൻ വിളി ഓർത്തു  ദേവാട്ടിൻ കുട്ടി! വരുന്നേൻ</vt:lpstr>
      <vt:lpstr>വിവിധ സംശയങ്ങളാൽ  വിചാര പോരാട്ടങ്ങളാൽ  വിപത്തിൽ അകപ്പെട്ടു ഞാൻ  ദേവാട്ടിൻ കുട്ടി! വരുന്നേൻ </vt:lpstr>
      <vt:lpstr>ദാരിദ്ര്യാരിഷ്ടൻ കുരുടൻ  ധന സൌഖ്യങ്ങൾ കാഴ്ചയും  ദാനമായ്‌ നിങ്കൽ ലഭിപ്പാൻ  ദേവാട്ടിൻ കുട്ടി! വരുന്നേൻ </vt:lpstr>
      <vt:lpstr>എന്നെ നീ കൈക്കൊണ്ടീടുമേ  എൻ പിഴ പോക്കി രക്ഷിക്കും  എന്നല്ലോ നിൻ വാഗ്ദത്തവും  ദേവാട്ടിൻ കുട്ടി! വരുന്നേൻ </vt:lpstr>
      <vt:lpstr>അഗോചരമാം നിൻ സ്നേഹം  അഗാധ പ്രയാസം തീർത്തു  അയ്യോ നിന്‍റെ നിന്‍റേതാവാൻ  ദേവാട്ടിൻ കുട്ടി! വരുന്നേൻ </vt:lpstr>
      <vt:lpstr>ആസ്വൈര സ്നേഹത്തിൻ നീളം  ആഴം ഉയരം വീതിയും  ആരാഞ്ഞറിഞ്ഞങ്ങോർക്കുവാൻ  ദേവാട്ടിൻ കുട്ടി! വരുന്നേൻ!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Enikkai chinthi nin raktham</dc:title>
  <dc:creator>Digital Input:; GM JOHN; Acsah Mathews</dc:creator>
  <cp:lastModifiedBy>Acsah Mathews</cp:lastModifiedBy>
  <cp:revision>220</cp:revision>
  <dcterms:created xsi:type="dcterms:W3CDTF">2013-04-19T09:19:07Z</dcterms:created>
  <dcterms:modified xsi:type="dcterms:W3CDTF">2018-11-13T17:58:58Z</dcterms:modified>
</cp:coreProperties>
</file>