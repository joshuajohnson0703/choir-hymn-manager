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8" r:id="rId2"/>
    <p:sldId id="270" r:id="rId3"/>
    <p:sldId id="274" r:id="rId4"/>
    <p:sldId id="275" r:id="rId5"/>
    <p:sldId id="276" r:id="rId6"/>
    <p:sldId id="277" r:id="rId7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52" autoAdjust="0"/>
    <p:restoredTop sz="94660"/>
  </p:normalViewPr>
  <p:slideViewPr>
    <p:cSldViewPr>
      <p:cViewPr varScale="1">
        <p:scale>
          <a:sx n="40" d="100"/>
          <a:sy n="40" d="100"/>
        </p:scale>
        <p:origin x="84" y="91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F03D2C-C5A2-473F-8B6F-8D6502C50ABB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2EEFD9-5A37-4752-ADD2-F8EFC7BE773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8E67C9-C4F9-4EFD-88CC-7C18A57A8CD7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EBB38E-9B1F-4B49-8013-9CD6898C447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5EFB39-43D7-4EAA-8728-35567732B4A9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A7CA23-1959-4D09-82AE-19AE4CFE2C7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8126E5-6758-42E2-BCEA-29F8F89C0DC6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6B3733-565E-469F-B898-6235333BC30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35CC48-BE53-432C-9B8B-0B22B9B760F4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817E65-1E3E-42FC-989B-D89569CE60F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A89CE3-E575-466A-8338-27E889D4B715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11DB0C-D592-4C63-8726-AF320A5F381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1ABFFC-0D6B-4706-8808-46495A2AAB12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E30A55-099C-4F9A-92E6-64DA625331E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051349-AEDF-4E4C-8994-2DE790EB2F47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AA139F-A456-4549-BC4E-76A5D0CD9E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353E49-3285-4572-9AD7-C4BF392B08C2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4079E9-FE99-459A-BF64-26D9DF259A7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747C0A-E9C7-4627-9C92-E10F28D83A60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BCE968-0D92-43F7-B0A0-DD9CC5BF2E0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82AA0B-D218-44F6-A58E-3D51B8CCCCEE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6DA252-5D25-47A8-B96D-4C21DAEB734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840137AD-7335-494D-826B-9FFC7B4FAE4E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C5B69B3D-0688-423F-8F45-6C508ED4867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C7597-AAA9-46AD-B4C1-E4D1E699CE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130426"/>
            <a:ext cx="12192000" cy="1470025"/>
          </a:xfrm>
        </p:spPr>
        <p:txBody>
          <a:bodyPr/>
          <a:lstStyle/>
          <a:p>
            <a:r>
              <a:rPr lang="en-US" dirty="0"/>
              <a:t>66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ജീവനേ! എന്‍ ജീവനേ! നമോ! നമോ!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E58CE0-9726-4FFB-AAA8-D712525A93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074" y="3962400"/>
            <a:ext cx="12192000" cy="1752600"/>
          </a:xfrm>
        </p:spPr>
        <p:txBody>
          <a:bodyPr/>
          <a:lstStyle/>
          <a:p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Jeevaney!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en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jeevaney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!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Namo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!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Namo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!</a:t>
            </a:r>
          </a:p>
          <a:p>
            <a:r>
              <a:rPr lang="en-US" sz="3600" i="1" dirty="0">
                <a:solidFill>
                  <a:schemeClr val="bg1">
                    <a:lumMod val="65000"/>
                  </a:schemeClr>
                </a:solidFill>
              </a:rPr>
              <a:t>Tune: When Johnny comes marching home again</a:t>
            </a:r>
          </a:p>
        </p:txBody>
      </p:sp>
    </p:spTree>
    <p:extLst>
      <p:ext uri="{BB962C8B-B14F-4D97-AF65-F5344CB8AC3E}">
        <p14:creationId xmlns:p14="http://schemas.microsoft.com/office/powerpoint/2010/main" val="2202044670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4010" y="646448"/>
            <a:ext cx="12187989" cy="2806615"/>
          </a:xfrm>
        </p:spPr>
        <p:txBody>
          <a:bodyPr anchor="t"/>
          <a:lstStyle/>
          <a:p>
            <a:pPr algn="l" defTabSz="461963">
              <a:defRPr/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	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ജീവനേ! എന്‍ ജീവനേ! നമോ! നമോ!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(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2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)</a:t>
            </a:r>
            <a:br>
              <a:rPr lang="en-US" sz="1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en-US" sz="1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പാപികള്‍ക്കമിതാനന്ദ..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പ്രദനാം കൃപാകര! – നീ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വാ-വാ-വാനോര്‍ വാഴ്ത്തും നായകാ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! 		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ഞങ്ങളിൽ - വാ-വാ-വാനോര്‍ വാഴ്ത്തും നായകാ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! 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066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F104DE7-9428-488F-B322-0A9320840F19}"/>
              </a:ext>
            </a:extLst>
          </p:cNvPr>
          <p:cNvSpPr/>
          <p:nvPr/>
        </p:nvSpPr>
        <p:spPr>
          <a:xfrm>
            <a:off x="-8021" y="4117482"/>
            <a:ext cx="12187988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Jeevaney!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jeevaney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Namo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Namo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(2) </a:t>
            </a:r>
          </a:p>
          <a:p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Paapikalhkkamithaananda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- </a:t>
            </a:r>
          </a:p>
          <a:p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Pradanaam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kripaakara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- Nee </a:t>
            </a:r>
          </a:p>
          <a:p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vaanor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vaazhthum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naayaka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– </a:t>
            </a:r>
          </a:p>
          <a:p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njangalhil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vaanor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vaazhthum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naayaka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4011" y="492501"/>
            <a:ext cx="12187989" cy="3471034"/>
          </a:xfrm>
        </p:spPr>
        <p:txBody>
          <a:bodyPr anchor="t"/>
          <a:lstStyle/>
          <a:p>
            <a:pPr algn="l" defTabSz="461963">
              <a:defRPr/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പാപനാശകാരണാ! നമോ-നമോ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(2)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പാരിതില്‍ നരനായുദിച്ച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പരാപരപ്പൊരുളേ! –നീ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വാ-വാ-വാനോര്‍ വാഴ്ത്തും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നായകാ!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							 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ഞങ്ങളിൽ - വാ...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066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F104DE7-9428-488F-B322-0A9320840F19}"/>
              </a:ext>
            </a:extLst>
          </p:cNvPr>
          <p:cNvSpPr/>
          <p:nvPr/>
        </p:nvSpPr>
        <p:spPr>
          <a:xfrm>
            <a:off x="0" y="3963535"/>
            <a:ext cx="12187988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1. </a:t>
            </a: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Paapa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naasha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kaaranha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namo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namo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(2)</a:t>
            </a: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Paarithil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naranaayudichu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Paraa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paraporulhey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– Nee </a:t>
            </a: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vaanor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vaazhthum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naayaka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		–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njangalhil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3632133344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4011" y="492501"/>
            <a:ext cx="12187989" cy="3241299"/>
          </a:xfrm>
        </p:spPr>
        <p:txBody>
          <a:bodyPr anchor="t"/>
          <a:lstStyle/>
          <a:p>
            <a:pPr algn="l" defTabSz="461963">
              <a:defRPr/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2	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സര്‍വ്വലോക നായകാ! നമോ-നമോ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(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2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)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ജീവനറ്റവരില്‍ കനിഞ്ഞ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നിരാമയ! വരദാ-നീ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വാ-വാ-വാനോര്‍ വാഴ്ത്തും നായകാ!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							 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ഞങ്ങളിൽ - വാ...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066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F104DE7-9428-488F-B322-0A9320840F19}"/>
              </a:ext>
            </a:extLst>
          </p:cNvPr>
          <p:cNvSpPr/>
          <p:nvPr/>
        </p:nvSpPr>
        <p:spPr>
          <a:xfrm>
            <a:off x="0" y="3963535"/>
            <a:ext cx="12187988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2. </a:t>
            </a: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Sarvaloka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naayaka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namo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namo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(2)</a:t>
            </a: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Jeevanatavaril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kaninja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-</a:t>
            </a: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Niramaya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varada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nee</a:t>
            </a: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vaanor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vaazhthum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naayaka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		–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njangalhil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961479896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4011" y="492501"/>
            <a:ext cx="12187989" cy="3241299"/>
          </a:xfrm>
        </p:spPr>
        <p:txBody>
          <a:bodyPr anchor="t"/>
          <a:lstStyle/>
          <a:p>
            <a:pPr algn="l" defTabSz="461963">
              <a:defRPr/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3	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ജീവജാലപാലകാ നമോ-നമോ(2)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ദിവ്യകാന്തിയില്‍ ശോഭിച്ചന്ധത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മാറ്റും ഭാസ്കരാ!-നീ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വാ-വാ-വാനോര്‍ വാഴ്ത്തും നായകാ! 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												 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ഞങ്ങളിൽ - വാ...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066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F104DE7-9428-488F-B322-0A9320840F19}"/>
              </a:ext>
            </a:extLst>
          </p:cNvPr>
          <p:cNvSpPr/>
          <p:nvPr/>
        </p:nvSpPr>
        <p:spPr>
          <a:xfrm>
            <a:off x="0" y="3963535"/>
            <a:ext cx="12187988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3. </a:t>
            </a: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Jeeva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jaala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paalaka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namo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namo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(2)</a:t>
            </a: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Divya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kaanthiyil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shobhichandhatha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Maattum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bhaaskara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Nee</a:t>
            </a: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vaanor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vaazhthum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naayaka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		    –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njangalhil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3067866266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4011" y="492501"/>
            <a:ext cx="12187989" cy="3241299"/>
          </a:xfrm>
        </p:spPr>
        <p:txBody>
          <a:bodyPr anchor="t"/>
          <a:lstStyle/>
          <a:p>
            <a:pPr algn="l" defTabSz="461963">
              <a:defRPr/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4	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 മന്നവേന്ദ്ര! സാദരം നമോ-നമോ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(2)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മനുകുലത്തി നീവലിയ രക്ഷ നല്‍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കിയ ദയാപരാ!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-നീ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വാ-വാ-വാനോര്‍ വാഴ്ത്തും നായകാ! 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												 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ഞങ്ങളിൽ - വാ...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066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F104DE7-9428-488F-B322-0A9320840F19}"/>
              </a:ext>
            </a:extLst>
          </p:cNvPr>
          <p:cNvSpPr/>
          <p:nvPr/>
        </p:nvSpPr>
        <p:spPr>
          <a:xfrm>
            <a:off x="0" y="3733800"/>
            <a:ext cx="12187988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4. </a:t>
            </a: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Mannavendra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saadaram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namo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namo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(2)</a:t>
            </a: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Manu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kulaththi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neevaliya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raksha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nal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-</a:t>
            </a: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kiya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daayapara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Nee</a:t>
            </a: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vaanor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vaazhthum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naayaka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	   	 –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njangalhil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..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C4D3DAF-30E7-4659-8A39-E339D2BD2FB6}"/>
              </a:ext>
            </a:extLst>
          </p:cNvPr>
          <p:cNvSpPr/>
          <p:nvPr/>
        </p:nvSpPr>
        <p:spPr>
          <a:xfrm>
            <a:off x="10045264" y="3778869"/>
            <a:ext cx="21547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b="1" dirty="0"/>
              <a:t>(റ്റി. ജെ. വർക്കി)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F8D76D-3604-48F1-AFA3-3B80F5FCDBB1}"/>
              </a:ext>
            </a:extLst>
          </p:cNvPr>
          <p:cNvSpPr/>
          <p:nvPr/>
        </p:nvSpPr>
        <p:spPr>
          <a:xfrm>
            <a:off x="10673065" y="6487303"/>
            <a:ext cx="152695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(T.J. </a:t>
            </a:r>
            <a:r>
              <a:rPr lang="en-US" dirty="0" err="1">
                <a:solidFill>
                  <a:srgbClr val="000000"/>
                </a:solidFill>
              </a:rPr>
              <a:t>Varkey</a:t>
            </a:r>
            <a:r>
              <a:rPr lang="en-US" dirty="0">
                <a:solidFill>
                  <a:srgbClr val="000000"/>
                </a:solidFill>
              </a:rPr>
              <a:t>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2941994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394</TotalTime>
  <Words>176</Words>
  <Application>Microsoft Office PowerPoint</Application>
  <PresentationFormat>Widescreen</PresentationFormat>
  <Paragraphs>40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Kartika</vt:lpstr>
      <vt:lpstr>Office Theme</vt:lpstr>
      <vt:lpstr>66 ജീവനേ! എന്‍ ജീവനേ! നമോ! നമോ!</vt:lpstr>
      <vt:lpstr>    ജീവനേ! എന്‍ ജീവനേ! നമോ! നമോ! (2)  പാപികള്‍ക്കമിതാനന്ദ.. പ്രദനാം കൃപാകര! – നീ വാ-വാ-വാനോര്‍ വാഴ്ത്തും നായകാ!    ഞങ്ങളിൽ - വാ-വാ-വാനോര്‍ വാഴ്ത്തും നായകാ! </vt:lpstr>
      <vt:lpstr>1   പാപനാശകാരണാ! നമോ-നമോ (2)  പാരിതില്‍ നരനായുദിച്ച   പരാപരപ്പൊരുളേ! –നീ  വാ-വാ-വാനോര്‍ വാഴ്ത്തും നായകാ!                     ഞങ്ങളിൽ - വാ...</vt:lpstr>
      <vt:lpstr>2   സര്‍വ്വലോക നായകാ! നമോ-നമോ (2)  ജീവനറ്റവരില്‍ കനിഞ്ഞ-  നിരാമയ! വരദാ-നീ  വാ-വാ-വാനോര്‍ വാഴ്ത്തും നായകാ!                    ഞങ്ങളിൽ - വാ...</vt:lpstr>
      <vt:lpstr>3   ജീവജാലപാലകാ നമോ-നമോ(2)  ദിവ്യകാന്തിയില്‍ ശോഭിച്ചന്ധത   മാറ്റും ഭാസ്കരാ!-നീ  വാ-വാ-വാനോര്‍ വാഴ്ത്തും നായകാ!                         ഞങ്ങളിൽ - വാ...</vt:lpstr>
      <vt:lpstr>4    മന്നവേന്ദ്ര! സാദരം നമോ-നമോ (2)  മനുകുലത്തി നീവലിയ രക്ഷ നല്‍-  കിയ ദയാപരാ! -നീ  വാ-വാ-വാനോര്‍ വാഴ്ത്തും നായകാ!                         ഞങ്ങളിൽ - വാ...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Jeevane en jeevane</dc:title>
  <dc:creator>Digital Input:; GM JOHN; Acsah Mathews</dc:creator>
  <cp:lastModifiedBy>Acsah Mathews</cp:lastModifiedBy>
  <cp:revision>140</cp:revision>
  <dcterms:created xsi:type="dcterms:W3CDTF">2013-04-19T09:19:07Z</dcterms:created>
  <dcterms:modified xsi:type="dcterms:W3CDTF">2018-10-31T15:52:36Z</dcterms:modified>
</cp:coreProperties>
</file>