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0" r:id="rId3"/>
    <p:sldId id="273" r:id="rId4"/>
    <p:sldId id="274" r:id="rId5"/>
    <p:sldId id="277" r:id="rId6"/>
    <p:sldId id="275" r:id="rId7"/>
    <p:sldId id="276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CC54D1-D30E-42BC-898E-0AAEF1723828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9C03D-D582-4DB5-823A-FDCB9E19E0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A03B57-C0AC-4923-B6DF-D289562459C6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861C6-AAE9-4BA8-99B3-BAFD307028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8EC8D3-6624-445F-B303-D8296EC97C0A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905868-21DA-42E3-BA22-CC1DA9F09C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2AC47F-F8E9-45B9-BA39-C2749CA18EB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4BA3AB-8DF5-4F89-B776-0131D03052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B452DE-1F57-4D14-9958-09C2A81C57F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707508-2578-4DBA-B3D8-695BB69D2F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A8D99-30E9-4A0C-B0B3-BDEE3F20FB0D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92F12-9AF9-4D97-ABF6-29F5C6F17A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3E0DCB-C936-44C7-9696-0101F3E32A15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9BF9E-7A40-4113-99BC-BE219BDAD3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83F3BC-F9AF-41D0-8B06-11A666BA3B34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6FFC28-2BC5-41A3-BC1F-B792379E18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C234AE-1FD1-4843-996A-E85EC6777357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B8A68-CBB4-4884-9D67-60973B59F4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A4E840-E51F-4557-898D-A412CB42DFE7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18C71-1781-4EC6-9DCD-069E037A50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761316-1F84-4BE2-BAD4-1F5F0F054695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28ADA8-3D79-4049-874E-C2F135F083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B15F67C-4DF2-47DB-AFE2-F508B6660F24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3876B6C-69B1-440F-B61F-E5EB5F2367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72E84-B096-4E8F-994F-A8F2EEC58C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395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ആനന്ദമാനന്ദമാനന്ദമേ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A86FCB-4BF3-4752-A4B8-23FCF9D51D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Aanandam-aanandam-aanandame 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909412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97012"/>
            <a:ext cx="12192000" cy="28194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ആനന്ദമാനന്ദമാനന്ദമേ –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ആനന്ദമാനന്ദമാനന്ദമേ..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ഞാനെന്‍റെ പ്രിയനേശുവിൻ കൂടെ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വാഴുന്ന ജീവിതമേ...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6C088B-B73C-4EE9-9259-709B4917DF8E}"/>
              </a:ext>
            </a:extLst>
          </p:cNvPr>
          <p:cNvSpPr/>
          <p:nvPr/>
        </p:nvSpPr>
        <p:spPr>
          <a:xfrm>
            <a:off x="1859" y="3613679"/>
            <a:ext cx="10515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Aanandam-aanandam-aanandame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Aanandam-aanandame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Njanenete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priyaneshuvin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koode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Vaazhunna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jeevithame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97012"/>
            <a:ext cx="12192000" cy="28194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2	മാലിന്യമേശാതെ കാത്തിടുന്ന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സൗഭാഗ്യമാം ജീവിതം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ഞാൻ പിന്നെ വാഴും	തേജസ്സുമോർത്താൽ -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ഹാ! എത്ര മോദമതേ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6C088B-B73C-4EE9-9259-709B4917DF8E}"/>
              </a:ext>
            </a:extLst>
          </p:cNvPr>
          <p:cNvSpPr/>
          <p:nvPr/>
        </p:nvSpPr>
        <p:spPr>
          <a:xfrm>
            <a:off x="1859" y="3613679"/>
            <a:ext cx="10515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Maalinyameshaathe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kaaththidunna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Soubhaagyamaam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jeevitham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pinne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vaazhum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thejassum-orththaal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Ha!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Ethra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modamathe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41145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97012"/>
            <a:ext cx="12192000" cy="28194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3	ഭൂലോക ജീവിതകാലമെല്ലാം –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വിജയമായ് കാത്തതാൽ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ദേവകുമാരനേശുവിൻ പാദെ –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നാൾ തോറും വീഴുന്നേ ഞാൻ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6C088B-B73C-4EE9-9259-709B4917DF8E}"/>
              </a:ext>
            </a:extLst>
          </p:cNvPr>
          <p:cNvSpPr/>
          <p:nvPr/>
        </p:nvSpPr>
        <p:spPr>
          <a:xfrm>
            <a:off x="1859" y="3613679"/>
            <a:ext cx="10515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Bhooloka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jeevitha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kaalamellaam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Vijayamaai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kaaththathaal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Devakumaaran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Naalhthorhum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veezhunne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01437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97012"/>
            <a:ext cx="12192000" cy="28194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3	ഭൂലോക ജീവിതകാലമെല്ലാം –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വിജയമായ് കാത്തതാൽ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ദേവകുമാരനേശുവിൻ പാദെ –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നാൾ തോറും വീഴുന്നേ ഞാൻ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6C088B-B73C-4EE9-9259-709B4917DF8E}"/>
              </a:ext>
            </a:extLst>
          </p:cNvPr>
          <p:cNvSpPr/>
          <p:nvPr/>
        </p:nvSpPr>
        <p:spPr>
          <a:xfrm>
            <a:off x="1859" y="3613679"/>
            <a:ext cx="10515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Bhooloka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jeevitha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kaalamellaam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Vijayamaai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kaaththathaal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Devakumaaran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Naalhthorhum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veezhunne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0725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97012"/>
            <a:ext cx="12192000" cy="28194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4	താതന്‍റെ രാജ്യം പൂകിടുമ്പോൾ -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സ്ഥാനമാനം ഏകുമേ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ഞാനന്നു പാടും പാട്ടുകൾ കേട്ടാൽ -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ആരുഗ്രഹിച്ചീടുമോ?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6C088B-B73C-4EE9-9259-709B4917DF8E}"/>
              </a:ext>
            </a:extLst>
          </p:cNvPr>
          <p:cNvSpPr/>
          <p:nvPr/>
        </p:nvSpPr>
        <p:spPr>
          <a:xfrm>
            <a:off x="1859" y="3613679"/>
            <a:ext cx="10515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Thaathante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rajyam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pookidumbolh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Sthaana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aekume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Njanannu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paattukalh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kettaal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grahicheedumo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55876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97012"/>
            <a:ext cx="12192000" cy="28194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5	ദേവാധിദേവൻ വീണ്ടെടുത്ത-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തേജസ്സേറും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കാന്തയെ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കാണുന്നേരം - ദൂതഗണങ്ങൾ 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ആശ്ചര്യം കൂറിടുമേ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6C088B-B73C-4EE9-9259-709B4917DF8E}"/>
              </a:ext>
            </a:extLst>
          </p:cNvPr>
          <p:cNvSpPr/>
          <p:nvPr/>
        </p:nvSpPr>
        <p:spPr>
          <a:xfrm>
            <a:off x="1859" y="3613679"/>
            <a:ext cx="10515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Devaadi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devan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veendeduththa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Thejasserhum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kaanthaye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Kaanhunna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dootha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ganhangalh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Aashcharyam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koorhidume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3408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79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395 ആനന്ദമാനന്ദമാനന്ദമേ</vt:lpstr>
      <vt:lpstr>1 ആനന്ദമാനന്ദമാനന്ദമേ –   ആനന്ദമാനന്ദമാനന്ദമേ..  ഞാനെന്‍റെ പ്രിയനേശുവിൻ കൂടെ  വാഴുന്ന ജീവിതമേ...</vt:lpstr>
      <vt:lpstr>2 മാലിന്യമേശാതെ കാത്തിടുന്ന   സൗഭാഗ്യമാം ജീവിതം   ഞാൻ പിന്നെ വാഴും തേജസ്സുമോർത്താൽ -   ഹാ! എത്ര മോദമതേ </vt:lpstr>
      <vt:lpstr>3 ഭൂലോക ജീവിതകാലമെല്ലാം –   വിജയമായ് കാത്തതാൽ   ദേവകുമാരനേശുവിൻ പാദെ –   നാൾ തോറും വീഴുന്നേ ഞാൻ </vt:lpstr>
      <vt:lpstr>3 ഭൂലോക ജീവിതകാലമെല്ലാം –   വിജയമായ് കാത്തതാൽ   ദേവകുമാരനേശുവിൻ പാദെ –   നാൾ തോറും വീഴുന്നേ ഞാൻ </vt:lpstr>
      <vt:lpstr>4 താതന്‍റെ രാജ്യം പൂകിടുമ്പോൾ -   സ്ഥാനമാനം ഏകുമേ  ഞാനന്നു പാടും പാട്ടുകൾ കേട്ടാൽ -   ആരുഗ്രഹിച്ചീടുമോ?</vt:lpstr>
      <vt:lpstr>5 ദേവാധിദേവൻ വീണ്ടെടുത്ത-  തേജസ്സേറും കാന്തയെ   കാണുന്നേരം - ദൂതഗണങ്ങൾ -  ആശ്ചര്യം കൂറിടുമേ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Aanandam aanandam aanandame</dc:title>
  <dc:creator>Digital Input; GM JOHN; Acsah Mathews</dc:creator>
  <cp:lastModifiedBy>Acsah Mathews</cp:lastModifiedBy>
  <cp:revision>229</cp:revision>
  <dcterms:created xsi:type="dcterms:W3CDTF">2013-04-19T09:19:07Z</dcterms:created>
  <dcterms:modified xsi:type="dcterms:W3CDTF">2018-11-26T16:22:17Z</dcterms:modified>
</cp:coreProperties>
</file>