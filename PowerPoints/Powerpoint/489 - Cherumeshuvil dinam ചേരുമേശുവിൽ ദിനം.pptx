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0" r:id="rId5"/>
    <p:sldId id="264" r:id="rId6"/>
    <p:sldId id="262" r:id="rId7"/>
    <p:sldId id="265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2A9B6-50A9-4FD5-AE34-6984FA403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F301C-5D10-4ED3-B388-B8809A092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6AF46-7F0C-4B88-8683-30048634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E9627-C184-4D98-877E-E9FD46C61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54DF-133D-48FD-B694-261A4E05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5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26E97-82FE-42C3-83CB-8D58FCEB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56286-B12B-4D89-8A4D-15C78B671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E7D5B-424D-4603-9B0A-A247C279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894C8-3C4C-4A7E-BB17-037042B2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C80AD-A522-4058-B751-53F3ECE2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6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0771-7FA9-47C5-8A5D-C03B28919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5C5C1-C67B-4D52-9BD6-07036A277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A6CE1-093A-456B-B962-1B0FA28C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91AD-C9B7-4A23-A59E-A1E84377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C48D9-CB17-4817-9105-0F5291EC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3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AAC5-F7D5-4909-8906-4C261976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9B6C1-F0CE-4992-BE6A-43769C1C7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32D44-A96E-41B9-AC4D-2D6F0E0A7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2BEA6-B4A8-4CF9-97CB-D848AAE30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A8D43-305A-4707-BCEB-800EC034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98ECE-C365-460F-9370-A6BA1901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4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434D-67EF-417F-AEE0-A74A7374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5F599-0873-47F7-9B6A-FD6F53BA4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0DD74-25FD-4BEB-BA7C-18F13CE0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D02188-F884-4D37-A02D-7B0CD0A3B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3A251D-7AD7-4A51-9725-1EEEB3A9D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E917A-3080-47B4-A410-0672A7CD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3B867-D002-46CD-911D-1A420C831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134F0-0AFD-4429-9864-AAB1552A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6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F392-9A84-4001-975E-970DD927B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F72AB-4129-4512-8CE5-16F06BCA3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92A0F-71BB-4404-BB93-F75EAC8C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CC4A5-BB7F-425B-BA3F-EB7D7A13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53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945D3C-BCDF-4620-8012-86374E798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9DDA2C-58B3-41D1-826C-00B29667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36BF1-6ECE-44E2-8572-90AAD95A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2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6DDA1-8817-45BF-878D-89B0984AD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2A6DE-8166-4711-B16A-48CAD9918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79D8D-9836-4369-8529-AEEDFC756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C5B46-1820-4358-BC67-9837DFE87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9DEFC-D68C-4439-B5AC-07D4C3F2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2249D-174E-4697-93D2-02D06D19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167C-A323-424A-B171-6BDDCBC6C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F2CC6F-D2AA-4221-822C-E57E2E064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EBF90-D3D9-4A84-9BB2-A58D7B324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28283-45B3-4F3F-BF69-393824B0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FCFF0-ABFF-48E3-8259-9810510F8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24490-E260-4015-99E4-D17026DB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8D82-BA73-4FC8-BC58-008EF248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B78B3-A6B2-49B8-A54D-4B0671A67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3A362-726C-4032-A607-DD8462AB0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753EF-0229-4B20-A2A5-66344908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15ADB-2095-4850-91EB-9040C40C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1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D51DB-B631-42F3-B80F-CCE8DD64D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599E7-09C8-4216-B2B9-47D69E9CD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EEAC4-4F67-4939-A574-5ABB9CE89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E2252-87C4-41CA-84DB-9E5F3984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6B3E0-E282-4D14-9E5B-F52CB588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5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47B8A9-4E98-4262-BFC9-1A4EF0C92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CF4B5-3F11-4FB8-9EDE-3F7DF9323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BF604-0CFF-423E-8784-A26EF0433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2B545-E042-4A3D-BDB1-B74B31CF1549}" type="datetimeFigureOut">
              <a:rPr lang="en-US" smtClean="0"/>
              <a:t>3/4/2023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3505C-F5E0-4B3D-9678-7DB326326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18AAE-0557-4F93-AD41-006DD1D03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C75A9-23DE-4F5A-BDEE-178D9DFFE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5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489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ചേരുമേശുവിൽ ദിനം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3"/>
            <a:ext cx="12191999" cy="2400178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Cherumesuvil </a:t>
            </a:r>
            <a:r>
              <a:rPr lang="en-US" sz="4000" b="1" dirty="0" err="1">
                <a:solidFill>
                  <a:srgbClr val="002060"/>
                </a:solidFill>
              </a:rPr>
              <a:t>dinam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Simply trusting </a:t>
            </a:r>
            <a:r>
              <a:rPr lang="en-US" sz="3800" i="1" dirty="0" err="1">
                <a:solidFill>
                  <a:schemeClr val="accent1">
                    <a:lumMod val="75000"/>
                  </a:schemeClr>
                </a:solidFill>
              </a:rPr>
              <a:t>ev’ry</a:t>
            </a:r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 day </a:t>
            </a:r>
            <a:r>
              <a:rPr lang="en-US" sz="3400" i="1" dirty="0">
                <a:solidFill>
                  <a:schemeClr val="accent1">
                    <a:lumMod val="75000"/>
                  </a:schemeClr>
                </a:solidFill>
              </a:rPr>
              <a:t>– </a:t>
            </a:r>
          </a:p>
          <a:p>
            <a:r>
              <a:rPr lang="en-US" sz="3400" i="1" dirty="0">
                <a:solidFill>
                  <a:schemeClr val="accent1">
                    <a:lumMod val="75000"/>
                  </a:schemeClr>
                </a:solidFill>
              </a:rPr>
              <a:t>E. Page, Ira D. Sankey</a:t>
            </a: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565637" y="1056651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ചേരുമേശുവിൽ ദിനം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മാരുതൻ മാകഠിനം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വിശ്വാസം ദുർബ്ബലം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താൻ സർവ്വാശ്രയം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87569" y="3429000"/>
            <a:ext cx="101990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Cherumesuvil </a:t>
            </a:r>
            <a:r>
              <a:rPr lang="en-US" sz="3600" b="1" dirty="0" err="1">
                <a:solidFill>
                  <a:srgbClr val="002060"/>
                </a:solidFill>
              </a:rPr>
              <a:t>dinam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Maaruthan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maa-kadinam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En </a:t>
            </a:r>
            <a:r>
              <a:rPr lang="en-US" sz="3600" b="1" dirty="0" err="1">
                <a:solidFill>
                  <a:srgbClr val="002060"/>
                </a:solidFill>
              </a:rPr>
              <a:t>viswasam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durbalam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Yesu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Sarvvasrayam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7453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-1" y="511274"/>
            <a:ext cx="12192000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നാളുകൾ ഗമിക്കിലും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മാത്രകൾ പറക്കിലും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എന്തെല്ലാം ഭവിക്കിലും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താന്‍ സർവ്വാശ്രയം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29000"/>
            <a:ext cx="12191999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Naalhukalh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Gamikkilum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Maathrakalh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Parhakkilum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Enthellam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Bhavikkilum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Sarvvashrayam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489</a:t>
            </a:r>
          </a:p>
        </p:txBody>
      </p:sp>
    </p:spTree>
    <p:extLst>
      <p:ext uri="{BB962C8B-B14F-4D97-AF65-F5344CB8AC3E}">
        <p14:creationId xmlns:p14="http://schemas.microsoft.com/office/powerpoint/2010/main" val="131386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565637" y="1056651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പാതശോഭയാം നേരം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പാടും ഞാൻ അത്യധികം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ക്ഷീണമെങ്കിലെൻ വഴി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യാചിക്കും ക്ഷണം പ്രതി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87569" y="3429000"/>
            <a:ext cx="105038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shobhayaam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neram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Paadum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athyadhikam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Ksheena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menkilen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vazhi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Yaachikkum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kshanam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prathi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9422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-1" y="511274"/>
            <a:ext cx="12192000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നാളുകൾ ഗമിക്കിലും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മാത്രകൾ പറക്കിലും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എന്തെല്ലാം ഭവിക്കിലും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താന്‍ സർവ്വാശ്രയം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29000"/>
            <a:ext cx="12191999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Naalhukalh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Gamikkilum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Maathrakalh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Parhakkilum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Enthellam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Bhavikkilum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Sarvvashrayam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489</a:t>
            </a:r>
          </a:p>
        </p:txBody>
      </p:sp>
    </p:spTree>
    <p:extLst>
      <p:ext uri="{BB962C8B-B14F-4D97-AF65-F5344CB8AC3E}">
        <p14:creationId xmlns:p14="http://schemas.microsoft.com/office/powerpoint/2010/main" val="2706029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565637" y="1056651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ആപത്തിൽ ഞാൻ വിളിക്കും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നിശ്ചയം കേൾക്കും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ശ്രേഷ്ഠ സങ്കേതം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താൻ സർവ്വാശ്രയം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87569" y="3429000"/>
            <a:ext cx="105038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shobhayaam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neram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Paadum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athyadhikam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Ksheena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menkilen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vazhi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Yaachikkum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kshanam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prathi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7197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-1" y="511274"/>
            <a:ext cx="12192000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നാളുകൾ ഗമിക്കിലും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മാത്രകൾ പറക്കിലും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എന്തെല്ലാം ഭവിക്കിലും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താന്‍ സർവ്വാശ്രയം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29000"/>
            <a:ext cx="12191999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Naalhukalh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Gamikkilum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Maathrakalh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Parhakkilum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Enthellam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Bhavikkilum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Sarvvashrayam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489</a:t>
            </a:r>
          </a:p>
        </p:txBody>
      </p:sp>
    </p:spTree>
    <p:extLst>
      <p:ext uri="{BB962C8B-B14F-4D97-AF65-F5344CB8AC3E}">
        <p14:creationId xmlns:p14="http://schemas.microsoft.com/office/powerpoint/2010/main" val="178729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565637" y="1056651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ജീവകാലമൊക്കെയും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കല്‍പാന്തകാലം വരെ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സ്വർഗ്ഗം ചേരാനെൻ ബലം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താന്‍ സർവ്വാശ്രയം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187569" y="3429000"/>
            <a:ext cx="105038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shobhayaam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neram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Paadum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athyadhikam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Ksheena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menkilen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vazhi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Yaachikkum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kshanam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prathi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2625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-1" y="511274"/>
            <a:ext cx="12192000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നാളുകൾ ഗമിക്കിലും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മാത്രകൾ പറക്കിലും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എന്തെല്ലാം ഭവിക്കിലും</a:t>
            </a:r>
          </a:p>
          <a:p>
            <a:pPr algn="ctr"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 താന്‍ സർവ്വാശ്രയം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29000"/>
            <a:ext cx="12191999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Naalhukalh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Gamikkilum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Maathrakalh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Parhakkilum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Enthellam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Bhavikkilum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Sarvvashrayam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489</a:t>
            </a:r>
          </a:p>
        </p:txBody>
      </p:sp>
    </p:spTree>
    <p:extLst>
      <p:ext uri="{BB962C8B-B14F-4D97-AF65-F5344CB8AC3E}">
        <p14:creationId xmlns:p14="http://schemas.microsoft.com/office/powerpoint/2010/main" val="1679212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Kartika</vt:lpstr>
      <vt:lpstr>Office Theme</vt:lpstr>
      <vt:lpstr>489 ചേരുമേശുവിൽ ദിനം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Cherumeshuvil dinam</dc:title>
  <dc:creator>Acsah Mathews</dc:creator>
  <cp:lastModifiedBy>Manu Abraham</cp:lastModifiedBy>
  <cp:revision>2</cp:revision>
  <dcterms:created xsi:type="dcterms:W3CDTF">2018-12-03T15:11:48Z</dcterms:created>
  <dcterms:modified xsi:type="dcterms:W3CDTF">2023-03-05T02:45:41Z</dcterms:modified>
</cp:coreProperties>
</file>