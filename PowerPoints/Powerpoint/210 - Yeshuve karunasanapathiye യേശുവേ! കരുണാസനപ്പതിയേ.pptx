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80" r:id="rId5"/>
    <p:sldId id="276" r:id="rId6"/>
    <p:sldId id="281" r:id="rId7"/>
    <p:sldId id="277" r:id="rId8"/>
    <p:sldId id="282" r:id="rId9"/>
    <p:sldId id="278" r:id="rId10"/>
    <p:sldId id="283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66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C0485-DE44-45A5-AB3E-B2E5897C44C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C1D1E-6A44-4711-8933-AE3A9CCAF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C680E-AA92-4420-85A6-126F37D2A51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14624C-FCEF-4C41-B5B9-23B5BAE29E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9228D-9B4C-4569-82FF-8A57B491FA5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DA1D8-E601-4E74-AE55-E22D90CA43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E2B81-F035-464B-8732-DDC63D0817B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FDDA5C-5B58-409B-9185-1A366C7E60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6A437-AC53-4727-8328-F0993701B98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8BF03-1116-453E-BE45-605B9152C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F71E1-377E-4CF2-AC28-66CACCD1BEA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4D1B1-B8CE-4DB9-8FF3-EDB242908C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761B0D-32D6-459F-A216-E545FE16D60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73AD1-B758-4D47-BE00-4FDB199D68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E4D28-96FD-44CD-AE24-4E9534F1F7A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EEAC7-0188-48C1-9288-12A3D9E89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75ACC-8846-412B-A615-812607D8F8D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8FF66-1C94-42AD-BF68-ABD6BADD67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D7392-F054-4857-978A-CF4FEA86A48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7C995-6F0E-4A04-8526-B269B56CE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A6D61-0F5F-4A0C-BCF9-770C988AE43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40321-22BE-45A4-A13E-11B8E486DA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B0B87E-16F0-4151-9AF7-783AA191466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4EEAAA-0CC4-4D48-89AB-20C15A5B9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91EB-4ECB-4600-895F-263DABBA7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210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യേശുവേ! കരുണാസനപ്പതിയേ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39358-EDC5-48E7-84F8-80DA70C76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Yeshuve</a:t>
            </a:r>
            <a:r>
              <a:rPr lang="en-US" sz="4000" b="1" dirty="0">
                <a:solidFill>
                  <a:schemeClr val="tx2"/>
                </a:solidFill>
              </a:rPr>
              <a:t>! </a:t>
            </a:r>
            <a:r>
              <a:rPr lang="en-US" sz="4000" b="1" dirty="0" err="1">
                <a:solidFill>
                  <a:schemeClr val="tx2"/>
                </a:solidFill>
              </a:rPr>
              <a:t>Karunhaasanappathiye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700F3-185A-4AF9-9E07-18D6F6486C88}"/>
              </a:ext>
            </a:extLst>
          </p:cNvPr>
          <p:cNvSpPr/>
          <p:nvPr/>
        </p:nvSpPr>
        <p:spPr>
          <a:xfrm>
            <a:off x="1854200" y="5391149"/>
            <a:ext cx="41777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(മാണി ജോണ്‍ കൊച്ചുകുഞ്ഞ്)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65B99-A4EA-4FC3-867A-96D75D7E7204}"/>
              </a:ext>
            </a:extLst>
          </p:cNvPr>
          <p:cNvSpPr/>
          <p:nvPr/>
        </p:nvSpPr>
        <p:spPr>
          <a:xfrm>
            <a:off x="7162800" y="5391149"/>
            <a:ext cx="30203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(Mani John </a:t>
            </a:r>
            <a:r>
              <a:rPr lang="en-US" sz="2000" dirty="0" err="1">
                <a:solidFill>
                  <a:schemeClr val="accent2"/>
                </a:solidFill>
              </a:rPr>
              <a:t>Kochukunju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03612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10BFE-3863-4353-B665-016B04D66AB2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കരുണാസനപ്പതിയേ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നട്ടം തിരിയും എന്നെ വീണ്ടുകൊൾ - യേശു..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B0007-ABFF-4F1A-829F-7A0FE6DDD972}"/>
              </a:ext>
            </a:extLst>
          </p:cNvPr>
          <p:cNvSpPr/>
          <p:nvPr/>
        </p:nvSpPr>
        <p:spPr>
          <a:xfrm>
            <a:off x="0" y="342932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Karunhaasanappathiye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219656"/>
            <a:ext cx="12192000" cy="2742744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ഭൂതലത്തിൽ നീയോഴിഞ്ഞു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ദാസൻ എനിക്കാദരവു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കണ്ടതില്ല ഹാ! സകല-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മണ്ഡലാധിപ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ചേതസിൽ കൃപയുണ്ടായി നാശം അണയാതെ കാത്തു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ചിത്ത ചഞ്ചലം അടക്കി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ചെർക്ക സൽബുദ്ധി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വരുത്തി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A0DD7-DDBA-4F20-AA02-C5BF138506D0}"/>
              </a:ext>
            </a:extLst>
          </p:cNvPr>
          <p:cNvSpPr/>
          <p:nvPr/>
        </p:nvSpPr>
        <p:spPr>
          <a:xfrm>
            <a:off x="228600" y="3919478"/>
            <a:ext cx="1193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Bhoothalathil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neeyozhinju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daasan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enikkaadaravu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Kandathilla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ha!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Sakala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mandalaadhipa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-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Chethassil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kripayundaakki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anhayaathe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Chiththa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chanjalam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adakki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cherkkasalbuddhi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varuththi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DFF84-94CC-47EF-A709-12E45B14B658}"/>
              </a:ext>
            </a:extLst>
          </p:cNvPr>
          <p:cNvSpPr txBox="1"/>
          <p:nvPr/>
        </p:nvSpPr>
        <p:spPr>
          <a:xfrm>
            <a:off x="0" y="338554"/>
            <a:ext cx="1216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1157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10BFE-3863-4353-B665-016B04D66AB2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കരുണാസനപ്പതിയേ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നട്ടം തിരിയും എന്നെ വീണ്ടുകൊൾ - യേശു..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B0007-ABFF-4F1A-829F-7A0FE6DDD972}"/>
              </a:ext>
            </a:extLst>
          </p:cNvPr>
          <p:cNvSpPr/>
          <p:nvPr/>
        </p:nvSpPr>
        <p:spPr>
          <a:xfrm>
            <a:off x="0" y="342932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Karunhaasanappathiye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253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219656"/>
            <a:ext cx="12192000" cy="2742744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വൈരിയാം പിശാചിനോടും കായമോഹാദി കളോടും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പോരിതിൽ മടങ്ങി അടി-പെട്ടുപോയി ഞാൻ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അടിമയെ ലോകർക്കൊഴിച്ചോരുടയ തമ്പുരാനെ! നല്ല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ഇടയനേ! ഒരേഴയാടാം അടിയനെ ക്കണ്‍പാർക്കണമേ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A0DD7-DDBA-4F20-AA02-C5BF138506D0}"/>
              </a:ext>
            </a:extLst>
          </p:cNvPr>
          <p:cNvSpPr/>
          <p:nvPr/>
        </p:nvSpPr>
        <p:spPr>
          <a:xfrm>
            <a:off x="228600" y="3919478"/>
            <a:ext cx="1193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Vairiyaam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pishaachinodum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kaayamohaadikalhodum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Porithil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madangi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adipettupoyi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Adimaye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lokarkkozhichorudaya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thamburaane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Idayane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Orezhayodaam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adiyane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kanhpaarkkanhame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DFF84-94CC-47EF-A709-12E45B14B658}"/>
              </a:ext>
            </a:extLst>
          </p:cNvPr>
          <p:cNvSpPr txBox="1"/>
          <p:nvPr/>
        </p:nvSpPr>
        <p:spPr>
          <a:xfrm>
            <a:off x="0" y="338554"/>
            <a:ext cx="1216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8695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10BFE-3863-4353-B665-016B04D66AB2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കരുണാസനപ്പതിയേ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നട്ടം തിരിയും എന്നെ വീണ്ടുകൊൾ - യേശു..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B0007-ABFF-4F1A-829F-7A0FE6DDD972}"/>
              </a:ext>
            </a:extLst>
          </p:cNvPr>
          <p:cNvSpPr/>
          <p:nvPr/>
        </p:nvSpPr>
        <p:spPr>
          <a:xfrm>
            <a:off x="0" y="342932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Karunhaasanappathiye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7949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219656"/>
            <a:ext cx="12192000" cy="2742744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എണ്ണമറ്റ പാപങ്ങൾ ഞാൻ ചെയ്തവയാകെ പൊറുത്തു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പുണ്യവാൻ ഏകനേ! എന്നെ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പുണ്യനാക്കേണം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നിന്നടിമ ആയിടുമോരുന്നതി എനിക്കുണ്ടാവാൻ നിന്നടി വണങ്ങി നിത്യം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വന്ദനം ചെയ്തീടുന്നു ഞാൻ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A0DD7-DDBA-4F20-AA02-C5BF138506D0}"/>
              </a:ext>
            </a:extLst>
          </p:cNvPr>
          <p:cNvSpPr/>
          <p:nvPr/>
        </p:nvSpPr>
        <p:spPr>
          <a:xfrm>
            <a:off x="228600" y="3919478"/>
            <a:ext cx="1193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Ennhamatta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paapangalh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cheythavayaake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porhuthu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Punhyavaan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ekane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punhyanaakkenham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Ninnadima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aayidumorunnathi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enikkundaavan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Ninnadivanhangi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nithyam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vandanam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cheytheedunnu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DFF84-94CC-47EF-A709-12E45B14B658}"/>
              </a:ext>
            </a:extLst>
          </p:cNvPr>
          <p:cNvSpPr txBox="1"/>
          <p:nvPr/>
        </p:nvSpPr>
        <p:spPr>
          <a:xfrm>
            <a:off x="0" y="338554"/>
            <a:ext cx="1216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0596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10BFE-3863-4353-B665-016B04D66AB2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കരുണാസനപ്പതിയേ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നട്ടം തിരിയും എന്നെ വീണ്ടുകൊൾ - യേശു..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B0007-ABFF-4F1A-829F-7A0FE6DDD972}"/>
              </a:ext>
            </a:extLst>
          </p:cNvPr>
          <p:cNvSpPr/>
          <p:nvPr/>
        </p:nvSpPr>
        <p:spPr>
          <a:xfrm>
            <a:off x="0" y="342932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Karunhaasanappathiye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9500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5400" y="1219656"/>
            <a:ext cx="12192000" cy="2742744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നല്ലവരുലകിൽ ആരും ഇല്ല നീയൊഴിഞ്ഞു സർവ്വ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വല്ലഭത്വമുള്ളവൻ നീ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അല്ലയോ ദേവാ-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കൊള്ളരുതാ തുള്ള തെന്നിൽ 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തള്ളി നീക്കി നിന്നുടയ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 നല്ല ദാനങ്ങളാൽ ഉള്ളലങ്കരിക്ക എന്‍റെ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A0DD7-DDBA-4F20-AA02-C5BF138506D0}"/>
              </a:ext>
            </a:extLst>
          </p:cNvPr>
          <p:cNvSpPr/>
          <p:nvPr/>
        </p:nvSpPr>
        <p:spPr>
          <a:xfrm>
            <a:off x="228600" y="3919478"/>
            <a:ext cx="11938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Nallavarulakil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aarum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illa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neeyozhinju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sarva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Vallabhathvamulhavan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allayo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Kollharuthaathullhennil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thallhi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ninnudaya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daanangalhaal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ullhalankarikka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											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DFF84-94CC-47EF-A709-12E45B14B658}"/>
              </a:ext>
            </a:extLst>
          </p:cNvPr>
          <p:cNvSpPr txBox="1"/>
          <p:nvPr/>
        </p:nvSpPr>
        <p:spPr>
          <a:xfrm>
            <a:off x="0" y="338554"/>
            <a:ext cx="1216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68843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510BFE-3863-4353-B665-016B04D66AB2}"/>
              </a:ext>
            </a:extLst>
          </p:cNvPr>
          <p:cNvSpPr/>
          <p:nvPr/>
        </p:nvSpPr>
        <p:spPr>
          <a:xfrm>
            <a:off x="0" y="1295400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യേശുവേ! കരുണാസനപ്പതിയേ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നട്ടം തിരിയും എന്നെ വീണ്ടുകൊൾ - യേശു..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B0007-ABFF-4F1A-829F-7A0FE6DDD972}"/>
              </a:ext>
            </a:extLst>
          </p:cNvPr>
          <p:cNvSpPr/>
          <p:nvPr/>
        </p:nvSpPr>
        <p:spPr>
          <a:xfrm>
            <a:off x="0" y="342932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Yeshuve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Karunhaasanappathiye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Nattam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veendukolh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597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180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210 യേശുവേ! കരുണാസനപ്പതിയേ</vt:lpstr>
      <vt:lpstr>PowerPoint Presentation</vt:lpstr>
      <vt:lpstr>ഭൂതലത്തിൽ നീയോഴിഞ്ഞു ദാസൻ എനിക്കാദരവു കണ്ടതില്ല ഹാ! സകല- മണ്ഡലാധിപ!- ചേതസിൽ കൃപയുണ്ടായി നാശം അണയാതെ കാത്തു  ചിത്ത ചഞ്ചലം അടക്കി ചെർക്ക സൽബുദ്ധി വരുത്തി                       - യേശു..</vt:lpstr>
      <vt:lpstr>PowerPoint Presentation</vt:lpstr>
      <vt:lpstr>വൈരിയാം പിശാചിനോടും കായമോഹാദി കളോടും  പോരിതിൽ മടങ്ങി അടി-പെട്ടുപോയി ഞാൻ- അടിമയെ ലോകർക്കൊഴിച്ചോരുടയ തമ്പുരാനെ! നല്ല  ഇടയനേ! ഒരേഴയാടാം അടിയനെ ക്കണ്‍പാർക്കണമേ- </vt:lpstr>
      <vt:lpstr>PowerPoint Presentation</vt:lpstr>
      <vt:lpstr>എണ്ണമറ്റ പാപങ്ങൾ ഞാൻ ചെയ്തവയാകെ പൊറുത്തു  പുണ്യവാൻ ഏകനേ! എന്നെ പുണ്യനാക്കേണം-  നിന്നടിമ ആയിടുമോരുന്നതി എനിക്കുണ്ടാവാൻ നിന്നടി വണങ്ങി നിത്യം വന്ദനം ചെയ്തീടുന്നു ഞാൻ</vt:lpstr>
      <vt:lpstr>PowerPoint Presentation</vt:lpstr>
      <vt:lpstr>നല്ലവരുലകിൽ ആരും ഇല്ല നീയൊഴിഞ്ഞു സർവ്വ  വല്ലഭത്വമുള്ളവൻ നീ അല്ലയോ ദേവാ- കൊള്ളരുതാ തുള്ള തെന്നിൽ - തള്ളി നീക്കി നിന്നുടയ  നല്ല നല്ല ദാനങ്ങളാൽ ഉള്ളലങ്കരിക്ക എന്‍റെ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karunaasanapathiye</dc:title>
  <dc:creator>Digital Input:; GM JOHN; Acsah Mathews</dc:creator>
  <cp:lastModifiedBy>Acsah Mathews</cp:lastModifiedBy>
  <cp:revision>337</cp:revision>
  <dcterms:created xsi:type="dcterms:W3CDTF">2013-04-19T09:19:07Z</dcterms:created>
  <dcterms:modified xsi:type="dcterms:W3CDTF">2018-11-08T17:02:54Z</dcterms:modified>
</cp:coreProperties>
</file>