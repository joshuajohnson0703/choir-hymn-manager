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28C57-FED3-4F24-BA35-58EB2E93407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BADE3-758D-4743-A210-06EEF6BB77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28806-E5E2-4FA6-B9F3-2C1468D01DD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C267-DA50-4E51-AEB1-4B8BD86804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A269D-6F49-4C18-A37A-8A01D8BE544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A90FB-F084-4AD1-A276-07E72AFCE9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52360-BD56-445E-B95E-B64492C0001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FB407-82FE-47A6-B0BB-D8EC36F1E4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66A5A-AF8D-4A60-903C-A657755757E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067FD-8BC1-4D03-B8E1-9D190EDB3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5282B-2798-4750-972D-70D9D6466A9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36EB0-6174-410E-A418-81FAB753DD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EC071-B561-41C5-B910-AEBF24367D8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DEAD3-B438-4B0E-A487-44B541E2C0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490A07-7666-4E83-9396-87212E00BD8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A3524-AA85-4B68-A2E8-8C3707794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5B739-D5F1-4CF4-A208-9665E906A4B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FE6F1-A89D-4F61-BC8B-0C9B1FCE5B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B264D-DC9B-4031-A4DF-C6AB63288CDA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0E7E7-DE1A-413B-9C2B-1651934EB3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CFEDA-2859-43EC-BDB2-710F4E57F81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39A29-5682-4DA6-9545-336CCC0F8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32A1F2-CEC1-415C-9324-03FD15BE9E9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1E930A-BD8B-4B23-8C80-CAB712E6B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1590-F4EA-4668-88F6-C89C2B91B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237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എൻ അടിസ്ഥാനം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D20F6-9246-4C4E-AF24-650EA3B11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02608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Yeshu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en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adisthaanam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D53F17-3FBB-4B7B-8866-8F932A7E9D5C}"/>
              </a:ext>
            </a:extLst>
          </p:cNvPr>
          <p:cNvSpPr/>
          <p:nvPr/>
        </p:nvSpPr>
        <p:spPr>
          <a:xfrm>
            <a:off x="7220626" y="4724803"/>
            <a:ext cx="25755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(Rev. T.J. Andrews)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BE557-7377-4B7B-9B6D-D394D9DD463C}"/>
              </a:ext>
            </a:extLst>
          </p:cNvPr>
          <p:cNvSpPr/>
          <p:nvPr/>
        </p:nvSpPr>
        <p:spPr>
          <a:xfrm>
            <a:off x="2133600" y="4769408"/>
            <a:ext cx="3575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(റവ. റ്റി. ജെ. ആൻഡ്രൂസ്)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5076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4" y="2081175"/>
            <a:ext cx="12192002" cy="1612579"/>
          </a:xfrm>
        </p:spPr>
        <p:txBody>
          <a:bodyPr anchor="t"/>
          <a:lstStyle/>
          <a:p>
            <a:pPr algn="l" defTabSz="3492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മധുരമവന്‍ നാമമെനിക്കു പാര്‍ത്താല്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ഓര്‍ത്തു വരുന്തോറമെൻ ആര്‍ത്തി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മാഞ്ഞുപോകുന്നു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		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 യേശു....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4" y="640478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4" y="3566356"/>
            <a:ext cx="1219200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228599" y="4974710"/>
            <a:ext cx="1194481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varunthorumen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maanjupokunnu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8592" y="773451"/>
            <a:ext cx="12192002" cy="1347825"/>
          </a:xfrm>
        </p:spPr>
        <p:txBody>
          <a:bodyPr anchor="t"/>
          <a:lstStyle/>
          <a:p>
            <a:pPr algn="l" defTabSz="3492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ദുഃഖം ദാരിദ്ര്യമെന്നി വയ്ക്കുണ്ടോ ശക്തിയെന്മേല്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‍?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കൈയ്ക്കു പിടിച്ചു നടത്തി ക്കൊണ്ടു പോകുന്നവന്‍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18593" y="2102191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18592" y="5272034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0" y="3769507"/>
            <a:ext cx="12173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daaridryamennivaykkundo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shakthiyenmel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pidichchu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nadaththikondu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6542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8592" y="773451"/>
            <a:ext cx="12192002" cy="1347825"/>
          </a:xfrm>
        </p:spPr>
        <p:txBody>
          <a:bodyPr anchor="t"/>
          <a:lstStyle/>
          <a:p>
            <a:pPr algn="l" defTabSz="3492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രോഗമെന്നെപ്പിടിച്ചെന്‍ ദേഹം ക്ഷയിച്ചാലുമേ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വേഗം വരുമെന്‍ നാഥന്‍ ദേഹം പുതുതാക്കീടാന്‍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18593" y="2102191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18592" y="5272034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0" y="3769507"/>
            <a:ext cx="12173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Rogamenney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pidichchen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kshayichchalumey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puthuthaakeedaan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34278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73451"/>
            <a:ext cx="11944810" cy="1347825"/>
          </a:xfrm>
        </p:spPr>
        <p:txBody>
          <a:bodyPr anchor="t"/>
          <a:lstStyle/>
          <a:p>
            <a:pPr algn="l" defTabSz="3492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പാപത്താലെന്നില്‍ വന്ന ശാപക്കറകള്‍ മാറ്റി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ശോഭിത നീതി വസ്ത്രം ആഭരണമായ്‌ നല്‍കും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18593" y="2102191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18592" y="5272034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228599" y="3769507"/>
            <a:ext cx="11944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Paapaththalennil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shaapakarakalh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maatti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Shobhithaa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neethivasthram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aabharanhamaai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71780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92" y="773451"/>
            <a:ext cx="12154818" cy="1347825"/>
          </a:xfrm>
        </p:spPr>
        <p:txBody>
          <a:bodyPr anchor="t"/>
          <a:lstStyle/>
          <a:p>
            <a:pPr algn="l" defTabSz="3492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വമ്പിച്ച ലോകത്തിരക്കമ്പം തീരുവോളവും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മുന്‍പും പിന്‍പുമായവന്‍ അന്‍ പോടെന്നെ നടത്തും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18593" y="2102191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18592" y="5272034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228599" y="3769507"/>
            <a:ext cx="11944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Vambichcha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lokaththira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kambam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theeruvôlhavum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Munbum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pinbum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anpodenney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85528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92" y="773451"/>
            <a:ext cx="12154818" cy="1347825"/>
          </a:xfrm>
        </p:spPr>
        <p:txBody>
          <a:bodyPr anchor="t"/>
          <a:lstStyle/>
          <a:p>
            <a:pPr algn="l" defTabSz="3492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ലോകമെനിക്കു വൈരി ലോകമെന്നെ ത്യജിച്ചാല്‍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ശോകമെന്തെനിക്കതില്‍ ഏതും ഭയപ്പെടാ ഞാന്‍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18593" y="2102191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18592" y="5272034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228599" y="3769507"/>
            <a:ext cx="11944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thyajichchaal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Shokamenthenikkathil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bhayappedaa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32467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592" y="773451"/>
            <a:ext cx="12154818" cy="1347825"/>
          </a:xfrm>
        </p:spPr>
        <p:txBody>
          <a:bodyPr anchor="t"/>
          <a:lstStyle/>
          <a:p>
            <a:pPr algn="l" defTabSz="3492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വെക്കം തൻമണവാട്ടി ആക്കിടും എന്നെ എന്ന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വാക്കുണ്ടെനിക്കു തന്‍റെ നീക്കമില്ലതിനൊട്ടും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68FDC-65EE-4810-8A43-F768A11FBAAD}"/>
              </a:ext>
            </a:extLst>
          </p:cNvPr>
          <p:cNvSpPr/>
          <p:nvPr/>
        </p:nvSpPr>
        <p:spPr>
          <a:xfrm>
            <a:off x="-18593" y="2102191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എൻ അടിസ്ഥാനം ആശയവനിലത്രെ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ആശ്വാസത്തിന്‍ പൂര്‍ണ്ണത യേശുവില്‍ കണ്ടേ ഞാനും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4249B-BA07-47B2-BF36-26CE4E92B11C}"/>
              </a:ext>
            </a:extLst>
          </p:cNvPr>
          <p:cNvSpPr/>
          <p:nvPr/>
        </p:nvSpPr>
        <p:spPr>
          <a:xfrm>
            <a:off x="-18592" y="5272034"/>
            <a:ext cx="121920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aashayavanilathrey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Aashwasathin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AE285-43B6-461F-A45D-D10F055D4C42}"/>
              </a:ext>
            </a:extLst>
          </p:cNvPr>
          <p:cNvSpPr/>
          <p:nvPr/>
        </p:nvSpPr>
        <p:spPr>
          <a:xfrm>
            <a:off x="228599" y="3769507"/>
            <a:ext cx="119448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Vekkam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manhavaatti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Vaakkundenikku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neekkamillathinottum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22019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212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237 യേശു എൻ അടിസ്ഥാനം</vt:lpstr>
      <vt:lpstr>1. എത്ര മധുരമവന്‍ നാമമെനിക്കു പാര്‍ത്താല്‍ ഓര്‍ത്തു വരുന്തോറമെൻ ആര്‍ത്തി മാഞ്ഞുപോകുന്നു                            -  യേശു....</vt:lpstr>
      <vt:lpstr>2 ദുഃഖം ദാരിദ്ര്യമെന്നി വയ്ക്കുണ്ടോ ശക്തിയെന്മേല്‍?  കൈയ്ക്കു പിടിച്ചു നടത്തി ക്കൊണ്ടു പോകുന്നവന്‍</vt:lpstr>
      <vt:lpstr>3 രോഗമെന്നെപ്പിടിച്ചെന്‍ ദേഹം ക്ഷയിച്ചാലുമേ  വേഗം വരുമെന്‍ നാഥന്‍ ദേഹം പുതുതാക്കീടാന്‍</vt:lpstr>
      <vt:lpstr>4 പാപത്താലെന്നില്‍ വന്ന ശാപക്കറകള്‍ മാറ്റി  ശോഭിത നീതി വസ്ത്രം ആഭരണമായ്‌ നല്‍കും</vt:lpstr>
      <vt:lpstr>5 വമ്പിച്ച ലോകത്തിരക്കമ്പം തീരുവോളവും   മുന്‍പും പിന്‍പുമായവന്‍ അന്‍ പോടെന്നെ നടത്തും</vt:lpstr>
      <vt:lpstr>6 ലോകമെനിക്കു വൈരി ലോകമെന്നെ ത്യജിച്ചാല്‍    ശോകമെന്തെനിക്കതില്‍ ഏതും ഭയപ്പെടാ ഞാന്‍   </vt:lpstr>
      <vt:lpstr>7 വെക്കം തൻമണവാട്ടി ആക്കിടും എന്നെ എന്ന   വാക്കുണ്ടെനിക്കു തന്‍റെ നീക്കമില്ലതിനൊട്ടും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en adisthaanam</dc:title>
  <dc:creator>Digital Input:; GM JOHN; Acsah Mathews</dc:creator>
  <cp:lastModifiedBy>Acsah Mathews</cp:lastModifiedBy>
  <cp:revision>198</cp:revision>
  <dcterms:created xsi:type="dcterms:W3CDTF">2013-04-19T09:19:07Z</dcterms:created>
  <dcterms:modified xsi:type="dcterms:W3CDTF">2018-11-13T18:11:11Z</dcterms:modified>
</cp:coreProperties>
</file>