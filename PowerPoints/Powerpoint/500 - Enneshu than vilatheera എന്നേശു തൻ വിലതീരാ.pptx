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9" r:id="rId6"/>
    <p:sldId id="264" r:id="rId7"/>
    <p:sldId id="270" r:id="rId8"/>
    <p:sldId id="265" r:id="rId9"/>
    <p:sldId id="271" r:id="rId10"/>
    <p:sldId id="266" r:id="rId11"/>
    <p:sldId id="272" r:id="rId12"/>
    <p:sldId id="267" r:id="rId13"/>
    <p:sldId id="273" r:id="rId14"/>
    <p:sldId id="268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250D-5CE3-45DE-805D-9244326E2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4A7AB-BB4F-4B09-A0DF-6467FF640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B3C1-4BFC-4CB3-B377-9A7C6F00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4045-0C73-4BDD-8F21-0476B388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F7C70-BF32-47FE-A6B9-BBB6812D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5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7C02-AE6B-4412-803B-240864CB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FD59-8A4A-4406-B345-026A72115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29FB7-1510-4E00-B9BF-CB7A1F06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8DBC5-863E-4E93-AA4A-9127DD6F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95830-AD99-4462-B25C-59258A95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5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1D05-7B80-487C-98B5-6F2CCFF6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23B81-F49D-4459-AB93-7B68B2C8F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5C6E-2641-4B49-9B82-31EB0733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67406-37A5-4280-B5EE-8B3B9D4C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35BE-B159-419A-8DDF-C74AA991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0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796C-4D9E-40C4-BF2F-55D5D139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E2940-B188-4F11-8E4D-B12382147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8A5B6-8068-4CE1-A1B4-339476E1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AEF35-8934-4BE3-AFB4-3F30FB8E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08017-F6E7-40D4-B321-FB72E2B7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9824C-099A-4609-96B0-7EEA936B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8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DE45-DF5C-4DBD-9689-1657ED5DE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B659D-135C-4333-845D-732113C0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4F5E9-EAEC-4C2C-86C3-6A1E14136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BEF48-C5C5-42C0-9D43-A82EC0F87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E0167-E7F5-436F-8153-CC078F1A4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48567-C1CF-4F6D-8F96-B1CFE60D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6F99D-7D99-4C51-88F3-CB686C56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30A08E-2018-4928-A8BF-3967D996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3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C079-3623-45B5-92D7-E1AF1441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0F3583-F7A5-426E-87FB-1F8ABB9A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40FF6-F597-4976-BBF2-67274502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35EA6-FF22-4B4D-A37A-7F369B5F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5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126C1-D232-48C4-BAD2-2695985C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77091-DEE5-4320-9F9F-7AB8E7A1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C18D0-44DC-4519-9383-02550D5B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0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FFB3-5DF1-4ED5-B662-C9CE8128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08AE-5D97-40E1-A56A-797CFB041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D639D-7490-46AC-9033-F7C243ECA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BDAC9-7162-4DCF-86D2-CE898460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DDBC8-94FA-496C-B8CF-06AB2385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497AE-38EE-41D2-ADC4-CEC0C57E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7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8FA1-8D28-4352-950B-4ACC3E81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4C29F-834B-4B61-9BE0-1AB45F513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CCD5B-3237-402E-99F1-44CEBB0D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A8908-D42B-4002-8588-FC95265C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B2351-F40A-445E-82FA-0FB5706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571F-73A8-40E6-8F8A-1E3B485A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7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CAB9-A0F5-41E6-B307-0D27B464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FCE82-39E2-4720-A6D4-36FBD325E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5003C-8D5E-489B-ABDC-8C57AF77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A243F-DAB2-4DA1-9916-5C45CCD7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50DDD-5A16-4B60-8F79-7CC66AB0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3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41BBF-6507-4EFA-8482-7E407D129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0F785-B466-4FE2-8880-3724616A3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98D34-B330-4547-842B-034F8842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C9A08-FCF2-4546-BDFE-AD4FD0BE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8A98D-6C10-4999-820B-6FC8D941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6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F69F5-CBCA-4AC2-A81E-44A260BC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54CF2-DAAA-413D-81D6-128B7DFDC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7A40E-6B9C-4765-920F-D5F4EA694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50641-498C-4B89-B934-AE1D27711AB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31F47-CD3B-43C7-A55A-50E58FC07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20E5B-768E-4874-91C6-C9DE744E7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07692-B57D-4839-B4C3-08C46AF3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8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500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എന്നേശു തൻ വിലതീരാ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9059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Enneshu than </a:t>
            </a:r>
            <a:r>
              <a:rPr lang="en-US" sz="4000" b="1" dirty="0" err="1">
                <a:solidFill>
                  <a:srgbClr val="002060"/>
                </a:solidFill>
              </a:rPr>
              <a:t>vilatheeraa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chemeClr val="bg2">
                    <a:lumMod val="25000"/>
                  </a:schemeClr>
                </a:solidFill>
              </a:rPr>
              <a:t>Tune: I love to think of the </a:t>
            </a:r>
            <a:r>
              <a:rPr lang="en-US" sz="4000" i="1" dirty="0" err="1">
                <a:solidFill>
                  <a:schemeClr val="bg2">
                    <a:lumMod val="25000"/>
                  </a:schemeClr>
                </a:solidFill>
              </a:rPr>
              <a:t>heav’nly</a:t>
            </a:r>
            <a:r>
              <a:rPr lang="en-US" sz="4000" i="1" dirty="0">
                <a:solidFill>
                  <a:schemeClr val="bg2">
                    <a:lumMod val="25000"/>
                  </a:schemeClr>
                </a:solidFill>
              </a:rPr>
              <a:t> land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എന്നേശു തൻ വിലതീരാ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സ്നേഹം ആർക്കു വർണ്ണിക്കാ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തന്നന്തികെ ചേർന്നങ്ങായതറി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ഞ്ഞോർക്കു താൻ സാദ്ധ്യം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Enneshu than </a:t>
            </a:r>
            <a:r>
              <a:rPr lang="en-US" sz="3600" b="1" dirty="0" err="1">
                <a:solidFill>
                  <a:srgbClr val="002060"/>
                </a:solidFill>
              </a:rPr>
              <a:t>vilatheeraa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aarkku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varnnhikkaa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Thannathinke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chernnangaayathrhi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njorkku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saadhyam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80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249581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മാപാപിയെന്നുടെ ദോഷത്തെ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തീർത്താമോദം നല്കി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പാപാന്ധന്തശക്തിയെ വെന്നീടാ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നുള്ളാത്മാവും നല്കി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paapiyennude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doshaththe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Theerththaamodam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nalki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Paapaandha-shakthiye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venneeda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nullhaathmaavum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nalki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239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5379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തൻ നാമം ചൊല്ലുന്നതെത്രാമോദം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എന്നകതാരിൽ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വന്നു അവൻ ചിന്ത എങ്കില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പ്പോളുമുണ്ടാമാനന്ദം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</a:rPr>
              <a:t>naamam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chollunnath-ethra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modam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Ennakathaaril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avan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chintha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enkile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ppollhundaam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aanandam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6323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289566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ഇപ്പാരിലധിക ദുഃഖമെന്നിൽ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നേരിടുമ്പോൾ ഞാൻ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തല്പാദെ ചേമ്പോൾ ഒക്കെ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വേഗം പോയ്മറയുന്നു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Ippaaril-adhika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dukhamennil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Neridumbolh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Thalpaade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cherumbolh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okke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vegam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poy-marhayunnu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969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54370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കാണാത്തോനെ കണ്ടിട്ടാനന്ദിച്ചി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-</a:t>
            </a:r>
            <a:endParaRPr lang="ml-IN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ടുന്നു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ഞാനിപ്പോൾ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കാണാം മുഖാമുഖമെന്നുറച്ചു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കാത്തിരിക്കുന്നു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Kaanhaaththone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kandittaa-nandichi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njanippolh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Kaanhaam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mukhaamukham-ennurhachchu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Kaaththirikkunnu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1507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2494949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മല്‍പ്രാണനാഥന്‍റെ ശബ്ദം കാതി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-</a:t>
            </a:r>
            <a:endParaRPr lang="ml-IN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നെത്ര മോഹനം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എപ്പോഴും കർത്തനോടോന്നായ്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പാർപ്പാനത്രെ എന്‍ മനം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Malpraanha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shabdam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kaathin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mohanam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Eppozhum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karththanodonnaai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paarppanathre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manam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85926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239611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226651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വിശ്വാസമോടല്പനാളിഹെ ഞാൻ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പാർത്തനന്തരം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കൊണ്ടുപോകുമെന്നെ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തൻ പിതാവിൻ വീടതില്‍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Vishwaasamod-alpa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naalhihe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paarththanantharam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kondupokumenne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</a:rPr>
              <a:t>pithaavin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veedathil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2978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70540"/>
            <a:ext cx="12192000" cy="2931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സ്നേഹം</a:t>
            </a:r>
          </a:p>
          <a:p>
            <a:pPr algn="ctr">
              <a:lnSpc>
                <a:spcPct val="13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ആശ്ചര്യ സ്നേഹമേ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704765"/>
            <a:ext cx="12191999" cy="2914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Aascharya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snehame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265059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278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Kartika</vt:lpstr>
      <vt:lpstr>Office Theme</vt:lpstr>
      <vt:lpstr>500 എന്നേശു തൻ വിലതീരാ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Enneshu than vilatheera</dc:title>
  <dc:creator>Acsah Mathews</dc:creator>
  <cp:lastModifiedBy>Acsah Mathews</cp:lastModifiedBy>
  <cp:revision>1</cp:revision>
  <dcterms:created xsi:type="dcterms:W3CDTF">2018-12-03T16:54:41Z</dcterms:created>
  <dcterms:modified xsi:type="dcterms:W3CDTF">2018-12-03T16:57:01Z</dcterms:modified>
</cp:coreProperties>
</file>