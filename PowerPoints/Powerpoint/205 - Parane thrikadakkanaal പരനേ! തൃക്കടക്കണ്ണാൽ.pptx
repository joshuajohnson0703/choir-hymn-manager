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6" r:id="rId2"/>
    <p:sldId id="270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60"/>
  </p:normalViewPr>
  <p:slideViewPr>
    <p:cSldViewPr>
      <p:cViewPr varScale="1">
        <p:scale>
          <a:sx n="37" d="100"/>
          <a:sy n="37" d="100"/>
        </p:scale>
        <p:origin x="84" y="9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AC56C-08BE-4041-8541-1C625E0880CF}" type="datetimeFigureOut">
              <a:rPr lang="en-US" smtClean="0"/>
              <a:t>11/8/2018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9E7B7-6A55-469C-A8E1-855E3B3F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7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9E7B7-6A55-469C-A8E1-855E3B3FF4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14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9E7B7-6A55-469C-A8E1-855E3B3FF4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6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9E7B7-6A55-469C-A8E1-855E3B3FF4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8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9E7B7-6A55-469C-A8E1-855E3B3FF4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85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9E7B7-6A55-469C-A8E1-855E3B3FF4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5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D2E48-B8D8-4924-AAD5-B0F1D603247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1784-0F8D-4F17-8F33-1600C6D90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77DAE-B813-45AB-8699-5643074790B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DDC66-5FCC-4C1A-A6F9-79898EA87C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72D73-10DC-4CB8-B7E9-133FE8FD503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8FD76-2AAB-4150-BD96-CD4F32DF29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D7949-74E5-4A39-B4DB-9FB50BBD28C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445B7-0DE0-4A81-82FF-BE4302AC4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655C0-196A-4BFB-A52C-F8F83653990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E3EC4-0D48-42E7-B469-8867ABFB11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1F19F-3F90-4463-989F-8FBE01C235D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690C7-0FEE-4C8F-8847-FCF194D03E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920E-7AEB-4CE3-9BD5-55B0B8CCB6B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C866B-9F8C-4544-8656-F4FD20B4A1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C2678-179D-4905-9B16-1989ACC63E0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A6FC1-4A7B-446C-AA90-EB9DDEF84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68F4E-8F88-4AB9-9DC7-AABA90A21A5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F2A69-9DA9-4CCC-9CB3-F11DC448D6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81322-6A79-40B7-917B-41FC1E900F6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06BCE-93E9-4D23-B391-E17B2E2114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DBFD3-081B-4467-B451-E0C9BA8DBE5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34C0-39F3-41BD-80CD-BBB1DF0A90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595792-A6AB-4161-8A35-04A0F5F2CBA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4C6DC5-6D92-4ACD-9B2E-950CAADAF0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C837-B5CF-4180-A0E9-254BA1688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205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പരനേ! തൃക്കടക്കണ്ണാൽ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7319D-99B0-4677-B441-A6D7EA75F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Paraney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thrikkada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kannhaal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7D6363-A5D8-4F29-BBE5-663B7ABB5932}"/>
              </a:ext>
            </a:extLst>
          </p:cNvPr>
          <p:cNvSpPr/>
          <p:nvPr/>
        </p:nvSpPr>
        <p:spPr>
          <a:xfrm>
            <a:off x="2286000" y="4953000"/>
            <a:ext cx="2206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Arial" panose="020B0604020202020204" pitchFamily="34" charset="0"/>
              </a:rPr>
              <a:t>(തോമസ് ജോൺ)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6E5B4-94F3-4992-A867-3C95BC2637EE}"/>
              </a:ext>
            </a:extLst>
          </p:cNvPr>
          <p:cNvSpPr/>
          <p:nvPr/>
        </p:nvSpPr>
        <p:spPr>
          <a:xfrm>
            <a:off x="8536581" y="4953000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(Thomas John) </a:t>
            </a:r>
          </a:p>
        </p:txBody>
      </p:sp>
    </p:spTree>
    <p:extLst>
      <p:ext uri="{BB962C8B-B14F-4D97-AF65-F5344CB8AC3E}">
        <p14:creationId xmlns:p14="http://schemas.microsoft.com/office/powerpoint/2010/main" val="3181586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180054"/>
            <a:ext cx="12192000" cy="1409700"/>
          </a:xfrm>
        </p:spPr>
        <p:txBody>
          <a:bodyPr anchor="t"/>
          <a:lstStyle/>
          <a:p>
            <a:pPr algn="l" defTabSz="461963">
              <a:lnSpc>
                <a:spcPct val="112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സ്ഥിരനല്ലാത്ത എന്നെവെടിയാതെ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ചെയ്ത കുറ്റം ഒന്നും നീ ഓർക്കാതെ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703AB-6BBB-447F-9AF6-16FCC5D52747}"/>
              </a:ext>
            </a:extLst>
          </p:cNvPr>
          <p:cNvSpPr/>
          <p:nvPr/>
        </p:nvSpPr>
        <p:spPr>
          <a:xfrm>
            <a:off x="0" y="97972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പരനേ! തൃക്കടക്കണ്ണാൽ നോക്കണമേ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 ദു:ഖമൊക്കെയും തീർക്കണമേ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41724-F677-4DE7-AD64-870F25A96F6F}"/>
              </a:ext>
            </a:extLst>
          </p:cNvPr>
          <p:cNvSpPr/>
          <p:nvPr/>
        </p:nvSpPr>
        <p:spPr>
          <a:xfrm>
            <a:off x="25400" y="379222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nokkanhamey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7FE04-A401-486A-B48E-4FFF1A6FC66C}"/>
              </a:ext>
            </a:extLst>
          </p:cNvPr>
          <p:cNvSpPr/>
          <p:nvPr/>
        </p:nvSpPr>
        <p:spPr>
          <a:xfrm>
            <a:off x="0" y="50292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Sthiranallaaththa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vediyaathey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orkaathey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1775"/>
            <a:ext cx="12192000" cy="1409700"/>
          </a:xfrm>
        </p:spPr>
        <p:txBody>
          <a:bodyPr anchor="t"/>
          <a:lstStyle/>
          <a:p>
            <a:pPr algn="l" defTabSz="461963">
              <a:lnSpc>
                <a:spcPct val="112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ആദിയന്തമില്ലാത്ത സകലേശാ! സത്യം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അളവതില്ലാത്ത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നിത്യവാസാ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703AB-6BBB-447F-9AF6-16FCC5D52747}"/>
              </a:ext>
            </a:extLst>
          </p:cNvPr>
          <p:cNvSpPr/>
          <p:nvPr/>
        </p:nvSpPr>
        <p:spPr>
          <a:xfrm>
            <a:off x="-152400" y="2318126"/>
            <a:ext cx="1234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പരനേ! തൃക്കടക്കണ്ണാൽ നോക്കണമേ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 ദു:ഖമൊക്കെയും തീർക്കണമേ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41724-F677-4DE7-AD64-870F25A96F6F}"/>
              </a:ext>
            </a:extLst>
          </p:cNvPr>
          <p:cNvSpPr/>
          <p:nvPr/>
        </p:nvSpPr>
        <p:spPr>
          <a:xfrm>
            <a:off x="0" y="538606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nokkanhamey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7FE04-A401-486A-B48E-4FFF1A6FC66C}"/>
              </a:ext>
            </a:extLst>
          </p:cNvPr>
          <p:cNvSpPr/>
          <p:nvPr/>
        </p:nvSpPr>
        <p:spPr>
          <a:xfrm>
            <a:off x="0" y="38862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Aadiyanthamillaaththa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Sakalèshaa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sathyam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Alhavathillaaththa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vaasa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73837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1775"/>
            <a:ext cx="12192000" cy="1409700"/>
          </a:xfrm>
        </p:spPr>
        <p:txBody>
          <a:bodyPr anchor="t"/>
          <a:lstStyle/>
          <a:p>
            <a:pPr algn="l" defTabSz="461963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മായാവലയിൽപെട്ടു കുടുങ്ങാതെ ലോക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വാഴ്വിൽ മയങ്ങിമനം കലങ്ങാതെ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703AB-6BBB-447F-9AF6-16FCC5D52747}"/>
              </a:ext>
            </a:extLst>
          </p:cNvPr>
          <p:cNvSpPr/>
          <p:nvPr/>
        </p:nvSpPr>
        <p:spPr>
          <a:xfrm>
            <a:off x="-152400" y="2318126"/>
            <a:ext cx="1234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പരനേ! തൃക്കടക്കണ്ണാൽ നോക്കണമേ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 ദു:ഖമൊക്കെയും തീർക്കണമേ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41724-F677-4DE7-AD64-870F25A96F6F}"/>
              </a:ext>
            </a:extLst>
          </p:cNvPr>
          <p:cNvSpPr/>
          <p:nvPr/>
        </p:nvSpPr>
        <p:spPr>
          <a:xfrm>
            <a:off x="0" y="538606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nokkanhamey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7FE04-A401-486A-B48E-4FFF1A6FC66C}"/>
              </a:ext>
            </a:extLst>
          </p:cNvPr>
          <p:cNvSpPr/>
          <p:nvPr/>
        </p:nvSpPr>
        <p:spPr>
          <a:xfrm>
            <a:off x="0" y="38862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kudungaathey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mayangimanam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kalangaathey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75395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1775"/>
            <a:ext cx="12192000" cy="1409700"/>
          </a:xfrm>
        </p:spPr>
        <p:txBody>
          <a:bodyPr anchor="t"/>
          <a:lstStyle/>
          <a:p>
            <a:pPr algn="l" defTabSz="461963">
              <a:lnSpc>
                <a:spcPct val="112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അടിയനിന്നരുൾ ചെയ്തീടരുതോ! 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അടിമയ്ക്കു നീയെന്യെ-ഗതി ഏതോ?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703AB-6BBB-447F-9AF6-16FCC5D52747}"/>
              </a:ext>
            </a:extLst>
          </p:cNvPr>
          <p:cNvSpPr/>
          <p:nvPr/>
        </p:nvSpPr>
        <p:spPr>
          <a:xfrm>
            <a:off x="-152400" y="2318126"/>
            <a:ext cx="1234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പരനേ! തൃക്കടക്കണ്ണാൽ നോക്കണമേ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 ദു:ഖമൊക്കെയും തീർക്കണമേ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41724-F677-4DE7-AD64-870F25A96F6F}"/>
              </a:ext>
            </a:extLst>
          </p:cNvPr>
          <p:cNvSpPr/>
          <p:nvPr/>
        </p:nvSpPr>
        <p:spPr>
          <a:xfrm>
            <a:off x="0" y="538606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nokkanhamey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7FE04-A401-486A-B48E-4FFF1A6FC66C}"/>
              </a:ext>
            </a:extLst>
          </p:cNvPr>
          <p:cNvSpPr/>
          <p:nvPr/>
        </p:nvSpPr>
        <p:spPr>
          <a:xfrm>
            <a:off x="0" y="38862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Adiyaninnarulh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cheitheedarutho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Adimaikku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ètho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06362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71775"/>
            <a:ext cx="12192000" cy="1409700"/>
          </a:xfrm>
        </p:spPr>
        <p:txBody>
          <a:bodyPr anchor="t"/>
          <a:lstStyle/>
          <a:p>
            <a:pPr algn="l" defTabSz="461963">
              <a:lnSpc>
                <a:spcPct val="112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വഞ്ചക മനസ്സിനെ മാറ്റണമേ-എന്‍റെ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നെഞ്ചകം നീ പുതു-താക്കണമേ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703AB-6BBB-447F-9AF6-16FCC5D52747}"/>
              </a:ext>
            </a:extLst>
          </p:cNvPr>
          <p:cNvSpPr/>
          <p:nvPr/>
        </p:nvSpPr>
        <p:spPr>
          <a:xfrm>
            <a:off x="-152400" y="2318126"/>
            <a:ext cx="1234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പരനേ! തൃക്കടക്കണ്ണാൽ നോക്കണമേ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 ദു:ഖമൊക്കെയും തീർക്കണമേ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41724-F677-4DE7-AD64-870F25A96F6F}"/>
              </a:ext>
            </a:extLst>
          </p:cNvPr>
          <p:cNvSpPr/>
          <p:nvPr/>
        </p:nvSpPr>
        <p:spPr>
          <a:xfrm>
            <a:off x="0" y="538606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nokkanhamey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7FE04-A401-486A-B48E-4FFF1A6FC66C}"/>
              </a:ext>
            </a:extLst>
          </p:cNvPr>
          <p:cNvSpPr/>
          <p:nvPr/>
        </p:nvSpPr>
        <p:spPr>
          <a:xfrm>
            <a:off x="0" y="3962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Vanchaka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manassiney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maattenhamey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Nenchakam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puthuthaakkenhamey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08356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152</Words>
  <Application>Microsoft Office PowerPoint</Application>
  <PresentationFormat>Widescreen</PresentationFormat>
  <Paragraphs>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205 പരനേ! തൃക്കടക്കണ്ണാൽ</vt:lpstr>
      <vt:lpstr>1 സ്ഥിരനല്ലാത്ത എന്നെവെടിയാതെ ഞാൻ   ചെയ്ത കുറ്റം ഒന്നും നീ ഓർക്കാതെ   -പരനേ…</vt:lpstr>
      <vt:lpstr>2 ആദിയന്തമില്ലാത്ത സകലേശാ! സത്യം   അളവതില്ലാത്ത - നിത്യവാസാ</vt:lpstr>
      <vt:lpstr>3 മായാവലയിൽപെട്ടു കുടുങ്ങാതെ ലോക   വാഴ്വിൽ മയങ്ങിമനം കലങ്ങാതെ </vt:lpstr>
      <vt:lpstr>4 അടിയനിന്നരുൾ ചെയ്തീടരുതോ! നിന്‍റെ  അടിമയ്ക്കു നീയെന്യെ-ഗതി ഏതോ?</vt:lpstr>
      <vt:lpstr>5 വഞ്ചക മനസ്സിനെ മാറ്റണമേ-എന്‍റെ  നെഞ്ചകം നീ പുതു-താക്കണമേ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 GM JOHN; Acsah Mathews</dc:creator>
  <cp:lastModifiedBy>Acsah Mathews</cp:lastModifiedBy>
  <cp:revision>292</cp:revision>
  <dcterms:created xsi:type="dcterms:W3CDTF">2013-04-19T09:19:07Z</dcterms:created>
  <dcterms:modified xsi:type="dcterms:W3CDTF">2018-11-08T15:27:00Z</dcterms:modified>
</cp:coreProperties>
</file>