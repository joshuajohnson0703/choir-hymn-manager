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7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5" autoAdjust="0"/>
    <p:restoredTop sz="94660"/>
  </p:normalViewPr>
  <p:slideViewPr>
    <p:cSldViewPr>
      <p:cViewPr varScale="1">
        <p:scale>
          <a:sx n="43" d="100"/>
          <a:sy n="43" d="100"/>
        </p:scale>
        <p:origin x="42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9424E-6763-4B48-9884-DBDE9BA0174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252B3-BC6B-4574-AFE7-04D2E3846C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439AC-B235-4094-9D99-72636E7CF2D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00826-A860-4B5F-9553-331B06DF1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E4B4-D112-4173-8D99-58A0BE5CEF9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D7B88-0768-4E7D-B954-BDCA80DCA3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AC56C-B47E-43F6-B50F-033040D6BA9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DAF25-F313-4805-9A2D-F14CA3B13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8F551-E01B-4105-B86F-145C1611BED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2E417-A533-45F2-83E2-77AEF6874C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48864-5FB2-4B12-B2CD-0B0989DDF96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F8A79-F5E6-4208-B409-730F2EF0C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ADCBA-73CA-47A8-A2D6-F195C1C6A52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32427-C199-4779-976B-250CEAC75C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9539D-7F9C-44B4-82AB-0D4ED24B052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AA150-6688-40D0-A86E-876A22BF9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25601-2887-4AF0-A4CF-DCBEC63A293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830B6-482E-4C5F-B7D1-86A78E8D1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673AC-4DE5-43FA-844C-856D5BB4B48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1E777-ED6F-4002-9951-5F7F0C9A6D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28FC5-80E0-4709-A1E5-1C49C9BD2A9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142C1-CB8F-4E72-8540-41E94D89B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2F8AD4-40E1-4648-B4DB-804D6019954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DEC087F-26CB-4BD5-AEA3-4FCCAD940E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DB0B-EC97-481E-A7CC-736C574BA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യേശുനാഥാ! </a:t>
            </a:r>
            <a:r>
              <a:rPr lang="ml-IN" b="1">
                <a:latin typeface="Kartika" panose="02020503030404060203" pitchFamily="18" charset="0"/>
              </a:rPr>
              <a:t>നിന്‍കൃപയ്ക്കായ്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426CB-658B-4432-BCBE-D212AEC816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Yeshunaadha! Nin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Kripaykkai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351734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9277"/>
            <a:ext cx="12192000" cy="3488323"/>
          </a:xfrm>
        </p:spPr>
        <p:txBody>
          <a:bodyPr anchor="t"/>
          <a:lstStyle/>
          <a:p>
            <a:pPr defTabSz="457200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ഈശനേ! നിന്‍ നാമമെന്‍റെ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ക്ലേശമകറ്റും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- യേശു...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Yeshunaadha!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Sthothramennekkum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lvl="0" algn="ctr"/>
            <a:endParaRPr lang="en-US" sz="1400" i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lvl="0" algn="ctr"/>
            <a:r>
              <a:rPr lang="en-US" sz="2400" i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Anupallavi</a:t>
            </a:r>
            <a:endParaRPr lang="en-US" sz="2400" i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naamamente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kleshamakattum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നാശമയനായോരെന്നില്‍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ജീവനരുളാന്‍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ക്രൂശിനെ വഹിച്ചപ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സഹിച്ചോ...രു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Naashamayanayorennil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Jeevanarulhaan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van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Krooshine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vahichapa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0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45552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പാവനമാം നീതിയില്‍ ഞാ-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നെന്നു മിരിപ്പാന്‍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ജീവനിലൊരം ശമെനി-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ക്കേകിയതിനാൽ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Paavanamaam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nennumirippan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Jeevaniloram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shameni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Kkekiyathaal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0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22507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ഹൃദയം തന്നിലെന്നെ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മുന്‍ കുറിച്ചപ്പോൾ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ജനനം തന്നെയും ഞാ-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നന്നറിഞ്ഞില്ലേ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hridayam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thannilenne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kurhichappolh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nannarhinjille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29737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01352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 ജഡ ശരീര മരണം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നിമിത്തം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പിതാവോടെന്നെ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നിര-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പ്പിച്ചതു മൂലം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shareera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Nimitham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pithaavodenne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ppichathumoolam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29737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629708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എത്രകാലം നിന്‍ കൃപയെ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വ്യര്‍ത്ഥമാക്കി ഞാന്‍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അത്രനാളുമന്ധകാരം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തന്നിലിരുന്നേ</a:t>
            </a:r>
            <a:r>
              <a:rPr lang="ml-IN" sz="3200" b="1" dirty="0">
                <a:latin typeface="Kartika" panose="02020503030404060203" pitchFamily="18" charset="0"/>
              </a:rPr>
              <a:t>ന്‍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Ethrakaalam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ninkripaye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Vyardhamaakki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naalhum-andhakaaram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Thannilirunnen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29737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55329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 ലതയായ നിന്നില്‍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നിലനില്പാൻ - നിന്‍റെ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 രസം എന്നിലെന്നും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 പാലിക്ക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Jeevalathayaaya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nilanilpaan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Jeevarasam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ennilennum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paalikka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29737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76737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73015"/>
            <a:ext cx="12192000" cy="2421523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 ദേശത്തിലീ ഞാ-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നെത്തും വരെയ്ക്കും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വിശ്രുത കൃപകളെന്നെ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പിന്തുടരേണം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C000B-51FC-45AE-887E-92780167D0C4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Vishrama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deshaththilee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neththum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vareykkum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Vishrutha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kripakalhenne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Pinthudarenham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466ED-8E36-4EE9-936F-3AC3252FFCB9}"/>
              </a:ext>
            </a:extLst>
          </p:cNvPr>
          <p:cNvSpPr/>
          <p:nvPr/>
        </p:nvSpPr>
        <p:spPr>
          <a:xfrm>
            <a:off x="0" y="255592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യേശുനാഥാ! നിന്‍കൃപയ്ക്കായ്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സ്തോത്രമെന്നേക്കും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1AB03-B391-40E6-9EDE-ADEDDBA9EF56}"/>
              </a:ext>
            </a:extLst>
          </p:cNvPr>
          <p:cNvSpPr/>
          <p:nvPr/>
        </p:nvSpPr>
        <p:spPr>
          <a:xfrm>
            <a:off x="29737" y="5107767"/>
            <a:ext cx="1097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Yeshunaadha! Nin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Kripaykkai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Sthothramennekkum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endParaRPr lang="en-US" sz="1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7A005-54C1-4C5B-A802-577F393EABF3}"/>
              </a:ext>
            </a:extLst>
          </p:cNvPr>
          <p:cNvSpPr/>
          <p:nvPr/>
        </p:nvSpPr>
        <p:spPr>
          <a:xfrm>
            <a:off x="9852898" y="370071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>
                <a:solidFill>
                  <a:srgbClr val="000000"/>
                </a:solidFill>
                <a:latin typeface="Arial" panose="020B0604020202020204" pitchFamily="34" charset="0"/>
              </a:rPr>
              <a:t>കെ. വി. സൈമൺ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35A87-EFA0-40D0-AF59-326B5E348A44}"/>
              </a:ext>
            </a:extLst>
          </p:cNvPr>
          <p:cNvSpPr/>
          <p:nvPr/>
        </p:nvSpPr>
        <p:spPr>
          <a:xfrm>
            <a:off x="10509761" y="6344161"/>
            <a:ext cx="153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(K.V. Simon)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416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2362200" y="533400"/>
            <a:ext cx="7772400" cy="6096000"/>
          </a:xfrm>
        </p:spPr>
        <p:txBody>
          <a:bodyPr/>
          <a:lstStyle/>
          <a:p>
            <a:pPr algn="l" defTabSz="457200"/>
            <a:r>
              <a:rPr lang="ml-IN" sz="2800" b="1" dirty="0"/>
              <a:t>‍- യേശു...</a:t>
            </a:r>
            <a:br>
              <a:rPr lang="en-US" sz="2800" b="1" dirty="0">
                <a:cs typeface="Kartika" pitchFamily="18" charset="0"/>
              </a:rPr>
            </a:br>
            <a:br>
              <a:rPr lang="en-US" sz="9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6	</a:t>
            </a:r>
            <a:r>
              <a:rPr lang="ml-IN" sz="2800" b="1" dirty="0"/>
              <a:t>- യേശു...</a:t>
            </a:r>
            <a:br>
              <a:rPr lang="ml-IN" sz="2800" b="1" dirty="0"/>
            </a:br>
            <a:br>
              <a:rPr lang="ml-IN" sz="900" b="1" dirty="0"/>
            </a:br>
            <a:r>
              <a:rPr lang="ml-IN" sz="2800" b="1" dirty="0"/>
              <a:t>- യേശു...</a:t>
            </a:r>
            <a:br>
              <a:rPr lang="en-US" sz="2800" b="1" dirty="0">
                <a:cs typeface="Kartika" pitchFamily="18" charset="0"/>
              </a:rPr>
            </a:br>
            <a:br>
              <a:rPr lang="en-US" sz="900" b="1" dirty="0">
                <a:cs typeface="Kartika" pitchFamily="18" charset="0"/>
              </a:rPr>
            </a:br>
            <a:r>
              <a:rPr lang="ml-IN" sz="1800" b="1" dirty="0"/>
              <a:t>(കെ. വി. സൈമണ്‍)</a:t>
            </a:r>
            <a:endParaRPr lang="en-US" sz="2800" b="1" dirty="0">
              <a:cs typeface="Kartika" pitchFamily="18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062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3 of 3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219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62 യേശുനാഥാ! നിന്‍കൃപയ്ക്കായ്</vt:lpstr>
      <vt:lpstr>പല്ലവി യേശുനാഥാ! നിന്‍കൃപയ്ക്കായ് സ്തോത്രമെന്നേക്കും  അനുപല്ലവി ഈശനേ! നിന്‍ നാമമെന്‍റെ  ക്ലേശമകറ്റും  - യേശു...           </vt:lpstr>
      <vt:lpstr>1 നാശമയനായോരെന്നില്‍  ജീവനരുളാന്‍ - വന്‍  ക്രൂശിനെ വഹിച്ചപ-  മാനം സഹിച്ചോ...രു</vt:lpstr>
      <vt:lpstr>2 പാവനമാം നീതിയില്‍ ഞാ-  നെന്നു മിരിപ്പാന്‍ - നിന്‍റെ  ജീവനിലൊരം ശമെനി-  ക്കേകിയതിനാൽ</vt:lpstr>
      <vt:lpstr>3 നിന്‍ ഹൃദയം തന്നിലെന്നെ  മുന്‍ കുറിച്ചപ്പോൾ    എന്‍ ജനനം തന്നെയും ഞാ-  നന്നറിഞ്ഞില്ലേ</vt:lpstr>
      <vt:lpstr>4 തന്‍ ജഡ ശരീര മരണം  നിമിത്തം നീ  നിന്‍ പിതാവോടെന്നെ നിര-  പ്പിച്ചതു മൂലം</vt:lpstr>
      <vt:lpstr>5 എത്രകാലം നിന്‍ കൃപയെ  വ്യര്‍ത്ഥമാക്കി ഞാന്‍  അത്രനാളുമന്ധകാരം  തന്നിലിരുന്നേന്‍</vt:lpstr>
      <vt:lpstr>6 ജീവ ലതയായ നിന്നില്‍  ഞാന്‍ നിലനില്പാൻ - നിന്‍റെ  ജീവ രസം എന്നിലെന്നും  തന്നു പാലിക്ക</vt:lpstr>
      <vt:lpstr>7 വിശ്രമ ദേശത്തിലീ ഞാ-  നെത്തും വരെയ്ക്കും - നിന്‍റെ  വിശ്രുത കൃപകളെന്നെ  പിന്തുടരേണം</vt:lpstr>
      <vt:lpstr>‍- യേശു...  6 - യേശു...  - യേശു...  (കെ. വി. സൈമണ്‍)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Yeshunadha nin kripakkai</dc:title>
  <dc:creator>Digital Input:; GM JOHN; Acsah Mathews</dc:creator>
  <cp:lastModifiedBy>Acsah Mathews</cp:lastModifiedBy>
  <cp:revision>191</cp:revision>
  <dcterms:created xsi:type="dcterms:W3CDTF">2013-04-19T09:19:07Z</dcterms:created>
  <dcterms:modified xsi:type="dcterms:W3CDTF">2018-10-31T14:54:53Z</dcterms:modified>
</cp:coreProperties>
</file>