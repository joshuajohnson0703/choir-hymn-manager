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6" r:id="rId3"/>
    <p:sldId id="259" r:id="rId4"/>
    <p:sldId id="265" r:id="rId5"/>
    <p:sldId id="260" r:id="rId6"/>
    <p:sldId id="266" r:id="rId7"/>
    <p:sldId id="261" r:id="rId8"/>
    <p:sldId id="267" r:id="rId9"/>
    <p:sldId id="262" r:id="rId10"/>
    <p:sldId id="268" r:id="rId11"/>
    <p:sldId id="263" r:id="rId12"/>
    <p:sldId id="269" r:id="rId1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4" d="100"/>
          <a:sy n="44" d="100"/>
        </p:scale>
        <p:origin x="60" y="9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1F7725-CB9F-477C-B830-6BD287DB1F19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8ABCF-D78E-45FD-BDC1-5972D9F4C0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D8368D-0034-4F31-A0DA-89FD3B1F4450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F11E54-A46C-428B-A732-169B8E36E4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4E5184-D5F9-4084-88E9-2DE4D9409339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D0C0B-D773-4ED0-8822-616CBFBF58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C14D1B-1E40-4470-B27F-B5EDE27240DF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6E4B5A-3A14-4568-AC22-BBF461B67F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FE312D-6ABB-4E57-935D-F36E988506B2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D9DA0-0EF2-4F92-8851-AD98A50704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9F21DB-2321-4419-8393-41CD932ACFF7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E93C4B-6E92-4AD7-8C06-C77E6B416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EF692-B3CC-44A1-9C39-751F9C6C4C45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794953-CE1C-4D62-98D4-88BC9677B6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21E7F-14DB-43C2-BF13-3ED2ECBA035E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0EB829-6DBA-4F6C-BDD9-FBD0B59D1C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E63265-3346-4647-92B0-D2A4DBC60F1E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A5A3FC-AE26-4E8F-8E68-568B76C13A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FF08AD-2581-4EC8-B470-CF7428F3403D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176E00-AB55-4DC7-9CB8-5C2F86C116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B57573-E735-4C44-A6E0-485CB0C94062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F8F1A1-6607-4C31-A830-84D23CA11A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D876144-D08D-467B-B3F6-C1355B40F718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E95E501-61FB-480A-B190-BAF51F41BD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E30E-B33D-4E57-89A6-D29C0A527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57290"/>
            <a:ext cx="12192000" cy="1943161"/>
          </a:xfrm>
        </p:spPr>
        <p:txBody>
          <a:bodyPr/>
          <a:lstStyle/>
          <a:p>
            <a:r>
              <a:rPr lang="en-US" dirty="0"/>
              <a:t>366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എന്തതിശയമേ! ദൈവത്തിൻ സ്നേഹം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F4AC01-86CD-4D32-AEEF-97D04006A4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7914" y="3600451"/>
            <a:ext cx="8534400" cy="9144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Enthathishayamey </a:t>
            </a:r>
            <a:r>
              <a:rPr lang="en-US" sz="4000" b="1" dirty="0" err="1">
                <a:solidFill>
                  <a:srgbClr val="002060"/>
                </a:solidFill>
              </a:rPr>
              <a:t>Daivaththin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Sneham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  <a:p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1FABC6-DC0E-49B8-B1AE-0209ACF84D6C}"/>
              </a:ext>
            </a:extLst>
          </p:cNvPr>
          <p:cNvSpPr/>
          <p:nvPr/>
        </p:nvSpPr>
        <p:spPr>
          <a:xfrm>
            <a:off x="1828800" y="4800600"/>
            <a:ext cx="24432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(പി.വി. തൊമ്മി)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15C119-9406-4DF9-BE47-DA765E65F96F}"/>
              </a:ext>
            </a:extLst>
          </p:cNvPr>
          <p:cNvSpPr/>
          <p:nvPr/>
        </p:nvSpPr>
        <p:spPr>
          <a:xfrm>
            <a:off x="8681906" y="4800600"/>
            <a:ext cx="18450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(P.V.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Thommi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713805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590800"/>
          </a:xfrm>
        </p:spPr>
        <p:txBody>
          <a:bodyPr rtlCol="0" anchor="t">
            <a:noAutofit/>
          </a:bodyPr>
          <a:lstStyle/>
          <a:p>
            <a:pPr eaLnBrk="1" hangingPunct="1">
              <a:lnSpc>
                <a:spcPct val="114000"/>
              </a:lnSpc>
              <a:tabLst>
                <a:tab pos="465138" algn="l"/>
              </a:tabLst>
              <a:defRPr/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എന്തതിശയമേ! ദൈവത്തിൻ സ്നേഹം 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എത്ര മനോഹരമേ!  അതു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ചിന്തയിലടങ്ങാ - സിന്ധുസമാനമായ്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സന്തതം കാണുന്നു ഞാൻ</a:t>
            </a:r>
            <a:endParaRPr lang="en-US" sz="3400" b="1" spc="-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72D154-63E6-463A-ABFE-8ACD328FE2F0}"/>
              </a:ext>
            </a:extLst>
          </p:cNvPr>
          <p:cNvSpPr/>
          <p:nvPr/>
        </p:nvSpPr>
        <p:spPr>
          <a:xfrm>
            <a:off x="0" y="3429000"/>
            <a:ext cx="121920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Enthathishayamey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Daivaththin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Ethra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manoharamey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chinthayil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adangaa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sindhu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samaanamaai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Santhatham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kaanhunnu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1349828"/>
            <a:ext cx="11201400" cy="2590800"/>
          </a:xfrm>
        </p:spPr>
        <p:txBody>
          <a:bodyPr rtlCol="0" anchor="t">
            <a:noAutofit/>
          </a:bodyPr>
          <a:lstStyle/>
          <a:p>
            <a:pPr algn="l" eaLnBrk="1" hangingPunct="1">
              <a:lnSpc>
                <a:spcPct val="114000"/>
              </a:lnSpc>
              <a:tabLst>
                <a:tab pos="465138" algn="l"/>
              </a:tabLst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ദൈവമേ! നിൻ മഹാസ്നേഹമിതിൻ വിധം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ആർക്കു ചിന്തിച്ചറിയാം എനി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ക്കാവതില്ലേ അതിൻ ആഴമളന്നിടാൻ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എത്ര ബഹുലമതു!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72D154-63E6-463A-ABFE-8ACD328FE2F0}"/>
              </a:ext>
            </a:extLst>
          </p:cNvPr>
          <p:cNvSpPr/>
          <p:nvPr/>
        </p:nvSpPr>
        <p:spPr>
          <a:xfrm>
            <a:off x="0" y="3918857"/>
            <a:ext cx="110490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Daivamey Nin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vidham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Aarkku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chinthichchariyaam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Enikkaavathilley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aazham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alhanneedaan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Ethra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bahulamathu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9423F9-D8B7-410B-93A5-BDA51E5CAB2D}"/>
              </a:ext>
            </a:extLst>
          </p:cNvPr>
          <p:cNvSpPr txBox="1"/>
          <p:nvPr/>
        </p:nvSpPr>
        <p:spPr>
          <a:xfrm>
            <a:off x="0" y="53641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60256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590800"/>
          </a:xfrm>
        </p:spPr>
        <p:txBody>
          <a:bodyPr rtlCol="0" anchor="t">
            <a:noAutofit/>
          </a:bodyPr>
          <a:lstStyle/>
          <a:p>
            <a:pPr eaLnBrk="1" hangingPunct="1">
              <a:lnSpc>
                <a:spcPct val="114000"/>
              </a:lnSpc>
              <a:tabLst>
                <a:tab pos="465138" algn="l"/>
              </a:tabLst>
              <a:defRPr/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എന്തതിശയമേ! ദൈവത്തിൻ സ്നേഹം 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എത്ര മനോഹരമേ!  അതു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ചിന്തയിലടങ്ങാ - സിന്ധുസമാനമായ്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സന്തതം കാണുന്നു ഞാൻ</a:t>
            </a:r>
            <a:endParaRPr lang="en-US" sz="3400" b="1" spc="-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72D154-63E6-463A-ABFE-8ACD328FE2F0}"/>
              </a:ext>
            </a:extLst>
          </p:cNvPr>
          <p:cNvSpPr/>
          <p:nvPr/>
        </p:nvSpPr>
        <p:spPr>
          <a:xfrm>
            <a:off x="0" y="3429000"/>
            <a:ext cx="121920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Enthathishayamey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Daivaththin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Ethra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manoharamey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chinthayil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adangaa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sindhu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samaanamaai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Santhatham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kaanhunnu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59851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1349828"/>
            <a:ext cx="11201400" cy="2590800"/>
          </a:xfrm>
        </p:spPr>
        <p:txBody>
          <a:bodyPr rtlCol="0" anchor="t">
            <a:noAutofit/>
          </a:bodyPr>
          <a:lstStyle/>
          <a:p>
            <a:pPr algn="l" eaLnBrk="1" hangingPunct="1">
              <a:lnSpc>
                <a:spcPct val="114000"/>
              </a:lnSpc>
              <a:tabLst>
                <a:tab pos="465138" algn="l"/>
              </a:tabLst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ആയിരമായിരം നാവുളാലതു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വർണ്ണിപ്പതിന്നെളുതോ!  പതി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നായിരത്തിങ്കലൊ-രംശം ചൊല്ലീടുവാൻ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പാരിലസാദ്ധ്യമഹോ!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72D154-63E6-463A-ABFE-8ACD328FE2F0}"/>
              </a:ext>
            </a:extLst>
          </p:cNvPr>
          <p:cNvSpPr/>
          <p:nvPr/>
        </p:nvSpPr>
        <p:spPr>
          <a:xfrm>
            <a:off x="0" y="3918857"/>
            <a:ext cx="110490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Aayiram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aayiram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naavukalhaalathu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Varnhippathin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elhutho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Pathinaayirathinkalhor-amsham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cholleeduvaan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Paaril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asaadhyamaho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9423F9-D8B7-410B-93A5-BDA51E5CAB2D}"/>
              </a:ext>
            </a:extLst>
          </p:cNvPr>
          <p:cNvSpPr txBox="1"/>
          <p:nvPr/>
        </p:nvSpPr>
        <p:spPr>
          <a:xfrm>
            <a:off x="0" y="53641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9449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590800"/>
          </a:xfrm>
        </p:spPr>
        <p:txBody>
          <a:bodyPr rtlCol="0" anchor="t">
            <a:noAutofit/>
          </a:bodyPr>
          <a:lstStyle/>
          <a:p>
            <a:pPr eaLnBrk="1" hangingPunct="1">
              <a:lnSpc>
                <a:spcPct val="114000"/>
              </a:lnSpc>
              <a:tabLst>
                <a:tab pos="465138" algn="l"/>
              </a:tabLst>
              <a:defRPr/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എന്തതിശയമേ! ദൈവത്തിൻ സ്നേഹം 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എത്ര മനോഹരമേ!  അതു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ചിന്തയിലടങ്ങാ - സിന്ധുസമാനമായ്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സന്തതം കാണുന്നു ഞാൻ</a:t>
            </a:r>
            <a:endParaRPr lang="en-US" sz="3400" b="1" spc="-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72D154-63E6-463A-ABFE-8ACD328FE2F0}"/>
              </a:ext>
            </a:extLst>
          </p:cNvPr>
          <p:cNvSpPr/>
          <p:nvPr/>
        </p:nvSpPr>
        <p:spPr>
          <a:xfrm>
            <a:off x="0" y="3429000"/>
            <a:ext cx="121920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Enthathishayamey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Daivaththin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Ethra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manoharamey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chinthayil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adangaa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sindhu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samaanamaai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Santhatham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kaanhunnu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38371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1349828"/>
            <a:ext cx="11201400" cy="2590800"/>
          </a:xfrm>
        </p:spPr>
        <p:txBody>
          <a:bodyPr rtlCol="0" anchor="t">
            <a:noAutofit/>
          </a:bodyPr>
          <a:lstStyle/>
          <a:p>
            <a:pPr algn="l" eaLnBrk="1" hangingPunct="1">
              <a:lnSpc>
                <a:spcPct val="114000"/>
              </a:lnSpc>
              <a:tabLst>
                <a:tab pos="465138" algn="l"/>
              </a:tabLst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മോദമെഴും തിരുമാർവ്വിലുല്ലാസമായ്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സന്തതം ചേർന്നിരുന്ന - ഏക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ജാതനാമേശുവേ, പാതകർക്കായ് തന്ന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സ്നേഹമതിശയമെ!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72D154-63E6-463A-ABFE-8ACD328FE2F0}"/>
              </a:ext>
            </a:extLst>
          </p:cNvPr>
          <p:cNvSpPr/>
          <p:nvPr/>
        </p:nvSpPr>
        <p:spPr>
          <a:xfrm>
            <a:off x="0" y="3918857"/>
            <a:ext cx="110490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Mothamezhum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maarvvil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ullaasamaai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Santhatham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chèrnnirunna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jaathanaam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paathakarkkaai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Snehamathishayamey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9423F9-D8B7-410B-93A5-BDA51E5CAB2D}"/>
              </a:ext>
            </a:extLst>
          </p:cNvPr>
          <p:cNvSpPr txBox="1"/>
          <p:nvPr/>
        </p:nvSpPr>
        <p:spPr>
          <a:xfrm>
            <a:off x="0" y="53641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28943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590800"/>
          </a:xfrm>
        </p:spPr>
        <p:txBody>
          <a:bodyPr rtlCol="0" anchor="t">
            <a:noAutofit/>
          </a:bodyPr>
          <a:lstStyle/>
          <a:p>
            <a:pPr eaLnBrk="1" hangingPunct="1">
              <a:lnSpc>
                <a:spcPct val="114000"/>
              </a:lnSpc>
              <a:tabLst>
                <a:tab pos="465138" algn="l"/>
              </a:tabLst>
              <a:defRPr/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എന്തതിശയമേ! ദൈവത്തിൻ സ്നേഹം 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എത്ര മനോഹരമേ!  അതു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ചിന്തയിലടങ്ങാ - സിന്ധുസമാനമായ്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സന്തതം കാണുന്നു ഞാൻ</a:t>
            </a:r>
            <a:endParaRPr lang="en-US" sz="3400" b="1" spc="-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72D154-63E6-463A-ABFE-8ACD328FE2F0}"/>
              </a:ext>
            </a:extLst>
          </p:cNvPr>
          <p:cNvSpPr/>
          <p:nvPr/>
        </p:nvSpPr>
        <p:spPr>
          <a:xfrm>
            <a:off x="0" y="3429000"/>
            <a:ext cx="121920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Enthathishayamey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Daivaththin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Ethra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manoharamey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chinthayil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adangaa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sindhu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samaanamaai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Santhatham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kaanhunnu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51913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1349828"/>
            <a:ext cx="11201400" cy="2590800"/>
          </a:xfrm>
        </p:spPr>
        <p:txBody>
          <a:bodyPr rtlCol="0" anchor="t">
            <a:noAutofit/>
          </a:bodyPr>
          <a:lstStyle/>
          <a:p>
            <a:pPr algn="l" eaLnBrk="1" hangingPunct="1">
              <a:lnSpc>
                <a:spcPct val="114000"/>
              </a:lnSpc>
              <a:tabLst>
                <a:tab pos="465138" algn="l"/>
              </a:tabLst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പാപത്താൽ നിന്നെ ഞാൻ കോപിപ്പിച്ചുള്ളൊരു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കാലത്തിലും ദയവായ് - സ്നേഹ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വാപിയേ നീയെന്നെ സ്നേഹിച്ചതോർത്തെന്നിൽ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ആശ്ചര്യമേറിടുന്നൂ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72D154-63E6-463A-ABFE-8ACD328FE2F0}"/>
              </a:ext>
            </a:extLst>
          </p:cNvPr>
          <p:cNvSpPr/>
          <p:nvPr/>
        </p:nvSpPr>
        <p:spPr>
          <a:xfrm>
            <a:off x="0" y="3918857"/>
            <a:ext cx="110490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Paapaththaal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kopipichchullhoru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Kaalaththilum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dayavaai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Sneha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vaapiye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snehichchathorththennil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Aashcharyam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èreedunnu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9423F9-D8B7-410B-93A5-BDA51E5CAB2D}"/>
              </a:ext>
            </a:extLst>
          </p:cNvPr>
          <p:cNvSpPr txBox="1"/>
          <p:nvPr/>
        </p:nvSpPr>
        <p:spPr>
          <a:xfrm>
            <a:off x="0" y="53641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67610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590800"/>
          </a:xfrm>
        </p:spPr>
        <p:txBody>
          <a:bodyPr rtlCol="0" anchor="t">
            <a:noAutofit/>
          </a:bodyPr>
          <a:lstStyle/>
          <a:p>
            <a:pPr eaLnBrk="1" hangingPunct="1">
              <a:lnSpc>
                <a:spcPct val="114000"/>
              </a:lnSpc>
              <a:tabLst>
                <a:tab pos="465138" algn="l"/>
              </a:tabLst>
              <a:defRPr/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എന്തതിശയമേ! ദൈവത്തിൻ സ്നേഹം 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എത്ര മനോഹരമേ!  അതു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ചിന്തയിലടങ്ങാ - സിന്ധുസമാനമായ്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സന്തതം കാണുന്നു ഞാൻ</a:t>
            </a:r>
            <a:endParaRPr lang="en-US" sz="3400" b="1" spc="-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72D154-63E6-463A-ABFE-8ACD328FE2F0}"/>
              </a:ext>
            </a:extLst>
          </p:cNvPr>
          <p:cNvSpPr/>
          <p:nvPr/>
        </p:nvSpPr>
        <p:spPr>
          <a:xfrm>
            <a:off x="0" y="3429000"/>
            <a:ext cx="121920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Enthathishayamey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Daivaththin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Ethra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manoharamey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chinthayil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adangaa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sindhu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samaanamaai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Santhatham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kaanhunnu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90648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1349828"/>
            <a:ext cx="11201400" cy="2590800"/>
          </a:xfrm>
        </p:spPr>
        <p:txBody>
          <a:bodyPr rtlCol="0" anchor="t">
            <a:noAutofit/>
          </a:bodyPr>
          <a:lstStyle/>
          <a:p>
            <a:pPr algn="l" eaLnBrk="1" hangingPunct="1">
              <a:lnSpc>
                <a:spcPct val="114000"/>
              </a:lnSpc>
              <a:tabLst>
                <a:tab pos="465138" algn="l"/>
              </a:tabLst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ജീവിതത്തിൽ പല വീഴ്ചകൾ വന്നിട്ടും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ഒട്ടും നിഷേധിക്കാതെ - എന്നെ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കേവലം സ്നേഹിച്ചു പാലിച്ചിടും തവ 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സ്നേഹമതുല്യമഹോ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72D154-63E6-463A-ABFE-8ACD328FE2F0}"/>
              </a:ext>
            </a:extLst>
          </p:cNvPr>
          <p:cNvSpPr/>
          <p:nvPr/>
        </p:nvSpPr>
        <p:spPr>
          <a:xfrm>
            <a:off x="0" y="3918857"/>
            <a:ext cx="11049000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Jeevithaththil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pala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veezhchakalh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vannittum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Ottum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nishèdhikkaathey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Enney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kèvalam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snehichchu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paalichchidum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thava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snehamathulyamaho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9423F9-D8B7-410B-93A5-BDA51E5CAB2D}"/>
              </a:ext>
            </a:extLst>
          </p:cNvPr>
          <p:cNvSpPr txBox="1"/>
          <p:nvPr/>
        </p:nvSpPr>
        <p:spPr>
          <a:xfrm>
            <a:off x="0" y="53641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34149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590800"/>
          </a:xfrm>
        </p:spPr>
        <p:txBody>
          <a:bodyPr rtlCol="0" anchor="t">
            <a:noAutofit/>
          </a:bodyPr>
          <a:lstStyle/>
          <a:p>
            <a:pPr eaLnBrk="1" hangingPunct="1">
              <a:lnSpc>
                <a:spcPct val="114000"/>
              </a:lnSpc>
              <a:tabLst>
                <a:tab pos="465138" algn="l"/>
              </a:tabLst>
              <a:defRPr/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എന്തതിശയമേ! ദൈവത്തിൻ സ്നേഹം 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എത്ര മനോഹരമേ!  അതു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ചിന്തയിലടങ്ങാ - സിന്ധുസമാനമായ്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സന്തതം കാണുന്നു ഞാൻ</a:t>
            </a:r>
            <a:endParaRPr lang="en-US" sz="3400" b="1" spc="-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72D154-63E6-463A-ABFE-8ACD328FE2F0}"/>
              </a:ext>
            </a:extLst>
          </p:cNvPr>
          <p:cNvSpPr/>
          <p:nvPr/>
        </p:nvSpPr>
        <p:spPr>
          <a:xfrm>
            <a:off x="0" y="3429000"/>
            <a:ext cx="121920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Enthathishayamey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Daivaththin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Ethra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manoharamey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chinthayil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adangaa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sindhu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samaanamaai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Santhatham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kaanhunnu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31309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227</Words>
  <Application>Microsoft Office PowerPoint</Application>
  <PresentationFormat>Widescreen</PresentationFormat>
  <Paragraphs>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Kartika</vt:lpstr>
      <vt:lpstr>Office Theme</vt:lpstr>
      <vt:lpstr>366 എന്തതിശയമേ! ദൈവത്തിൻ സ്നേഹം</vt:lpstr>
      <vt:lpstr>എന്തതിശയമേ! ദൈവത്തിൻ സ്നേഹം   എത്ര മനോഹരമേ!  അതു  ചിന്തയിലടങ്ങാ - സിന്ധുസമാനമായ്  സന്തതം കാണുന്നു ഞാൻ</vt:lpstr>
      <vt:lpstr>ദൈവമേ! നിൻ മഹാസ്നേഹമിതിൻ വിധം  ആർക്കു ചിന്തിച്ചറിയാം എനി- ക്കാവതില്ലേ അതിൻ ആഴമളന്നിടാൻ എത്ര ബഹുലമതു!</vt:lpstr>
      <vt:lpstr>എന്തതിശയമേ! ദൈവത്തിൻ സ്നേഹം   എത്ര മനോഹരമേ!  അതു  ചിന്തയിലടങ്ങാ - സിന്ധുസമാനമായ്  സന്തതം കാണുന്നു ഞാൻ</vt:lpstr>
      <vt:lpstr>ആയിരമായിരം നാവുളാലതു  വർണ്ണിപ്പതിന്നെളുതോ!  പതി- നായിരത്തിങ്കലൊ-രംശം ചൊല്ലീടുവാൻ  പാരിലസാദ്ധ്യമഹോ!</vt:lpstr>
      <vt:lpstr>എന്തതിശയമേ! ദൈവത്തിൻ സ്നേഹം   എത്ര മനോഹരമേ!  അതു  ചിന്തയിലടങ്ങാ - സിന്ധുസമാനമായ്  സന്തതം കാണുന്നു ഞാൻ</vt:lpstr>
      <vt:lpstr>മോദമെഴും തിരുമാർവ്വിലുല്ലാസമായ്  സന്തതം ചേർന്നിരുന്ന - ഏക ജാതനാമേശുവേ, പാതകർക്കായ് തന്ന സ്നേഹമതിശയമെ!</vt:lpstr>
      <vt:lpstr>എന്തതിശയമേ! ദൈവത്തിൻ സ്നേഹം   എത്ര മനോഹരമേ!  അതു  ചിന്തയിലടങ്ങാ - സിന്ധുസമാനമായ്  സന്തതം കാണുന്നു ഞാൻ</vt:lpstr>
      <vt:lpstr>പാപത്താൽ നിന്നെ ഞാൻ കോപിപ്പിച്ചുള്ളൊരു  കാലത്തിലും ദയവായ് - സ്നേഹ വാപിയേ നീയെന്നെ സ്നേഹിച്ചതോർത്തെന്നിൽ  ആശ്ചര്യമേറിടുന്നൂ</vt:lpstr>
      <vt:lpstr>എന്തതിശയമേ! ദൈവത്തിൻ സ്നേഹം   എത്ര മനോഹരമേ!  അതു  ചിന്തയിലടങ്ങാ - സിന്ധുസമാനമായ്  സന്തതം കാണുന്നു ഞാൻ</vt:lpstr>
      <vt:lpstr>ജീവിതത്തിൽ പല വീഴ്ചകൾ വന്നിട്ടും  ഒട്ടും നിഷേധിക്കാതെ - എന്നെ കേവലം സ്നേഹിച്ചു പാലിച്ചിടും തവ - സ്നേഹമതുല്യമഹോ</vt:lpstr>
      <vt:lpstr>എന്തതിശയമേ! ദൈവത്തിൻ സ്നേഹം   എത്ര മനോഹരമേ!  അതു  ചിന്തയിലടങ്ങാ - സിന്ധുസമാനമായ്  സന്തതം കാണുന്നു ഞാൻ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Enthathishayame daivathin sneham</dc:title>
  <dc:creator>Digital Input:; GM JOHN; Acsah Mathews</dc:creator>
  <cp:lastModifiedBy>Acsah Mathews</cp:lastModifiedBy>
  <cp:revision>26</cp:revision>
  <dcterms:created xsi:type="dcterms:W3CDTF">2013-05-06T05:45:32Z</dcterms:created>
  <dcterms:modified xsi:type="dcterms:W3CDTF">2018-11-21T19:08:15Z</dcterms:modified>
</cp:coreProperties>
</file>