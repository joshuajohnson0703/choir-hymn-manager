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CFD58-C3D0-465C-9C43-53CECDC4777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A34A2-980E-4E1B-9C03-5FC5FB9131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F3DBE-0B3C-4980-8E7D-55A3723520C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481CA-980D-4DC9-896C-809C6AD7BA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3C767-4055-469E-9B42-017BD983EDD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D22BF-3435-45A2-9DA6-346B0EB47A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B319F-EE9F-4EC4-B7FF-CD2253FE4AA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04962-8FD6-4B77-90CE-66A0B580F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48AF8-704A-4A1F-A6A7-3D9C994AC8F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E5341-DBA6-4B56-BBD3-949E9D9168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DAF83-F070-422F-94F4-F18CA5BA49B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85D36-F539-4680-AD6B-68144FD6E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221F3-2E42-4FAD-A22B-766104155DA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C6097-30A9-43F1-82A8-C79BF9F9E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A8B6F-2882-4104-8675-107D45F27A9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5031E-16E6-44E2-987F-47B4C47F06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69EDB-3EB7-4C7E-BEDF-05F15470E7B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FFD24-2AB3-46CB-BFB7-CDB6C91A9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D7E5A-B59F-42B6-B0F2-5CACDAB76BC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DFDD5-59F1-49CF-9D8C-2386AD802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C0986-75E6-4B11-8EFB-7F8612C93D6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7537A-D27D-4764-B2EB-19BB77596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326BE71-F0BC-4087-8E74-6125E2EE6BC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33BEBB0-C05E-4A59-8C62-1D2E72E22B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475E-516D-41B1-B0E2-013D9F127D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206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ശ്രീദേവാട്ടിൻ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കുട്ടിയേ!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FD342-5AA8-451A-B023-0DC41EE7F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Shree </a:t>
            </a:r>
            <a:r>
              <a:rPr lang="en-US" sz="4000" b="1" dirty="0" err="1">
                <a:solidFill>
                  <a:schemeClr val="tx2"/>
                </a:solidFill>
              </a:rPr>
              <a:t>devaattin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kuttiye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F5934-BEA9-4A5D-8560-1C6BCE798BA0}"/>
              </a:ext>
            </a:extLst>
          </p:cNvPr>
          <p:cNvSpPr/>
          <p:nvPr/>
        </p:nvSpPr>
        <p:spPr>
          <a:xfrm>
            <a:off x="2438400" y="5105400"/>
            <a:ext cx="2332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+mn-lt"/>
              </a:rPr>
              <a:t> (മോശവത്സലം)</a:t>
            </a:r>
            <a:endParaRPr lang="en-US" sz="20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49254-1A24-4981-9FED-5561CEA4D07D}"/>
              </a:ext>
            </a:extLst>
          </p:cNvPr>
          <p:cNvSpPr/>
          <p:nvPr/>
        </p:nvSpPr>
        <p:spPr>
          <a:xfrm>
            <a:off x="8077200" y="5105400"/>
            <a:ext cx="20856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+mn-lt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+mn-lt"/>
              </a:rPr>
              <a:t>Moshavatsalam</a:t>
            </a:r>
            <a:r>
              <a:rPr lang="en-US" sz="2000" b="1" dirty="0">
                <a:solidFill>
                  <a:schemeClr val="accent2"/>
                </a:solidFill>
                <a:latin typeface="+mn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168646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0" y="1295400"/>
            <a:ext cx="12192000" cy="1773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കുട്ടി-യേ! തിരു-</a:t>
            </a:r>
            <a:b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പാദമെ-ന്‍റെ ശ-രണം </a:t>
            </a:r>
            <a:endParaRPr lang="en-US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0" y="3429000"/>
            <a:ext cx="12192000" cy="1755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Paathamentey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80527"/>
            <a:ext cx="12192000" cy="2243673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ജീവനെനിന്തിരുപുണ്യരക്തമെന്യേ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 ഞാൻ രക്ഷപ്പെടാൻ-വേറെ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ആവതില്ലായ്കയാൽ സർവ്വമുപേക്ഷിച്ചു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പാപിയിതാ! വരുന്നേൻ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50800" y="3118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കുട്ടിയേ! തിരുപാദമെന്‍റെ ശരണം </a:t>
            </a:r>
            <a:endParaRPr lang="en-US" sz="34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-25400" y="6019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Thiru-Paathamentey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B201-9D6D-44CE-BB9D-21C7F38ED84E}"/>
              </a:ext>
            </a:extLst>
          </p:cNvPr>
          <p:cNvSpPr/>
          <p:nvPr/>
        </p:nvSpPr>
        <p:spPr>
          <a:xfrm>
            <a:off x="0" y="3733800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ninthiru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enye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rakshapedaan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vérey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Aavathillaaikayaal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sarvamoopékshichchu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39012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80527"/>
            <a:ext cx="12192000" cy="2243673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ഭാരം ചുമക്കുന്ന പാപികളെ 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ചാരത്തു വന്നീടുവാൻ-തിരു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കാരുണ്യത്താൽ വിളിച്ചീടുന്നതോർത്തിപ്പോൾ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പാപിയിതാ! വരുന്നേൻ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50800" y="3118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കുട്ടിയേ! തിരുപാദമെന്‍റെ ശരണം </a:t>
            </a:r>
            <a:endParaRPr lang="en-US" sz="34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-25400" y="6019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Thiru-Paathamentey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B201-9D6D-44CE-BB9D-21C7F38ED84E}"/>
              </a:ext>
            </a:extLst>
          </p:cNvPr>
          <p:cNvSpPr/>
          <p:nvPr/>
        </p:nvSpPr>
        <p:spPr>
          <a:xfrm>
            <a:off x="0" y="3733800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chumakkunna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Chaarathu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Kaarunhyaththaal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vilhichcheedunnathôrththippolh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6170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80527"/>
            <a:ext cx="12192000" cy="2243673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കാട്ടൂടെ ഓടിയ ആടിനെ നേടുവാൻ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 നീ വന്നതിനാൽ-പാപ-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ക്കാട്ടിൽ നിന്നോടി മാശ്രേഷ്ഠ ഇടയനേ!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പാപിയിതാ! വരുന്നേൻ-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50800" y="3118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കുട്ടിയേ! തിരുപാദമെന്‍റെ ശരണം </a:t>
            </a:r>
            <a:endParaRPr lang="en-US" sz="34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-25400" y="6019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Thiru-Paathamentey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B201-9D6D-44CE-BB9D-21C7F38ED84E}"/>
              </a:ext>
            </a:extLst>
          </p:cNvPr>
          <p:cNvSpPr/>
          <p:nvPr/>
        </p:nvSpPr>
        <p:spPr>
          <a:xfrm>
            <a:off x="0" y="3733800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Kaattudey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ôdiya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aadiney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vannathinaal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Kaattil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maashreshtam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idayaney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78478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80527"/>
            <a:ext cx="12192000" cy="2243673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പാപികളെ രക്ഷചെയ് വതിനായി നീ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ശാപമൃത്യു സഹിച്ച-ദിവ്യ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സ്നേഹ കാരുണ്യത്തെ-ചിന്തിച്ചു ധൈര്യമായ്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പാപിയിതാ! വരുന്നേൻ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50800" y="3118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കുട്ടിയേ! തിരുപാദമെന്‍റെ ശരണം </a:t>
            </a:r>
            <a:endParaRPr lang="en-US" sz="34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-25400" y="6019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Thiru-Paathamentey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B201-9D6D-44CE-BB9D-21C7F38ED84E}"/>
              </a:ext>
            </a:extLst>
          </p:cNvPr>
          <p:cNvSpPr/>
          <p:nvPr/>
        </p:nvSpPr>
        <p:spPr>
          <a:xfrm>
            <a:off x="0" y="3733800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rakshacheivathinaayi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Shaapamrithyu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sahichcha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Sneha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kaarunhyaththey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dhairyamaai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64260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880527"/>
            <a:ext cx="12192000" cy="2243673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ഒന്നിനാലും അങ്ങുചേർന്ന അടിയാരെ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മന്നൻ നീ തള്ളുകയി-ല്ലെന്നു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ചൊന്നതുമൂലമീ-തിന്മ നിറഞ്ഞ മാ-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പാപിയിതാ! വരുന്നേൻ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79F3F-D88C-4E3A-B06E-B16C63D690B5}"/>
              </a:ext>
            </a:extLst>
          </p:cNvPr>
          <p:cNvSpPr/>
          <p:nvPr/>
        </p:nvSpPr>
        <p:spPr>
          <a:xfrm>
            <a:off x="50800" y="31182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ശ്രീദേവാട്ടിൻ</a:t>
            </a:r>
            <a:r>
              <a:rPr lang="en-US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കുട്ടിയേ! തിരുപാദമെന്‍റെ ശരണം </a:t>
            </a:r>
            <a:endParaRPr lang="en-US" sz="34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F2C01-A27F-4BEA-8DDE-51CAC95DDB59}"/>
              </a:ext>
            </a:extLst>
          </p:cNvPr>
          <p:cNvSpPr/>
          <p:nvPr/>
        </p:nvSpPr>
        <p:spPr>
          <a:xfrm>
            <a:off x="-25400" y="6019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Shreedevaattin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kuttiye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Thiru-Paathamentey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7B201-9D6D-44CE-BB9D-21C7F38ED84E}"/>
              </a:ext>
            </a:extLst>
          </p:cNvPr>
          <p:cNvSpPr/>
          <p:nvPr/>
        </p:nvSpPr>
        <p:spPr>
          <a:xfrm>
            <a:off x="0" y="3733800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Onninaalum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anguchèrnna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adiyaarey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Mannan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thallhukayil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chonnathumoolamee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thinma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niranjamaa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varunnen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49048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176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206 ശ്രീദേവാട്ടിൻ കുട്ടിയേ!</vt:lpstr>
      <vt:lpstr>PowerPoint Presentation</vt:lpstr>
      <vt:lpstr>1 ജീവനെനിന്തിരുപുണ്യരക്തമെന്യേ   പാപി ഞാൻ രക്ഷപ്പെടാൻ-വേറെ   ആവതില്ലായ്കയാൽ സർവ്വമുപേക്ഷിച്ചു   പാപിയിതാ! വരുന്നേൻ    </vt:lpstr>
      <vt:lpstr>2 ഭാരം ചുമക്കുന്ന പാപികളെ ഭവാൻ   ചാരത്തു വന്നീടുവാൻ-തിരു   കാരുണ്യത്താൽ വിളിച്ചീടുന്നതോർത്തിപ്പോൾ   പാപിയിതാ! വരുന്നേൻ</vt:lpstr>
      <vt:lpstr>3 കാട്ടൂടെ ഓടിയ ആടിനെ നേടുവാൻ   തേടി നീ വന്നതിനാൽ-പാപ-  ക്കാട്ടിൽ നിന്നോടി മാശ്രേഷ്ഠ ഇടയനേ!  പാപിയിതാ! വരുന്നേൻ-</vt:lpstr>
      <vt:lpstr>4 പാപികളെ രക്ഷചെയ് വതിനായി നീ   ശാപമൃത്യു സഹിച്ച-ദിവ്യ   സ്നേഹ കാരുണ്യത്തെ-ചിന്തിച്ചു ധൈര്യമായ്   പാപിയിതാ! വരുന്നേൻ</vt:lpstr>
      <vt:lpstr>5 ഒന്നിനാലും അങ്ങുചേർന്ന അടിയാരെ   മന്നൻ നീ തള്ളുകയി-ല്ലെന്നു   ചൊന്നതുമൂലമീ-തിന്മ നിറഞ്ഞ മാ-  പാപിയിതാ! വരുന്നേൻ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 devaattin kuttiye</dc:title>
  <dc:creator>Digital Input:; GM JOHN; Acsah Mathews</dc:creator>
  <cp:lastModifiedBy>Acsah Mathews</cp:lastModifiedBy>
  <cp:revision>290</cp:revision>
  <dcterms:created xsi:type="dcterms:W3CDTF">2013-04-19T09:19:07Z</dcterms:created>
  <dcterms:modified xsi:type="dcterms:W3CDTF">2018-11-08T15:39:19Z</dcterms:modified>
</cp:coreProperties>
</file>