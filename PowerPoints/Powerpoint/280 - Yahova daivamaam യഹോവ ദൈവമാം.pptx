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6" r:id="rId2"/>
    <p:sldId id="270" r:id="rId3"/>
    <p:sldId id="273" r:id="rId4"/>
    <p:sldId id="277" r:id="rId5"/>
    <p:sldId id="274" r:id="rId6"/>
    <p:sldId id="278" r:id="rId7"/>
    <p:sldId id="275" r:id="rId8"/>
    <p:sldId id="279" r:id="rId9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2" d="100"/>
          <a:sy n="42" d="100"/>
        </p:scale>
        <p:origin x="54" y="84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8276AAF-3EDA-4770-AA9C-FADF34128591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FF4C23-25F2-41F7-86D9-710F3FC582D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5FBC82-D553-4312-9982-2D9C880CA192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AF5F492-8FC0-4576-8076-13FAA893F2F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A3E573-7772-45C2-9C0E-A5D2AA56680C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F6E165-1007-4C04-91AE-ABDB0D6462A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49F7FB4-FBD4-4353-9749-4950B6A75A44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CD1F29-393E-4AF8-90A7-2C4667922DC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5C791F-4346-4B24-98EB-F76080BA9B84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0C43C2-4FD2-43E8-8147-001E823D966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D779A2-D239-4A9A-9756-66140D2800E9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4D88BB-F24C-4777-B4DC-0B2FE5C3A63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A9B2B0-AF1C-4655-8679-C11A09785115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92D35C-D739-4D06-93B0-C168CC790FD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AD5AC3-A2B6-432A-AC5A-3B8C6D033051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E1E3AE-36D9-4AB4-97CA-3E41BF6DB20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A2CB5F-064A-46B7-8E18-EB6B2C886A55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5F6D97-C722-470D-9147-4ACC6B43B46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E26F52-D0BB-45D4-8E0E-589F9A3CD366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1E0DCC-3A1E-4DBD-BF04-44197A19529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8ADE7CA-D590-47FC-8570-7E35EB4AFDB7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66F1EB-AB91-4264-8202-72881C59893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DE2A040C-7CD4-48FD-A566-576754B1ED22}" type="datetimeFigureOut">
              <a:rPr lang="en-US"/>
              <a:pPr>
                <a:defRPr/>
              </a:pPr>
              <a:t>11/15/2018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BDB5F580-2A41-4216-9F57-C0E4BC85738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167D9-838C-4085-9E83-BD5834ABCEB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280</a:t>
            </a:r>
            <a:br>
              <a:rPr lang="en-US" dirty="0"/>
            </a:br>
            <a:r>
              <a:rPr lang="ml-IN" b="1" spc="-150" dirty="0">
                <a:latin typeface="Kartika" panose="02020503030404060203" pitchFamily="18" charset="0"/>
              </a:rPr>
              <a:t>യഹോവ ദൈവമാം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F306D3-28C5-42AC-8CB8-FADC606126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661259"/>
            <a:ext cx="8534400" cy="990600"/>
          </a:xfrm>
        </p:spPr>
        <p:txBody>
          <a:bodyPr/>
          <a:lstStyle/>
          <a:p>
            <a:r>
              <a:rPr lang="en-US" sz="4000" b="1" dirty="0" err="1">
                <a:solidFill>
                  <a:schemeClr val="accent1">
                    <a:lumMod val="75000"/>
                  </a:schemeClr>
                </a:solidFill>
              </a:rPr>
              <a:t>Yahova</a:t>
            </a:r>
            <a:r>
              <a:rPr lang="en-US" sz="40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4000" b="1" dirty="0" err="1">
                <a:solidFill>
                  <a:schemeClr val="accent1">
                    <a:lumMod val="75000"/>
                  </a:schemeClr>
                </a:solidFill>
              </a:rPr>
              <a:t>daivamaam</a:t>
            </a:r>
            <a:endParaRPr lang="en-US" sz="4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7E99F75-B3DA-4967-B87B-D9D067647A3D}"/>
              </a:ext>
            </a:extLst>
          </p:cNvPr>
          <p:cNvSpPr/>
          <p:nvPr/>
        </p:nvSpPr>
        <p:spPr>
          <a:xfrm>
            <a:off x="2209800" y="4451804"/>
            <a:ext cx="306846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l-IN" sz="2000" b="1" dirty="0">
                <a:solidFill>
                  <a:schemeClr val="accent2"/>
                </a:solidFill>
              </a:rPr>
              <a:t>എം. ഈ. ചെറിയാൻ </a:t>
            </a:r>
            <a:endParaRPr lang="en-US" sz="2000" dirty="0">
              <a:solidFill>
                <a:schemeClr val="accent2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F64D0C7-E5D4-4FD8-A957-38DA1EA1B57D}"/>
              </a:ext>
            </a:extLst>
          </p:cNvPr>
          <p:cNvSpPr/>
          <p:nvPr/>
        </p:nvSpPr>
        <p:spPr>
          <a:xfrm>
            <a:off x="7620000" y="4419298"/>
            <a:ext cx="2514600" cy="39773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000" i="1" dirty="0">
                <a:solidFill>
                  <a:schemeClr val="accent2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Kartika" panose="02020503030404060203" pitchFamily="18" charset="0"/>
              </a:rPr>
              <a:t>(M.E. Cherian)</a:t>
            </a:r>
            <a:endParaRPr lang="en-US" sz="20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63803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15240" y="750034"/>
            <a:ext cx="12161520" cy="2819400"/>
          </a:xfrm>
        </p:spPr>
        <p:txBody>
          <a:bodyPr anchor="t"/>
          <a:lstStyle/>
          <a:p>
            <a:pPr defTabSz="114300">
              <a:lnSpc>
                <a:spcPct val="125000"/>
              </a:lnSpc>
            </a:pPr>
            <a:r>
              <a:rPr lang="ml-IN" sz="36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യഹോവ ദൈവമാം വിശുദ്ധ ജാതി നാം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അവനവകാശമാം ജനം നാം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പരദേശികള്‍ നാം ഭാഗ്യ ശാലികള്‍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ഇതുപോലൊരു ജാതിയുണ്ടോ?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23319" y="11966"/>
            <a:ext cx="838201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280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13F1C3B-0A2E-4301-9DC0-C82EEB6752D8}"/>
              </a:ext>
            </a:extLst>
          </p:cNvPr>
          <p:cNvSpPr/>
          <p:nvPr/>
        </p:nvSpPr>
        <p:spPr>
          <a:xfrm>
            <a:off x="38100" y="3690665"/>
            <a:ext cx="1216152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Yahova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daivamaam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vishuddha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jaathi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Avanavakaashamaam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janam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Paradeshikalh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bhaagyashaalikalh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Ithupoloru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jaathiyundo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?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27659" y="1219200"/>
            <a:ext cx="11460480" cy="2819400"/>
          </a:xfrm>
        </p:spPr>
        <p:txBody>
          <a:bodyPr anchor="t"/>
          <a:lstStyle/>
          <a:p>
            <a:pPr algn="l" defTabSz="114300">
              <a:lnSpc>
                <a:spcPct val="125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ആപത്തില്‍ നമ്മുടെ ദിവ്യ സങ്കേതവും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ബലവും ദൈവം ഒരുവനത്രെ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ആകയാല്‍ പാരിടമാകെയിളകിലും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നാം ഇനി ഭയപ്പെടുകയില്ല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23319" y="11966"/>
            <a:ext cx="838201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280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13F1C3B-0A2E-4301-9DC0-C82EEB6752D8}"/>
              </a:ext>
            </a:extLst>
          </p:cNvPr>
          <p:cNvSpPr/>
          <p:nvPr/>
        </p:nvSpPr>
        <p:spPr>
          <a:xfrm>
            <a:off x="312419" y="3962400"/>
            <a:ext cx="110109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Aapaththil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nammude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divyasankethavum</a:t>
            </a:r>
            <a:endParaRPr lang="en-US" sz="3400" b="1" dirty="0">
              <a:solidFill>
                <a:schemeClr val="accent1">
                  <a:lumMod val="50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Balavum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daivam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oruvanathre</a:t>
            </a:r>
            <a:endParaRPr lang="en-US" sz="3400" b="1" dirty="0">
              <a:solidFill>
                <a:schemeClr val="accent1">
                  <a:lumMod val="50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Aakayaal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paaridamaakeyilhakilum</a:t>
            </a:r>
            <a:endParaRPr lang="en-US" sz="3400" b="1" dirty="0">
              <a:solidFill>
                <a:schemeClr val="accent1">
                  <a:lumMod val="50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Naam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ini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bhayappedukayilla</a:t>
            </a:r>
            <a:endParaRPr lang="en-US" sz="3400" b="1" dirty="0">
              <a:solidFill>
                <a:schemeClr val="accent1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C9CA86-AE0D-4B13-8E6E-7E6BCE296FC9}"/>
              </a:ext>
            </a:extLst>
          </p:cNvPr>
          <p:cNvSpPr txBox="1"/>
          <p:nvPr/>
        </p:nvSpPr>
        <p:spPr>
          <a:xfrm>
            <a:off x="0" y="609600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2204372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15240" y="750034"/>
            <a:ext cx="12161520" cy="2819400"/>
          </a:xfrm>
        </p:spPr>
        <p:txBody>
          <a:bodyPr anchor="t"/>
          <a:lstStyle/>
          <a:p>
            <a:pPr defTabSz="114300">
              <a:lnSpc>
                <a:spcPct val="125000"/>
              </a:lnSpc>
            </a:pPr>
            <a:r>
              <a:rPr lang="ml-IN" sz="36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യഹോവ ദൈവമാം വിശുദ്ധ ജാതി നാം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അവനവകാശമാം ജനം നാം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പരദേശികള്‍ നാം ഭാഗ്യ ശാലികള്‍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ഇതുപോലൊരു ജാതിയുണ്ടോ?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23319" y="11966"/>
            <a:ext cx="838201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280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13F1C3B-0A2E-4301-9DC0-C82EEB6752D8}"/>
              </a:ext>
            </a:extLst>
          </p:cNvPr>
          <p:cNvSpPr/>
          <p:nvPr/>
        </p:nvSpPr>
        <p:spPr>
          <a:xfrm>
            <a:off x="38100" y="3690665"/>
            <a:ext cx="1216152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Yahovadaivamaam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vishuddha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jaathi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Avanavakaashamaam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janam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Paradeshikalh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bhaagyashaalikalh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Ithupoloru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jaathiyundo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? </a:t>
            </a:r>
          </a:p>
        </p:txBody>
      </p:sp>
    </p:spTree>
    <p:extLst>
      <p:ext uri="{BB962C8B-B14F-4D97-AF65-F5344CB8AC3E}">
        <p14:creationId xmlns:p14="http://schemas.microsoft.com/office/powerpoint/2010/main" val="41906077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27659" y="1219200"/>
            <a:ext cx="11460480" cy="2819400"/>
          </a:xfrm>
        </p:spPr>
        <p:txBody>
          <a:bodyPr anchor="t"/>
          <a:lstStyle/>
          <a:p>
            <a:pPr algn="l" defTabSz="114300">
              <a:lnSpc>
                <a:spcPct val="125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അവനീ തലത്തില്‍ അപമാനം നമു -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ക്കവകാശ-മെന്നോര്‍ത്തിടേണം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അവനായ്‌ കഷ്ടത ഏല്‍ക്കുകില്‍തേജസ്സില്‍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അനന്ത യുഗം വാണിടും നാം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23319" y="11966"/>
            <a:ext cx="838201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280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13F1C3B-0A2E-4301-9DC0-C82EEB6752D8}"/>
              </a:ext>
            </a:extLst>
          </p:cNvPr>
          <p:cNvSpPr/>
          <p:nvPr/>
        </p:nvSpPr>
        <p:spPr>
          <a:xfrm>
            <a:off x="312419" y="3962400"/>
            <a:ext cx="110109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Avaneethalatthil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apamaanam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namu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-</a:t>
            </a: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Kkavakaasha-mennorthidenham</a:t>
            </a:r>
            <a:endParaRPr lang="en-US" sz="3400" b="1" dirty="0">
              <a:solidFill>
                <a:schemeClr val="accent1">
                  <a:lumMod val="50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Avanaai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kashtatha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elkukil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thejassil</a:t>
            </a:r>
            <a:endParaRPr lang="en-US" sz="3400" b="1" dirty="0">
              <a:solidFill>
                <a:schemeClr val="accent1">
                  <a:lumMod val="50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Anantha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yugam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vaanhidum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naam</a:t>
            </a:r>
            <a:endParaRPr lang="en-US" sz="3400" b="1" dirty="0">
              <a:solidFill>
                <a:schemeClr val="accent1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C9CA86-AE0D-4B13-8E6E-7E6BCE296FC9}"/>
              </a:ext>
            </a:extLst>
          </p:cNvPr>
          <p:cNvSpPr txBox="1"/>
          <p:nvPr/>
        </p:nvSpPr>
        <p:spPr>
          <a:xfrm>
            <a:off x="0" y="609600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4349705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15240" y="750034"/>
            <a:ext cx="12161520" cy="2819400"/>
          </a:xfrm>
        </p:spPr>
        <p:txBody>
          <a:bodyPr anchor="t"/>
          <a:lstStyle/>
          <a:p>
            <a:pPr defTabSz="114300">
              <a:lnSpc>
                <a:spcPct val="125000"/>
              </a:lnSpc>
            </a:pPr>
            <a:r>
              <a:rPr lang="ml-IN" sz="36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യഹോവ ദൈവമാം വിശുദ്ധ ജാതി നാം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അവനവകാശമാം ജനം നാം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പരദേശികള്‍ നാം ഭാഗ്യ ശാലികള്‍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ഇതുപോലൊരു ജാതിയുണ്ടോ?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23319" y="11966"/>
            <a:ext cx="838201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280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13F1C3B-0A2E-4301-9DC0-C82EEB6752D8}"/>
              </a:ext>
            </a:extLst>
          </p:cNvPr>
          <p:cNvSpPr/>
          <p:nvPr/>
        </p:nvSpPr>
        <p:spPr>
          <a:xfrm>
            <a:off x="38100" y="3690665"/>
            <a:ext cx="1216152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Yahovadaivamaam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vishuddha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jaathi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Avanavakaashamaam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janam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Paradeshikalh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bhaagyashaalikalh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Ithupoloru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jaathiyundo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? </a:t>
            </a:r>
          </a:p>
        </p:txBody>
      </p:sp>
    </p:spTree>
    <p:extLst>
      <p:ext uri="{BB962C8B-B14F-4D97-AF65-F5344CB8AC3E}">
        <p14:creationId xmlns:p14="http://schemas.microsoft.com/office/powerpoint/2010/main" val="27473573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327659" y="1219200"/>
            <a:ext cx="11460480" cy="2819400"/>
          </a:xfrm>
        </p:spPr>
        <p:txBody>
          <a:bodyPr anchor="t"/>
          <a:lstStyle/>
          <a:p>
            <a:pPr algn="l" defTabSz="114300">
              <a:lnSpc>
                <a:spcPct val="125000"/>
              </a:lnSpc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നിരനിരനിരയായ്‌ അണി നിരന്നീടുവിന്‍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കുരിശിന്‍ പടയാളികളെ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ജയജയജയ കാഹളം ഊതീടുവിന്‍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ജയവീരനാം യേശുവിന്നു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23319" y="11966"/>
            <a:ext cx="838201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280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13F1C3B-0A2E-4301-9DC0-C82EEB6752D8}"/>
              </a:ext>
            </a:extLst>
          </p:cNvPr>
          <p:cNvSpPr/>
          <p:nvPr/>
        </p:nvSpPr>
        <p:spPr>
          <a:xfrm>
            <a:off x="312419" y="3962400"/>
            <a:ext cx="11010900" cy="26600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Nira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nira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nirayaay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anhiniraneeduvin</a:t>
            </a:r>
            <a:endParaRPr lang="en-US" sz="3400" b="1" dirty="0">
              <a:solidFill>
                <a:schemeClr val="accent1">
                  <a:lumMod val="50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Kurishin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padayaalhikalhe</a:t>
            </a:r>
            <a:endParaRPr lang="en-US" sz="3400" b="1" dirty="0">
              <a:solidFill>
                <a:schemeClr val="accent1">
                  <a:lumMod val="50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Jaya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jaya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jaya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kaahalham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ootheeduvin</a:t>
            </a:r>
            <a:endParaRPr lang="en-US" sz="3400" b="1" dirty="0">
              <a:solidFill>
                <a:schemeClr val="accent1">
                  <a:lumMod val="50000"/>
                </a:schemeClr>
              </a:solidFill>
              <a:latin typeface="+mn-lt"/>
            </a:endParaRPr>
          </a:p>
          <a:p>
            <a:pPr algn="r">
              <a:lnSpc>
                <a:spcPct val="125000"/>
              </a:lnSpc>
            </a:pP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Jayaveeranaam</a:t>
            </a:r>
            <a:r>
              <a:rPr lang="en-US" sz="3400" b="1" dirty="0">
                <a:solidFill>
                  <a:schemeClr val="accent1">
                    <a:lumMod val="50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50000"/>
                  </a:schemeClr>
                </a:solidFill>
                <a:latin typeface="+mn-lt"/>
              </a:rPr>
              <a:t>yehsuvinnu</a:t>
            </a:r>
            <a:endParaRPr lang="en-US" sz="3400" b="1" dirty="0">
              <a:solidFill>
                <a:schemeClr val="accent1">
                  <a:lumMod val="50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C9CA86-AE0D-4B13-8E6E-7E6BCE296FC9}"/>
              </a:ext>
            </a:extLst>
          </p:cNvPr>
          <p:cNvSpPr txBox="1"/>
          <p:nvPr/>
        </p:nvSpPr>
        <p:spPr>
          <a:xfrm>
            <a:off x="0" y="609600"/>
            <a:ext cx="121920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9270342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-15240" y="750034"/>
            <a:ext cx="12161520" cy="2819400"/>
          </a:xfrm>
        </p:spPr>
        <p:txBody>
          <a:bodyPr anchor="t"/>
          <a:lstStyle/>
          <a:p>
            <a:pPr defTabSz="114300">
              <a:lnSpc>
                <a:spcPct val="125000"/>
              </a:lnSpc>
            </a:pPr>
            <a:r>
              <a:rPr lang="ml-IN" sz="36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യഹോവ ദൈവമാം വിശുദ്ധ ജാതി നാം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അവനവകാശമാം ജനം നാം</a:t>
            </a:r>
            <a:b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പരദേശികള്‍ നാം ഭാഗ്യ ശാലികള്‍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ഇതുപോലൊരു ജാതിയുണ്ടോ?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323319" y="11966"/>
            <a:ext cx="838201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280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13F1C3B-0A2E-4301-9DC0-C82EEB6752D8}"/>
              </a:ext>
            </a:extLst>
          </p:cNvPr>
          <p:cNvSpPr/>
          <p:nvPr/>
        </p:nvSpPr>
        <p:spPr>
          <a:xfrm>
            <a:off x="38100" y="3690665"/>
            <a:ext cx="12161520" cy="28110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5000"/>
              </a:lnSpc>
            </a:pP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Yahovadaivamaam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vishuddha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jaathi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Avanavakaashamaam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janam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Paradeshikalh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naam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bhaagyashaalikalh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 algn="ctr">
              <a:lnSpc>
                <a:spcPct val="125000"/>
              </a:lnSpc>
            </a:pP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Ithupoloru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jaathiyundo</a:t>
            </a:r>
            <a:r>
              <a:rPr lang="en-US" sz="36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? </a:t>
            </a:r>
          </a:p>
        </p:txBody>
      </p:sp>
    </p:spTree>
    <p:extLst>
      <p:ext uri="{BB962C8B-B14F-4D97-AF65-F5344CB8AC3E}">
        <p14:creationId xmlns:p14="http://schemas.microsoft.com/office/powerpoint/2010/main" val="36939267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498</TotalTime>
  <Words>146</Words>
  <Application>Microsoft Office PowerPoint</Application>
  <PresentationFormat>Widescreen</PresentationFormat>
  <Paragraphs>49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Kartika</vt:lpstr>
      <vt:lpstr>Times New Roman</vt:lpstr>
      <vt:lpstr>Office Theme</vt:lpstr>
      <vt:lpstr>280 യഹോവ ദൈവമാം</vt:lpstr>
      <vt:lpstr>യഹോവ ദൈവമാം വിശുദ്ധ ജാതി നാം അവനവകാശമാം ജനം നാം പരദേശികള്‍ നാം ഭാഗ്യ ശാലികള്‍ ഇതുപോലൊരു ജാതിയുണ്ടോ?</vt:lpstr>
      <vt:lpstr>ആപത്തില്‍ നമ്മുടെ ദിവ്യ സങ്കേതവും ബലവും ദൈവം ഒരുവനത്രെ  ആകയാല്‍ പാരിടമാകെയിളകിലും നാം ഇനി ഭയപ്പെടുകയില്ല</vt:lpstr>
      <vt:lpstr>യഹോവ ദൈവമാം വിശുദ്ധ ജാതി നാം അവനവകാശമാം ജനം നാം പരദേശികള്‍ നാം ഭാഗ്യ ശാലികള്‍ ഇതുപോലൊരു ജാതിയുണ്ടോ?</vt:lpstr>
      <vt:lpstr>അവനീ തലത്തില്‍ അപമാനം നമു - ക്കവകാശ-മെന്നോര്‍ത്തിടേണം  അവനായ്‌ കഷ്ടത ഏല്‍ക്കുകില്‍തേജസ്സില്‍ അനന്ത യുഗം വാണിടും നാം </vt:lpstr>
      <vt:lpstr>യഹോവ ദൈവമാം വിശുദ്ധ ജാതി നാം അവനവകാശമാം ജനം നാം പരദേശികള്‍ നാം ഭാഗ്യ ശാലികള്‍ ഇതുപോലൊരു ജാതിയുണ്ടോ?</vt:lpstr>
      <vt:lpstr>നിരനിരനിരയായ്‌ അണി നിരന്നീടുവിന്‍ കുരിശിന്‍ പടയാളികളെ  ജയജയജയ കാഹളം ഊതീടുവിന്‍ ജയവീരനാം യേശുവിന്നു </vt:lpstr>
      <vt:lpstr>യഹോവ ദൈവമാം വിശുദ്ധ ജാതി നാം അവനവകാശമാം ജനം നാം പരദേശികള്‍ നാം ഭാഗ്യ ശാലികള്‍ ഇതുപോലൊരു ജാതിയുണ്ടോ?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Yahova daivamaam</dc:title>
  <dc:creator>Digital Input:; GM JOHN; Acsah Mathews</dc:creator>
  <cp:lastModifiedBy>Acsah Mathews</cp:lastModifiedBy>
  <cp:revision>187</cp:revision>
  <dcterms:created xsi:type="dcterms:W3CDTF">2013-04-19T09:19:07Z</dcterms:created>
  <dcterms:modified xsi:type="dcterms:W3CDTF">2018-11-15T16:33:41Z</dcterms:modified>
</cp:coreProperties>
</file>