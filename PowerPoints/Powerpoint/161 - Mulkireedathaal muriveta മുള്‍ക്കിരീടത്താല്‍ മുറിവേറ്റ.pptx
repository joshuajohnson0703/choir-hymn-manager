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75004-0EF1-48E3-AF97-AFE70FC8B8A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154E8-19CE-4D39-B934-5A2C61AB7C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46B21E-A641-433E-B590-D644638BE80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233E-E799-41BF-9EB1-A34083B630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44554-840A-4911-9E4F-5A4D6325495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F265F-6875-46EC-B1A5-B5415BC1E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F7435-33AA-478C-BBCE-C00339E2307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D47DD-EB0A-42DE-B507-C42107DE5E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48026-87EE-489E-B4BE-FC082D353B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9A097-DA78-4BF9-A7E0-0426E6B72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95E50-60B2-4024-8056-869441A9165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1C030-C977-470F-AD44-00FE1647E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534DE-389C-403C-BFC7-B81AF8EA5C2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70706-DFC8-4C29-9CBE-7383B862FA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4D23C-377F-461D-AD42-C0EEBF7ED9E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58942-5689-4A12-8452-AA107FF0CF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6BFDC-E529-4796-901F-28FB63BEE65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E81C6-8220-4DF7-8B74-E33470F201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A9991-51A1-4E3C-A348-BBF887570E5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89CBD-26EB-4448-9623-9F543B5BA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74890-4640-4C7D-87E3-C945CAD761C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96813-D06E-4AB3-BA68-BB6FA2B22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598B63-6479-4547-9F5B-56B4A9631B9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DE91360-E05F-4F81-8C6D-33353E099D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6840-D8B2-49DA-903D-BF49E41D3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161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മുള്‍ക്കിരീടത്താല്‍ മുറിവേറ്റ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7458F-3A7D-472C-A2A7-B7407492A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Mulhkireedathaal </a:t>
            </a:r>
            <a:r>
              <a:rPr lang="en-US" sz="4000" b="1" dirty="0" err="1">
                <a:solidFill>
                  <a:schemeClr val="tx2"/>
                </a:solidFill>
              </a:rPr>
              <a:t>murhivetta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044FB-32FD-4D21-A24F-8B7705C3C568}"/>
              </a:ext>
            </a:extLst>
          </p:cNvPr>
          <p:cNvSpPr/>
          <p:nvPr/>
        </p:nvSpPr>
        <p:spPr>
          <a:xfrm>
            <a:off x="7998112" y="4743451"/>
            <a:ext cx="3279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(Translation: </a:t>
            </a:r>
            <a:r>
              <a:rPr lang="en-US" dirty="0" err="1">
                <a:solidFill>
                  <a:schemeClr val="accent2"/>
                </a:solidFill>
              </a:rPr>
              <a:t>Moshavatsalam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9DA21-BFCE-4C4D-A4F4-F9B7DD5775D1}"/>
              </a:ext>
            </a:extLst>
          </p:cNvPr>
          <p:cNvSpPr/>
          <p:nvPr/>
        </p:nvSpPr>
        <p:spPr>
          <a:xfrm>
            <a:off x="3048000" y="4743451"/>
            <a:ext cx="2860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(വിവ: മോശവത്സലം)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41546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76401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മുള്‍ക്കിരീടത്താല്‍ മുറിവേറ്റ യേശുവിന്‍ തല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മോടിയേറും മാമഹത്വ മകുടം ചൂടുന്നു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ജയമകുടം ചൂടുന്നു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744200" y="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6151A-5EEE-4737-A30E-4BBBA25555BB}"/>
              </a:ext>
            </a:extLst>
          </p:cNvPr>
          <p:cNvSpPr/>
          <p:nvPr/>
        </p:nvSpPr>
        <p:spPr>
          <a:xfrm>
            <a:off x="457200" y="3619382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Mulhkireedathaal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murhivetta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Modiyerhum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maamahathwa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makudam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choodunnu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Jayamakudam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choodunnu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76401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spc="-150" dirty="0">
                <a:latin typeface="Kartika" panose="02020503030404060203" pitchFamily="18" charset="0"/>
              </a:rPr>
              <a:t>സ്വർഗ്ഗത്തില്‍ മഹാ ഉയരത്തില്‍ വാഴുന്നാന്‍ അതി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ശോഭയോടു മാമഹത്വ രാജ രാജന്‍ താന്‍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കര്‍ത്താധി കര്‍ത്തന്‍ താന്‍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744200" y="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6151A-5EEE-4737-A30E-4BBBA25555BB}"/>
              </a:ext>
            </a:extLst>
          </p:cNvPr>
          <p:cNvSpPr/>
          <p:nvPr/>
        </p:nvSpPr>
        <p:spPr>
          <a:xfrm>
            <a:off x="457200" y="3619382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Swargathil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uyarathil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vaazhunnon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Shobhayodu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maamahathwa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raajaraajan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Karthaadhi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49291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76401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വാനലോകത്തില്‍ പരമാനന്ദം തന്നെ തിരു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മാമഹത്വം ഇങ്ങറിഞ്ഞ ഭക്തര്‍ക്കാനന്ദം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തിരു സ്നേഹ മാനന്ദം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744200" y="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6151A-5EEE-4737-A30E-4BBBA25555BB}"/>
              </a:ext>
            </a:extLst>
          </p:cNvPr>
          <p:cNvSpPr/>
          <p:nvPr/>
        </p:nvSpPr>
        <p:spPr>
          <a:xfrm>
            <a:off x="457200" y="3619382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Vaanalokathil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paramaanandam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ingarinja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bhaktharkkaanandam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Thirusnehamaanandam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10858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76401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ലജ്ജാകൾ തരും നിത്യ ഭാഗ്യങ്ങൾ 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ബഹു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കോടി കോടി കാലം വാഴും സ്വർഗ്ഗരാജ്യത്തിൽ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തിരുരക്ഷ നേടിയോർ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744200" y="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6151A-5EEE-4737-A30E-4BBBA25555BB}"/>
              </a:ext>
            </a:extLst>
          </p:cNvPr>
          <p:cNvSpPr/>
          <p:nvPr/>
        </p:nvSpPr>
        <p:spPr>
          <a:xfrm>
            <a:off x="457200" y="3619382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Kurishin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lajjakalh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bahu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swarga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raajyathil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Thiruraksha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nediyorh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20446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76401"/>
          </a:xfrm>
        </p:spPr>
        <p:txBody>
          <a:bodyPr anchor="t"/>
          <a:lstStyle/>
          <a:p>
            <a:pPr algn="l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പണ്ടു താന്‍ പെട്ട-കഷ്ടപ്പാടും മരണവും-നര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പാപികള്‍ക്കു നിത്യമോക്ഷ ഭാഗ്യകാരണം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744200" y="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6151A-5EEE-4737-A30E-4BBBA25555BB}"/>
              </a:ext>
            </a:extLst>
          </p:cNvPr>
          <p:cNvSpPr/>
          <p:nvPr/>
        </p:nvSpPr>
        <p:spPr>
          <a:xfrm>
            <a:off x="457200" y="3619382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Pandu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petta-kashtapaadum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nithyamoksha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kaaranham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Suvishesha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ghoshanham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B946B-AE29-4245-968B-E7F30836D11C}"/>
              </a:ext>
            </a:extLst>
          </p:cNvPr>
          <p:cNvSpPr/>
          <p:nvPr/>
        </p:nvSpPr>
        <p:spPr>
          <a:xfrm>
            <a:off x="9331922" y="2964359"/>
            <a:ext cx="2860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(വിവ: മോശവത്സലം)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536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89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161 മുള്‍ക്കിരീടത്താല്‍ മുറിവേറ്റ</vt:lpstr>
      <vt:lpstr>1 മുള്‍ക്കിരീടത്താല്‍ മുറിവേറ്റ യേശുവിന്‍ തല  മോടിയേറും മാമഹത്വ മകുടം ചൂടുന്നു  ജയമകുടം ചൂടുന്നു</vt:lpstr>
      <vt:lpstr>2 സ്വർഗ്ഗത്തില്‍ മഹാ ഉയരത്തില്‍ വാഴുന്നാന്‍ അതി  ശോഭയോടു മാമഹത്വ രാജ രാജന്‍ താന്‍ കര്‍ത്താധി കര്‍ത്തന്‍ താന്‍</vt:lpstr>
      <vt:lpstr>3 വാനലോകത്തില്‍ പരമാനന്ദം തന്നെ തിരു  മാമഹത്വം ഇങ്ങറിഞ്ഞ ഭക്തര്‍ക്കാനന്ദം  തിരു സ്നേഹ മാനന്ദം</vt:lpstr>
      <vt:lpstr>4 കുരിശിൻ ലജ്ജാകൾ തരും നിത്യ ഭാഗ്യങ്ങൾ  ബഹു     കോടി കോടി കാലം വാഴും സ്വർഗ്ഗരാജ്യത്തിൽ     തിരുരക്ഷ നേടിയോർ  </vt:lpstr>
      <vt:lpstr>5 പണ്ടു താന്‍ പെട്ട-കഷ്ടപ്പാടും മരണവും-നര  പാപികള്‍ക്കു നിത്യമോക്ഷ ഭാഗ്യകാരണം  സുവിശേഷ ഘോഷണം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Mulkireedathaal murivetta</dc:title>
  <dc:creator>Digital Input:; GM JOHN; Acsah Mathews</dc:creator>
  <cp:lastModifiedBy>Acsah Mathews</cp:lastModifiedBy>
  <cp:revision>180</cp:revision>
  <dcterms:created xsi:type="dcterms:W3CDTF">2013-04-19T09:19:07Z</dcterms:created>
  <dcterms:modified xsi:type="dcterms:W3CDTF">2018-11-06T16:54:49Z</dcterms:modified>
</cp:coreProperties>
</file>