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6F0E5-06A9-4F2F-8A39-3289B52F6E2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2AA2B-4B89-4316-BABD-9359DFF31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9D241B-9B23-438A-AFB4-356E5CEC7E6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19CB8-EF97-44A4-A927-5A7108154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8DBED-A0FF-4CFC-991C-4FE1620210E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EF1FB-4BD1-4AC7-9D77-F44F4F6CC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8099A-FC46-4142-81AB-4B5AD20A594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748CA-A703-4DE3-ACE4-01FDB546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A034E-18EF-4878-8284-A65768EBCBF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9C789-857F-4CFF-84FD-41662D325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852F8-FECE-4795-9871-44D805E4A1A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C99E5-C14E-478D-A93E-FFB72CC72C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26D80-D0A0-4551-A22D-C2C5F02D3F3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0F66E-66E1-46A1-A902-4159601F4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58D80-8F63-455D-8DA6-BE27C9937A7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5DFF2-D6EF-4513-B814-0BD1DF05BC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0E670-A830-4122-9F42-DB866EFC6E2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FF2047-0434-4D8F-9D71-A69375719F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724F2-2AAB-4707-9B52-1E0FF3B5DBA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D86C7-5D20-47DE-A430-D4A6029ED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1951-96C9-4349-88D2-310A5764D1C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647ED-3178-4FF8-8A2A-D9EEBC8B3C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318431D-73DD-46ED-9B7F-A6401AD3CE0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E8F5223-FBAD-4801-96AE-6F6066F92B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E634-F1B6-4999-AAD2-C53A7A7E92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ആത്മാവാം വഴികാട്ടി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7E754-01A2-4DA6-AE58-95EB50EAD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55767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Aathmaavam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vazhikaatti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accent1">
                    <a:lumMod val="75000"/>
                  </a:schemeClr>
                </a:solidFill>
              </a:rPr>
              <a:t>Holy Spirit, faithful guide – M. M. Wells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6C6801-87A3-4BC1-8BD4-4A94C9738657}"/>
              </a:ext>
            </a:extLst>
          </p:cNvPr>
          <p:cNvSpPr/>
          <p:nvPr/>
        </p:nvSpPr>
        <p:spPr>
          <a:xfrm>
            <a:off x="2382538" y="5308312"/>
            <a:ext cx="33121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(വിവ. 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132C4F-82A3-4F97-BBEB-BCFC90485F71}"/>
              </a:ext>
            </a:extLst>
          </p:cNvPr>
          <p:cNvSpPr/>
          <p:nvPr/>
        </p:nvSpPr>
        <p:spPr>
          <a:xfrm>
            <a:off x="7696200" y="5308312"/>
            <a:ext cx="3383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(Translation: Rev. T. Koshy)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2159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2000"/>
            <a:ext cx="6918960" cy="4780411"/>
          </a:xfrm>
        </p:spPr>
        <p:txBody>
          <a:bodyPr anchor="t"/>
          <a:lstStyle/>
          <a:p>
            <a:pPr algn="l" defTabSz="406400">
              <a:lnSpc>
                <a:spcPct val="120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ആത്മാവാം വഴികാട്ടി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സദാ നടത്തി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കൊണ്ടുപോകും വനത്തില്‍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കൂടെ സാവധാനത്തില്‍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ക്ഷീണരേ സന്തോഷിപ്പിന്‍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തൻ ഇമ്പമൊഴി കേള്‍പ്പിന്‍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സഞ്ചാരീ! നീ കൂടെ വാ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ചേര്‍ക്കാം നിന്നെ വീട്ടില്‍ ഞാന്‍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0353F-B1B2-4719-A697-FB2F52B27CDB}"/>
              </a:ext>
            </a:extLst>
          </p:cNvPr>
          <p:cNvSpPr/>
          <p:nvPr/>
        </p:nvSpPr>
        <p:spPr>
          <a:xfrm>
            <a:off x="6705600" y="609600"/>
            <a:ext cx="5471160" cy="478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vazhikaatti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Kondupokum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vanaththil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saavadhaanatthil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Ksheenhare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santhoshippin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; 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imbamozhi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kalhppin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Sancharee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Nee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koodevaa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Cherkkam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veettil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2000"/>
            <a:ext cx="6918960" cy="4780411"/>
          </a:xfrm>
        </p:spPr>
        <p:txBody>
          <a:bodyPr anchor="t"/>
          <a:lstStyle/>
          <a:p>
            <a:pPr algn="l" defTabSz="406400">
              <a:lnSpc>
                <a:spcPct val="120000"/>
              </a:lnSpc>
            </a:pPr>
            <a:r>
              <a:rPr lang="ml-IN" sz="3200" b="1" dirty="0">
                <a:latin typeface="Kartika" panose="02020503030404060203" pitchFamily="18" charset="0"/>
              </a:rPr>
              <a:t>ഉള്ളം തളര്‍ന്നേറ്റവും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ആശയറ്റ നേരവും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ക്രൂശിന്‍ രക്തം കാണിച്ചു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ആശ്വാസം നല്‍കീടുന്നു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ശുദ്ധാത്മാവിന്‍ പ്രഭയില്‍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ഞാനൊളിക്കും നേരത്തില്‍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ശത്രു ശല്യമൊന്നുമേ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പേടിക്കേണ്ടാ എങ്ങുമേ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0353F-B1B2-4719-A697-FB2F52B27CDB}"/>
              </a:ext>
            </a:extLst>
          </p:cNvPr>
          <p:cNvSpPr/>
          <p:nvPr/>
        </p:nvSpPr>
        <p:spPr>
          <a:xfrm>
            <a:off x="6705600" y="685800"/>
            <a:ext cx="5471160" cy="478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Ullham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thallharnnettavum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Aashayatta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neravum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kaanhichu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Aashwaasam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nalkeedunnu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Shudhaathmavin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prabhayil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Njaanolhikkum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neratthil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Shathru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shalyamonnume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Pedikkenda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engume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905513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2000"/>
            <a:ext cx="6918960" cy="4780411"/>
          </a:xfrm>
        </p:spPr>
        <p:txBody>
          <a:bodyPr anchor="t"/>
          <a:lstStyle/>
          <a:p>
            <a:pPr algn="l" defTabSz="406400">
              <a:lnSpc>
                <a:spcPct val="120000"/>
              </a:lnSpc>
            </a:pPr>
            <a:r>
              <a:rPr lang="ml-IN" sz="3200" b="1" dirty="0">
                <a:latin typeface="Kartika" panose="02020503030404060203" pitchFamily="18" charset="0"/>
              </a:rPr>
              <a:t> സത്യസഖി താൻ തന്നെ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സർവദാ എൻ സമീപേ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തുണയ്ക്കും നിരന്തരം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നീക്കും ഭയം സംശയം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കാറ്റുഗ്രമടിക്കിലും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ഇരുൾ കനത്തീടിലും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‘സഞ്ചാരീ! നീ കൂടെ വാ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ചേർക്കാം നിന്നെ വീട്ടിൽ ഞാൻ</a:t>
            </a:r>
            <a:r>
              <a:rPr lang="en-US" sz="3200" b="1" dirty="0">
                <a:latin typeface="Kartika" panose="02020503030404060203" pitchFamily="18" charset="0"/>
              </a:rPr>
              <a:t>’</a:t>
            </a:r>
            <a:endParaRPr lang="ml-IN" sz="3200" b="1" dirty="0">
              <a:latin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0353F-B1B2-4719-A697-FB2F52B27CDB}"/>
              </a:ext>
            </a:extLst>
          </p:cNvPr>
          <p:cNvSpPr/>
          <p:nvPr/>
        </p:nvSpPr>
        <p:spPr>
          <a:xfrm>
            <a:off x="6705600" y="685800"/>
            <a:ext cx="5471160" cy="478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Sathyasakhi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Sarvadaa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sameepe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nirantharam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samshayam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Kaattugra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madikkilum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Irulh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kanattheedilum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‘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Sancharee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Nee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Cherkkaam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veettil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2297898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2000"/>
            <a:ext cx="6918960" cy="4780411"/>
          </a:xfrm>
        </p:spPr>
        <p:txBody>
          <a:bodyPr anchor="t"/>
          <a:lstStyle/>
          <a:p>
            <a:pPr algn="l" defTabSz="406400">
              <a:lnSpc>
                <a:spcPct val="120000"/>
              </a:lnSpc>
            </a:pPr>
            <a:r>
              <a:rPr lang="ml-IN" sz="3200" b="1" dirty="0">
                <a:latin typeface="Kartika" panose="02020503030404060203" pitchFamily="18" charset="0"/>
              </a:rPr>
              <a:t> ആയുഷ്ക്കാലത്തീനന്തം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ചേര്‍ന്നാര്‍ത്തി പൂണ്ട നേരം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സ്വര്‍ഗ്ഗ ചിന്ത മാത്രമേ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ഏകമെന്നാശ്രയമേ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താന്‍ മാത്രം ആ നേരത്തും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എന്നെ ആഴം കടത്തും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'സഞ്ചാരീ! നീ കൂടെ വാ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ചേർക്കാം നിന്നെ വീട്ടിൽ ഞാൻ</a:t>
            </a:r>
            <a:r>
              <a:rPr lang="en-US" sz="3200" b="1" dirty="0">
                <a:latin typeface="Kartika" panose="02020503030404060203" pitchFamily="18" charset="0"/>
              </a:rPr>
              <a:t>’</a:t>
            </a:r>
            <a:endParaRPr lang="ml-IN" sz="3200" b="1" dirty="0">
              <a:latin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0353F-B1B2-4719-A697-FB2F52B27CDB}"/>
              </a:ext>
            </a:extLst>
          </p:cNvPr>
          <p:cNvSpPr/>
          <p:nvPr/>
        </p:nvSpPr>
        <p:spPr>
          <a:xfrm>
            <a:off x="6705600" y="685800"/>
            <a:ext cx="5471160" cy="478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Aayushkaalatthinantham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Chernnaarthi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Aekammennashrayame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aa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neratthum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aazham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kadatthum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‘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Sancharee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Nee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Cherkkaam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veettil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68285117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138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274 ആത്മാവാം വഴികാട്ടി</vt:lpstr>
      <vt:lpstr>ആത്മാവാം വഴികാട്ടി  എന്നെ സദാ നടത്തി കൊണ്ടുപോകും വനത്തില്‍  കൂടെ സാവധാനത്തില്‍ ക്ഷീണരേ സന്തോഷിപ്പിന്‍ തൻ ഇമ്പമൊഴി കേള്‍പ്പിന്‍ സഞ്ചാരീ! നീ കൂടെ വാ ചേര്‍ക്കാം നിന്നെ വീട്ടില്‍ ഞാന്‍</vt:lpstr>
      <vt:lpstr>ഉള്ളം തളര്‍ന്നേറ്റവും  ആശയറ്റ നേരവും ക്രൂശിന്‍ രക്തം കാണിച്ചു  ആശ്വാസം നല്‍കീടുന്നു ശുദ്ധാത്മാവിന്‍ പ്രഭയില്‍  ഞാനൊളിക്കും നേരത്തില്‍ ശത്രു ശല്യമൊന്നുമേ  പേടിക്കേണ്ടാ എങ്ങുമേ</vt:lpstr>
      <vt:lpstr> സത്യസഖി താൻ തന്നെ  സർവദാ എൻ സമീപേ  തുണയ്ക്കും നിരന്തരം  നീക്കും ഭയം സംശയം  കാറ്റുഗ്രമടിക്കിലും  ഇരുൾ കനത്തീടിലും  ‘സഞ്ചാരീ! നീ കൂടെ വാ  ചേർക്കാം നിന്നെ വീട്ടിൽ ഞാൻ’</vt:lpstr>
      <vt:lpstr> ആയുഷ്ക്കാലത്തീനന്തം ചേര്‍ന്നാര്‍ത്തി പൂണ്ട നേരം സ്വര്‍ഗ്ഗ ചിന്ത മാത്രമേ  ഏകമെന്നാശ്രയമേ താന്‍ മാത്രം ആ നേരത്തും  എന്നെ ആഴം കടത്തും 'സഞ്ചാരീ! നീ കൂടെ വാ ചേർക്കാം നിന്നെ വീട്ടിൽ ഞാൻ’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Aathmaavam vazhikaatti</dc:title>
  <dc:creator>Digital Input:; GM JOHN; Acsah Mathews</dc:creator>
  <cp:lastModifiedBy>Acsah Mathews</cp:lastModifiedBy>
  <cp:revision>94</cp:revision>
  <dcterms:created xsi:type="dcterms:W3CDTF">2013-04-19T09:19:07Z</dcterms:created>
  <dcterms:modified xsi:type="dcterms:W3CDTF">2018-11-15T15:11:55Z</dcterms:modified>
</cp:coreProperties>
</file>