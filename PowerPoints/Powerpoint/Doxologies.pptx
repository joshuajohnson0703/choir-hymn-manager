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1" r:id="rId2"/>
    <p:sldId id="262" r:id="rId3"/>
    <p:sldId id="259" r:id="rId4"/>
    <p:sldId id="263" r:id="rId5"/>
    <p:sldId id="256" r:id="rId6"/>
    <p:sldId id="264" r:id="rId7"/>
    <p:sldId id="258" r:id="rId8"/>
    <p:sldId id="265" r:id="rId9"/>
    <p:sldId id="257" r:id="rId10"/>
    <p:sldId id="260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70" autoAdjust="0"/>
    <p:restoredTop sz="94660"/>
  </p:normalViewPr>
  <p:slideViewPr>
    <p:cSldViewPr>
      <p:cViewPr varScale="1">
        <p:scale>
          <a:sx n="45" d="100"/>
          <a:sy n="45" d="100"/>
        </p:scale>
        <p:origin x="72" y="8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E9168-8DF8-4420-B38E-72334DB29BDB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EA353D-BD5D-464C-9A95-AFE357C686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032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EA353D-BD5D-464C-9A95-AFE357C6868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70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62C9E-F3C9-4188-BCCD-1D7617DC205F}" type="datetimeFigureOut">
              <a:rPr lang="en-US" smtClean="0"/>
              <a:pPr/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13A4-93EC-4CA0-9429-6539DCAA33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62C9E-F3C9-4188-BCCD-1D7617DC205F}" type="datetimeFigureOut">
              <a:rPr lang="en-US" smtClean="0"/>
              <a:pPr/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13A4-93EC-4CA0-9429-6539DCAA33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62C9E-F3C9-4188-BCCD-1D7617DC205F}" type="datetimeFigureOut">
              <a:rPr lang="en-US" smtClean="0"/>
              <a:pPr/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13A4-93EC-4CA0-9429-6539DCAA33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62C9E-F3C9-4188-BCCD-1D7617DC205F}" type="datetimeFigureOut">
              <a:rPr lang="en-US" smtClean="0"/>
              <a:pPr/>
              <a:t>12/3/2018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13A4-93EC-4CA0-9429-6539DCAA33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62C9E-F3C9-4188-BCCD-1D7617DC205F}" type="datetimeFigureOut">
              <a:rPr lang="en-US" smtClean="0"/>
              <a:pPr/>
              <a:t>12/3/2018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13A4-93EC-4CA0-9429-6539DCAA33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62C9E-F3C9-4188-BCCD-1D7617DC205F}" type="datetimeFigureOut">
              <a:rPr lang="en-US" smtClean="0"/>
              <a:pPr/>
              <a:t>12/3/2018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13A4-93EC-4CA0-9429-6539DCAA33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62C9E-F3C9-4188-BCCD-1D7617DC205F}" type="datetimeFigureOut">
              <a:rPr lang="en-US" smtClean="0"/>
              <a:pPr/>
              <a:t>12/3/2018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13A4-93EC-4CA0-9429-6539DCAA33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62C9E-F3C9-4188-BCCD-1D7617DC205F}" type="datetimeFigureOut">
              <a:rPr lang="en-US" smtClean="0"/>
              <a:pPr/>
              <a:t>12/3/2018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13A4-93EC-4CA0-9429-6539DCAA33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62C9E-F3C9-4188-BCCD-1D7617DC205F}" type="datetimeFigureOut">
              <a:rPr lang="en-US" smtClean="0"/>
              <a:pPr/>
              <a:t>12/3/2018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13A4-93EC-4CA0-9429-6539DCAA33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62C9E-F3C9-4188-BCCD-1D7617DC205F}" type="datetimeFigureOut">
              <a:rPr lang="en-US" smtClean="0"/>
              <a:pPr/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13A4-93EC-4CA0-9429-6539DCAA33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62C9E-F3C9-4188-BCCD-1D7617DC205F}" type="datetimeFigureOut">
              <a:rPr lang="en-US" smtClean="0"/>
              <a:pPr/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13A4-93EC-4CA0-9429-6539DCAA33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762C9E-F3C9-4188-BCCD-1D7617DC205F}" type="datetimeFigureOut">
              <a:rPr lang="en-US" smtClean="0"/>
              <a:pPr/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3E13A4-93EC-4CA0-9429-6539DCAA338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E5D2D-B192-434A-A16B-6470FD38ED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>
                <a:latin typeface="Algerian" panose="04020705040A02060702" pitchFamily="82" charset="0"/>
              </a:rPr>
              <a:t>Doxologies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F80612-ECCC-47F2-A7AD-982AE9C158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649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57201"/>
            <a:ext cx="12192000" cy="2971799"/>
          </a:xfrm>
        </p:spPr>
        <p:txBody>
          <a:bodyPr anchor="t">
            <a:noAutofit/>
          </a:bodyPr>
          <a:lstStyle/>
          <a:p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I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എന്നേക്കും മഹത്വം, ഏകപിതാ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എന്നേക്കും മഹത്വം, ഏകസുതാ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എന്നും എന്നേക്കുമേ, ഏവം ഭവിക്കട്ടെ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ഏകാത്മാവായോന്നും ഏറ്റം സ്തുതി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77600" y="0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Dox. 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3C9960-0BA9-4D5F-8233-2231E33506A7}"/>
              </a:ext>
            </a:extLst>
          </p:cNvPr>
          <p:cNvSpPr/>
          <p:nvPr/>
        </p:nvSpPr>
        <p:spPr>
          <a:xfrm>
            <a:off x="-31898" y="3733800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Ennekum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mahathwam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,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Pithaa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 algn="ctr"/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Ennekum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mahathwam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,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Suthaa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ennekumey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,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evam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bhavikkattey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Ekaathmavaayonum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ettam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sthuthi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2598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57201"/>
            <a:ext cx="12192000" cy="2971799"/>
          </a:xfrm>
        </p:spPr>
        <p:txBody>
          <a:bodyPr anchor="t">
            <a:noAutofit/>
          </a:bodyPr>
          <a:lstStyle/>
          <a:p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II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സർവ്വ ബുദ്ധിയും കവിയും ദൈവ-സമാധാനം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യേശുമശിഹാതൻ അറിവിലും-സ്നേഹത്തിലും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കാക്കട്ടെ നമ്മുടെ മനസ്സുകൾ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ചിന്തകൾ സർവ്വം എന്നന്നേക്കുമേ 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EEAEC8-BA1C-481E-8578-4F056294FD64}"/>
              </a:ext>
            </a:extLst>
          </p:cNvPr>
          <p:cNvSpPr/>
          <p:nvPr/>
        </p:nvSpPr>
        <p:spPr>
          <a:xfrm>
            <a:off x="0" y="4114800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Sarvva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budhiyum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kaviyum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Daiva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samaadhaanam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Yeshu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mashihaa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than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arivilum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–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snehaththilum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Kaakkattey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nammudey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manassukalh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Chinthakalh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sarvvam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ennanneykumey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114CA1-9DF2-473B-AE10-B2297BB1A4B3}"/>
              </a:ext>
            </a:extLst>
          </p:cNvPr>
          <p:cNvSpPr txBox="1"/>
          <p:nvPr/>
        </p:nvSpPr>
        <p:spPr>
          <a:xfrm>
            <a:off x="11277600" y="0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Dox. 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57201"/>
            <a:ext cx="12192000" cy="2971799"/>
          </a:xfrm>
        </p:spPr>
        <p:txBody>
          <a:bodyPr anchor="t">
            <a:noAutofit/>
          </a:bodyPr>
          <a:lstStyle/>
          <a:p>
            <a:r>
              <a:rPr lang="en-US" sz="3400" b="1" dirty="0"/>
              <a:t>III</a:t>
            </a:r>
            <a:br>
              <a:rPr lang="en-US" sz="3400" b="1" dirty="0"/>
            </a:br>
            <a:br>
              <a:rPr lang="en-US" sz="3400" b="1" dirty="0"/>
            </a:br>
            <a:r>
              <a:rPr lang="ml-IN" sz="3400" b="1" dirty="0"/>
              <a:t>സ്തുതി എന്നെന്നും പാടിടും നിൻ ആലയേ ഞങ്ങൾ </a:t>
            </a:r>
            <a:br>
              <a:rPr lang="ml-IN" sz="3400" b="1" dirty="0"/>
            </a:br>
            <a:r>
              <a:rPr lang="ml-IN" sz="3400" b="1" dirty="0"/>
              <a:t>വീണ്ടെടുപ്പിൻ സന്തോഷത്താൽ എന്നെന്നും പാടുമേ </a:t>
            </a:r>
            <a:br>
              <a:rPr lang="ml-IN" sz="3400" b="1" dirty="0"/>
            </a:br>
            <a:r>
              <a:rPr lang="ml-IN" sz="3400" b="1" spc="-150" dirty="0"/>
              <a:t>സമാധാനവും സ്നേഹവും അന്യോന്യം നൽകുവാൻ </a:t>
            </a:r>
            <a:br>
              <a:rPr lang="ml-IN" sz="3400" b="1" dirty="0"/>
            </a:br>
            <a:r>
              <a:rPr lang="ml-IN" sz="3400" b="1" dirty="0"/>
              <a:t>ബാദ്ധ്യസ്ഥരായ ഞങ്ങളെ നീ പ്രപ്തരാക്കണേ (2)</a:t>
            </a:r>
            <a:br>
              <a:rPr lang="en-US" sz="3400" b="1" dirty="0"/>
            </a:br>
            <a:endParaRPr lang="en-US" sz="3400" b="1" spc="-15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944DD0-FF12-439E-A752-141DB3638D0D}"/>
              </a:ext>
            </a:extLst>
          </p:cNvPr>
          <p:cNvSpPr/>
          <p:nvPr/>
        </p:nvSpPr>
        <p:spPr>
          <a:xfrm>
            <a:off x="0" y="4114800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Sthuthi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ennennum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paadidum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aalaye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njangalh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Veendeduppin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santhoshaththaal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ennennum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paadume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Samaadhaanavum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snehavum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anyonyam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nalkuvaan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Baadhyastharaaya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njangalhe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nee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praaptharaakkanhe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(2)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3761AA-D14D-4088-B4A7-47EBDCB9D1F3}"/>
              </a:ext>
            </a:extLst>
          </p:cNvPr>
          <p:cNvSpPr txBox="1"/>
          <p:nvPr/>
        </p:nvSpPr>
        <p:spPr>
          <a:xfrm>
            <a:off x="11277600" y="0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Dox. III</a:t>
            </a:r>
          </a:p>
        </p:txBody>
      </p:sp>
    </p:spTree>
    <p:extLst>
      <p:ext uri="{BB962C8B-B14F-4D97-AF65-F5344CB8AC3E}">
        <p14:creationId xmlns:p14="http://schemas.microsoft.com/office/powerpoint/2010/main" val="1426725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838201"/>
            <a:ext cx="12192000" cy="2133599"/>
          </a:xfrm>
        </p:spPr>
        <p:txBody>
          <a:bodyPr anchor="t">
            <a:noAutofit/>
          </a:bodyPr>
          <a:lstStyle/>
          <a:p>
            <a:r>
              <a:rPr lang="en-US" sz="3400" b="1" dirty="0"/>
              <a:t>IV</a:t>
            </a:r>
            <a:br>
              <a:rPr lang="en-US" sz="3400" b="1" dirty="0"/>
            </a:br>
            <a:br>
              <a:rPr lang="en-US" sz="3400" b="1" dirty="0"/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ദൈവമേ അനുഗ്രഹിക്ക സമാധാനമായ് അയയ്ക്ക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നിൻ ദാസരെ ഇന്നും എന്നും, കരുണയോടെ കാക്കുക</a:t>
            </a:r>
            <a:endParaRPr lang="en-US" sz="34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B9E2AE-C5EA-4FD7-8BA4-26710C2803D1}"/>
              </a:ext>
            </a:extLst>
          </p:cNvPr>
          <p:cNvSpPr/>
          <p:nvPr/>
        </p:nvSpPr>
        <p:spPr>
          <a:xfrm>
            <a:off x="0" y="3533001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Daivamey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anugrahikka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Samaadhaanamaai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ayakka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Nin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daasarey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innum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Karunhayodey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kaakkuka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D6FB4-8CFB-4E17-BD62-DC7FDE89CC6F}"/>
              </a:ext>
            </a:extLst>
          </p:cNvPr>
          <p:cNvSpPr txBox="1"/>
          <p:nvPr/>
        </p:nvSpPr>
        <p:spPr>
          <a:xfrm>
            <a:off x="11277600" y="0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Dox. IV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1"/>
            <a:ext cx="12192000" cy="3581399"/>
          </a:xfrm>
        </p:spPr>
        <p:txBody>
          <a:bodyPr anchor="t">
            <a:noAutofit/>
          </a:bodyPr>
          <a:lstStyle/>
          <a:p>
            <a:r>
              <a:rPr lang="en-US" sz="1400" b="1" dirty="0">
                <a:latin typeface="Kartika" panose="02020503030404060203" pitchFamily="18" charset="0"/>
                <a:cs typeface="Kartika" panose="02020503030404060203" pitchFamily="18" charset="0"/>
              </a:rPr>
              <a:t>V</a:t>
            </a:r>
            <a:br>
              <a:rPr lang="en-US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ദൈവമേ നിൻ സ്നേഹത്തോടെ ഞങ്ങളെ വിട്ടയയ്ക്ക </a:t>
            </a:r>
            <a:br>
              <a:rPr lang="ml-IN" sz="28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സമാധാനം തന്നു ഇപ്പോൾ അനുഗ്രഹിക്ക </a:t>
            </a:r>
            <a:br>
              <a:rPr lang="ml-IN" sz="28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യാത്രക്കാരാം, യാത്രക്കാരാം ഞങ്ങളെ തണുപ്പിക്ക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സുവിശേഷ സ്വരത്തിന്നായ് നീ മഹത്വപ്പെടട്ടെ 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 രക്ഷയുടെ ഫലം ഞങ്ങളിൽ വർദ്ധിക്കട്ടെ 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എന്നെന്നേക്കും (2) ഞങ്ങളിൽ നീ വസിക്ക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1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endParaRPr lang="en-US" sz="2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23FE60-FE05-4111-AC43-F49F31340BF4}"/>
              </a:ext>
            </a:extLst>
          </p:cNvPr>
          <p:cNvSpPr/>
          <p:nvPr/>
        </p:nvSpPr>
        <p:spPr>
          <a:xfrm>
            <a:off x="0" y="3733800"/>
            <a:ext cx="121920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Daivamey Nin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snehaththodey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njangalhey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vittayakka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Nintey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samaadhaanam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thannu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ippolh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anugrahikkuka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Yaathrakaaraam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(2)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njangalhey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thanhuppikka</a:t>
            </a:r>
            <a:endParaRPr lang="en-US" sz="2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Suvishesha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swaraththinaai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Nee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mahathwappedattey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Nintey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rakshayudey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phalam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njangalhil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vardhdhikkattey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Ennennekum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(2)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njangalhil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Nee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vasikka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4416F4-0440-48AB-AD6A-C9115D8778ED}"/>
              </a:ext>
            </a:extLst>
          </p:cNvPr>
          <p:cNvSpPr txBox="1"/>
          <p:nvPr/>
        </p:nvSpPr>
        <p:spPr>
          <a:xfrm>
            <a:off x="11277600" y="0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Dox. V</a:t>
            </a:r>
          </a:p>
        </p:txBody>
      </p:sp>
    </p:spTree>
    <p:extLst>
      <p:ext uri="{BB962C8B-B14F-4D97-AF65-F5344CB8AC3E}">
        <p14:creationId xmlns:p14="http://schemas.microsoft.com/office/powerpoint/2010/main" val="2963251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57201"/>
            <a:ext cx="12192000" cy="2971799"/>
          </a:xfrm>
        </p:spPr>
        <p:txBody>
          <a:bodyPr anchor="t">
            <a:noAutofit/>
          </a:bodyPr>
          <a:lstStyle/>
          <a:p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VI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ദൈവമേ അയയ്ക്ക നിൻ  അടിയാരെ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ആത്മ സമാധാനം ഉള്ളി</a:t>
            </a:r>
            <a:r>
              <a:rPr lang="ml-IN" sz="3000" b="1" dirty="0">
                <a:latin typeface="Kartika" panose="02020503030404060203" pitchFamily="18" charset="0"/>
              </a:rPr>
              <a:t>ൽ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 നിറയ്ക്ക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 സന്നിധാനത്തിൽ ആശീർവാദങ്ങൾ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ഞങ്ങളിൽ ചൊരിക നിൻ  വരങ്ങളാൽ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താതനേ നിനക്കും പ്രിയ പുത്രനും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ശുദ്ധ റൂഹായ്ക്കും സ്തോത്രമെന്നേക്കും</a:t>
            </a:r>
            <a:endParaRPr lang="en-US" sz="30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2D1F2E-731B-4401-81E0-652EA2627620}"/>
              </a:ext>
            </a:extLst>
          </p:cNvPr>
          <p:cNvSpPr/>
          <p:nvPr/>
        </p:nvSpPr>
        <p:spPr>
          <a:xfrm>
            <a:off x="0" y="3733800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Daivame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ayaykka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adiyaare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Aathma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samadaanam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ullhil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niraykka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Nin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sannidhaanaththil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aasheervaadangalh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Njangalhil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chorika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varangalhaal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Thaathane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ninakkum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priya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puthranum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Shudhdha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roohaaykkum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sthothramennekkum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BA9CF5-B21A-42F4-951D-0F42B1E35B34}"/>
              </a:ext>
            </a:extLst>
          </p:cNvPr>
          <p:cNvSpPr txBox="1"/>
          <p:nvPr/>
        </p:nvSpPr>
        <p:spPr>
          <a:xfrm>
            <a:off x="11277600" y="0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Dox. VI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57201"/>
            <a:ext cx="12192000" cy="2362199"/>
          </a:xfrm>
        </p:spPr>
        <p:txBody>
          <a:bodyPr anchor="t">
            <a:noAutofit/>
          </a:bodyPr>
          <a:lstStyle/>
          <a:p>
            <a:r>
              <a:rPr lang="en-US" sz="3400" b="1" dirty="0"/>
              <a:t>VII</a:t>
            </a:r>
            <a:br>
              <a:rPr lang="en-US" sz="3400" b="1" dirty="0"/>
            </a:br>
            <a:br>
              <a:rPr lang="en-US" sz="3400" b="1" dirty="0"/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യേശുവിൻ 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കൃപാ കടാക്ഷം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മാ പിതാവിൻ സ്നേഹവും </a:t>
            </a:r>
            <a:b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ദൈവ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ആത്മാവിൻ 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സംസർഗ്ഗം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എന്നും 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ഇങ്ങുണ്ടാകേണം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ഹാലേലുയ്യാ ഹാലേലുയ്യാ ആ ആമ്മീൻ (2)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4884A7-A266-4303-B1CB-C61BD330F1D3}"/>
              </a:ext>
            </a:extLst>
          </p:cNvPr>
          <p:cNvSpPr/>
          <p:nvPr/>
        </p:nvSpPr>
        <p:spPr>
          <a:xfrm>
            <a:off x="0" y="4038601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Yeshuvin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kripaa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kadaaksham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Pithaavin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snehavum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Daiva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Aathmaavin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samsarggam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ingundaakenham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Halleluiah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halleluiah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aa amen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2F03C-5DB6-46CC-A15F-21437F56B72E}"/>
              </a:ext>
            </a:extLst>
          </p:cNvPr>
          <p:cNvSpPr txBox="1"/>
          <p:nvPr/>
        </p:nvSpPr>
        <p:spPr>
          <a:xfrm>
            <a:off x="11277600" y="0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Dox. VII</a:t>
            </a:r>
          </a:p>
        </p:txBody>
      </p:sp>
    </p:spTree>
    <p:extLst>
      <p:ext uri="{BB962C8B-B14F-4D97-AF65-F5344CB8AC3E}">
        <p14:creationId xmlns:p14="http://schemas.microsoft.com/office/powerpoint/2010/main" val="2646096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57201"/>
            <a:ext cx="12192000" cy="2666999"/>
          </a:xfrm>
        </p:spPr>
        <p:txBody>
          <a:bodyPr anchor="t">
            <a:noAutofit/>
          </a:bodyPr>
          <a:lstStyle/>
          <a:p>
            <a:r>
              <a:rPr lang="en-US" sz="3400" b="1" dirty="0"/>
              <a:t>VIII</a:t>
            </a:r>
            <a:br>
              <a:rPr lang="en-US" sz="3400" b="1" dirty="0"/>
            </a:br>
            <a:br>
              <a:rPr lang="en-US" sz="3400" b="1" dirty="0"/>
            </a:br>
            <a:r>
              <a:rPr lang="ml-IN" sz="3400" b="1" dirty="0"/>
              <a:t>സർവ്വാശിഷത്തിൻ താതനെ </a:t>
            </a:r>
            <a:br>
              <a:rPr lang="ml-IN" sz="3400" b="1" dirty="0"/>
            </a:br>
            <a:r>
              <a:rPr lang="ml-IN" sz="3400" b="1" dirty="0"/>
              <a:t>വാഴ്ത്തുവിൻ ലോക രാകവെ </a:t>
            </a:r>
            <a:br>
              <a:rPr lang="ml-IN" sz="3400" b="1" dirty="0"/>
            </a:br>
            <a:r>
              <a:rPr lang="ml-IN" sz="3400" b="1" dirty="0"/>
              <a:t>വാഴ്ത്തുവിൻ സ്വർഗ്ഗ സേനയും </a:t>
            </a:r>
            <a:br>
              <a:rPr lang="ml-IN" sz="3400" b="1" dirty="0"/>
            </a:br>
            <a:r>
              <a:rPr lang="ml-IN" sz="3400" b="1" dirty="0"/>
              <a:t>വാഴ്ത്തുവിൻ പിതാ പുത്രാ ത്മനെ </a:t>
            </a:r>
            <a:br>
              <a:rPr lang="en-US" sz="3400" b="1" dirty="0"/>
            </a:br>
            <a:endParaRPr lang="en-US" sz="3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9753601" y="1"/>
            <a:ext cx="914400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4 of 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84FDF4-3B4E-4BB4-BEDC-9198B2DFFB83}"/>
              </a:ext>
            </a:extLst>
          </p:cNvPr>
          <p:cNvSpPr/>
          <p:nvPr/>
        </p:nvSpPr>
        <p:spPr>
          <a:xfrm>
            <a:off x="0" y="3733800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Sarvvaashishaththin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Thaathaney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Vaazhthuvin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lokaraakavey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Vaazhthuvin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Swargga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senayum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Vaazhthuvin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Pithaa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Puthraathmaney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02C5CC-6F07-4C60-AF7E-4E24F49E3F3F}"/>
              </a:ext>
            </a:extLst>
          </p:cNvPr>
          <p:cNvSpPr txBox="1"/>
          <p:nvPr/>
        </p:nvSpPr>
        <p:spPr>
          <a:xfrm>
            <a:off x="11277600" y="0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Dox. VIII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77000"/>
            <a:ext cx="12192000" cy="2971799"/>
          </a:xfrm>
        </p:spPr>
        <p:txBody>
          <a:bodyPr anchor="t">
            <a:noAutofit/>
          </a:bodyPr>
          <a:lstStyle/>
          <a:p>
            <a:r>
              <a:rPr lang="en-US" sz="3400" b="1" dirty="0"/>
              <a:t>IX</a:t>
            </a:r>
            <a:br>
              <a:rPr lang="en-US" sz="3400" b="1" dirty="0"/>
            </a:br>
            <a:br>
              <a:rPr lang="en-US" sz="3400" b="1" dirty="0"/>
            </a:br>
            <a:r>
              <a:rPr lang="ml-IN" sz="3400" b="1" dirty="0"/>
              <a:t>പിതൃ പുത്രാത്മനാം ത്രിയേകന്‍റെ ആശിസ്സുകൾ </a:t>
            </a:r>
            <a:br>
              <a:rPr lang="ml-IN" sz="3400" b="1" dirty="0"/>
            </a:br>
            <a:r>
              <a:rPr lang="ml-IN" sz="3400" b="1" dirty="0"/>
              <a:t>ഉണ്ടായിടട്ടിന്നീ എല്ലാ ജനംമേൽ എന്നുമേ </a:t>
            </a:r>
            <a:br>
              <a:rPr lang="ml-IN" sz="3400" b="1" dirty="0"/>
            </a:br>
            <a:r>
              <a:rPr lang="ml-IN" sz="3400" b="1" dirty="0"/>
              <a:t>സർവ്വ ശക്തനാം ദൈവം നിങ്ങളെ </a:t>
            </a:r>
            <a:br>
              <a:rPr lang="ml-IN" sz="3400" b="1" dirty="0"/>
            </a:br>
            <a:r>
              <a:rPr lang="ml-IN" sz="3400" b="1" dirty="0"/>
              <a:t>പാലിക്കട്ടെ സ്വർ സമാധാനത്തിൽ</a:t>
            </a:r>
            <a:endParaRPr lang="en-US" sz="3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F496FD-5E42-4713-9E33-03DCF65E3A3D}"/>
              </a:ext>
            </a:extLst>
          </p:cNvPr>
          <p:cNvSpPr/>
          <p:nvPr/>
        </p:nvSpPr>
        <p:spPr>
          <a:xfrm>
            <a:off x="0" y="3733800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Pithruputhraathmanaam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thriyekante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aashissukalh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Undaayidattinnee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ellaa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janam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mel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ennume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Sarvva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shakthanaam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daivam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ningalhe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Paalikkatte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swar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samaadhaanaththil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E32AEF-5CF4-4E5E-AE74-C2A686F87499}"/>
              </a:ext>
            </a:extLst>
          </p:cNvPr>
          <p:cNvSpPr txBox="1"/>
          <p:nvPr/>
        </p:nvSpPr>
        <p:spPr>
          <a:xfrm>
            <a:off x="11277600" y="0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Dox. IX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457201"/>
            <a:ext cx="11353800" cy="5867400"/>
          </a:xfrm>
        </p:spPr>
        <p:txBody>
          <a:bodyPr>
            <a:noAutofit/>
          </a:bodyPr>
          <a:lstStyle/>
          <a:p>
            <a:pPr algn="l"/>
            <a:br>
              <a:rPr lang="en-US" sz="3400" b="1" dirty="0"/>
            </a:br>
            <a:r>
              <a:rPr lang="en-US" sz="3400" b="1" dirty="0"/>
              <a:t>X  </a:t>
            </a:r>
            <a:r>
              <a:rPr lang="ml-IN" sz="3400" b="1" dirty="0"/>
              <a:t>അനുഗ്രഹത്തോടെ ഇപ്പോൾ അയയ്ക്ക (329)</a:t>
            </a:r>
            <a:br>
              <a:rPr lang="ml-IN" sz="3400" b="1" dirty="0"/>
            </a:br>
            <a:br>
              <a:rPr lang="ml-IN" sz="3400" b="1" dirty="0"/>
            </a:br>
            <a:r>
              <a:rPr lang="en-US" sz="3400" b="1" dirty="0"/>
              <a:t>XI  </a:t>
            </a:r>
            <a:r>
              <a:rPr lang="ml-IN" sz="3400" b="1" dirty="0"/>
              <a:t>കാണുംവരെ ഇനി നാം തമ്മിൽ (328)</a:t>
            </a:r>
            <a:br>
              <a:rPr lang="ml-IN" sz="3400" b="1" dirty="0"/>
            </a:br>
            <a:br>
              <a:rPr lang="ml-IN" sz="3400" b="1" dirty="0"/>
            </a:br>
            <a:r>
              <a:rPr lang="en-US" sz="3400" b="1" dirty="0"/>
              <a:t>XII  </a:t>
            </a:r>
            <a:r>
              <a:rPr lang="ml-IN" sz="3400" b="1" dirty="0"/>
              <a:t>നിത്യനായ യഹോവയെ (427)</a:t>
            </a:r>
            <a:br>
              <a:rPr lang="en-US" sz="3400" b="1" dirty="0"/>
            </a:br>
            <a:endParaRPr lang="en-US" sz="3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20DBE7-60BC-441D-8F30-22F58C54674E}"/>
              </a:ext>
            </a:extLst>
          </p:cNvPr>
          <p:cNvSpPr txBox="1"/>
          <p:nvPr/>
        </p:nvSpPr>
        <p:spPr>
          <a:xfrm>
            <a:off x="10896600" y="0"/>
            <a:ext cx="1295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Dox. X-XIII</a:t>
            </a:r>
          </a:p>
        </p:txBody>
      </p:sp>
    </p:spTree>
    <p:extLst>
      <p:ext uri="{BB962C8B-B14F-4D97-AF65-F5344CB8AC3E}">
        <p14:creationId xmlns:p14="http://schemas.microsoft.com/office/powerpoint/2010/main" val="2116915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204</Words>
  <Application>Microsoft Office PowerPoint</Application>
  <PresentationFormat>Widescreen</PresentationFormat>
  <Paragraphs>61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Algerian</vt:lpstr>
      <vt:lpstr>Arial</vt:lpstr>
      <vt:lpstr>Calibri</vt:lpstr>
      <vt:lpstr>Kartika</vt:lpstr>
      <vt:lpstr>Office Theme</vt:lpstr>
      <vt:lpstr>Doxologies</vt:lpstr>
      <vt:lpstr>I എന്നേക്കും മഹത്വം, ഏകപിതാ  എന്നേക്കും മഹത്വം, ഏകസുതാ  എന്നും എന്നേക്കുമേ, ഏവം ഭവിക്കട്ടെ  ഏകാത്മാവായോന്നും ഏറ്റം സ്തുതി </vt:lpstr>
      <vt:lpstr>II  സർവ്വ ബുദ്ധിയും കവിയും ദൈവ-സമാധാനം യേശുമശിഹാതൻ അറിവിലും-സ്നേഹത്തിലും  കാക്കട്ടെ നമ്മുടെ മനസ്സുകൾ  ചിന്തകൾ സർവ്വം എന്നന്നേക്കുമേ  </vt:lpstr>
      <vt:lpstr>III  സ്തുതി എന്നെന്നും പാടിടും നിൻ ആലയേ ഞങ്ങൾ  വീണ്ടെടുപ്പിൻ സന്തോഷത്താൽ എന്നെന്നും പാടുമേ  സമാധാനവും സ്നേഹവും അന്യോന്യം നൽകുവാൻ  ബാദ്ധ്യസ്ഥരായ ഞങ്ങളെ നീ പ്രപ്തരാക്കണേ (2) </vt:lpstr>
      <vt:lpstr>IV  ദൈവമേ അനുഗ്രഹിക്ക സമാധാനമായ് അയയ്ക്ക  നിൻ ദാസരെ ഇന്നും എന്നും, കരുണയോടെ കാക്കുക</vt:lpstr>
      <vt:lpstr>V  ദൈവമേ നിൻ സ്നേഹത്തോടെ ഞങ്ങളെ വിട്ടയയ്ക്ക  നിന്‍റെ സമാധാനം തന്നു ഇപ്പോൾ അനുഗ്രഹിക്ക  യാത്രക്കാരാം, യാത്രക്കാരാം ഞങ്ങളെ തണുപ്പിക്ക  സുവിശേഷ സ്വരത്തിന്നായ് നീ മഹത്വപ്പെടട്ടെ  നിന്‍റെ  രക്ഷയുടെ ഫലം ഞങ്ങളിൽ വർദ്ധിക്കട്ടെ  എന്നെന്നേക്കും (2) ഞങ്ങളിൽ നീ വസിക്ക    </vt:lpstr>
      <vt:lpstr>VI ദൈവമേ അയയ്ക്ക നിൻ  അടിയാരെ  ആത്മ സമാധാനം ഉള്ളിൽ നിറയ്ക്ക  നിൻ  സന്നിധാനത്തിൽ ആശീർവാദങ്ങൾ  ഞങ്ങളിൽ ചൊരിക നിൻ  വരങ്ങളാൽ  താതനേ നിനക്കും പ്രിയ പുത്രനും  ശുദ്ധ റൂഹായ്ക്കും സ്തോത്രമെന്നേക്കും</vt:lpstr>
      <vt:lpstr>VII  യേശുവിൻ  കൃപാ കടാക്ഷം  മാ പിതാവിൻ സ്നേഹവും  ദൈവ  ആത്മാവിൻ  സംസർഗ്ഗം  എന്നും   ഇങ്ങുണ്ടാകേണം  ഹാലേലുയ്യാ ഹാലേലുയ്യാ ആ ആമ്മീൻ (2) </vt:lpstr>
      <vt:lpstr>VIII  സർവ്വാശിഷത്തിൻ താതനെ  വാഴ്ത്തുവിൻ ലോക രാകവെ  വാഴ്ത്തുവിൻ സ്വർഗ്ഗ സേനയും  വാഴ്ത്തുവിൻ പിതാ പുത്രാ ത്മനെ  </vt:lpstr>
      <vt:lpstr>IX  പിതൃ പുത്രാത്മനാം ത്രിയേകന്‍റെ ആശിസ്സുകൾ  ഉണ്ടായിടട്ടിന്നീ എല്ലാ ജനംമേൽ എന്നുമേ  സർവ്വ ശക്തനാം ദൈവം നിങ്ങളെ  പാലിക്കട്ടെ സ്വർ സമാധാനത്തിൽ</vt:lpstr>
      <vt:lpstr> X  അനുഗ്രഹത്തോടെ ഇപ്പോൾ അയയ്ക്ക (329)  XI  കാണുംവരെ ഇനി നാം തമ്മിൽ (328)  XII  നിത്യനായ യഹോവയെ (427)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ക്രിസ്തീയ കീർത്തനങ്ങൾ</dc:title>
  <dc:creator>Digital Input G M JOHN</dc:creator>
  <cp:lastModifiedBy>Acsah Mathews</cp:lastModifiedBy>
  <cp:revision>25</cp:revision>
  <dcterms:created xsi:type="dcterms:W3CDTF">2014-07-11T00:15:04Z</dcterms:created>
  <dcterms:modified xsi:type="dcterms:W3CDTF">2018-12-03T17:28:40Z</dcterms:modified>
</cp:coreProperties>
</file>