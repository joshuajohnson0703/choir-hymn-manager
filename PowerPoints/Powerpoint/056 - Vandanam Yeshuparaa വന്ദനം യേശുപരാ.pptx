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3" roundtripDataSignature="AMtx7mgfdFgx4dHz/bdB0p+x4HNcl3wI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2341" y="181534"/>
            <a:ext cx="770972" cy="57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3999" y="6111691"/>
            <a:ext cx="615660" cy="5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56</a:t>
            </a:r>
            <a:br>
              <a:rPr lang="en-US"/>
            </a:br>
            <a:r>
              <a:rPr b="1" lang="en-US">
                <a:latin typeface="Arial"/>
                <a:ea typeface="Arial"/>
                <a:cs typeface="Arial"/>
                <a:sym typeface="Arial"/>
              </a:rPr>
              <a:t>വന്ദനം യേശുപരാ!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000"/>
              <a:buNone/>
            </a:pPr>
            <a:r>
              <a:rPr b="1" lang="en-US" sz="4000">
                <a:solidFill>
                  <a:srgbClr val="17365D"/>
                </a:solidFill>
              </a:rPr>
              <a:t>Vandanam Yeshuparaa</a:t>
            </a:r>
            <a:endParaRPr sz="4000">
              <a:solidFill>
                <a:srgbClr val="17365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0" y="618348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0" y="1752600"/>
            <a:ext cx="121920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ഇന്നു നിന്‍ സന്നിധിയില്‍ </a:t>
            </a:r>
            <a:b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അടിയാര്‍ക്കു വന്നു ചേരുവതിനായ്</a:t>
            </a:r>
            <a:b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തന്ന നിൻ ഉന്നതമാം</a:t>
            </a:r>
            <a:b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കൃപയ്ക്കഭി വന്ദനം ചെയ്തിടുന്നേ 		-വന്ദനം…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011" y="3815261"/>
            <a:ext cx="121879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-4011" y="4795897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1. Innu nin sannidhiyil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Adiyaarkku vannucheruvathinaay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Thanna nin unnathamaam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Kripakkabhi vandanam cheitheedunney			 -vanda...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ctrTitle"/>
          </p:nvPr>
        </p:nvSpPr>
        <p:spPr>
          <a:xfrm>
            <a:off x="0" y="2384425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-4011" y="423208"/>
            <a:ext cx="1196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നിന്‍രുധിരമതിനാല്‍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പ്രതിഷ്ഠിച്ച-ജീവപുതുവഴിയായ്‌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നിന്നടിയാര്‍ക്കു പിതാവിന്‍ സന്നിധൌ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വന്നിടാമേ സതതം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011" y="5748611"/>
            <a:ext cx="121879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-8022" y="3686508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2. Nin rudhiramathinaal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Prathishtichcha jeeva puthuvazhiyaay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Ninnadiyaarku Pithaa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Vin sannidhou vannidaamey sathatham.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ctrTitle"/>
          </p:nvPr>
        </p:nvSpPr>
        <p:spPr>
          <a:xfrm>
            <a:off x="0" y="2384425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-4011" y="423208"/>
            <a:ext cx="1196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	ഇത്ര മഹത്വമുള്ള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പദവിയെ ഇപ്പുഴുക്കള്‍ക്കരുളാന്‍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പാത്രതയേതുമില്ല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നിന്‍റെ കൃപയെത്ര വിചിത്രമഹോ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011" y="5748611"/>
            <a:ext cx="121879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-8022" y="3686508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3. Ithra mahathwamullha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Padaviyé ppuzhukalhkarulhaan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Paathrathayethumilla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Nintey kripayethra vichithramaho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ctrTitle"/>
          </p:nvPr>
        </p:nvSpPr>
        <p:spPr>
          <a:xfrm>
            <a:off x="0" y="2384425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-4011" y="423208"/>
            <a:ext cx="1196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	വാനദൂതഗണങ്ങള്‍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മനോഹര ഗാനങ്ങളാല്‍ സതതം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ഊനമെന്യേ പുകഴ്ത്തി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സ്തുതിക്കുന്ന വാനവനേ നിനക്കു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011" y="5748611"/>
            <a:ext cx="121879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-8022" y="3686508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4. Vaanadootha ganhangal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Manohara gaanangalhaalsathatham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Oonamenyé pukazhthi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Sthuthikkunna vaanavaney ninakku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ctrTitle"/>
          </p:nvPr>
        </p:nvSpPr>
        <p:spPr>
          <a:xfrm>
            <a:off x="0" y="2384425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-4011" y="423208"/>
            <a:ext cx="1196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	മന്നരില്‍ മന്നവന്‍ നീ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മനുകുലത്തിന്നു രക്ഷാകാരന്‍ നീ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മിന്നും പ്രഭാവമുള്ളോന്‍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പിതാവിനു സന്നിഭന്‍ നീയല്ലയോ 	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011" y="5748611"/>
            <a:ext cx="121879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-8022" y="3686508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5. Mannaril mannavan nee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Manukoolaththinnu rakshaakaran nee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Minnum prabhaavam ullhon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Pithaavinnu sannibhan neeyallayo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ctrTitle"/>
          </p:nvPr>
        </p:nvSpPr>
        <p:spPr>
          <a:xfrm>
            <a:off x="0" y="2384425"/>
            <a:ext cx="121920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യേശുപരാ! നിനക്കെന്നും വന്ദനം യേശുപരാ!</a:t>
            </a:r>
            <a:br>
              <a:rPr b="1" lang="en-US" sz="3300">
                <a:latin typeface="Arial"/>
                <a:ea typeface="Arial"/>
                <a:cs typeface="Arial"/>
                <a:sym typeface="Arial"/>
              </a:rPr>
            </a:br>
            <a:r>
              <a:rPr b="1" lang="en-US" sz="3300">
                <a:latin typeface="Arial"/>
                <a:ea typeface="Arial"/>
                <a:cs typeface="Arial"/>
                <a:sym typeface="Arial"/>
              </a:rPr>
              <a:t>വന്ദനം ചെയ്യുന്നു നിന്നടിയാര്‍ തിരുനാമത്തിന്നാദരവായ്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668000" y="0"/>
            <a:ext cx="1524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056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-4011" y="423208"/>
            <a:ext cx="11963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	നീയൊഴികെ ഞങ്ങള്‍ക്കു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സുരലോകെയാരുള്ളു ജീവനാഥാ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നീയൊഴികെയിഹത്തില്‍ </a:t>
            </a:r>
            <a:b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മറ്റാരുമില്ലാഗ്രഹിപ്പാന്‍ പരനേ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011" y="5748611"/>
            <a:ext cx="121879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Yeshu paraa Ninakkennum vandanam Yeshu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Vandanam cheiyunnu ninnadiyaar thiru naamaththin aadaravaai 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-8022" y="3686508"/>
            <a:ext cx="1218798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6. Neeyozhike njangalkku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Suralokey aarullhu jeevanaadha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Neeyozhike ihaththil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Mattarumillaagrahippaan paraney</a:t>
            </a:r>
            <a:endParaRPr b="1" sz="320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909003" y="3413611"/>
            <a:ext cx="22829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(പി. വി. തൊമ്മി)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2013-04-19T09:19:07Z</dcterms:created>
  <dc:creator>Digital Input:;GM JOHN</dc:creator>
</cp:coreProperties>
</file>