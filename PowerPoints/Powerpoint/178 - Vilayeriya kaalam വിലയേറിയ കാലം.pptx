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1" r:id="rId3"/>
    <p:sldId id="274" r:id="rId4"/>
    <p:sldId id="273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59C645-C8E7-4C0F-8E80-BAA778091E63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BB4E6-70FE-41B9-8294-04E99D5770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61FE0-26B5-4803-8206-717C88DB479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0378B-2A34-404E-A19C-0E730BE00C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36657F-EF65-4411-A722-3415E48F475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D3078-5124-45CC-8653-BC33BBB049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72E32A-6CA0-496D-90AD-380ACFEEB72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D7A38-AEF7-4050-8278-9CCA94E7D8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E8DEFB-E8A9-46E9-B513-A6D6220C58E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766E83-52F1-49F7-BAB5-089ABDD47D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6BE2D-6816-4EB0-8023-D614CFE3B56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96D50-AE9B-4B59-A39B-C9060A3B93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900C8-F6DB-4C1D-9267-A30647CAF93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89DA8-1801-4485-84BD-587135B5DC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89A3B9-BF43-426F-9DC8-4BEFAA455423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72379-ECA3-4D96-A659-21365DBCD7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3D842-10D3-4249-A184-7F88E96BF13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D3D48F-984D-43CB-9AA8-F27F82E8C5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828F5-92BB-46F8-8C91-6EB479C1F17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718F30-CDAC-421F-950A-71E7B681C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B08DF-FAFA-4529-BADD-F04758E1D39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B6E79C-85F1-4E4E-A8E7-0ECDFE1459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C13D44E-A6D6-42B1-8224-3A1C48A6A38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1CA041B-2B6B-4560-B021-3597649D4D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27BA-035B-481B-926C-A7C8B127B7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178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വിലയേറിയ കാലം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EB28A-0707-4121-A28D-01F749BB5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Vilayèriya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kaalam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10203194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58637" y="1418603"/>
            <a:ext cx="10134600" cy="2514600"/>
          </a:xfrm>
        </p:spPr>
        <p:txBody>
          <a:bodyPr anchor="t"/>
          <a:lstStyle/>
          <a:p>
            <a:pPr algn="l" defTabSz="401638"/>
            <a:r>
              <a:rPr lang="en-US" sz="3600" b="1" dirty="0"/>
              <a:t>1	</a:t>
            </a:r>
            <a:r>
              <a:rPr lang="ml-IN" sz="3600" b="1" dirty="0"/>
              <a:t>വലിയ ധനത്തെക്കാളും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മഹിമ കീർത്തിയെക്കാളും 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പലഭാഗ്യങ്ങളെക്കാളും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പാരിൽ എല്ലാറ്റെക്കാളും</a:t>
            </a:r>
            <a:r>
              <a:rPr lang="en-US" sz="3600" b="1" dirty="0"/>
              <a:t> - </a:t>
            </a:r>
            <a:r>
              <a:rPr lang="ml-IN" sz="3600" b="1" dirty="0"/>
              <a:t>വില</a:t>
            </a:r>
            <a:r>
              <a:rPr lang="en-US" sz="3600" b="1" dirty="0"/>
              <a:t>….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AFB649-7274-45A4-A976-621787DB8F35}"/>
              </a:ext>
            </a:extLst>
          </p:cNvPr>
          <p:cNvSpPr/>
          <p:nvPr/>
        </p:nvSpPr>
        <p:spPr>
          <a:xfrm>
            <a:off x="568037" y="762000"/>
            <a:ext cx="1112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വിലയേറിയ കാലം അഴിക്കരുതേ!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(2) </a:t>
            </a:r>
            <a:endParaRPr lang="en-US" sz="36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4B4652-79F7-4FEC-8233-5D9A0DCB4388}"/>
              </a:ext>
            </a:extLst>
          </p:cNvPr>
          <p:cNvGrpSpPr/>
          <p:nvPr/>
        </p:nvGrpSpPr>
        <p:grpSpPr>
          <a:xfrm>
            <a:off x="568037" y="3933203"/>
            <a:ext cx="10442863" cy="2880771"/>
            <a:chOff x="568037" y="3933203"/>
            <a:chExt cx="10442863" cy="288077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53A7B06-185A-47D8-B953-EE0CF2B2B8DE}"/>
                </a:ext>
              </a:extLst>
            </p:cNvPr>
            <p:cNvSpPr/>
            <p:nvPr/>
          </p:nvSpPr>
          <p:spPr>
            <a:xfrm>
              <a:off x="568037" y="3933203"/>
              <a:ext cx="10442863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Vilayèriya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kaalam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azhikkaruthey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Vilayèriya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kaalam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(2)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6F7BF5C-59DA-4167-B291-249888A2A290}"/>
                </a:ext>
              </a:extLst>
            </p:cNvPr>
            <p:cNvSpPr/>
            <p:nvPr/>
          </p:nvSpPr>
          <p:spPr>
            <a:xfrm>
              <a:off x="1558638" y="4628760"/>
              <a:ext cx="9372600" cy="21852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 Valiya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dhanaththeykkaalhum</a:t>
              </a:r>
              <a:endPara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Mahima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keerthiyékkaalhum</a:t>
              </a:r>
              <a:endPara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Palabhaagyangalheykkaalhum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Paaril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ellaatteykkaalhum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	-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vila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752599" y="381000"/>
            <a:ext cx="8915401" cy="2362200"/>
          </a:xfrm>
        </p:spPr>
        <p:txBody>
          <a:bodyPr anchor="t"/>
          <a:lstStyle/>
          <a:p>
            <a:pPr algn="l" defTabSz="401638"/>
            <a:r>
              <a:rPr lang="en-US" sz="3600" b="1" dirty="0"/>
              <a:t>2	</a:t>
            </a:r>
            <a:r>
              <a:rPr lang="ml-IN" sz="3600" b="1" dirty="0"/>
              <a:t>വിണ്‍കൃപ നേടുവാനും –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വിനയം സമ്പാദിപ്പാനും </a:t>
            </a:r>
            <a:br>
              <a:rPr lang="en-US" sz="3600" b="1" dirty="0">
                <a:cs typeface="Kartika" pitchFamily="18" charset="0"/>
              </a:rPr>
            </a:br>
            <a:r>
              <a:rPr lang="en-US" sz="3600" b="1" dirty="0">
                <a:cs typeface="Kartika" pitchFamily="18" charset="0"/>
              </a:rPr>
              <a:t>	</a:t>
            </a:r>
            <a:r>
              <a:rPr lang="ml-IN" sz="3600" b="1" dirty="0"/>
              <a:t>വിണ്‍പ്രസാദം ലഭിച്ചു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വിളങ്ങി ശോഭിച്ചിടാനും</a:t>
            </a:r>
            <a:r>
              <a:rPr lang="en-US" sz="3600" b="1" dirty="0"/>
              <a:t> 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9CB41E-3B37-4462-B31E-2CF9E56E805A}"/>
              </a:ext>
            </a:extLst>
          </p:cNvPr>
          <p:cNvSpPr/>
          <p:nvPr/>
        </p:nvSpPr>
        <p:spPr>
          <a:xfrm>
            <a:off x="381000" y="2743200"/>
            <a:ext cx="1112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വിലയേറിയ കാലം അഴിക്കരുതേ!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6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4B61FD6-D18F-48D3-AFFA-7F27667B788F}"/>
              </a:ext>
            </a:extLst>
          </p:cNvPr>
          <p:cNvGrpSpPr/>
          <p:nvPr/>
        </p:nvGrpSpPr>
        <p:grpSpPr>
          <a:xfrm>
            <a:off x="910937" y="3505200"/>
            <a:ext cx="10442863" cy="2905098"/>
            <a:chOff x="910937" y="3657600"/>
            <a:chExt cx="10442863" cy="290509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2D7A0B-EF3B-42CE-96ED-F91271A56210}"/>
                </a:ext>
              </a:extLst>
            </p:cNvPr>
            <p:cNvSpPr/>
            <p:nvPr/>
          </p:nvSpPr>
          <p:spPr>
            <a:xfrm>
              <a:off x="1984372" y="3657600"/>
              <a:ext cx="8302628" cy="21852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 Vinhkripa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nèduvaanum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-  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Vinayam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sambaathippaanum</a:t>
              </a:r>
              <a:endPara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Vinhprasaadam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labhichchu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Vilhangi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shobhichchidaanum</a:t>
              </a:r>
              <a:endPara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C8A7AD-4A35-47FB-85F3-BAC4D109605C}"/>
                </a:ext>
              </a:extLst>
            </p:cNvPr>
            <p:cNvSpPr/>
            <p:nvPr/>
          </p:nvSpPr>
          <p:spPr>
            <a:xfrm>
              <a:off x="910937" y="5947145"/>
              <a:ext cx="10442863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Vilayèriya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kaalam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azhikkaruthey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!</a:t>
              </a:r>
            </a:p>
          </p:txBody>
        </p:sp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AAC19DDC-78D5-4A7A-A725-08220C1CB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178</a:t>
            </a:r>
          </a:p>
        </p:txBody>
      </p:sp>
    </p:spTree>
    <p:extLst>
      <p:ext uri="{BB962C8B-B14F-4D97-AF65-F5344CB8AC3E}">
        <p14:creationId xmlns:p14="http://schemas.microsoft.com/office/powerpoint/2010/main" val="367396448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3999" y="304800"/>
            <a:ext cx="9144001" cy="2362200"/>
          </a:xfrm>
        </p:spPr>
        <p:txBody>
          <a:bodyPr anchor="t"/>
          <a:lstStyle/>
          <a:p>
            <a:pPr algn="l" defTabSz="401638"/>
            <a:r>
              <a:rPr lang="en-US" sz="3600" b="1" dirty="0"/>
              <a:t>3	</a:t>
            </a:r>
            <a:r>
              <a:rPr lang="ml-IN" sz="3600" b="1" dirty="0"/>
              <a:t>മോചനം നീതി, മന: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സ്വസ്ഥത വിശുദ്ധിയും 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നീചപ്പാപി ലഭിച്ചു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നിരന്തരം പ്രകാശിപ്പാനും </a:t>
            </a:r>
            <a:r>
              <a:rPr lang="en-US" sz="3600" b="1" dirty="0"/>
              <a:t>–</a:t>
            </a:r>
            <a:br>
              <a:rPr lang="en-US" sz="3600" b="1" dirty="0"/>
            </a:br>
            <a:r>
              <a:rPr lang="ml-IN" sz="3600" b="1" dirty="0"/>
              <a:t> </a:t>
            </a:r>
            <a:endParaRPr lang="en-US" sz="3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7C8FB9-596D-4ECF-AE43-149C43A30805}"/>
              </a:ext>
            </a:extLst>
          </p:cNvPr>
          <p:cNvSpPr/>
          <p:nvPr/>
        </p:nvSpPr>
        <p:spPr>
          <a:xfrm>
            <a:off x="381000" y="2648633"/>
            <a:ext cx="1112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വിലയേറിയ കാലം അഴിക്കരുതേ!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6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702DBA-E61E-4F7F-A685-864E9CD56E68}"/>
              </a:ext>
            </a:extLst>
          </p:cNvPr>
          <p:cNvGrpSpPr/>
          <p:nvPr/>
        </p:nvGrpSpPr>
        <p:grpSpPr>
          <a:xfrm>
            <a:off x="758537" y="3505200"/>
            <a:ext cx="10442863" cy="2905098"/>
            <a:chOff x="758537" y="3657600"/>
            <a:chExt cx="10442863" cy="290509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84FF98-D1FB-4979-B650-0E7B20242158}"/>
                </a:ext>
              </a:extLst>
            </p:cNvPr>
            <p:cNvSpPr/>
            <p:nvPr/>
          </p:nvSpPr>
          <p:spPr>
            <a:xfrm>
              <a:off x="1984372" y="3657600"/>
              <a:ext cx="8302628" cy="21852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Mochanam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neethi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mana 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Swasthatha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vishudhdhiyum</a:t>
              </a:r>
              <a:endPara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Neechappaapi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labhichu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Nirantham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prakaashippanum</a:t>
              </a:r>
              <a:endPara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AE6A90-A71F-4E3C-9C24-5B4E4E2853E1}"/>
                </a:ext>
              </a:extLst>
            </p:cNvPr>
            <p:cNvSpPr/>
            <p:nvPr/>
          </p:nvSpPr>
          <p:spPr>
            <a:xfrm>
              <a:off x="758537" y="5947145"/>
              <a:ext cx="10442863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Vilayèriya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kaalam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azhikkaruthey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!</a:t>
              </a:r>
            </a:p>
          </p:txBody>
        </p:sp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F6C7CED9-F6C9-4B4C-B6A3-D1BB196E7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178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28799" y="304800"/>
            <a:ext cx="8382001" cy="2438400"/>
          </a:xfrm>
        </p:spPr>
        <p:txBody>
          <a:bodyPr anchor="t"/>
          <a:lstStyle/>
          <a:p>
            <a:pPr algn="l" defTabSz="401638"/>
            <a:r>
              <a:rPr lang="en-US" sz="3600" b="1" dirty="0"/>
              <a:t>4	</a:t>
            </a:r>
            <a:r>
              <a:rPr lang="ml-IN" sz="3600" b="1" dirty="0"/>
              <a:t>ഉള്ളും പുറവും മാറി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ഉന്നത ദിവ്യ ശോഭ 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തെല്ലും സന്ദേഹമെന്യേ </a:t>
            </a:r>
            <a:r>
              <a:rPr lang="en-US" sz="3600" b="1" dirty="0"/>
              <a:t>	</a:t>
            </a:r>
            <a:r>
              <a:rPr lang="ml-IN" sz="3600" b="1" dirty="0"/>
              <a:t>തെളിഞ്ഞു വിളങ്ങുവാനും</a:t>
            </a:r>
            <a:endParaRPr lang="en-US" sz="3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9BC390-FD91-4EBF-A36A-A387B3C8C200}"/>
              </a:ext>
            </a:extLst>
          </p:cNvPr>
          <p:cNvSpPr/>
          <p:nvPr/>
        </p:nvSpPr>
        <p:spPr>
          <a:xfrm>
            <a:off x="457199" y="2724833"/>
            <a:ext cx="1112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വിലയേറിയ കാലം അഴിക്കരുതേ!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6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EE0A320-507F-479F-B6B3-5BE7047153FF}"/>
              </a:ext>
            </a:extLst>
          </p:cNvPr>
          <p:cNvGrpSpPr/>
          <p:nvPr/>
        </p:nvGrpSpPr>
        <p:grpSpPr>
          <a:xfrm>
            <a:off x="798367" y="3657600"/>
            <a:ext cx="10442863" cy="2895600"/>
            <a:chOff x="798367" y="3657600"/>
            <a:chExt cx="10442863" cy="2895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B71B6B-C78A-4B32-85A8-272CE9AC2485}"/>
                </a:ext>
              </a:extLst>
            </p:cNvPr>
            <p:cNvSpPr/>
            <p:nvPr/>
          </p:nvSpPr>
          <p:spPr>
            <a:xfrm>
              <a:off x="1984372" y="3657600"/>
              <a:ext cx="8302628" cy="2708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Ullham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puravum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maari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Unnatha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divya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shôbha</a:t>
              </a:r>
              <a:endPara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Thellum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sandèhamenye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Thelhinju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vilhanguvaanum</a:t>
              </a:r>
              <a:endPara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C35DAA-F5D9-454D-A4EC-7F837143E30B}"/>
                </a:ext>
              </a:extLst>
            </p:cNvPr>
            <p:cNvSpPr/>
            <p:nvPr/>
          </p:nvSpPr>
          <p:spPr>
            <a:xfrm>
              <a:off x="798367" y="5937647"/>
              <a:ext cx="10442863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Vilayèriya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kaalam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4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azhikkaruthey</a:t>
              </a:r>
              <a:r>
                <a:rPr lang="en-US" sz="34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! </a:t>
              </a:r>
            </a:p>
          </p:txBody>
        </p:sp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4DBD5FB3-98F6-4F73-B649-BA9216494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178</a:t>
            </a:r>
          </a:p>
        </p:txBody>
      </p:sp>
    </p:spTree>
    <p:extLst>
      <p:ext uri="{BB962C8B-B14F-4D97-AF65-F5344CB8AC3E}">
        <p14:creationId xmlns:p14="http://schemas.microsoft.com/office/powerpoint/2010/main" val="201153870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102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Kartika</vt:lpstr>
      <vt:lpstr>Times New Roman</vt:lpstr>
      <vt:lpstr>Office Theme</vt:lpstr>
      <vt:lpstr>178 വിലയേറിയ കാലം</vt:lpstr>
      <vt:lpstr>1 വലിയ ധനത്തെക്കാളും   മഹിമ കീർത്തിയെക്കാളും   പലഭാഗ്യങ്ങളെക്കാളും   പാരിൽ എല്ലാറ്റെക്കാളും - വില…. </vt:lpstr>
      <vt:lpstr>2 വിണ്‍കൃപ നേടുവാനും –   വിനയം സമ്പാദിപ്പാനും   വിണ്‍പ്രസാദം ലഭിച്ചു   വിളങ്ങി ശോഭിച്ചിടാനും  </vt:lpstr>
      <vt:lpstr>3 മോചനം നീതി, മന:  സ്വസ്ഥത വിശുദ്ധിയും   നീചപ്പാപി ലഭിച്ചു   നിരന്തരം പ്രകാശിപ്പാനും –  </vt:lpstr>
      <vt:lpstr>4 ഉള്ളും പുറവും മാറി   ഉന്നത ദിവ്യ ശോഭ   തെല്ലും സന്ദേഹമെന്യേ  തെളിഞ്ഞു വിളങ്ങുവാനും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Vilayeriya kaalam</dc:title>
  <dc:creator>Digital Input:; GM JOHN; Acsah Mathews</dc:creator>
  <cp:lastModifiedBy>Acsah Mathews</cp:lastModifiedBy>
  <cp:revision>320</cp:revision>
  <dcterms:created xsi:type="dcterms:W3CDTF">2013-04-19T09:19:07Z</dcterms:created>
  <dcterms:modified xsi:type="dcterms:W3CDTF">2018-11-07T13:38:48Z</dcterms:modified>
</cp:coreProperties>
</file>