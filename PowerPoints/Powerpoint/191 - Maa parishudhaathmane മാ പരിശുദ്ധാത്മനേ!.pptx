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8" r:id="rId2"/>
    <p:sldId id="270" r:id="rId3"/>
    <p:sldId id="273" r:id="rId4"/>
    <p:sldId id="274" r:id="rId5"/>
    <p:sldId id="275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83" autoAdjust="0"/>
    <p:restoredTop sz="94581" autoAdjust="0"/>
  </p:normalViewPr>
  <p:slideViewPr>
    <p:cSldViewPr>
      <p:cViewPr varScale="1">
        <p:scale>
          <a:sx n="40" d="100"/>
          <a:sy n="40" d="100"/>
        </p:scale>
        <p:origin x="84" y="8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C3AA8-0057-4A7A-8169-FA5560AC1A86}" type="datetimeFigureOut">
              <a:rPr lang="en-US" smtClean="0"/>
              <a:t>11/7/2018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E19E2-3ED8-4FE6-B760-18B0CB85F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54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E19E2-3ED8-4FE6-B760-18B0CB85FF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68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E19E2-3ED8-4FE6-B760-18B0CB85FF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5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E19E2-3ED8-4FE6-B760-18B0CB85FF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354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E19E2-3ED8-4FE6-B760-18B0CB85FF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29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E19E2-3ED8-4FE6-B760-18B0CB85FF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96FC2-ED47-4CB3-8DB4-9CBCC5C838D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614F7D-1C89-437B-8B22-19E4C46661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28155-292F-4AAE-AC2F-02653A3CCAC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05C1E-ECB8-46E9-AB62-98A89445FA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C8070-5552-454B-95E1-D546B05CDA4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BB25D-D664-484A-B9F5-0763CC3FD9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172CA-6847-4A78-84D4-1F3B845A281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C2F47-D7DB-42E3-B04E-DC15EB20D7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F5C37-72EB-4373-94CD-3AB2A88C7E2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C7C144-3840-4277-BD61-2DDC79690C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7D8E9D-5FB7-4895-A2BF-BAD8F9ED9DD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48AB-93B4-46C6-9C9B-3275F5A597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9E7CD-EA6E-4B05-9A60-8087468819A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F8E6F-5923-4B5C-B360-6F9359D997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1B0AD0-3E1B-4A78-A14D-715578687EE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3EF45-19DF-4A66-A316-19122B7395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6A280-A0A8-4A89-B419-351AAFD32C7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FC8C5A-8153-407C-8EEB-99DC28F758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7BA55-9CDB-42BD-9243-DD05D6DDF43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DE3FCA-08BE-421A-844C-BC32E050D4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1202-C958-4854-8549-C652D1963B8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398D3A-6C64-474B-BE8C-6C43F16D14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869BF9E-7D61-42FE-8D7D-7A73070CE98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07AECB1-02A8-438E-9CC0-ED07875F57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8F9FC-D337-45C2-97D9-31B35AA49D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191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മാ പരിശുദ്ധാത്മനേ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D961F-3130-42B5-99A0-932E4FD15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Maa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parishudhaathmane</a:t>
            </a:r>
            <a:r>
              <a:rPr lang="en-US" sz="4000" b="1" dirty="0">
                <a:solidFill>
                  <a:schemeClr val="tx2"/>
                </a:solidFill>
              </a:rPr>
              <a:t>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B6BB67-5654-494F-ADFB-0FE05DAFB4BE}"/>
              </a:ext>
            </a:extLst>
          </p:cNvPr>
          <p:cNvSpPr/>
          <p:nvPr/>
        </p:nvSpPr>
        <p:spPr>
          <a:xfrm>
            <a:off x="2438400" y="5123675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(മോശവത്സലം)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24750-0B43-464C-AD5C-FA35B47C846F}"/>
              </a:ext>
            </a:extLst>
          </p:cNvPr>
          <p:cNvSpPr/>
          <p:nvPr/>
        </p:nvSpPr>
        <p:spPr>
          <a:xfrm>
            <a:off x="7755152" y="5123675"/>
            <a:ext cx="23342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</a:rPr>
              <a:t>Moshavatsalam</a:t>
            </a:r>
            <a:r>
              <a:rPr lang="en-US" sz="2000" b="1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665654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053" y="1824573"/>
            <a:ext cx="12192000" cy="1756827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പാപിയാമെന്നിൽ ന്യായങ്ങള്‍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പാലിച്ചുണര്‍ത്തീടുക എന്‍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പാപവഴികള്‍ കാണിക്കുക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വേഗമേ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-മാ...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21E447-A979-4296-BBC0-CD0B0B989EEA}"/>
              </a:ext>
            </a:extLst>
          </p:cNvPr>
          <p:cNvSpPr/>
          <p:nvPr/>
        </p:nvSpPr>
        <p:spPr>
          <a:xfrm>
            <a:off x="0" y="613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 പരിശുദ്ധാത്മനേ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ശക്തിയേറും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ദൈവമേ!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വന്നു രക്ഷിക്കേണമേ 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വേഗമേ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54790-AD84-47F2-951B-608622BDE11F}"/>
              </a:ext>
            </a:extLst>
          </p:cNvPr>
          <p:cNvSpPr/>
          <p:nvPr/>
        </p:nvSpPr>
        <p:spPr>
          <a:xfrm>
            <a:off x="20053" y="3623846"/>
            <a:ext cx="1216793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parishudhaathmane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Shakthiyerhum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rakshikkenhame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vegame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9021ED-864F-4AA4-B970-34EA77118A15}"/>
              </a:ext>
            </a:extLst>
          </p:cNvPr>
          <p:cNvSpPr/>
          <p:nvPr/>
        </p:nvSpPr>
        <p:spPr>
          <a:xfrm>
            <a:off x="20052" y="4957464"/>
            <a:ext cx="1216793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Paapiyaamennil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nyaangalh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paalichunhartheeduka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Paapavazhikalh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kaanhikkuka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vegame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		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4064" y="762000"/>
            <a:ext cx="12192000" cy="1756827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പാപബോധം നല്‍കുക നീ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നീതിന്യായ തീര്‍പ്പിനെയും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പക്ഷമോടിങ്ങോര്‍മ്മ നല്‍കുക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വേഗമേ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മാ...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21E447-A979-4296-BBC0-CD0B0B989EEA}"/>
              </a:ext>
            </a:extLst>
          </p:cNvPr>
          <p:cNvSpPr/>
          <p:nvPr/>
        </p:nvSpPr>
        <p:spPr>
          <a:xfrm>
            <a:off x="32084" y="25146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 പരിശുദ്ധാത്മനേ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ശക്തിയേറും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ദൈവമേ!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വന്നു രക്ഷിക്കേണമേ 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വേഗമേ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54790-AD84-47F2-951B-608622BDE11F}"/>
              </a:ext>
            </a:extLst>
          </p:cNvPr>
          <p:cNvSpPr/>
          <p:nvPr/>
        </p:nvSpPr>
        <p:spPr>
          <a:xfrm>
            <a:off x="0" y="5344145"/>
            <a:ext cx="1216793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parishudhaathmane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Shakthiyerhum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rakshikkenhame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vegame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9021ED-864F-4AA4-B970-34EA77118A15}"/>
              </a:ext>
            </a:extLst>
          </p:cNvPr>
          <p:cNvSpPr/>
          <p:nvPr/>
        </p:nvSpPr>
        <p:spPr>
          <a:xfrm>
            <a:off x="1" y="3655874"/>
            <a:ext cx="121919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Paapabodham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neethinyaaya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theerppineyum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Pakshamodingorma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vegame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170484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4064" y="762000"/>
            <a:ext cx="12192000" cy="1756827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യേശുവോടു ചേരുവാനും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സത്യം ഗ്രഹിച്ചീടുവാനും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ആകര്‍ഷിച്ചടുപ്പിക്ക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വേഗമേ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21E447-A979-4296-BBC0-CD0B0B989EEA}"/>
              </a:ext>
            </a:extLst>
          </p:cNvPr>
          <p:cNvSpPr/>
          <p:nvPr/>
        </p:nvSpPr>
        <p:spPr>
          <a:xfrm>
            <a:off x="32084" y="25146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 പരിശുദ്ധാത്മനേ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ശക്തിയേറും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ദൈവമേ!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വന്നു രക്ഷിക്കേണമേ 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വേഗമേ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54790-AD84-47F2-951B-608622BDE11F}"/>
              </a:ext>
            </a:extLst>
          </p:cNvPr>
          <p:cNvSpPr/>
          <p:nvPr/>
        </p:nvSpPr>
        <p:spPr>
          <a:xfrm>
            <a:off x="0" y="5344145"/>
            <a:ext cx="1216793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parishudhaathmane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Shakthiyerhum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rakshikkenhame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vegame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9021ED-864F-4AA4-B970-34EA77118A15}"/>
              </a:ext>
            </a:extLst>
          </p:cNvPr>
          <p:cNvSpPr/>
          <p:nvPr/>
        </p:nvSpPr>
        <p:spPr>
          <a:xfrm>
            <a:off x="1" y="3655874"/>
            <a:ext cx="121919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cheruvaanum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sathyam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grahicheeduvaanum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aakarshichaduppikka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vegame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126907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4064" y="762000"/>
            <a:ext cx="12192000" cy="1756827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 ജീവ വിശ്വാസവും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മോക്ഷ ഭാഗ്യ മുദ്രയതും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നല്‍കുക വീണ്ടും ജനനവും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വേഗമേ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21E447-A979-4296-BBC0-CD0B0B989EEA}"/>
              </a:ext>
            </a:extLst>
          </p:cNvPr>
          <p:cNvSpPr/>
          <p:nvPr/>
        </p:nvSpPr>
        <p:spPr>
          <a:xfrm>
            <a:off x="32084" y="25146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 പരിശുദ്ധാത്മനേ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ശക്തിയേറും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ദൈവമേ!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വന്നു രക്ഷിക്കേണമേ 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വേഗമേ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54790-AD84-47F2-951B-608622BDE11F}"/>
              </a:ext>
            </a:extLst>
          </p:cNvPr>
          <p:cNvSpPr/>
          <p:nvPr/>
        </p:nvSpPr>
        <p:spPr>
          <a:xfrm>
            <a:off x="0" y="5344145"/>
            <a:ext cx="1216793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parishudhaathmane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Shakthiyerhum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rakshikkenhame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vegame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9021ED-864F-4AA4-B970-34EA77118A15}"/>
              </a:ext>
            </a:extLst>
          </p:cNvPr>
          <p:cNvSpPr/>
          <p:nvPr/>
        </p:nvSpPr>
        <p:spPr>
          <a:xfrm>
            <a:off x="1" y="3655874"/>
            <a:ext cx="121919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jeevashwasavum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moksha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bhaagya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mudrayathum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jananavum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 -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vegame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20817764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4064" y="762000"/>
            <a:ext cx="12192000" cy="1756827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 നാക്കുകെന്നെ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പഠിപ്പിക്ക ദൈവഹിതം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പരനെ! വഴിനടത്തെന്നെ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വേഗമേ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21E447-A979-4296-BBC0-CD0B0B989EEA}"/>
              </a:ext>
            </a:extLst>
          </p:cNvPr>
          <p:cNvSpPr/>
          <p:nvPr/>
        </p:nvSpPr>
        <p:spPr>
          <a:xfrm>
            <a:off x="32084" y="25146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 പരിശുദ്ധാത്മനേ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ശക്തിയേറും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ദൈവമേ!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വന്നു രക്ഷിക്കേണമേ 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വേഗമേ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54790-AD84-47F2-951B-608622BDE11F}"/>
              </a:ext>
            </a:extLst>
          </p:cNvPr>
          <p:cNvSpPr/>
          <p:nvPr/>
        </p:nvSpPr>
        <p:spPr>
          <a:xfrm>
            <a:off x="0" y="5344145"/>
            <a:ext cx="1216793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parishudhaathmane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Shakthiyerhum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rakshikkenhame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vegame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9021ED-864F-4AA4-B970-34EA77118A15}"/>
              </a:ext>
            </a:extLst>
          </p:cNvPr>
          <p:cNvSpPr/>
          <p:nvPr/>
        </p:nvSpPr>
        <p:spPr>
          <a:xfrm>
            <a:off x="1" y="3655874"/>
            <a:ext cx="121919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Parishudhanaakkukenne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padippikka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daivahitham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nadathenne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vegame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97082175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4064" y="762000"/>
            <a:ext cx="12192000" cy="1756827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ബല ഹീനത വരുമ്പോള്‍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തുണച്ചാശ്വസിപ്പിക്കെന്നെ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പരലോകാനന്ദം കാട്ടുക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വേഗമേ -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21E447-A979-4296-BBC0-CD0B0B989EEA}"/>
              </a:ext>
            </a:extLst>
          </p:cNvPr>
          <p:cNvSpPr/>
          <p:nvPr/>
        </p:nvSpPr>
        <p:spPr>
          <a:xfrm>
            <a:off x="32084" y="25146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 പരിശുദ്ധാത്മനേ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ശക്തിയേറും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ദൈവമേ!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വന്നു രക്ഷിക്കേണമേ 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വേഗമേ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54790-AD84-47F2-951B-608622BDE11F}"/>
              </a:ext>
            </a:extLst>
          </p:cNvPr>
          <p:cNvSpPr/>
          <p:nvPr/>
        </p:nvSpPr>
        <p:spPr>
          <a:xfrm>
            <a:off x="0" y="5344145"/>
            <a:ext cx="1216793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parishudhaathmane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Shakthiyerhum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rakshikkenhame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vegame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9021ED-864F-4AA4-B970-34EA77118A15}"/>
              </a:ext>
            </a:extLst>
          </p:cNvPr>
          <p:cNvSpPr/>
          <p:nvPr/>
        </p:nvSpPr>
        <p:spPr>
          <a:xfrm>
            <a:off x="1" y="3655874"/>
            <a:ext cx="121919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Balaheenatha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varumbolh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thunhachaashwassippikkenne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Paralokaanandam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kaattuka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 -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vegame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235304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218</Words>
  <Application>Microsoft Office PowerPoint</Application>
  <PresentationFormat>Widescreen</PresentationFormat>
  <Paragraphs>63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191 മാ പരിശുദ്ധാത്മനേ!</vt:lpstr>
      <vt:lpstr>1 പാപിയാമെന്നിൽ ന്യായങ്ങള്‍   പാലിച്ചുണര്‍ത്തീടുക എന്‍  പാപവഴികള്‍ കാണിക്കുക – വേഗമേ   -മാ...</vt:lpstr>
      <vt:lpstr>2 പാപബോധം നല്‍കുക നീ    നീതിന്യായ തീര്‍പ്പിനെയും  പക്ഷമോടിങ്ങോര്‍മ്മ നല്‍കുക-വേഗമേ   - മാ...</vt:lpstr>
      <vt:lpstr>3 യേശുവോടു ചേരുവാനും   സത്യം ഗ്രഹിച്ചീടുവാനും  എന്നെ ആകര്‍ഷിച്ചടുപ്പിക്ക - വേഗമേ</vt:lpstr>
      <vt:lpstr>4 നല്ല ജീവ വിശ്വാസവും   മോക്ഷ ഭാഗ്യ മുദ്രയതും  നല്‍കുക വീണ്ടും ജനനവും - വേഗമേ</vt:lpstr>
      <vt:lpstr>5 പരിശുദ്ധ നാക്കുകെന്നെ   പഠിപ്പിക്ക ദൈവഹിതം  പരനെ! വഴിനടത്തെന്നെ - വേഗമേ</vt:lpstr>
      <vt:lpstr>6 ബല ഹീനത വരുമ്പോള്‍  തുണച്ചാശ്വസിപ്പിക്കെന്നെ  പരലോകാനന്ദം കാട്ടുക - വേഗമേ 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 parishudhaathmane</dc:title>
  <dc:creator>Digital Input:; GM JOHN; Acsah Mathews</dc:creator>
  <cp:lastModifiedBy>Acsah Mathews</cp:lastModifiedBy>
  <cp:revision>180</cp:revision>
  <dcterms:created xsi:type="dcterms:W3CDTF">2013-04-19T09:19:07Z</dcterms:created>
  <dcterms:modified xsi:type="dcterms:W3CDTF">2018-11-07T18:16:14Z</dcterms:modified>
</cp:coreProperties>
</file>