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270" r:id="rId3"/>
    <p:sldId id="274" r:id="rId4"/>
    <p:sldId id="275" r:id="rId5"/>
    <p:sldId id="276" r:id="rId6"/>
    <p:sldId id="277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105" d="100"/>
          <a:sy n="105" d="100"/>
        </p:scale>
        <p:origin x="510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18F50B-55C8-40C9-88B9-AA3BA9C0326E}" type="datetimeFigureOut">
              <a:rPr lang="en-US"/>
              <a:pPr>
                <a:defRPr/>
              </a:pPr>
              <a:t>4/7/2023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4AE6A-D79E-4E3C-B806-39488EF6EA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C9A236-F230-466F-A76A-431D23AC36AE}" type="datetimeFigureOut">
              <a:rPr lang="en-US"/>
              <a:pPr>
                <a:defRPr/>
              </a:pPr>
              <a:t>4/7/2023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4333BF-9B47-4CCD-AEDC-97B3E99F88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8DE189-A188-491D-982A-DF62A29088C0}" type="datetimeFigureOut">
              <a:rPr lang="en-US"/>
              <a:pPr>
                <a:defRPr/>
              </a:pPr>
              <a:t>4/7/2023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CB2B43-254D-4BD3-BE98-2F10940446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000E0-2BCC-4CF4-9F6B-2E6130C94DB8}" type="datetimeFigureOut">
              <a:rPr lang="en-US"/>
              <a:pPr>
                <a:defRPr/>
              </a:pPr>
              <a:t>4/7/2023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682092-6344-4E46-8572-A38EF7B8CB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176EB-C193-4CDD-88BA-739F565B2867}" type="datetimeFigureOut">
              <a:rPr lang="en-US"/>
              <a:pPr>
                <a:defRPr/>
              </a:pPr>
              <a:t>4/7/2023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E5475A-5E47-42A4-8137-9F623EDAB1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3129A5-E20B-4C71-AC46-65694B6FFC3E}" type="datetimeFigureOut">
              <a:rPr lang="en-US"/>
              <a:pPr>
                <a:defRPr/>
              </a:pPr>
              <a:t>4/7/2023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58A30D-BEA0-47D1-90CE-1D7189143A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66FC56-2A8A-4CD9-8693-A272EA0CD985}" type="datetimeFigureOut">
              <a:rPr lang="en-US"/>
              <a:pPr>
                <a:defRPr/>
              </a:pPr>
              <a:t>4/7/2023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77D0A-DBD5-4EBB-9925-34E2D62C65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0C5F3-291C-4595-9182-D794B8DD96F8}" type="datetimeFigureOut">
              <a:rPr lang="en-US"/>
              <a:pPr>
                <a:defRPr/>
              </a:pPr>
              <a:t>4/7/2023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ABEB43-AACB-492C-AB78-926D27E0CC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18623-4004-4E62-9E6D-AAA6B0A021ED}" type="datetimeFigureOut">
              <a:rPr lang="en-US"/>
              <a:pPr>
                <a:defRPr/>
              </a:pPr>
              <a:t>4/7/2023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DE2CEC-5262-45A1-B6A8-87442B3087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1DE8C2-7290-4439-818C-EAB1F5F974EF}" type="datetimeFigureOut">
              <a:rPr lang="en-US"/>
              <a:pPr>
                <a:defRPr/>
              </a:pPr>
              <a:t>4/7/2023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1A85C6-4763-4CFA-8C30-5F5504416C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38B104-FC28-40F7-B501-9DF045FA2A15}" type="datetimeFigureOut">
              <a:rPr lang="en-US"/>
              <a:pPr>
                <a:defRPr/>
              </a:pPr>
              <a:t>4/7/2023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C1F874-F227-433D-B326-DEBBE4AADC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EDCE915-9E02-498D-8B4F-97A88E641BFE}" type="datetimeFigureOut">
              <a:rPr lang="en-US"/>
              <a:pPr>
                <a:defRPr/>
              </a:pPr>
              <a:t>4/7/2023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89FEAB1-BE32-47FA-9F15-4EBEA4D8B1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968A3-000A-492D-BEE5-D4472FF791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137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ദേവേശാ! യേശുപരാ!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2C840B-3AF7-4D5E-91B1-CA2D6B53EF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21920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cs typeface="Kartika" panose="02020503030404060203" pitchFamily="18" charset="0"/>
              </a:rPr>
              <a:t>Deveshaa! </a:t>
            </a:r>
            <a:r>
              <a:rPr lang="en-US" sz="4000" b="1" dirty="0" err="1">
                <a:solidFill>
                  <a:schemeClr val="tx2"/>
                </a:solidFill>
                <a:cs typeface="Kartika" panose="02020503030404060203" pitchFamily="18" charset="0"/>
              </a:rPr>
              <a:t>Yeshuparaa</a:t>
            </a:r>
            <a:r>
              <a:rPr lang="en-US" sz="4000" b="1" dirty="0">
                <a:solidFill>
                  <a:schemeClr val="tx2"/>
                </a:solidFill>
                <a:cs typeface="Kartika" panose="02020503030404060203" pitchFamily="18" charset="0"/>
              </a:rPr>
              <a:t>!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B6BD67-B342-4F57-8B1A-D81593B24617}"/>
              </a:ext>
            </a:extLst>
          </p:cNvPr>
          <p:cNvSpPr/>
          <p:nvPr/>
        </p:nvSpPr>
        <p:spPr>
          <a:xfrm>
            <a:off x="1828800" y="5391149"/>
            <a:ext cx="26276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(പി. വി. ജോസഫ്)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22DFAB-64B1-4E0B-B026-1BB2E88425DC}"/>
              </a:ext>
            </a:extLst>
          </p:cNvPr>
          <p:cNvSpPr/>
          <p:nvPr/>
        </p:nvSpPr>
        <p:spPr>
          <a:xfrm>
            <a:off x="8767507" y="5391149"/>
            <a:ext cx="17502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(P.V. Joseph) </a:t>
            </a:r>
          </a:p>
        </p:txBody>
      </p:sp>
    </p:spTree>
    <p:extLst>
      <p:ext uri="{BB962C8B-B14F-4D97-AF65-F5344CB8AC3E}">
        <p14:creationId xmlns:p14="http://schemas.microsoft.com/office/powerpoint/2010/main" val="42771984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838200"/>
            <a:ext cx="11582400" cy="2590800"/>
          </a:xfrm>
        </p:spPr>
        <p:txBody>
          <a:bodyPr anchor="t"/>
          <a:lstStyle/>
          <a:p>
            <a:pPr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ദേവേശാ! യേശുപരാ!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ജീവനെനിക്കായ്‌ വെടിഞ്ഞു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ജീവനറ്റ പാപികള്‍ക്കു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നിത്യജീവന്‍ കൊടുപ്പാനായ്‌ നീ മരിച്ചോ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?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88690-2457-41FC-B7C3-450C5DE19705}"/>
              </a:ext>
            </a:extLst>
          </p:cNvPr>
          <p:cNvSpPr/>
          <p:nvPr/>
        </p:nvSpPr>
        <p:spPr>
          <a:xfrm>
            <a:off x="609600" y="3733800"/>
            <a:ext cx="1158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Deveshaa!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Yeshuparaa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!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Jeevaneni-kkaai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vedinju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Jeevanatta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–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paapikalhku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ct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Nithya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jeevan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koduppaanaay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marichcho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?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323439"/>
            <a:ext cx="11582400" cy="2308324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</a:rPr>
              <a:t>ഗദശമന പൂവനത്തില്‍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അധികഭാരം വഹിച്ചതിനാല്‍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അതിവ്യഥയില്‍ ആയിട്ടും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താതനിഷ്ടം നടപ്പാനായനുസരിച്ചോ?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88690-2457-41FC-B7C3-450C5DE19705}"/>
              </a:ext>
            </a:extLst>
          </p:cNvPr>
          <p:cNvSpPr/>
          <p:nvPr/>
        </p:nvSpPr>
        <p:spPr>
          <a:xfrm>
            <a:off x="0" y="3940076"/>
            <a:ext cx="1135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Gathashamana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poovanaththil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adhikabhaaram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vahichchathinaal</a:t>
            </a:r>
            <a:endParaRPr lang="en-US" sz="36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Athi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vyathayil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aayittum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Thaathanishtam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nadaappaanaai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anusaricho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B7C10E-2CA1-471A-A489-563FB9C9615B}"/>
              </a:ext>
            </a:extLst>
          </p:cNvPr>
          <p:cNvSpPr/>
          <p:nvPr/>
        </p:nvSpPr>
        <p:spPr>
          <a:xfrm>
            <a:off x="0" y="338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  <a:cs typeface="Kartika" panose="02020503030404060203" pitchFamily="18" charset="0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195348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323439"/>
            <a:ext cx="11582400" cy="2308324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അന്നാസിന്‍ അരമനയില്‍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മന്നവാ! നീ വിധിക്കപ്പെട്ടു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കന്നങ്ങളില്‍ കരങ്ങള്‍ കൊണ്ടു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മന്നാ! നിന്നെ അടിച്ചവര്‍ പരിഹസിച്ചു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88690-2457-41FC-B7C3-450C5DE19705}"/>
              </a:ext>
            </a:extLst>
          </p:cNvPr>
          <p:cNvSpPr/>
          <p:nvPr/>
        </p:nvSpPr>
        <p:spPr>
          <a:xfrm>
            <a:off x="0" y="3940076"/>
            <a:ext cx="1135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Annaasin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aramanayil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Mannavaa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vidhikkapettu</a:t>
            </a:r>
            <a:endParaRPr lang="en-US" sz="36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Kannanghalhil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karangalh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kondu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Mannaa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Ninney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adichchavar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parihasichu</a:t>
            </a:r>
            <a:endParaRPr lang="en-US" sz="36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B7C10E-2CA1-471A-A489-563FB9C9615B}"/>
              </a:ext>
            </a:extLst>
          </p:cNvPr>
          <p:cNvSpPr/>
          <p:nvPr/>
        </p:nvSpPr>
        <p:spPr>
          <a:xfrm>
            <a:off x="0" y="338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  <a:cs typeface="Kartika" panose="02020503030404060203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89859564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323439"/>
            <a:ext cx="11582400" cy="2308324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പീലാത്തോസെന്നവനും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വിലമതിച്ചു കുരിശേല്‍പ്പിച്ചു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തലയില്‍ മുള്ളാല്‍ മുടിയുംവച്ചു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പലര്‍ പല പാടുകള്‍ ചെയ്തു നിന്നെ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88690-2457-41FC-B7C3-450C5DE19705}"/>
              </a:ext>
            </a:extLst>
          </p:cNvPr>
          <p:cNvSpPr/>
          <p:nvPr/>
        </p:nvSpPr>
        <p:spPr>
          <a:xfrm>
            <a:off x="0" y="3940076"/>
            <a:ext cx="1135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Peelaathos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ennavanum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vilamathichu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kurishelppichu</a:t>
            </a:r>
            <a:endParaRPr lang="en-US" sz="36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Thalayil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mullhaal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mudiyum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vachchu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Palar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pala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paadukalh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cheithu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Ninney</a:t>
            </a:r>
            <a:endParaRPr lang="en-US" sz="36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B7C10E-2CA1-471A-A489-563FB9C9615B}"/>
              </a:ext>
            </a:extLst>
          </p:cNvPr>
          <p:cNvSpPr/>
          <p:nvPr/>
        </p:nvSpPr>
        <p:spPr>
          <a:xfrm>
            <a:off x="0" y="338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  <a:cs typeface="Kartika" panose="02020503030404060203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56795488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323439"/>
            <a:ext cx="11582400" cy="2308324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ബലഹീനനായ നീയും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വലിയ കൊലമരം ചുമന്നു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തലയോടിട മലമുകളില്‍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അലിവില്ലാതയ്യോ! യൂദർ-നടത്തി നിന്നെ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88690-2457-41FC-B7C3-450C5DE19705}"/>
              </a:ext>
            </a:extLst>
          </p:cNvPr>
          <p:cNvSpPr/>
          <p:nvPr/>
        </p:nvSpPr>
        <p:spPr>
          <a:xfrm>
            <a:off x="0" y="3940076"/>
            <a:ext cx="1135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Belaheenanaaya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neeyum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valiya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kolamaram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chumannu</a:t>
            </a:r>
            <a:endParaRPr lang="en-US" sz="36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Thalayodida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malamukhalhil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Alivillaathayyo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!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yoodar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-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nadaththi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Ninney</a:t>
            </a:r>
            <a:endParaRPr lang="en-US" sz="36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B7C10E-2CA1-471A-A489-563FB9C9615B}"/>
              </a:ext>
            </a:extLst>
          </p:cNvPr>
          <p:cNvSpPr/>
          <p:nvPr/>
        </p:nvSpPr>
        <p:spPr>
          <a:xfrm>
            <a:off x="0" y="338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  <a:cs typeface="Kartika" panose="02020503030404060203" pitchFamily="18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9654383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323439"/>
            <a:ext cx="11582400" cy="2308324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തിരുക്കരങ്ങള്‍ ആണികൊണ്ടു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മരത്തോടു ചേര്‍ത്തടിച്ചു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ഇരുവശത്തും കുരിശിതരാം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ഇരുകള്ളര്‍ നടുവില്‍ നീ മരിച്ചോ പരാ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88690-2457-41FC-B7C3-450C5DE19705}"/>
              </a:ext>
            </a:extLst>
          </p:cNvPr>
          <p:cNvSpPr/>
          <p:nvPr/>
        </p:nvSpPr>
        <p:spPr>
          <a:xfrm>
            <a:off x="0" y="3940076"/>
            <a:ext cx="1135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Thirukarangalh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aanhikondu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maraththodu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chèrththadichchu</a:t>
            </a:r>
            <a:endParaRPr lang="en-US" sz="36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Iru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vashaththum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kurishitharaam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Iru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kallhar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naduvil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marichcho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Paraa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B7C10E-2CA1-471A-A489-563FB9C9615B}"/>
              </a:ext>
            </a:extLst>
          </p:cNvPr>
          <p:cNvSpPr/>
          <p:nvPr/>
        </p:nvSpPr>
        <p:spPr>
          <a:xfrm>
            <a:off x="0" y="338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  <a:cs typeface="Kartika" panose="02020503030404060203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198099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323439"/>
            <a:ext cx="11582400" cy="2308324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കഠിനദാഹം പിടിച്ചതിനാൽ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കാടി വങ്ങാനിടയായോ?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ഉടുപ്പുകൂടിച്ചീട്ടിട്ടു ഉടമ്പും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കുത്തിത്തുറന്നോ രുധിരം ചിന്താൻ?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88690-2457-41FC-B7C3-450C5DE19705}"/>
              </a:ext>
            </a:extLst>
          </p:cNvPr>
          <p:cNvSpPr/>
          <p:nvPr/>
        </p:nvSpPr>
        <p:spPr>
          <a:xfrm>
            <a:off x="0" y="3940076"/>
            <a:ext cx="1135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Kadina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daaham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pidichchathinaal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kaadi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vaangaan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idayaayo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?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Uduppukoodi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cheetittu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Udambum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kuththi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thuranno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rudhiram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chinthaan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B7C10E-2CA1-471A-A489-563FB9C9615B}"/>
              </a:ext>
            </a:extLst>
          </p:cNvPr>
          <p:cNvSpPr/>
          <p:nvPr/>
        </p:nvSpPr>
        <p:spPr>
          <a:xfrm>
            <a:off x="0" y="338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  <a:cs typeface="Kartika" panose="02020503030404060203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74856544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609600" y="1323439"/>
            <a:ext cx="11582400" cy="2308324"/>
          </a:xfrm>
        </p:spPr>
        <p:txBody>
          <a:bodyPr anchor="t"/>
          <a:lstStyle/>
          <a:p>
            <a:pPr algn="l" defTabSz="461963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മരണം കൊണ്ടെന്‍റെ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വന്‍ നരകം നീ അകറ്റി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മഹത്വം തേടിയിനി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</a:t>
            </a:r>
            <a:r>
              <a:rPr lang="ml-IN" sz="3600" b="1">
                <a:latin typeface="Kartika" panose="02020503030404060203" pitchFamily="18" charset="0"/>
                <a:cs typeface="Kartika" panose="02020503030404060203" pitchFamily="18" charset="0"/>
              </a:rPr>
              <a:t>കാലം കഴിപ്പാന്‍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കൃപ നല്കണമേ!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125200" y="0"/>
            <a:ext cx="1066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137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88690-2457-41FC-B7C3-450C5DE19705}"/>
              </a:ext>
            </a:extLst>
          </p:cNvPr>
          <p:cNvSpPr/>
          <p:nvPr/>
        </p:nvSpPr>
        <p:spPr>
          <a:xfrm>
            <a:off x="0" y="3940076"/>
            <a:ext cx="11353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maranham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kodentey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van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narakam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Nee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akatti</a:t>
            </a:r>
            <a:endParaRPr lang="en-US" sz="3600" b="1" dirty="0">
              <a:solidFill>
                <a:schemeClr val="tx2"/>
              </a:solidFill>
              <a:latin typeface="+mn-lt"/>
              <a:cs typeface="Kartika" panose="02020503030404060203" pitchFamily="18" charset="0"/>
            </a:endParaRPr>
          </a:p>
          <a:p>
            <a:pPr algn="r"/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Nin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mahathwam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thèdiyini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</a:p>
          <a:p>
            <a:pPr algn="r"/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en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kaalam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kazhippaan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kripa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 </a:t>
            </a:r>
            <a:r>
              <a:rPr lang="en-US" sz="3600" b="1" dirty="0" err="1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nalkenhamey</a:t>
            </a:r>
            <a:r>
              <a:rPr lang="en-US" sz="3600" b="1" dirty="0">
                <a:solidFill>
                  <a:schemeClr val="tx2"/>
                </a:solidFill>
                <a:latin typeface="+mn-lt"/>
                <a:cs typeface="Kartika" panose="02020503030404060203" pitchFamily="18" charset="0"/>
              </a:rPr>
              <a:t>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B7C10E-2CA1-471A-A489-563FB9C9615B}"/>
              </a:ext>
            </a:extLst>
          </p:cNvPr>
          <p:cNvSpPr/>
          <p:nvPr/>
        </p:nvSpPr>
        <p:spPr>
          <a:xfrm>
            <a:off x="0" y="338554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+mn-lt"/>
                <a:cs typeface="Kartika" panose="02020503030404060203" pitchFamily="18" charset="0"/>
              </a:rPr>
              <a:t>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DAC7619-246E-4EAE-9064-CC24765AEDC8}"/>
              </a:ext>
            </a:extLst>
          </p:cNvPr>
          <p:cNvSpPr/>
          <p:nvPr/>
        </p:nvSpPr>
        <p:spPr>
          <a:xfrm>
            <a:off x="9808014" y="3447097"/>
            <a:ext cx="23839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/>
              <a:t>(പി. വി. ജോസഫ്)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029771-5076-4EFB-82B7-C80CA247F1A8}"/>
              </a:ext>
            </a:extLst>
          </p:cNvPr>
          <p:cNvSpPr/>
          <p:nvPr/>
        </p:nvSpPr>
        <p:spPr>
          <a:xfrm>
            <a:off x="9758107" y="6334780"/>
            <a:ext cx="1595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(P.V. Joseph)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9286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283</Words>
  <Application>Microsoft Office PowerPoint</Application>
  <PresentationFormat>Widescreen</PresentationFormat>
  <Paragraphs>61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137 ദേവേശാ! യേശുപരാ!</vt:lpstr>
      <vt:lpstr>ദേവേശാ! യേശുപരാ! ജീവനെനിക്കായ്‌ വെടിഞ്ഞു  ജീവനറ്റ പാപികള്‍ക്കു നിത്യജീവന്‍ കൊടുപ്പാനായ്‌ നീ മരിച്ചോ?</vt:lpstr>
      <vt:lpstr>ഗദശമന പൂവനത്തില്‍  അധികഭാരം വഹിച്ചതിനാല്‍  അതിവ്യഥയില്‍ ആയിട്ടും താതനിഷ്ടം നടപ്പാനായനുസരിച്ചോ? </vt:lpstr>
      <vt:lpstr>അന്നാസിന്‍ അരമനയില്‍  മന്നവാ! നീ വിധിക്കപ്പെട്ടു  കന്നങ്ങളില്‍ കരങ്ങള്‍ കൊണ്ടു  മന്നാ! നിന്നെ അടിച്ചവര്‍ പരിഹസിച്ചു </vt:lpstr>
      <vt:lpstr>പീലാത്തോസെന്നവനും വിലമതിച്ചു കുരിശേല്‍പ്പിച്ചു തലയില്‍ മുള്ളാല്‍ മുടിയുംവച്ചു പലര്‍ പല പാടുകള്‍ ചെയ്തു നിന്നെ</vt:lpstr>
      <vt:lpstr>ബലഹീനനായ നീയും  വലിയ കൊലമരം ചുമന്നു  തലയോടിട മലമുകളില്‍  അലിവില്ലാതയ്യോ! യൂദർ-നടത്തി നിന്നെ</vt:lpstr>
      <vt:lpstr>തിരുക്കരങ്ങള്‍ ആണികൊണ്ടു  മരത്തോടു ചേര്‍ത്തടിച്ചു ഇരുവശത്തും കുരിശിതരാം  ഇരുകള്ളര്‍ നടുവില്‍ നീ മരിച്ചോ പരാ</vt:lpstr>
      <vt:lpstr>കഠിനദാഹം പിടിച്ചതിനാൽ  കാടി വങ്ങാനിടയായോ? ഉടുപ്പുകൂടിച്ചീട്ടിട്ടു ഉടമ്പും  കുത്തിത്തുറന്നോ രുധിരം ചിന്താൻ?</vt:lpstr>
      <vt:lpstr>നിന്‍ മരണം കൊണ്ടെന്‍റെ വന്‍ നരകം നീ അകറ്റി നിന്‍ മഹത്വം തേടിയിനി എൻ കാലം കഴിപ്പാന്‍ കൃപ നല്കണമേ!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Devesha yeshupara</dc:title>
  <dc:creator>Digital Input:; GM JOHN; Acsah Mathews</dc:creator>
  <cp:lastModifiedBy>Manu Abraham</cp:lastModifiedBy>
  <cp:revision>142</cp:revision>
  <dcterms:created xsi:type="dcterms:W3CDTF">2013-04-19T09:19:07Z</dcterms:created>
  <dcterms:modified xsi:type="dcterms:W3CDTF">2023-04-07T04:51:37Z</dcterms:modified>
</cp:coreProperties>
</file>