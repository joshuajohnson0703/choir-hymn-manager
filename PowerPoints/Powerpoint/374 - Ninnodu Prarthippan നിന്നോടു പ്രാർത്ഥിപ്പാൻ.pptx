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4" r:id="rId2"/>
    <p:sldId id="280" r:id="rId3"/>
    <p:sldId id="282" r:id="rId4"/>
    <p:sldId id="28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48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09485D6-4FA8-4284-BD52-5620D1B43D9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7EE8E3E-C618-402A-A73D-B81010D6C0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11205-700D-457B-B50E-C3CB6CE87AA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EFBA1-E871-4811-8318-0CF158EC8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DD645-74DA-4A05-AD37-494438F8693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D727C-1FFA-4B72-AD4A-DE4E97395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A0EE3-F0DD-41F9-BFF0-DF0AD4CA0F4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31ABA-29FF-426E-9954-B804BBD3A4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19F37-CA14-4A95-9897-D448A40A6BF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69E00-A771-46DE-BA2F-E818BB388A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17C81-5714-4205-B296-2182D5C58B6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5DDCD-158C-4E50-B71D-C714C4034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A5541-5098-4448-B981-52CAFCD0B295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7D494-E2ED-4CEF-8D95-C2BF6160D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27CA1-6893-47A1-8F13-677C43D68B1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B108A-737F-42E1-90A3-B00B31BC41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FA0D4-ABAA-4860-BFD5-C7D1EF306BE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B106-36BB-44BD-8C4D-EAE01DBE0C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63713-78B5-411C-99A8-26DEF6FA65E1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AD788-D015-441F-BF08-B0DA2772A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0F369-32D5-4A5A-92ED-FBB9765C284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00BEB-51CD-4CCE-AA90-21C10ABF70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44841-5F90-4848-A931-58CBE6806E8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CA86B-D6DA-4690-BA41-1D3472F92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A58A65E-BCF2-45E3-81B0-D02A9371203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5726F84-B284-45E5-9365-826BDF3729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B47A-76E5-4AF7-9D4A-F5DE2C481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നിന്നോടു പ്രാർത്ഥിപ്പാൻ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755F0-CBBE-4187-BECB-101428880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Ninnodu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praarthippaan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A69FA2-04CF-493A-9BA2-29D24181024F}"/>
              </a:ext>
            </a:extLst>
          </p:cNvPr>
          <p:cNvSpPr/>
          <p:nvPr/>
        </p:nvSpPr>
        <p:spPr>
          <a:xfrm>
            <a:off x="1447800" y="4800600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  <a:latin typeface="Calibri" panose="020F0502020204030204" pitchFamily="34" charset="0"/>
              </a:rPr>
              <a:t>(വി. നാഗൽ)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C313D-377F-45F1-A465-BB1089343EE5}"/>
              </a:ext>
            </a:extLst>
          </p:cNvPr>
          <p:cNvSpPr/>
          <p:nvPr/>
        </p:nvSpPr>
        <p:spPr>
          <a:xfrm>
            <a:off x="9372600" y="4800600"/>
            <a:ext cx="1227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(V. </a:t>
            </a:r>
            <a:r>
              <a:rPr lang="en-US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Nagal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)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8311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42746"/>
            <a:ext cx="12192000" cy="27431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നിന്നോടു പ്രാർത്ഥിപ്പാൻ പ്രിയ പിതാവേ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 നിന്മക്കളെ ചെവിക്കൊണ്ടീടേണം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നാമത്തിൽ വന്നിതാ ഞങ്ങൾ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ആശിഷം തരിക നിൻ വാഗ്ദത്തം പോലെ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2AB4CA-080F-4575-B8EA-07C8A3817C3D}"/>
              </a:ext>
            </a:extLst>
          </p:cNvPr>
          <p:cNvSpPr/>
          <p:nvPr/>
        </p:nvSpPr>
        <p:spPr>
          <a:xfrm>
            <a:off x="3313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Vanna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chevikkondidenham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2. Yeshuvin naamaththil vannithaa njangalh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vaagdaththam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pole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42746"/>
            <a:ext cx="12192000" cy="27431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3	പരിശുദ്ധാത്മാവിൻ സഹായത്തെ നൽകി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ശരിയായി പ്രാർത്ഥിപ്പാ-നഭ്യസിപ്പിക്ക</a:t>
            </a:r>
            <a:br>
              <a:rPr lang="ml-IN" sz="3400" b="1" dirty="0">
                <a:latin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4	ലോകത്തിൻ ചിന്തകൾ ലേശമില്ലാത്ത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ഏകമാം മാനസം തന്നരുളേണം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2AB4CA-080F-4575-B8EA-07C8A3817C3D}"/>
              </a:ext>
            </a:extLst>
          </p:cNvPr>
          <p:cNvSpPr/>
          <p:nvPr/>
        </p:nvSpPr>
        <p:spPr>
          <a:xfrm>
            <a:off x="3313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Parishshudhaathmavin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Shariyaayi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praarthippaanabhyasippikka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leshamillaththa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maanasam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thannarulhenham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65857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42746"/>
            <a:ext cx="12192000" cy="274319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5	ചോദിപ്പിൻ നൽകും ഞാനെന്ന നിൻ-വാക്കിൽ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മോദമോടാശ്രയം വച്ചു നിൻ മക്കൾ</a:t>
            </a:r>
            <a:br>
              <a:rPr lang="ml-IN" sz="3400" b="1" dirty="0">
                <a:latin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6	എണ്ണമില്ലാത്ത നിൻ കൃപകൾക്കായി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നന്ദിയും സ്തോത്രവുമെന്നേക്കുമാമേൻ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2AB4CA-080F-4575-B8EA-07C8A3817C3D}"/>
              </a:ext>
            </a:extLst>
          </p:cNvPr>
          <p:cNvSpPr/>
          <p:nvPr/>
        </p:nvSpPr>
        <p:spPr>
          <a:xfrm>
            <a:off x="3313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Chodippin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Modamodaashrayam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Ennhamillaatha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kripakalkkayi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sthothravumennekkum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amen</a:t>
            </a:r>
          </a:p>
        </p:txBody>
      </p:sp>
    </p:spTree>
    <p:extLst>
      <p:ext uri="{BB962C8B-B14F-4D97-AF65-F5344CB8AC3E}">
        <p14:creationId xmlns:p14="http://schemas.microsoft.com/office/powerpoint/2010/main" val="114621184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80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374 നിന്നോടു പ്രാർത്ഥിപ്പാൻ</vt:lpstr>
      <vt:lpstr>1 നിന്നോടു പ്രാർത്ഥിപ്പാൻ പ്രിയ പിതാവേ   വന്ന നിന്മക്കളെ ചെവിക്കൊണ്ടീടേണം   2 യേശുവിൻ നാമത്തിൽ വന്നിതാ ഞങ്ങൾ   ആശിഷം തരിക നിൻ വാഗ്ദത്തം പോലെ</vt:lpstr>
      <vt:lpstr>3 പരിശുദ്ധാത്മാവിൻ സഹായത്തെ നൽകി   ശരിയായി പ്രാർത്ഥിപ്പാ-നഭ്യസിപ്പിക്ക  4 ലോകത്തിൻ ചിന്തകൾ ലേശമില്ലാത്ത   ഏകമാം മാനസം തന്നരുളേണം</vt:lpstr>
      <vt:lpstr>5 ചോദിപ്പിൻ നൽകും ഞാനെന്ന നിൻ-വാക്കിൽ   മോദമോടാശ്രയം വച്ചു നിൻ മക്കൾ  6 എണ്ണമില്ലാത്ത നിൻ കൃപകൾക്കായി   നന്ദിയും സ്തോത്രവുമെന്നേക്കുമാമേൻ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Ninnodu praarthipaan</dc:title>
  <dc:creator>Digital Input:; GM JOHN; Acsah Mathews</dc:creator>
  <cp:lastModifiedBy>Acsah Mathews</cp:lastModifiedBy>
  <cp:revision>602</cp:revision>
  <dcterms:created xsi:type="dcterms:W3CDTF">2013-04-19T09:19:07Z</dcterms:created>
  <dcterms:modified xsi:type="dcterms:W3CDTF">2018-11-23T17:18:41Z</dcterms:modified>
</cp:coreProperties>
</file>