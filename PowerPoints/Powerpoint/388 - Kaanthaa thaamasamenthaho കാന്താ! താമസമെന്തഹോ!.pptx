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3077" autoAdjust="0"/>
  </p:normalViewPr>
  <p:slideViewPr>
    <p:cSldViewPr>
      <p:cViewPr varScale="1">
        <p:scale>
          <a:sx n="43" d="100"/>
          <a:sy n="43" d="100"/>
        </p:scale>
        <p:origin x="78" y="9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657A46-C733-4A26-AB03-FFA7D620AF0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80E5F-D6DC-48EB-837F-2403850A77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D72EC5-4D2E-4B2F-A518-2EB8CFC9034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BBE83-4845-4767-9BE0-335A955F95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7CC374-7B94-420C-8B52-870DCA8B52B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837A9-A0A0-4C9E-A93A-CA663620D3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7E7C2-61F8-479A-9742-F0B3B8C31F1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AA0D7-E049-421E-9C8A-11954857C7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9B63E-53E7-4BB0-A4C2-4337F85C348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27B543-80E9-41FA-B062-5C7DC32FD7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3FC03-E255-48BE-B841-7EBED2CAC8A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B5D98-E86A-4341-8165-1DF1F4295E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01A4B-1633-47CA-AEA6-D84F7DEA668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E1951-E069-47DD-8E59-DCD37994A8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1B497D-38C8-43B9-BDA7-9BDF4AAF14D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72065-F04E-40DB-B132-A6605C54B4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6BD43-BEA5-4B10-9BA3-99011DC187F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C233ED-5EA7-4EC0-B253-419784C0E0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CDE50C-836A-4108-8CE9-97C5572D83A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6FA78-30FE-4AA3-BC72-CF3366E5F5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99231-99DD-4198-ACF4-4CDE33CC996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1ED698-FF9B-4B80-960D-B8A0F23041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9A2384A-30C9-49E6-87F0-F906BB270C6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E4C8C62-8366-4B08-9402-48320CB160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A932-41A9-4F95-849B-5A706E137A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388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കാന്താ! </a:t>
            </a:r>
            <a:r>
              <a:rPr lang="ml-IN" b="1">
                <a:latin typeface="Kartika" panose="02020503030404060203" pitchFamily="18" charset="0"/>
              </a:rPr>
              <a:t>താമസമെന്തഹോ!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3D42D-8907-45CE-B066-455F60BA4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Kaanthaa! </a:t>
            </a:r>
            <a:r>
              <a:rPr lang="en-US" sz="4000" b="1" dirty="0" err="1">
                <a:solidFill>
                  <a:srgbClr val="002060"/>
                </a:solidFill>
              </a:rPr>
              <a:t>Thaamasamenthaho</a:t>
            </a:r>
            <a:r>
              <a:rPr lang="en-US" sz="4000" b="1" dirty="0">
                <a:solidFill>
                  <a:srgbClr val="002060"/>
                </a:solidFill>
              </a:rPr>
              <a:t>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21F279-4216-4C94-83B7-D6E8E2AA1C1A}"/>
              </a:ext>
            </a:extLst>
          </p:cNvPr>
          <p:cNvSpPr/>
          <p:nvPr/>
        </p:nvSpPr>
        <p:spPr>
          <a:xfrm>
            <a:off x="931127" y="4728168"/>
            <a:ext cx="363272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200" b="1" dirty="0">
                <a:solidFill>
                  <a:schemeClr val="accent2"/>
                </a:solidFill>
              </a:rPr>
              <a:t>(യുസ്തുസ് യൌസേഫ്)</a:t>
            </a:r>
            <a:endParaRPr lang="en-US" sz="22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48FA14-7508-4739-B064-8F3D81B03988}"/>
              </a:ext>
            </a:extLst>
          </p:cNvPr>
          <p:cNvSpPr/>
          <p:nvPr/>
        </p:nvSpPr>
        <p:spPr>
          <a:xfrm>
            <a:off x="9095975" y="4728168"/>
            <a:ext cx="263341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sz="2200" dirty="0" err="1">
                <a:solidFill>
                  <a:schemeClr val="accent2"/>
                </a:solidFill>
                <a:latin typeface="Arial" panose="020B0604020202020204" pitchFamily="34" charset="0"/>
              </a:rPr>
              <a:t>Yusthus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2"/>
                </a:solidFill>
                <a:latin typeface="Arial" panose="020B0604020202020204" pitchFamily="34" charset="0"/>
              </a:rPr>
              <a:t>Youseph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33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81000"/>
            <a:ext cx="12192000" cy="3419707"/>
          </a:xfrm>
        </p:spPr>
        <p:txBody>
          <a:bodyPr anchor="t"/>
          <a:lstStyle/>
          <a:p>
            <a:pPr defTabSz="395288"/>
            <a:r>
              <a:rPr lang="ml-IN" sz="2400" b="1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കാന്താ! താമസമെന്തഹോ!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വന്നീടാ നേശു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കാന്താ! താമസമെന്തഹോ!-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400" b="1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കാന്താ! നിൻ വരവിന്നായ്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കാത്തിരുന്നെന്‍റെ മനം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വെന്തുരുകുന്നു കണ്ണും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മങ്ങുന്നെൻ മാനുവേലേ‌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കാന്താ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.. 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F064D6-2411-44F5-8E6A-617DF413FE7F}"/>
              </a:ext>
            </a:extLst>
          </p:cNvPr>
          <p:cNvSpPr/>
          <p:nvPr/>
        </p:nvSpPr>
        <p:spPr>
          <a:xfrm>
            <a:off x="0" y="3438293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i="1" dirty="0">
                <a:solidFill>
                  <a:srgbClr val="002060"/>
                </a:solidFill>
                <a:latin typeface="+mn-lt"/>
              </a:rPr>
              <a:t>Pallavi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Kaanthaa!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Thaamasamenthaho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Vanneedaaneshu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Kaanthaa!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Thaamasamenthaho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/>
            <a:r>
              <a:rPr lang="fi-FI" sz="2200" i="1" dirty="0">
                <a:solidFill>
                  <a:srgbClr val="002060"/>
                </a:solidFill>
                <a:latin typeface="+mn-lt"/>
              </a:rPr>
              <a:t>Anupallavi</a:t>
            </a:r>
          </a:p>
          <a:p>
            <a:pPr algn="ctr"/>
            <a:r>
              <a:rPr lang="fi-FI" sz="3400" b="1" dirty="0">
                <a:solidFill>
                  <a:srgbClr val="002060"/>
                </a:solidFill>
                <a:latin typeface="+mn-lt"/>
              </a:rPr>
              <a:t>Kaantha! Nin varavinay Kaathirunnente manam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Venthurukunnu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kannhum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mangunnen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manuvele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381000"/>
            <a:ext cx="11734800" cy="3057293"/>
          </a:xfrm>
        </p:spPr>
        <p:txBody>
          <a:bodyPr anchor="t"/>
          <a:lstStyle/>
          <a:p>
            <a:pPr algn="l" defTabSz="39528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വേഗത്തിൽ ഞാൻ വരുന്നെന്നു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പറഞ്ഞിട്ടെത്ര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വർഷമതായിരിക്കുന്നു!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മേഘങ്ങളിൽ വരുന്നെന്നു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പറഞ്ഞതോർത്തു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ദാഹത്തോടെയിരിക്കുന്നു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ഏക വല്ലഭനാകും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യേശുവേ! നിന്‍റെ നല്ല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ആഗമനം ഞാൻ നോക്കി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ആശയോടിരിക്കയാൽ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F064D6-2411-44F5-8E6A-617DF413FE7F}"/>
              </a:ext>
            </a:extLst>
          </p:cNvPr>
          <p:cNvSpPr/>
          <p:nvPr/>
        </p:nvSpPr>
        <p:spPr>
          <a:xfrm>
            <a:off x="0" y="3517910"/>
            <a:ext cx="111252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varunnennu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paranjittethra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varshamathaayirikkunnu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Meghangalhil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varunnennu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parhanjathorththu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daahaththodeyirikkunnu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vallabhanaakum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nalla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Aagamanam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nokki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aashayodirikkayaal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4572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9293" y="1519774"/>
            <a:ext cx="12192000" cy="1668470"/>
          </a:xfrm>
        </p:spPr>
        <p:txBody>
          <a:bodyPr anchor="t"/>
          <a:lstStyle/>
          <a:p>
            <a:pPr defTabSz="395288"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കാന്താ! താമസമെന്തഹോ!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വന്നീടാ നേശു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കാന്താ! താമസമെന്തഹോ!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F064D6-2411-44F5-8E6A-617DF413FE7F}"/>
              </a:ext>
            </a:extLst>
          </p:cNvPr>
          <p:cNvSpPr/>
          <p:nvPr/>
        </p:nvSpPr>
        <p:spPr>
          <a:xfrm>
            <a:off x="0" y="3438293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Kaanthaa!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Thaamasamenthaho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Vanneedaaneshu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Kaanthaa!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Thaamasamenthaho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692693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381000"/>
            <a:ext cx="11734800" cy="3057293"/>
          </a:xfrm>
        </p:spPr>
        <p:txBody>
          <a:bodyPr anchor="t"/>
          <a:lstStyle/>
          <a:p>
            <a:pPr algn="l" defTabSz="39528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ദുഃഖം നീ നോക്കുന്നില്ലയോ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വിലാപ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ശബ്ദം നീ കേൾക്കുന്നില്ലേ യോ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തക്കം നോക്കീടുന്നില്ലയോ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പിശാചെന്മനം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വെക്കം ഹനിപ്പാ നായ യ്യോ!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തൃക്കണ്ണാലെന്നെ നോക്കി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ദുരിതങ്ങളാകെ പോക്കി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വെക്കം നിൻ മണവാട്ടിയാക്കിക്കൊള്ളുവാൻ പ്രിയ!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F064D6-2411-44F5-8E6A-617DF413FE7F}"/>
              </a:ext>
            </a:extLst>
          </p:cNvPr>
          <p:cNvSpPr/>
          <p:nvPr/>
        </p:nvSpPr>
        <p:spPr>
          <a:xfrm>
            <a:off x="0" y="3517910"/>
            <a:ext cx="111252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varunnennu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paranjittethra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varshamathaayirikkunnu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Meghangalhil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varunnennu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parhanjathorththu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daahaththodeyirikkunnu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vallabhanaakum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nalla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Aagamanam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nokki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aashayodirikkayaal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161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81000"/>
            <a:ext cx="12192000" cy="3419707"/>
          </a:xfrm>
        </p:spPr>
        <p:txBody>
          <a:bodyPr anchor="t"/>
          <a:lstStyle/>
          <a:p>
            <a:pPr defTabSz="39528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കാന്താ! താമസമെന്തഹോ!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വന്നീടാ നേശു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കാന്താ! താമസമെന്തഹോ!-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കാന്താ! നിൻ വരവിന്നായ്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കാത്തിരുന്നെന്‍റെ മനം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വെന്തുരുകുന്നു കണ്ണും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മങ്ങുന്നെൻ മാനുവേലേ‌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കാന്താ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.. 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F064D6-2411-44F5-8E6A-617DF413FE7F}"/>
              </a:ext>
            </a:extLst>
          </p:cNvPr>
          <p:cNvSpPr/>
          <p:nvPr/>
        </p:nvSpPr>
        <p:spPr>
          <a:xfrm>
            <a:off x="0" y="3438293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Kaanthaa!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Thaamasamenthaho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Vanneedaaneshu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Kaanthaa!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Thaamasamenthaho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/>
            <a:endParaRPr lang="fi-FI" sz="3400" b="1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fi-FI" sz="3400" b="1" dirty="0">
                <a:solidFill>
                  <a:srgbClr val="002060"/>
                </a:solidFill>
                <a:latin typeface="+mn-lt"/>
              </a:rPr>
              <a:t>Kaantha! Nin varavinay Kaathirunnente manam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Venthurukunnu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kannhum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mangunnen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manuvele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2084132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122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388 കാന്താ! താമസമെന്തഹോ!</vt:lpstr>
      <vt:lpstr>പല്ലവി കാന്താ! താമസമെന്തഹോ! വന്നീടാ നേശു കാന്താ! താമസമെന്തഹോ!- അനുപല്ലവി കാന്താ! നിൻ വരവിന്നായ് കാത്തിരുന്നെന്‍റെ മനം വെന്തുരുകുന്നു കണ്ണും മങ്ങുന്നെൻ മാനുവേലേ‌                        - കാന്താ.. ..</vt:lpstr>
      <vt:lpstr>1 വേഗത്തിൽ ഞാൻ വരുന്നെന്നു പറഞ്ഞിട്ടെത്ര  വർഷമതായിരിക്കുന്നു!  മേഘങ്ങളിൽ വരുന്നെന്നു പറഞ്ഞതോർത്തു  ദാഹത്തോടെയിരിക്കുന്നു  ഏക വല്ലഭനാകും യേശുവേ! നിന്‍റെ നല്ല  ആഗമനം ഞാൻ നോക്കി ആശയോടിരിക്കയാൽ</vt:lpstr>
      <vt:lpstr>കാന്താ! താമസമെന്തഹോ! വന്നീടാ നേശു കാന്താ! താമസമെന്തഹോ!</vt:lpstr>
      <vt:lpstr>2 ദുഃഖം നീ നോക്കുന്നില്ലയോ എന്‍റെ വിലാപ   ശബ്ദം നീ കേൾക്കുന്നില്ലേ യോ  തക്കം നോക്കീടുന്നില്ലയോ പിശാചെന്മനം  വെക്കം ഹനിപ്പാ നായ യ്യോ!  തൃക്കണ്ണാലെന്നെ നോക്കി ദുരിതങ്ങളാകെ പോക്കി  വെക്കം നിൻ മണവാട്ടിയാക്കിക്കൊള്ളുവാൻ പ്രിയ!</vt:lpstr>
      <vt:lpstr>കാന്താ! താമസമെന്തഹോ! വന്നീടാ നേശു കാന്താ! താമസമെന്തഹോ!-  കാന്താ! നിൻ വരവിന്നായ് കാത്തിരുന്നെന്‍റെ മനം വെന്തുരുകുന്നു കണ്ണും മങ്ങുന്നെൻ മാനുവേലേ‌                        - കാന്താ.. 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Kaantha thaamasam enthaho</dc:title>
  <dc:creator>Digital Input:; GM JOHN; Acsah Mathews</dc:creator>
  <cp:lastModifiedBy>Acsah Mathews</cp:lastModifiedBy>
  <cp:revision>123</cp:revision>
  <dcterms:created xsi:type="dcterms:W3CDTF">2013-04-19T09:19:07Z</dcterms:created>
  <dcterms:modified xsi:type="dcterms:W3CDTF">2018-11-26T14:03:49Z</dcterms:modified>
</cp:coreProperties>
</file>