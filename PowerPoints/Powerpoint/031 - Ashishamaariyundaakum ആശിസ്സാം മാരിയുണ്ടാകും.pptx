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C3C8E-05E2-4205-A939-E8D46C03A2C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3C70C-3225-4CA2-A845-981665BF96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6BA4A-44D3-428F-97E0-3C4078A2B4B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90793-EFDB-4A09-ABD1-02659137E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F8DC-B621-47E3-9D3A-B17FE49C6B56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5AC3E-FA9A-40C7-9EFA-1F77C27AA3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841A3-473A-4737-A005-BFFE49ADE17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F7468-6594-4917-82EB-A134E47176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00E68-C3E8-45B8-84FC-64F0B26FD9C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6D029-5281-40D5-A950-C579F6B508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E7E7F-0FB1-46FD-806B-600E74810C0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6F5BC-431B-48F6-B9E4-D2DEADA83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14945-5AB3-4F4A-9EAC-E9DF12006CC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5A24B-25A6-4BBD-B816-4CFF5C0F8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82DC3-6B64-45FF-BA95-D9BE351A12A9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8433F-C198-4B1A-AE5C-189F00541B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0D3E3-9FF0-48C7-8A80-4AE21D449DB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286A6-2DF9-43CD-8896-2BB8959CD2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25C75-92BA-4E03-ABFD-4E1F0E72168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10ED2-E232-4973-9065-3D4836920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65F7C-4CD4-4C5D-A2A1-2739726227DE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FD655-F8A3-4252-9822-0BBC8DCA0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FEBF733-A589-4842-BA91-1072322FB28E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378AC2-B489-4E7C-8B2B-53D9F2CD5C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0ADB-80CB-4813-95A1-80AEF9DC76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ആശിസ്സാം മാരിയുണ്ടാകും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461F3-7460-4F95-B1D1-5E9A535D3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363200" cy="1752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Aashissaam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maariyundaakum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3400" i="1" dirty="0">
                <a:solidFill>
                  <a:schemeClr val="tx2">
                    <a:lumMod val="75000"/>
                  </a:schemeClr>
                </a:solidFill>
              </a:rPr>
              <a:t>There shall be showers of blessing – E.L. Nathan</a:t>
            </a:r>
          </a:p>
          <a:p>
            <a:r>
              <a:rPr lang="en-US" sz="3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Translated by: Rev. T. Koshy</a:t>
            </a:r>
          </a:p>
          <a:p>
            <a:endParaRPr lang="en-US" sz="3400" i="1" dirty="0"/>
          </a:p>
        </p:txBody>
      </p:sp>
    </p:spTree>
    <p:extLst>
      <p:ext uri="{BB962C8B-B14F-4D97-AF65-F5344CB8AC3E}">
        <p14:creationId xmlns:p14="http://schemas.microsoft.com/office/powerpoint/2010/main" val="20688666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9829800" cy="2438400"/>
          </a:xfrm>
        </p:spPr>
        <p:txBody>
          <a:bodyPr anchor="t"/>
          <a:lstStyle/>
          <a:p>
            <a:pPr algn="l" defTabSz="3476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ആശിസ്സാം മാരിയുണ്ടാകും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 വാഗ്ദത്തമേ,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മേല്‍ നിന്നു രക്ഷകന്‍ നല്‍കും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ആശ്വാസകാലങ്ങളെ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51489-FC29-4E97-9D83-C3FB1BF0A18A}"/>
              </a:ext>
            </a:extLst>
          </p:cNvPr>
          <p:cNvSpPr/>
          <p:nvPr/>
        </p:nvSpPr>
        <p:spPr>
          <a:xfrm>
            <a:off x="6705600" y="2459504"/>
            <a:ext cx="5486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ആശിസ്സാം മാരി 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ആശിഷം പെയ്യണമേ,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കൃപകള്‍ വീഴുന്നു ചാറി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വന്മഴ താ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ദൈവമേ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142A2-FEC4-4A7C-B7D7-A9455C9D2808}"/>
              </a:ext>
            </a:extLst>
          </p:cNvPr>
          <p:cNvSpPr/>
          <p:nvPr/>
        </p:nvSpPr>
        <p:spPr>
          <a:xfrm>
            <a:off x="0" y="4252275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maariyundaakum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Ananda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vaagdaththamey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Melninnu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Aashwaasa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kaalangalhey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E0D4E-B4E0-4755-A396-896651EF05D5}"/>
              </a:ext>
            </a:extLst>
          </p:cNvPr>
          <p:cNvSpPr/>
          <p:nvPr/>
        </p:nvSpPr>
        <p:spPr>
          <a:xfrm>
            <a:off x="6705600" y="4982256"/>
            <a:ext cx="49212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peyyenhamey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veezhunnu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Vanmazha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9829800" cy="2438400"/>
          </a:xfrm>
        </p:spPr>
        <p:txBody>
          <a:bodyPr anchor="t"/>
          <a:lstStyle/>
          <a:p>
            <a:pPr algn="l" defTabSz="3476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ആശിസ്സാം മാരിയുണ്ടാകും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വീണ്ടും നൽ ഉണർവുണ്ടാം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കുന്നു, പള്ളങ്ങളിന്മേലും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വന്മഴയിന്‍ സ്വരം കേൾ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51489-FC29-4E97-9D83-C3FB1BF0A18A}"/>
              </a:ext>
            </a:extLst>
          </p:cNvPr>
          <p:cNvSpPr/>
          <p:nvPr/>
        </p:nvSpPr>
        <p:spPr>
          <a:xfrm>
            <a:off x="6705600" y="2459504"/>
            <a:ext cx="5486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ആശിസ്സാം മാരി 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ആശിഷം പെയ്യണമേ,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കൃപകള്‍ വീഴുന്നു ചാറി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വന്മഴ താ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ദൈവമേ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142A2-FEC4-4A7C-B7D7-A9455C9D2808}"/>
              </a:ext>
            </a:extLst>
          </p:cNvPr>
          <p:cNvSpPr/>
          <p:nvPr/>
        </p:nvSpPr>
        <p:spPr>
          <a:xfrm>
            <a:off x="0" y="4252275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maariyundaakum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unharvundaam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pallhangalhinmèlum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Vanmazhayin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kèlh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E0D4E-B4E0-4755-A396-896651EF05D5}"/>
              </a:ext>
            </a:extLst>
          </p:cNvPr>
          <p:cNvSpPr/>
          <p:nvPr/>
        </p:nvSpPr>
        <p:spPr>
          <a:xfrm>
            <a:off x="6705600" y="4982256"/>
            <a:ext cx="49212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peyyenhamey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veezhunnu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Vanmazha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09DF174-A4C8-490E-AD8A-210519DC7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20605780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9829800" cy="2438400"/>
          </a:xfrm>
        </p:spPr>
        <p:txBody>
          <a:bodyPr anchor="t"/>
          <a:lstStyle/>
          <a:p>
            <a:pPr algn="l" defTabSz="3476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ആശിസ്സാം മാരിയുണ്ടാകും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കര്‍ത്താ! ഞങ്ങള്‍ക്കും താ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ഇപ്പോള്‍ നിന്‍ വാഗ്ദത്തമോർത്തു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നല്‍വരം തന്നീടുക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51489-FC29-4E97-9D83-C3FB1BF0A18A}"/>
              </a:ext>
            </a:extLst>
          </p:cNvPr>
          <p:cNvSpPr/>
          <p:nvPr/>
        </p:nvSpPr>
        <p:spPr>
          <a:xfrm>
            <a:off x="6705600" y="2459504"/>
            <a:ext cx="5486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ആശിസ്സാം മാരി 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ആശിഷം പെയ്യണമേ,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കൃപകള്‍ വീഴുന്നു ചാറി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വന്മഴ താ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ദൈവമേ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142A2-FEC4-4A7C-B7D7-A9455C9D2808}"/>
              </a:ext>
            </a:extLst>
          </p:cNvPr>
          <p:cNvSpPr/>
          <p:nvPr/>
        </p:nvSpPr>
        <p:spPr>
          <a:xfrm>
            <a:off x="0" y="4252275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maariyundaakum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Njanghalhkum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vaagdaththamorthu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Nalvaram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thanneeduka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E0D4E-B4E0-4755-A396-896651EF05D5}"/>
              </a:ext>
            </a:extLst>
          </p:cNvPr>
          <p:cNvSpPr/>
          <p:nvPr/>
        </p:nvSpPr>
        <p:spPr>
          <a:xfrm>
            <a:off x="6705600" y="4919008"/>
            <a:ext cx="49212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peyyenhamey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veezhunnu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Vanmazha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8BBBE8E-C782-4803-BDA7-1328B85BF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39119438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9829800" cy="2438400"/>
          </a:xfrm>
        </p:spPr>
        <p:txBody>
          <a:bodyPr anchor="t"/>
          <a:lstStyle/>
          <a:p>
            <a:pPr algn="l" defTabSz="347663"/>
            <a:r>
              <a:rPr lang="en-US" sz="3200" b="1" dirty="0"/>
              <a:t>4	</a:t>
            </a:r>
            <a:r>
              <a:rPr lang="ml-IN" sz="3200" b="1" dirty="0"/>
              <a:t>ആശിസ്സാം മാരിയുണ്ടാകും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എത്ര നന്നിന്നു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പെയ്‌കിൽ </a:t>
            </a:r>
            <a:br>
              <a:rPr lang="en-US" sz="3200" b="1" dirty="0">
                <a:cs typeface="Kartika" pitchFamily="18" charset="0"/>
              </a:rPr>
            </a:br>
            <a:r>
              <a:rPr lang="en-US" sz="3200" b="1" dirty="0"/>
              <a:t>	</a:t>
            </a:r>
            <a:r>
              <a:rPr lang="ml-IN" sz="3200" b="1" dirty="0"/>
              <a:t>പുത്രന്‍റെ പേരില്‍ തന്നാലും</a:t>
            </a:r>
            <a:br>
              <a:rPr lang="en-US" sz="3200" b="1" dirty="0"/>
            </a:br>
            <a:r>
              <a:rPr lang="en-US" sz="3200" b="1" dirty="0"/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 ഇന്നേരത്തിൽ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51489-FC29-4E97-9D83-C3FB1BF0A18A}"/>
              </a:ext>
            </a:extLst>
          </p:cNvPr>
          <p:cNvSpPr/>
          <p:nvPr/>
        </p:nvSpPr>
        <p:spPr>
          <a:xfrm>
            <a:off x="6705600" y="2459504"/>
            <a:ext cx="5486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ആശിസ്സാം മാരി 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ആശിഷം പെയ്യണമേ,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കൃപകള്‍ വീഴുന്നു ചാറി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വന്മഴ താ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ദൈവമേ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142A2-FEC4-4A7C-B7D7-A9455C9D2808}"/>
              </a:ext>
            </a:extLst>
          </p:cNvPr>
          <p:cNvSpPr/>
          <p:nvPr/>
        </p:nvSpPr>
        <p:spPr>
          <a:xfrm>
            <a:off x="0" y="4252275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maariyundaakum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Njanghalhkum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vaagdaththamorthu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Nalvaram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thanneeduka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E0D4E-B4E0-4755-A396-896651EF05D5}"/>
              </a:ext>
            </a:extLst>
          </p:cNvPr>
          <p:cNvSpPr/>
          <p:nvPr/>
        </p:nvSpPr>
        <p:spPr>
          <a:xfrm>
            <a:off x="6705600" y="4919008"/>
            <a:ext cx="49212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peyyenhamey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veezhunnu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Vanmazha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9A2B4CA-7644-46CD-B8F2-5672BAF58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3140528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132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31 ആശിസ്സാം മാരിയുണ്ടാകും</vt:lpstr>
      <vt:lpstr>1 ആശിസ്സാം മാരിയുണ്ടാകും  ആനന്ദ വാഗ്ദത്തമേ,  മേല്‍ നിന്നു രക്ഷകന്‍ നല്‍കും  ആശ്വാസകാലങ്ങളെ</vt:lpstr>
      <vt:lpstr>2 ആശിസ്സാം മാരിയുണ്ടാകും  വീണ്ടും നൽ ഉണർവുണ്ടാം,  കുന്നു, പള്ളങ്ങളിന്മേലും  വന്മഴയിന്‍ സ്വരം കേൾ</vt:lpstr>
      <vt:lpstr>3 ആശിസ്സാം മാരിയുണ്ടാകും  ഹാ! കര്‍ത്താ! ഞങ്ങള്‍ക്കും താ  ഇപ്പോള്‍ നിന്‍ വാഗ്ദത്തമോർത്തു   നല്‍വരം തന്നീടുക</vt:lpstr>
      <vt:lpstr>4 ആശിസ്സാം മാരിയുണ്ടാകും  എത്ര നന്നിന്നു പെയ്‌കിൽ   പുത്രന്‍റെ പേരില്‍ തന്നാലും  ദൈവമേ ഇന്നേരത്തിൽ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Aashishamaariyundakum</dc:title>
  <dc:creator>Digital Input:;GM JOHN</dc:creator>
  <cp:lastModifiedBy>Acsah Mathews</cp:lastModifiedBy>
  <cp:revision>101</cp:revision>
  <dcterms:created xsi:type="dcterms:W3CDTF">2013-04-19T09:19:07Z</dcterms:created>
  <dcterms:modified xsi:type="dcterms:W3CDTF">2018-10-25T18:33:36Z</dcterms:modified>
</cp:coreProperties>
</file>