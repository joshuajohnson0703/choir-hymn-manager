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0" r:id="rId3"/>
    <p:sldId id="272" r:id="rId4"/>
    <p:sldId id="273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48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D53CC-B261-4B8C-9C7E-B6E9BC859958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BCD1AF-FC6F-44CE-A2D3-9255F407BA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D7C36A-2BD6-4C0E-9872-753B6F32D628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92FA02-D85D-4747-B33B-74C5DAE2F8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8F1288-3662-425C-B00D-1AF7B3F05EF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322EF-E8A2-4494-92F0-05440C9AD3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9DEBF5-2B61-48FC-BE06-9FDD5DA806DD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0BD181-6682-4BB0-A6C4-F58429C8A5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496AC4-5161-43FD-A915-FEE65E3540F5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DED26C-0513-4109-B965-BC392B64F3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D3C68-D5FA-4FE2-A90D-1D5DA6D61035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B435A-581C-4CBA-AA8F-086BE5EB5E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922584-3105-4C3B-A574-762E107B524E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93B15-1FEA-4B07-80AF-2AC7D38C87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5EB3F4-0096-4C8E-9B9F-E2AFE62EFD1E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4BAA3D-C820-4ED6-B4B1-24FD0A35CB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539CD-49D6-4B62-8C5A-39B005BF4BE4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154BC7-7774-48E2-88AD-E02247A2D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03AF4-3CB1-4EBA-9C40-C7C964281B37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7BECD-13C5-40F8-9BBA-3252012E60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F8462F-F2A2-4B9B-8258-0A64F80A2708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4DFC96-6BE4-4E7E-BD9F-7F5F0158DB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2587284-C335-4DCB-912B-25FA7465651F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01B9C57-CB45-48A9-AF95-45118DD2F9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8FD94-738A-43FB-9779-BE42C0C19D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329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അനുഗ്രഹത്തോടെ ഇപ്പോള്‍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620F8-99EC-4D05-98D7-13C09DFA0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02566"/>
            <a:ext cx="8534400" cy="1074234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Anugrahaththodey </a:t>
            </a:r>
            <a:r>
              <a:rPr lang="en-US" sz="4000" b="1" dirty="0" err="1">
                <a:solidFill>
                  <a:srgbClr val="002060"/>
                </a:solidFill>
              </a:rPr>
              <a:t>ippolh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3E30C1-6722-4128-9A4E-658FD05687FB}"/>
              </a:ext>
            </a:extLst>
          </p:cNvPr>
          <p:cNvSpPr/>
          <p:nvPr/>
        </p:nvSpPr>
        <p:spPr>
          <a:xfrm>
            <a:off x="1813932" y="4850315"/>
            <a:ext cx="23439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(മോശവത്സലം) 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613DC3-C6C6-42F9-876F-77A0064BCC42}"/>
              </a:ext>
            </a:extLst>
          </p:cNvPr>
          <p:cNvSpPr/>
          <p:nvPr/>
        </p:nvSpPr>
        <p:spPr>
          <a:xfrm>
            <a:off x="8519532" y="4850315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</a:rPr>
              <a:t>Moshavatsalam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87887512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223546"/>
            <a:ext cx="11506200" cy="2662654"/>
          </a:xfrm>
        </p:spPr>
        <p:txBody>
          <a:bodyPr anchor="t"/>
          <a:lstStyle/>
          <a:p>
            <a:pPr algn="l" defTabSz="396875">
              <a:lnSpc>
                <a:spcPct val="114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അനുഗ്രഹത്തോടെ ഇപ്പോള്‍ അയയ്ക്ക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അടിയാരെ യഹോവായേ!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മനസ്സിലിവുടയ മഹോന്നത പരനെ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വന്ദനം നിനക്കാമേന്‍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C87522-5DFD-4E62-A8F6-7F78254BEB29}"/>
              </a:ext>
            </a:extLst>
          </p:cNvPr>
          <p:cNvSpPr/>
          <p:nvPr/>
        </p:nvSpPr>
        <p:spPr>
          <a:xfrm>
            <a:off x="0" y="3886200"/>
            <a:ext cx="10591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Anugrahaththodey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ippolh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ayakka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adiyaarey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Yehovaaye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Manassalivudaya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mahonnatha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paraney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vandanam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Ninakkaamen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223546"/>
            <a:ext cx="11506200" cy="2662654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2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കരുണയിന്നാസനത്തിൽ - നിന്നു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കൃപ അടിയങ്ങൾ മേൽ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വരണം എല്ലായ്‌പ്പോഴും ഇരിക്കണം രാപകൽ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വന്ദനം   നിനക്കാമേൻ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C87522-5DFD-4E62-A8F6-7F78254BEB29}"/>
              </a:ext>
            </a:extLst>
          </p:cNvPr>
          <p:cNvSpPr/>
          <p:nvPr/>
        </p:nvSpPr>
        <p:spPr>
          <a:xfrm>
            <a:off x="0" y="3886200"/>
            <a:ext cx="10591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Karunhayinnaasanaththil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–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adiyangalh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mel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Varanham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ellaayppozhum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irikkenham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raappakal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vandanam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Ninakkaamen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90970076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223546"/>
            <a:ext cx="11506200" cy="2662654"/>
          </a:xfrm>
        </p:spPr>
        <p:txBody>
          <a:bodyPr anchor="t"/>
          <a:lstStyle/>
          <a:p>
            <a:pPr algn="l" defTabSz="396875">
              <a:lnSpc>
                <a:spcPct val="114000"/>
              </a:lnSpc>
            </a:pPr>
            <a:r>
              <a:rPr lang="en-US" sz="3600" b="1" dirty="0">
                <a:latin typeface="Kartika" panose="02020503030404060203" pitchFamily="18" charset="0"/>
              </a:rPr>
              <a:t>3	</a:t>
            </a:r>
            <a:r>
              <a:rPr lang="ml-IN" sz="3600" b="1" dirty="0">
                <a:latin typeface="Kartika" panose="02020503030404060203" pitchFamily="18" charset="0"/>
              </a:rPr>
              <a:t>തിരുസമാധാന വാക്യം അടിയാർ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സ്ഥിരപ്പെടാൻ അരുൾക ഇപ്പോൾ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അരുമയേറും വേദമരുളിയപരനേ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ഹാലേലുയ്യാ ആമേൻ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C87522-5DFD-4E62-A8F6-7F78254BEB29}"/>
              </a:ext>
            </a:extLst>
          </p:cNvPr>
          <p:cNvSpPr/>
          <p:nvPr/>
        </p:nvSpPr>
        <p:spPr>
          <a:xfrm>
            <a:off x="0" y="3886200"/>
            <a:ext cx="10591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Thirusamaadhaana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vaakyam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adiyaar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sthirappedaan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arulhka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ippolh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Arumayerum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vedamarulhiya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paraney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aamen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859033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53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329 അനുഗ്രഹത്തോടെ ഇപ്പോള്‍</vt:lpstr>
      <vt:lpstr>1 അനുഗ്രഹത്തോടെ ഇപ്പോള്‍ അയയ്ക്ക   അടിയാരെ യഹോവായേ!  മനസ്സിലിവുടയ മഹോന്നത പരനെ   വന്ദനം നിനക്കാമേന്‍</vt:lpstr>
      <vt:lpstr>2 കരുണയിന്നാസനത്തിൽ - നിന്നു     കൃപ അടിയങ്ങൾ മേൽ     വരണം എല്ലായ്‌പ്പോഴും ഇരിക്കണം രാപകൽ     വന്ദനം   നിനക്കാമേൻ</vt:lpstr>
      <vt:lpstr>3 തിരുസമാധാന വാക്യം അടിയാർ   സ്ഥിരപ്പെടാൻ അരുൾക ഇപ്പോൾ   അരുമയേറും വേദമരുളിയപരനേ   ഹാലേലുയ്യാ ആമേൻ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Anugrahathode ippol</dc:title>
  <dc:creator>Digital Input:; GM JOHN; Acsah Mathews</dc:creator>
  <cp:lastModifiedBy>Acsah Mathews</cp:lastModifiedBy>
  <cp:revision>87</cp:revision>
  <dcterms:created xsi:type="dcterms:W3CDTF">2013-04-19T09:19:07Z</dcterms:created>
  <dcterms:modified xsi:type="dcterms:W3CDTF">2018-11-19T19:03:42Z</dcterms:modified>
</cp:coreProperties>
</file>