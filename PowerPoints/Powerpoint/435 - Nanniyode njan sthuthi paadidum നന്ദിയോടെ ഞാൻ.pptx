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42" d="100"/>
          <a:sy n="42" d="100"/>
        </p:scale>
        <p:origin x="72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A8C53-57D8-47FC-82FA-3852F1EF0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2E5ED-3782-4640-BDD9-4FA1F3F80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A88F3-6983-4B61-8DFB-C84637F88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1D6C4-F57A-4701-84E0-659A829383F2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FFB4E-1E7F-43D9-90BE-3D28C3656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65586-A38E-43F8-826C-9D70D8286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0D067-99F1-4479-9B26-3E50CAA6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00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65E7-B09A-4AAE-8F0C-2970CC8D6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75824-B1DE-4108-88D8-67EAA7147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02B2B-C3B3-4E77-A549-B2D76E2FC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1D6C4-F57A-4701-84E0-659A829383F2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1DE82-72CA-4F45-B1A1-39274B5EE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C1BD0-0A5B-4961-9BD6-590ECE636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0D067-99F1-4479-9B26-3E50CAA6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429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53B1E-D076-44EA-BE38-2A004A697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74465-F451-4199-84EF-9ACD8E894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A298A-9700-434D-BF19-16C1A2F85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1D6C4-F57A-4701-84E0-659A829383F2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753EB-2A90-45F2-B8AE-529E7BA86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E0A87-C25D-4FED-B6E1-8918BC47D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0D067-99F1-4479-9B26-3E50CAA6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656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3B6D3-CC0A-4368-AC59-C86A7F220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B4CB6-C6C7-4510-993B-96B5589DE6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B3C0D-4E44-4580-A174-7EC61EBA5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AB2DE-9086-4FF2-A7B7-08CD18F15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1D6C4-F57A-4701-84E0-659A829383F2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25731-6A6D-4F2B-8838-679E4C19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36B48-C0D2-4721-BB5B-C887D562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0D067-99F1-4479-9B26-3E50CAA6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724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658A1-ADD5-4C83-8DE9-1B3FA293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D5F4C-9AE0-4276-B594-0099BF661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78429-B127-47F9-8F89-8467504D3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DCCC3F-5608-4365-8F3A-93C1D99DC3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648EE9-CD2B-41FF-AC72-351924A1B6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AC96C3-4A88-4CDD-8CE3-622C2B981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1D6C4-F57A-4701-84E0-659A829383F2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3A1A1D-41B4-4FF2-8C3B-218D022B3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9F6106-E3D4-46B5-B1DC-2A16F0A77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0D067-99F1-4479-9B26-3E50CAA6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60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A43F6-8D8F-4890-B62B-E72C3D51E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F799AC-B7F7-499A-B4B3-8E0D40C84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1D6C4-F57A-4701-84E0-659A829383F2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2D495D-9289-43E2-B654-08F672DAE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E2C8B9-E7A1-4B4F-B164-A77610928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0D067-99F1-4479-9B26-3E50CAA6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69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55695A-F38A-4DE3-A63D-D726313CC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1D6C4-F57A-4701-84E0-659A829383F2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35C389-C522-4F0D-9137-10CA7DE98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5F0BA-0A79-4A7B-B5AC-FC10C8834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0D067-99F1-4479-9B26-3E50CAA6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208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4345B-0A2D-4B14-988B-032BC4E69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C1014-86C3-4ADB-A9E7-F28E2C3B9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45A0D4-9EAF-49EB-9C5F-8B68FE212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62C11-3E62-442B-B90E-B8127CDB4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1D6C4-F57A-4701-84E0-659A829383F2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80149-A19A-4853-A8E7-EC585C659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7CC26-6E63-40CF-88B5-6AAD84C49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0D067-99F1-4479-9B26-3E50CAA6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386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15C82-D920-497D-A9F3-81E685853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471FC2-F7AF-483F-A405-99CEB077C1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7BFE44-49A3-40E2-B595-65AC669E2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452E2-A0A4-432F-89BA-8FDD9357C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1D6C4-F57A-4701-84E0-659A829383F2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BE02B-CA91-4FA2-BD17-B03A18C83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38008-EF07-4DD5-932A-B0033517D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0D067-99F1-4479-9B26-3E50CAA6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888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C3851-F35C-4040-93B0-BF49C20E7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CD798C-51A8-459C-A339-7D10E32C6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1568C-B796-4F84-AB78-729901143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1D6C4-F57A-4701-84E0-659A829383F2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5A241-4EEE-4831-89C2-CDDF06BC4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B881A-CA0E-4AF5-A816-1F76F45CA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0D067-99F1-4479-9B26-3E50CAA6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20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56B508-B8C6-4D3E-A0D6-C98A20801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904AA6-F979-478D-AA60-CFE231419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F7778-360D-44EE-8811-3A4D7382C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1D6C4-F57A-4701-84E0-659A829383F2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3A316-24FE-411C-98D6-5E1E45ACF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A68B7-EEE3-4619-B8EE-64A9DEA1D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0D067-99F1-4479-9B26-3E50CAA6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037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8DF943-F4D0-4944-BE88-386A88720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6BB30-8B9E-4321-B07A-790E67C37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D6061-F86A-4E08-B741-BC24FF62EA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1D6C4-F57A-4701-84E0-659A829383F2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45A0B-1E47-4534-BE4F-04A89E537B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1F70E-2DA6-4F62-B23E-424A096B3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60D067-99F1-4479-9B26-3E50CAA6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843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1B7AE-8468-4E06-A7D0-C390FD0A03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n-US" dirty="0"/>
              <a:t>435</a:t>
            </a:r>
            <a:br>
              <a:rPr lang="en-US" dirty="0"/>
            </a:br>
            <a:r>
              <a:rPr lang="ml-IN" sz="4900" b="1" dirty="0">
                <a:solidFill>
                  <a:srgbClr val="000000"/>
                </a:solidFill>
                <a:latin typeface="Calibri" panose="020F0502020204030204" pitchFamily="34" charset="0"/>
              </a:rPr>
              <a:t>നന്ദിയോടെ ഞാൻ സ്തുതി പാടിടും</a:t>
            </a:r>
            <a:endParaRPr lang="en-US" sz="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BE284-4E31-439A-925B-321882159A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Nanniyodey </a:t>
            </a:r>
            <a:r>
              <a:rPr lang="en-US" sz="4000" b="1" dirty="0" err="1">
                <a:solidFill>
                  <a:srgbClr val="002060"/>
                </a:solidFill>
              </a:rPr>
              <a:t>njaan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sthuthi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paadidum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837746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D6F410-113E-4D55-BD25-E497268B2CEB}"/>
              </a:ext>
            </a:extLst>
          </p:cNvPr>
          <p:cNvSpPr/>
          <p:nvPr/>
        </p:nvSpPr>
        <p:spPr>
          <a:xfrm>
            <a:off x="0" y="542836"/>
            <a:ext cx="12192000" cy="267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നന്ദിയോടെ ഞാൻ സ്തുതി പാടിടും</a:t>
            </a:r>
            <a:b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എന്‍റെ യേശു നാഥാ</a:t>
            </a:r>
            <a:b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എനിക്കായ് നീ ചെയ്തോരോ നന്മയ്ക്കും</a:t>
            </a:r>
            <a:b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ഇന്നു നന്ദി ചൊല്ലുന്നു ഞാൻ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09BEA3-82D1-4B89-B3D0-3B01F7B128B4}"/>
              </a:ext>
            </a:extLst>
          </p:cNvPr>
          <p:cNvSpPr/>
          <p:nvPr/>
        </p:nvSpPr>
        <p:spPr>
          <a:xfrm>
            <a:off x="0" y="342900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Nanniyodey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sthuthi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paadidum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Enikkaai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cheithoro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nanmaikkum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Innu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nanni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chollunnu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1C8C06-758B-41D5-8A9C-A442ABC4A9EB}"/>
              </a:ext>
            </a:extLst>
          </p:cNvPr>
          <p:cNvSpPr/>
          <p:nvPr/>
        </p:nvSpPr>
        <p:spPr>
          <a:xfrm>
            <a:off x="11140440" y="11414"/>
            <a:ext cx="1051560" cy="423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2000" b="1" dirty="0">
                <a:solidFill>
                  <a:srgbClr val="FF0000"/>
                </a:solidFill>
              </a:rPr>
              <a:t>435</a:t>
            </a:r>
          </a:p>
        </p:txBody>
      </p:sp>
    </p:spTree>
    <p:extLst>
      <p:ext uri="{BB962C8B-B14F-4D97-AF65-F5344CB8AC3E}">
        <p14:creationId xmlns:p14="http://schemas.microsoft.com/office/powerpoint/2010/main" val="3243468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D6F410-113E-4D55-BD25-E497268B2CEB}"/>
              </a:ext>
            </a:extLst>
          </p:cNvPr>
          <p:cNvSpPr/>
          <p:nvPr/>
        </p:nvSpPr>
        <p:spPr>
          <a:xfrm>
            <a:off x="594360" y="824366"/>
            <a:ext cx="1159764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അർഹിക്കാത്ത നന്മകളും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എനിക്കേകിടും കൃപാനിധേ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യാചിക്കാത്ത നന്മകൾ പോലുമീ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എനിക്കേകിയോനേ സ്തുതി</a:t>
            </a:r>
            <a:endParaRPr lang="en-US" sz="34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09BEA3-82D1-4B89-B3D0-3B01F7B128B4}"/>
              </a:ext>
            </a:extLst>
          </p:cNvPr>
          <p:cNvSpPr/>
          <p:nvPr/>
        </p:nvSpPr>
        <p:spPr>
          <a:xfrm>
            <a:off x="0" y="3429000"/>
            <a:ext cx="989838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Arhikkaaththa </a:t>
            </a:r>
            <a:r>
              <a:rPr lang="en-US" sz="3400" b="1" dirty="0" err="1">
                <a:solidFill>
                  <a:srgbClr val="002060"/>
                </a:solidFill>
              </a:rPr>
              <a:t>nanmakalhum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Enikkèkidum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kripaanidhey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Yaachikkaaththa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nanmakalh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pôlumee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Enikkèkiyôney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sthuthi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1C8C06-758B-41D5-8A9C-A442ABC4A9EB}"/>
              </a:ext>
            </a:extLst>
          </p:cNvPr>
          <p:cNvSpPr/>
          <p:nvPr/>
        </p:nvSpPr>
        <p:spPr>
          <a:xfrm>
            <a:off x="11140440" y="11414"/>
            <a:ext cx="1051560" cy="423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2000" b="1" dirty="0">
                <a:solidFill>
                  <a:srgbClr val="FF0000"/>
                </a:solidFill>
              </a:rPr>
              <a:t>435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B5D365-0F0B-4E6E-9418-4A7C85FF47FA}"/>
              </a:ext>
            </a:extLst>
          </p:cNvPr>
          <p:cNvSpPr/>
          <p:nvPr/>
        </p:nvSpPr>
        <p:spPr>
          <a:xfrm>
            <a:off x="0" y="12718"/>
            <a:ext cx="121920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90648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D6F410-113E-4D55-BD25-E497268B2CEB}"/>
              </a:ext>
            </a:extLst>
          </p:cNvPr>
          <p:cNvSpPr/>
          <p:nvPr/>
        </p:nvSpPr>
        <p:spPr>
          <a:xfrm>
            <a:off x="0" y="542836"/>
            <a:ext cx="12192000" cy="267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നന്ദിയോടെ ഞാൻ സ്തുതി പാടിടും</a:t>
            </a:r>
            <a:b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എന്‍റെ യേശു നാഥാ</a:t>
            </a:r>
            <a:b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എനിക്കായ് നീ ചെയ്തോരോ നന്മയ്ക്കും</a:t>
            </a:r>
            <a:b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ഇന്നു നന്ദി ചൊല്ലുന്നു ഞാൻ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09BEA3-82D1-4B89-B3D0-3B01F7B128B4}"/>
              </a:ext>
            </a:extLst>
          </p:cNvPr>
          <p:cNvSpPr/>
          <p:nvPr/>
        </p:nvSpPr>
        <p:spPr>
          <a:xfrm>
            <a:off x="0" y="342900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Nanniyodey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sthuthi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paadidum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Enikkaai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cheithoro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nanmaikkum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Innu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nanni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chollunnu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1C8C06-758B-41D5-8A9C-A442ABC4A9EB}"/>
              </a:ext>
            </a:extLst>
          </p:cNvPr>
          <p:cNvSpPr/>
          <p:nvPr/>
        </p:nvSpPr>
        <p:spPr>
          <a:xfrm>
            <a:off x="11140440" y="11414"/>
            <a:ext cx="1051560" cy="423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2000" b="1" dirty="0">
                <a:solidFill>
                  <a:srgbClr val="FF0000"/>
                </a:solidFill>
              </a:rPr>
              <a:t>435</a:t>
            </a:r>
          </a:p>
        </p:txBody>
      </p:sp>
    </p:spTree>
    <p:extLst>
      <p:ext uri="{BB962C8B-B14F-4D97-AF65-F5344CB8AC3E}">
        <p14:creationId xmlns:p14="http://schemas.microsoft.com/office/powerpoint/2010/main" val="2365241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D6F410-113E-4D55-BD25-E497268B2CEB}"/>
              </a:ext>
            </a:extLst>
          </p:cNvPr>
          <p:cNvSpPr/>
          <p:nvPr/>
        </p:nvSpPr>
        <p:spPr>
          <a:xfrm>
            <a:off x="594360" y="824366"/>
            <a:ext cx="1159764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സത്യദൈവത്തിൻ  ഏക പുത്രനായ്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നിന്നെ വിശ്വസിക്കുന്നു ഞാൻ (2)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വരും കാലം ഒക്കെയും നിൻ 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കൃപാ വരങ്ങൾ ചൊരികയെന്നിൽ</a:t>
            </a:r>
            <a:endParaRPr lang="en-US" sz="34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09BEA3-82D1-4B89-B3D0-3B01F7B128B4}"/>
              </a:ext>
            </a:extLst>
          </p:cNvPr>
          <p:cNvSpPr/>
          <p:nvPr/>
        </p:nvSpPr>
        <p:spPr>
          <a:xfrm>
            <a:off x="0" y="3429000"/>
            <a:ext cx="989838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Sathya </a:t>
            </a:r>
            <a:r>
              <a:rPr lang="en-US" sz="3400" b="1" dirty="0" err="1">
                <a:solidFill>
                  <a:srgbClr val="002060"/>
                </a:solidFill>
              </a:rPr>
              <a:t>Daivaththin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Puthranaam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Ninnil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vishwasikkunnu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njaan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Varum </a:t>
            </a:r>
            <a:r>
              <a:rPr lang="en-US" sz="3400" b="1" dirty="0" err="1">
                <a:solidFill>
                  <a:srgbClr val="002060"/>
                </a:solidFill>
              </a:rPr>
              <a:t>kaalamokkeyum</a:t>
            </a:r>
            <a:r>
              <a:rPr lang="en-US" sz="3400" b="1" dirty="0">
                <a:solidFill>
                  <a:srgbClr val="002060"/>
                </a:solidFill>
              </a:rPr>
              <a:t> Nin </a:t>
            </a:r>
            <a:r>
              <a:rPr lang="en-US" sz="3400" b="1" dirty="0" err="1">
                <a:solidFill>
                  <a:srgbClr val="002060"/>
                </a:solidFill>
              </a:rPr>
              <a:t>kripaa</a:t>
            </a:r>
            <a:r>
              <a:rPr lang="en-US" sz="3400" b="1" dirty="0">
                <a:solidFill>
                  <a:srgbClr val="002060"/>
                </a:solidFill>
              </a:rPr>
              <a:t>-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Varangalh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chorikayennil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1C8C06-758B-41D5-8A9C-A442ABC4A9EB}"/>
              </a:ext>
            </a:extLst>
          </p:cNvPr>
          <p:cNvSpPr/>
          <p:nvPr/>
        </p:nvSpPr>
        <p:spPr>
          <a:xfrm>
            <a:off x="11140440" y="11414"/>
            <a:ext cx="1051560" cy="423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2000" b="1" dirty="0">
                <a:solidFill>
                  <a:srgbClr val="FF0000"/>
                </a:solidFill>
              </a:rPr>
              <a:t>435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B5D365-0F0B-4E6E-9418-4A7C85FF47FA}"/>
              </a:ext>
            </a:extLst>
          </p:cNvPr>
          <p:cNvSpPr/>
          <p:nvPr/>
        </p:nvSpPr>
        <p:spPr>
          <a:xfrm>
            <a:off x="0" y="12718"/>
            <a:ext cx="121920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17234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D6F410-113E-4D55-BD25-E497268B2CEB}"/>
              </a:ext>
            </a:extLst>
          </p:cNvPr>
          <p:cNvSpPr/>
          <p:nvPr/>
        </p:nvSpPr>
        <p:spPr>
          <a:xfrm>
            <a:off x="0" y="542836"/>
            <a:ext cx="12192000" cy="267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നന്ദിയോടെ ഞാൻ സ്തുതി പാടിടും</a:t>
            </a:r>
            <a:b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എന്‍റെ യേശു നാഥാ</a:t>
            </a:r>
            <a:b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എനിക്കായ് നീ ചെയ്തോരോ നന്മയ്ക്കും</a:t>
            </a:r>
            <a:b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ഇന്നു നന്ദി ചൊല്ലുന്നു ഞാൻ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09BEA3-82D1-4B89-B3D0-3B01F7B128B4}"/>
              </a:ext>
            </a:extLst>
          </p:cNvPr>
          <p:cNvSpPr/>
          <p:nvPr/>
        </p:nvSpPr>
        <p:spPr>
          <a:xfrm>
            <a:off x="0" y="342900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Nanniyodey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sthuthi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paadidum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Enikkaai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cheithoro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nanmaikkum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Innu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nanni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chollunnu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1C8C06-758B-41D5-8A9C-A442ABC4A9EB}"/>
              </a:ext>
            </a:extLst>
          </p:cNvPr>
          <p:cNvSpPr/>
          <p:nvPr/>
        </p:nvSpPr>
        <p:spPr>
          <a:xfrm>
            <a:off x="11140440" y="11414"/>
            <a:ext cx="1051560" cy="423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2000" b="1" dirty="0">
                <a:solidFill>
                  <a:srgbClr val="FF0000"/>
                </a:solidFill>
              </a:rPr>
              <a:t>435</a:t>
            </a:r>
          </a:p>
        </p:txBody>
      </p:sp>
    </p:spTree>
    <p:extLst>
      <p:ext uri="{BB962C8B-B14F-4D97-AF65-F5344CB8AC3E}">
        <p14:creationId xmlns:p14="http://schemas.microsoft.com/office/powerpoint/2010/main" val="3397891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Kartika</vt:lpstr>
      <vt:lpstr>Office Theme</vt:lpstr>
      <vt:lpstr>435 നന്ദിയോടെ ഞാൻ സ്തുതി പാടിടും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Nanniyode njan sthuthi </dc:title>
  <dc:creator>Acsah Mathews</dc:creator>
  <cp:lastModifiedBy>Acsah Mathews</cp:lastModifiedBy>
  <cp:revision>2</cp:revision>
  <dcterms:created xsi:type="dcterms:W3CDTF">2018-11-29T12:55:23Z</dcterms:created>
  <dcterms:modified xsi:type="dcterms:W3CDTF">2018-11-29T12:56:52Z</dcterms:modified>
</cp:coreProperties>
</file>