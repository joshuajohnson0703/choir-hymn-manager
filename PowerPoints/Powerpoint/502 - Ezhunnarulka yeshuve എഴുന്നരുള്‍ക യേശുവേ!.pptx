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9D9D-2A93-4CB7-9DE9-D0C4F286E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0BA7A3-26C8-4403-B6BA-88107C4F3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B231C-9208-4064-81A9-57B2242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B378B-DE3E-4CAB-8632-389603DA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D42BB-0B3C-4422-A433-D2BDFBC0D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9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4EA3E-390C-45EC-A803-48959E48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8680B-018C-493A-A195-5E631C12D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F399D-CC22-4B20-84B2-321E34BB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385AA-8495-4404-98A1-2CAC09D4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2DD40-6D5C-493E-BE63-21B4CF5AE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0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4AE7-3957-496E-B31C-AD5BCCAF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A1DEA-4D38-4837-837C-2AC0601D6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0D8C-617D-469B-9E29-48B8643A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EB404-BA65-4570-8A95-618766CF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59BC-A369-4864-9B0D-602F1ECA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5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F127-1409-485D-B8F6-820B3DAD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9BE2B-1B3B-45D9-8AA6-5D975F669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A20BB-BCFC-4F2A-9FE1-47627898D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1E9D8-CDFF-4168-8CA4-40239682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7F24E-2714-4607-AD80-8994CD0A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7EFF9-AE61-483F-83D7-4602ED11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5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8A42-6365-49FF-B6B0-1F8AA684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B073A-0AA1-4B60-8992-DB735D5CE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7B9E8-25E6-4B41-B33E-643D5158C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BB380-D4A6-4A1C-BA65-A586FA7A1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2ECBB-12E1-44E6-A19E-21F19FD1A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EEB85-8834-47BF-8285-774C39F0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C226F-8CD6-4550-B8A5-4C9F7B17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05168-C98D-490D-AD8F-2E4E504F9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8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6248-552E-4816-A0AB-C54460A2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98FDD-E3E6-47CD-8354-652449267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8CF84-DB72-4875-975C-922D8973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645C0-B549-4452-9040-AEED109F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1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17C83-487A-4EAA-A235-C1FB879A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CD975-E5A1-49E6-9FBF-06B7C985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E836A-614C-456C-81EC-B5088353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1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3404E-AC8B-4AA5-8D6D-BDD3D07C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B6A6F-03C3-4FB9-8C21-2BF18DA2F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52C0F-FBCD-45A1-BACA-D356B255C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87D53-6475-4DAA-A723-CE0112A4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3D4EC-9167-4415-8528-F6A930CA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3BA70-9620-46F3-A9B8-A26376CE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1DEA-EFEA-4167-9814-A68E813A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5496F-7309-4ECF-8BF0-40333BC47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BC664-FEFB-4AA5-8E04-DAD9BFF30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F22C0-4753-4164-A137-7BDB2A41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E4B79-FE3B-42A7-BCB7-9BCE686A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035E9-B927-442C-A9EA-73B75CE0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482F-5C31-41E0-92A7-6E817420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D771B-9AA6-4238-8D5B-DAA4019BF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C4D56-82ED-48A4-9A82-A8570D49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302E5-0925-44F5-8C5B-2A3C93B7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01857-7606-4AF2-8C95-EF45001D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9EB0BC-54B3-4594-89B0-56E18AE74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2CCA9-1C64-4804-BECA-1A5EABF50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CF652-030B-40EA-BF92-167661BA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39F7A-C625-4C31-9BD0-F6BA178A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B5631-4B1B-4EBE-9773-7499EEDA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6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0DC81-1E1E-4F25-88C0-26A84818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2B64F-FA0D-46E7-9D05-A002FB3FF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9F8D0-DC9E-4D68-B52F-511A07840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6782B-18C2-4D25-977C-1D271D659E94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FA912-521E-40F2-9735-D6CB98351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53FD-0CC6-43A0-9DEA-A00F33EC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D8390-8140-4F1F-9038-DE349FFE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8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502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എഴുന്നരുള്‍ക യേശുവേ!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96749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Ezhunnarulhka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Yeshuve</a:t>
            </a:r>
            <a:r>
              <a:rPr lang="en-US" sz="4000" b="1" dirty="0">
                <a:solidFill>
                  <a:srgbClr val="002060"/>
                </a:solidFill>
              </a:rPr>
              <a:t>!</a:t>
            </a:r>
            <a:endParaRPr lang="en-US" sz="4000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A09F5F-D5C3-47C7-B885-145EEDCCC1C1}"/>
              </a:ext>
            </a:extLst>
          </p:cNvPr>
          <p:cNvSpPr/>
          <p:nvPr/>
        </p:nvSpPr>
        <p:spPr>
          <a:xfrm>
            <a:off x="1769257" y="4932947"/>
            <a:ext cx="2268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rgbClr val="C00000"/>
                </a:solidFill>
                <a:latin typeface="Calibri" panose="020F0502020204030204" pitchFamily="34" charset="0"/>
              </a:rPr>
              <a:t>(മോശവത്സലം)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2CF87-0A72-431F-95CE-FE4578C52D34}"/>
              </a:ext>
            </a:extLst>
          </p:cNvPr>
          <p:cNvSpPr/>
          <p:nvPr/>
        </p:nvSpPr>
        <p:spPr>
          <a:xfrm>
            <a:off x="8408591" y="4932947"/>
            <a:ext cx="23152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Mosha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Vatsalam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69667"/>
            <a:ext cx="12192000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എഴുന്നരുള്‍ക യേശുവേ! </a:t>
            </a: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ഇന്നു ദിവ്യ മന്ദിരേ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തുഴുന്ന നിന്‍റെ ദാസര്‍ മദ്ധ്യേ</a:t>
            </a: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ത്വരിതം നിന്‍ കൃപാസനേ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" y="3357891"/>
            <a:ext cx="12191999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Ezhunnarulhka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Yeshuve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! Innu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divya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mandire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Thozhunna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daasarmadhye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thwaritham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kripaasane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</p:spTree>
    <p:extLst>
      <p:ext uri="{BB962C8B-B14F-4D97-AF65-F5344CB8AC3E}">
        <p14:creationId xmlns:p14="http://schemas.microsoft.com/office/powerpoint/2010/main" val="226380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വഴി വെടിഞ്ഞു കാട്ടിനുള്‍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വലയും മര്‍ത്യക്കൂട്ടത്തെ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തൊഴുത്തിൽ കൂട്ടിച്ചേർത്തിടാന്‍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തുനിഞ്ഞു വന്ന നാഥനേ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Vazhi </a:t>
            </a:r>
            <a:r>
              <a:rPr lang="en-US" sz="3600" b="1" dirty="0" err="1">
                <a:solidFill>
                  <a:srgbClr val="002060"/>
                </a:solidFill>
              </a:rPr>
              <a:t>vedinju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kaattinulh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Valayam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marthyakkoottaththe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Thozhuththil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kootti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cherththidaan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Thuninju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naadhane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9585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നിനക്കു കീർത്തി യോഗ്യമേ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നിരന്തരം യേശു ദേവനേ!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വനത്തില്‍ ഓടി ഞങ്ങളെ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വരിച്ച ശ്രേഷ്ഠ പാലനെ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Ninakku </a:t>
            </a:r>
            <a:r>
              <a:rPr lang="en-US" sz="3600" b="1" dirty="0" err="1">
                <a:solidFill>
                  <a:srgbClr val="002060"/>
                </a:solidFill>
              </a:rPr>
              <a:t>keerthi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yogyame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Nirantharam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yeshu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devane</a:t>
            </a:r>
            <a:r>
              <a:rPr lang="en-US" sz="3600" b="1" dirty="0">
                <a:solidFill>
                  <a:srgbClr val="002060"/>
                </a:solidFill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Vanaththil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odi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njangalhe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Varicha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shreshta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paalane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2826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തിരുരക്ഷാ വിശേഷത്തെ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തിരിഞ്ഞു ഘോഷിച്ചീടുവാന്‍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തിരഞ്ഞെടുത്ത ശിഷ്യർക്കു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തെളിച്ചു ബോധിപ്പിച്ചു നീ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Thirurakshaa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visheshaththe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Thirinju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ghoshicheeduvan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Thiranjeduththa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shishyarkku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Thelhichu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bodhippichu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31550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ഇന്നു ദിവ്യ സേവയെ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ഏല്ക്കും നിൻറെ ദാസനി(രി)ൽ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നിന്നനുഗ്രഹങ്ങളെ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പകർന്നീടേണമേ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Innu </a:t>
            </a:r>
            <a:r>
              <a:rPr lang="en-US" sz="3600" b="1" dirty="0" err="1">
                <a:solidFill>
                  <a:srgbClr val="002060"/>
                </a:solidFill>
              </a:rPr>
              <a:t>divya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sevaye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Aelkkum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daasanil</a:t>
            </a:r>
            <a:r>
              <a:rPr lang="en-US" sz="3600" b="1" dirty="0">
                <a:solidFill>
                  <a:srgbClr val="002060"/>
                </a:solidFill>
              </a:rPr>
              <a:t> (</a:t>
            </a:r>
            <a:r>
              <a:rPr lang="en-US" sz="3600" b="1" dirty="0" err="1">
                <a:solidFill>
                  <a:srgbClr val="002060"/>
                </a:solidFill>
              </a:rPr>
              <a:t>daasaril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Ninnanugrahangalhe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Nee </a:t>
            </a:r>
            <a:r>
              <a:rPr lang="en-US" sz="3600" b="1" dirty="0" err="1">
                <a:solidFill>
                  <a:srgbClr val="002060"/>
                </a:solidFill>
              </a:rPr>
              <a:t>pakarnneedenhame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334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നീതി പൂണ്ടീ ദാസനു (രും)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ശുശ്രൂഷ ചെയ്തിടാന്‍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നാഥനേ നിന്നാവിയെ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നല്കേണം ഇന്നേരത്തില്‍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Neethi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poondee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daasanu</a:t>
            </a:r>
            <a:r>
              <a:rPr lang="en-US" sz="3600" b="1" dirty="0">
                <a:solidFill>
                  <a:srgbClr val="002060"/>
                </a:solidFill>
              </a:rPr>
              <a:t> (</a:t>
            </a:r>
            <a:r>
              <a:rPr lang="en-US" sz="3600" b="1" dirty="0" err="1">
                <a:solidFill>
                  <a:srgbClr val="002060"/>
                </a:solidFill>
              </a:rPr>
              <a:t>daasarum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shushrusha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cheythidaan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Naadhane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ninnaaviye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Nalkenham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inneraththil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2477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വാക്കു ക്രിയയാലുമേ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മർത്യർക്കുപദേശിപ്പാൻ,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കാക്കണം നിന്‍ ദാസനെ (രെ)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കര്‍ത്തനേ സല്‍ ഭക്തിയില്‍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kriyayaalume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Marthyarkkupadeshippaan</a:t>
            </a:r>
            <a:r>
              <a:rPr lang="en-US" sz="3600" b="1" dirty="0">
                <a:solidFill>
                  <a:srgbClr val="002060"/>
                </a:solidFill>
              </a:rPr>
              <a:t>,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Kakkanham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daasane</a:t>
            </a:r>
            <a:r>
              <a:rPr lang="en-US" sz="3600" b="1" dirty="0">
                <a:solidFill>
                  <a:srgbClr val="002060"/>
                </a:solidFill>
              </a:rPr>
              <a:t> (</a:t>
            </a:r>
            <a:r>
              <a:rPr lang="en-US" sz="3600" b="1" dirty="0" err="1">
                <a:solidFill>
                  <a:srgbClr val="002060"/>
                </a:solidFill>
              </a:rPr>
              <a:t>daasare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bhakthiyil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5321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എങ്ങും ദിവ്യ വേലയ്ക്കായി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ഏർപ്പെടും നിന്‍ ദാസൻ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(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ർ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)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മേല്‍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ഭംഗിയായ് നിന്‍ ദാനങ്ങൾ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ഭാഗം ചെയ്തീടേണമേ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Engum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divya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velaykkaai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Aerppedum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daasan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mel</a:t>
            </a:r>
            <a:r>
              <a:rPr lang="en-US" sz="3600" b="1" dirty="0">
                <a:solidFill>
                  <a:srgbClr val="002060"/>
                </a:solidFill>
              </a:rPr>
              <a:t> (</a:t>
            </a:r>
            <a:r>
              <a:rPr lang="en-US" sz="3600" b="1" dirty="0" err="1">
                <a:solidFill>
                  <a:srgbClr val="002060"/>
                </a:solidFill>
              </a:rPr>
              <a:t>daasar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mel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Bhangiyaai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daanangalh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Bhaagam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cheytheedenhame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8886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കൊയ്ത്തുണ്ടേറെ എങ്ങുമേ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കുറവു നല്‍ ശുശ്രൂഷക്കാർ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അയയ്ക്ക ലോകനാഥനേ!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അധികം പേരെ വേഗത്തിൽ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Koithunderhe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engume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Kurachu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shushrushakkaar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Ayaykka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loka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naadhane</a:t>
            </a:r>
            <a:r>
              <a:rPr lang="en-US" sz="3600" b="1" dirty="0">
                <a:solidFill>
                  <a:srgbClr val="002060"/>
                </a:solidFill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Adhikam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vegaththil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56115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13874" y="11517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സർവ്വലോകനാഥനേ!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സർവ്വരും നിൻ കീർത്തനം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സർവ്വകാലം പാടുവാൻ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സംഗതി ഉണ്ടാക്കുകേ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Sarvaloka-naadhane</a:t>
            </a:r>
            <a:r>
              <a:rPr lang="en-US" sz="3600" b="1" dirty="0">
                <a:solidFill>
                  <a:srgbClr val="002060"/>
                </a:solidFill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Sarvvarum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keerthanam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Sarvvakaalam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paaduvan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Sangathi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undaakkuke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40011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6943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269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Kartika</vt:lpstr>
      <vt:lpstr>Office Theme</vt:lpstr>
      <vt:lpstr>502 എഴുന്നരുള്‍ക യേശുവേ!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Ezhunnarulka yeshuve </dc:title>
  <dc:creator>Acsah Mathews</dc:creator>
  <cp:lastModifiedBy>Acsah Mathews</cp:lastModifiedBy>
  <cp:revision>2</cp:revision>
  <dcterms:created xsi:type="dcterms:W3CDTF">2018-12-03T17:08:46Z</dcterms:created>
  <dcterms:modified xsi:type="dcterms:W3CDTF">2018-12-03T17:12:26Z</dcterms:modified>
</cp:coreProperties>
</file>