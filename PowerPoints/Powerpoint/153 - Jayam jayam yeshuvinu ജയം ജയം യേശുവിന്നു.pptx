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D4C63-BAF5-4ABD-AABF-4F83BE43722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BB42A-BDEC-4992-B67E-60527B99B6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37C9D-B38E-40BF-B64D-646542E5E9C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A5A63-4A89-4E2D-A2EF-22842113F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AD287-6C24-402F-93A6-EAFB8A37C4C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CD238-F435-4B31-8504-3B6926416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93E8A-7D1D-4D57-90A8-D441537E781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3B3A3-5E43-45CE-9834-99BF6F472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3E17-94D5-41E1-B5A7-9752214C713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33851-ABF7-47DD-A381-1FCFC76624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E855F-7337-48B4-917A-6047C32D363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FA3ED-2AF8-4CBB-8A51-21C86B77E8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308AA-1961-4523-86AA-566620149E1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0365F-1EEE-49AE-9608-8A9B79C42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75960-215C-42E2-A863-A51708F1C95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B1D64-D59B-455D-8D2B-7A4A0EAD09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569FA-2620-474A-9E6C-B0F3AFA7114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F43AE-AE79-4885-B1A8-0ED79E07C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63ED4-5DF7-4554-96FB-E9D4640F8DE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56D68-06E6-4FFB-9AE7-333D0F473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A94B7-19E3-49CC-98F8-ADDD502B36C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D6CED-F01C-49D2-A025-77F840D854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F9E370-58A1-467F-943B-C3F2D96D0E2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8FA7877-04F0-46FF-A9FC-006306DECC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4CA2-1A06-4E7F-9DBD-04D06D58F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ജയം ജയം യേശുവിന്നു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6FC9D-4FC8-4E1D-AE36-ED189AB11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Jayam </a:t>
            </a:r>
            <a:r>
              <a:rPr lang="en-US" sz="4000" b="1" dirty="0" err="1">
                <a:solidFill>
                  <a:schemeClr val="tx2"/>
                </a:solidFill>
              </a:rPr>
              <a:t>jayam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Yeshuvinu</a:t>
            </a:r>
            <a:endParaRPr lang="en-US" sz="4000" dirty="0"/>
          </a:p>
          <a:p>
            <a:r>
              <a:rPr lang="en-US" sz="3600" i="1" dirty="0"/>
              <a:t>Tune: Hallelujah, He is Risen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696EA3-B7A0-4270-BD3A-59A63F4DE725}"/>
              </a:ext>
            </a:extLst>
          </p:cNvPr>
          <p:cNvSpPr/>
          <p:nvPr/>
        </p:nvSpPr>
        <p:spPr>
          <a:xfrm>
            <a:off x="2971800" y="5272642"/>
            <a:ext cx="16273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spc="-200" dirty="0">
                <a:solidFill>
                  <a:schemeClr val="accent2"/>
                </a:solidFill>
              </a:rPr>
              <a:t>(വി.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382AD-B7AF-446D-86F9-58B561528E7C}"/>
              </a:ext>
            </a:extLst>
          </p:cNvPr>
          <p:cNvSpPr/>
          <p:nvPr/>
        </p:nvSpPr>
        <p:spPr>
          <a:xfrm>
            <a:off x="8587014" y="5272642"/>
            <a:ext cx="1385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587762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18872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ജയം യേശുവിന്നു ദിവ്യരക്ഷകൻ ഇതാ!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ചാവിൻ കല്ലറയിൽനിന്നു ഉയിർത്തു ഹല്ലേലുയ്യാ!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ithaa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fi-FI" sz="3400" b="1" dirty="0">
                <a:solidFill>
                  <a:schemeClr val="tx2"/>
                </a:solidFill>
                <a:latin typeface="+mn-lt"/>
              </a:rPr>
              <a:t>Chaavin kallarayil ninnu uyirththu halleluyyah 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18872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ചത്ത കർമ്മങ്ങളിൽ നിന്നും യേശു നമ്മെ രക്ഷിച്ചു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നമ്മിൽ ജീവിക്കുന്നതിനു  തന്നെത്താൻ പ്രതിഷ്ഠിച്ചു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Chaththa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karmangalhil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rakshichchu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jeevikkunnathinu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prathishtichchu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439015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18872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മൃത്യുവിൻ ഭയങ്കരത്വം നീങ്ങി തൻ ഉയിർപ്പിനാൽ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നിത്യജീവന്‍റെ ഇമ്പങ്ങൾ വന്നു സുവിശേഷത്താൽ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Mruthyuvin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bhayankarathwam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uyirppinaal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imbangalh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suvisheshaththaal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35188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18872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മണ്മയമാം ഈ ശരീരം ആത്മ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മയമാകുവാൻ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കാഹളം ധ്വനിക്കുന്നേരം കൽപ്പിച്ചീടും രക്ഷകൻ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Manhmayamaam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shareeram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mayamaakuvaan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dhwanikkunnéram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kalppichcheedum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600281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143000"/>
            <a:ext cx="118872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നെടുവീർപ്പും കണ്ണുനീരും ദുഃഖവും വിലാപവും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നൊടിനേരംകൊണ്ടു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തീരും പിന്നെയില്ല ശാപവും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Neduveerppum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Dukhavum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vilaapavum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Nodi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nèramkondu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Pinneyilla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shaapavum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90014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143000"/>
            <a:ext cx="12166600" cy="1138773"/>
          </a:xfrm>
        </p:spPr>
        <p:txBody>
          <a:bodyPr anchor="t"/>
          <a:lstStyle/>
          <a:p>
            <a:pPr algn="l" defTabSz="3429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ജീവനുള്ള രക്ഷിതാവിൻ കൂടെ നാമും ജീവിക്കും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എന്നെന്നേക്കും തൻപിതാവിൻ രാജ്യത്തിൽ ആനന്ദിക്കും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741EF-0B39-4921-8E90-F905D2CD98CD}"/>
              </a:ext>
            </a:extLst>
          </p:cNvPr>
          <p:cNvSpPr/>
          <p:nvPr/>
        </p:nvSpPr>
        <p:spPr>
          <a:xfrm>
            <a:off x="25400" y="231566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ദായകാ!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ജയം ജയം ഹല്ലേലുയ്യാ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വാഴ്ക ജീവനായകാ!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6197E-72D8-4ECD-B7F8-68C26B2BB3A8}"/>
              </a:ext>
            </a:extLst>
          </p:cNvPr>
          <p:cNvSpPr/>
          <p:nvPr/>
        </p:nvSpPr>
        <p:spPr>
          <a:xfrm>
            <a:off x="304800" y="3733800"/>
            <a:ext cx="11887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Rakshithaavin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jeevikkum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Ennennekum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Pithaavin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aanandikkum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83914-4AA6-4585-B789-E7194BDBC8FE}"/>
              </a:ext>
            </a:extLst>
          </p:cNvPr>
          <p:cNvSpPr/>
          <p:nvPr/>
        </p:nvSpPr>
        <p:spPr>
          <a:xfrm>
            <a:off x="0" y="489374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daayakaa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  <a:p>
            <a:pPr algn="ctr"/>
            <a:r>
              <a:rPr lang="en-US" sz="3400" b="1" dirty="0">
                <a:solidFill>
                  <a:schemeClr val="accent1"/>
                </a:solidFill>
                <a:latin typeface="+mn-lt"/>
              </a:rPr>
              <a:t>Jayam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halleluyyah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Vaazhka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/>
                </a:solidFill>
                <a:latin typeface="+mn-lt"/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AFDD6-D327-4CB6-8EB8-B4B1FAEF0756}"/>
              </a:ext>
            </a:extLst>
          </p:cNvPr>
          <p:cNvSpPr/>
          <p:nvPr/>
        </p:nvSpPr>
        <p:spPr>
          <a:xfrm>
            <a:off x="0" y="45922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13369-ABEC-4EA0-B32E-09F897E96E8C}"/>
              </a:ext>
            </a:extLst>
          </p:cNvPr>
          <p:cNvSpPr/>
          <p:nvPr/>
        </p:nvSpPr>
        <p:spPr>
          <a:xfrm>
            <a:off x="10728138" y="3444422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spc="-200" dirty="0"/>
              <a:t>(വി. നാഗൽ)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ADFBA-DFBD-43E2-B06E-2C61453503A6}"/>
              </a:ext>
            </a:extLst>
          </p:cNvPr>
          <p:cNvSpPr/>
          <p:nvPr/>
        </p:nvSpPr>
        <p:spPr>
          <a:xfrm>
            <a:off x="10094952" y="6214106"/>
            <a:ext cx="1266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(V. </a:t>
            </a:r>
            <a:r>
              <a:rPr lang="en-US" dirty="0" err="1">
                <a:solidFill>
                  <a:srgbClr val="000000"/>
                </a:solidFill>
              </a:rPr>
              <a:t>Nagal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998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280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153 ജയം ജയം യേശുവിന്നു</vt:lpstr>
      <vt:lpstr>ജയം ജയം യേശുവിന്നു ദിവ്യരക്ഷകൻ ഇതാ!  ചാവിൻ കല്ലറയിൽനിന്നു ഉയിർത്തു ഹല്ലേലുയ്യാ!    </vt:lpstr>
      <vt:lpstr>ചത്ത കർമ്മങ്ങളിൽ നിന്നും യേശു നമ്മെ രക്ഷിച്ചു  നമ്മിൽ ജീവിക്കുന്നതിനു  തന്നെത്താൻ പ്രതിഷ്ഠിച്ചു</vt:lpstr>
      <vt:lpstr>മൃത്യുവിൻ ഭയങ്കരത്വം നീങ്ങി തൻ ഉയിർപ്പിനാൽ  നിത്യജീവന്‍റെ ഇമ്പങ്ങൾ വന്നു സുവിശേഷത്താൽ</vt:lpstr>
      <vt:lpstr>മണ്മയമാം ഈ ശരീരം ആത്മ മയമാകുവാൻ  കാഹളം ധ്വനിക്കുന്നേരം കൽപ്പിച്ചീടും രക്ഷകൻ</vt:lpstr>
      <vt:lpstr>നെടുവീർപ്പും കണ്ണുനീരും ദുഃഖവും വിലാപവും നൊടിനേരംകൊണ്ടു തീരും പിന്നെയില്ല ശാപവും</vt:lpstr>
      <vt:lpstr>ജീവനുള്ള രക്ഷിതാവിൻ കൂടെ നാമും ജീവിക്കും  എന്നെന്നേക്കും തൻപിതാവിൻ രാജ്യത്തിൽ ആനന്ദിക്കും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Jayam jayam yeshuvinu</dc:title>
  <dc:creator>Digital Input:;GM JOHN</dc:creator>
  <cp:lastModifiedBy>Acsah Mathews</cp:lastModifiedBy>
  <cp:revision>257</cp:revision>
  <dcterms:created xsi:type="dcterms:W3CDTF">2013-04-19T09:19:07Z</dcterms:created>
  <dcterms:modified xsi:type="dcterms:W3CDTF">2018-11-06T15:09:23Z</dcterms:modified>
</cp:coreProperties>
</file>