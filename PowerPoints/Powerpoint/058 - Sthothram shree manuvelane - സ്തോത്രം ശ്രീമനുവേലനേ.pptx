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2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E9E75-73BD-4B7F-BDA9-FD3E8F79ABB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54157-D613-421E-BF9C-F598658D64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852BD9-0F64-4EB5-A9B5-1A24F84EE98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90574-1A65-442A-8C56-894A983B6B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01E33-7865-41C0-8C20-709BAF40658B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75E3C-25FF-436D-9B7D-9806255DB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348E41-9A47-41EE-8D32-026FC25C7A8B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370FAA-5F05-452B-BDA2-CFE873175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EF5C8-CC68-4002-83DE-1C57E34BBC7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1FE031-574F-411B-A7A6-B034A5258E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F7430-A5DC-463F-A984-7B9C1A381B5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2BD35-850D-4FA6-906A-E75FDBB176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AECC7-9156-4C2B-A1A2-B5AD15734373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D9EEA-56B2-4DE7-920D-350042D4C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1E8C4-33FE-4167-9137-0C11B13A0D1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8BF29-5492-49A4-9986-E2B0C68816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0B711-0BA7-4835-85C3-E034ED408DE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53546-D312-43DF-A108-58C6641D4C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312EA5-B54A-4DA6-906C-55F5094CA7CE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488DD6-0F38-47E8-910D-14DBFF971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E2C75-CE66-4FB4-92AC-3DCCCAC2454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E5601F-F1A8-4499-A51C-C5F4063BA5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A9EAAF3-0338-4E5F-8D0E-8A756929EFCD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3BD3031-1A4D-4CA0-9E2D-41B3301DA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8729-1525-4989-9A3F-BAD11C251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58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സ്തോത്രം ശ്രീ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മനുവേലനേ!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F19EC-8A76-4231-B441-18B1BC9FF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Sthothram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shree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manuvelaney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3271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99066"/>
            <a:ext cx="12192000" cy="1143000"/>
          </a:xfrm>
        </p:spPr>
        <p:txBody>
          <a:bodyPr anchor="t"/>
          <a:lstStyle/>
          <a:p>
            <a:pPr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ശ്രീമനുവേലനേ!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ജീവനേ-മഹേശനെ!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4945C-603E-43AA-9135-80BC9CBC5C72}"/>
              </a:ext>
            </a:extLst>
          </p:cNvPr>
          <p:cNvSpPr/>
          <p:nvPr/>
        </p:nvSpPr>
        <p:spPr>
          <a:xfrm>
            <a:off x="0" y="1802578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പാര്‍ത്തലത്തില്‍-പരിശ്രയമായ്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പാരില്‍ വന്ന നാഥനേ!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മഹേശനെ-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CED35-1174-4183-A7E3-83E9E1185220}"/>
              </a:ext>
            </a:extLst>
          </p:cNvPr>
          <p:cNvSpPr/>
          <p:nvPr/>
        </p:nvSpPr>
        <p:spPr>
          <a:xfrm>
            <a:off x="0" y="3803217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5035D-82EE-4785-AAA9-AFD712D288BF}"/>
              </a:ext>
            </a:extLst>
          </p:cNvPr>
          <p:cNvSpPr/>
          <p:nvPr/>
        </p:nvSpPr>
        <p:spPr>
          <a:xfrm>
            <a:off x="0" y="4994207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Paarthalaththil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parishrayamaai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4945C-603E-43AA-9135-80BC9CBC5C72}"/>
              </a:ext>
            </a:extLst>
          </p:cNvPr>
          <p:cNvSpPr/>
          <p:nvPr/>
        </p:nvSpPr>
        <p:spPr>
          <a:xfrm>
            <a:off x="0" y="7620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ആദിപിതാ-വോതിയതാം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ആദിവേദ നാദമേ!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മമ- ജീവനേ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മഹേശനെ!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CED35-1174-4183-A7E3-83E9E1185220}"/>
              </a:ext>
            </a:extLst>
          </p:cNvPr>
          <p:cNvSpPr/>
          <p:nvPr/>
        </p:nvSpPr>
        <p:spPr>
          <a:xfrm>
            <a:off x="-16042" y="564521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5035D-82EE-4785-AAA9-AFD712D288BF}"/>
              </a:ext>
            </a:extLst>
          </p:cNvPr>
          <p:cNvSpPr/>
          <p:nvPr/>
        </p:nvSpPr>
        <p:spPr>
          <a:xfrm>
            <a:off x="0" y="407555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	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Aadipithaa-vothiyathaam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	 Aadi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	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BD676F0-5094-4FF3-B2DD-A6E1C1AB6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45432"/>
            <a:ext cx="12192000" cy="1143000"/>
          </a:xfrm>
        </p:spPr>
        <p:txBody>
          <a:bodyPr anchor="t"/>
          <a:lstStyle/>
          <a:p>
            <a:pPr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ശ്രീമനുവേലനേ!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ജീവനേ-മഹേശനെ!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08827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4945C-603E-43AA-9135-80BC9CBC5C72}"/>
              </a:ext>
            </a:extLst>
          </p:cNvPr>
          <p:cNvSpPr/>
          <p:nvPr/>
        </p:nvSpPr>
        <p:spPr>
          <a:xfrm>
            <a:off x="0" y="7620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3	</a:t>
            </a:r>
            <a:r>
              <a:rPr lang="ml-IN" sz="3200" b="1" dirty="0"/>
              <a:t>മാനവ സ</a:t>
            </a:r>
            <a:r>
              <a:rPr lang="en-US" sz="3200" b="1" dirty="0"/>
              <a:t> </a:t>
            </a:r>
            <a:r>
              <a:rPr lang="ml-IN" sz="3200" b="1" dirty="0"/>
              <a:t>മ്മാനിതനേ!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മാനനീയരൂപനേ! </a:t>
            </a:r>
            <a:endParaRPr lang="en-US" sz="3200" b="1" dirty="0"/>
          </a:p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മമ- ജീവനേ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മഹേശനെ!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CED35-1174-4183-A7E3-83E9E1185220}"/>
              </a:ext>
            </a:extLst>
          </p:cNvPr>
          <p:cNvSpPr/>
          <p:nvPr/>
        </p:nvSpPr>
        <p:spPr>
          <a:xfrm>
            <a:off x="-16042" y="564521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5035D-82EE-4785-AAA9-AFD712D288BF}"/>
              </a:ext>
            </a:extLst>
          </p:cNvPr>
          <p:cNvSpPr/>
          <p:nvPr/>
        </p:nvSpPr>
        <p:spPr>
          <a:xfrm>
            <a:off x="0" y="407555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	Maanavasammanithane!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Maananeeya roopane!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Mama jeevane! Maheshane!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BD676F0-5094-4FF3-B2DD-A6E1C1AB6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45432"/>
            <a:ext cx="12192000" cy="1143000"/>
          </a:xfrm>
        </p:spPr>
        <p:txBody>
          <a:bodyPr anchor="t"/>
          <a:lstStyle/>
          <a:p>
            <a:pPr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ശ്രീമനുവേലനേ!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ജീവനേ-മഹേശനെ!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61926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4945C-603E-43AA-9135-80BC9CBC5C72}"/>
              </a:ext>
            </a:extLst>
          </p:cNvPr>
          <p:cNvSpPr/>
          <p:nvPr/>
        </p:nvSpPr>
        <p:spPr>
          <a:xfrm>
            <a:off x="0" y="7620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4	</a:t>
            </a:r>
            <a:r>
              <a:rPr lang="ml-IN" sz="3200" b="1" dirty="0"/>
              <a:t>സാദരമാ-ദൂതഗണം</a:t>
            </a:r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	</a:t>
            </a:r>
            <a:r>
              <a:rPr lang="ml-IN" sz="3200" b="1" dirty="0"/>
              <a:t>ഗീതം പാടി വാഴ്ത്തീടും </a:t>
            </a:r>
            <a:endParaRPr lang="en-US" sz="3200" b="1" dirty="0"/>
          </a:p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മമ- ജീവനേ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മഹേശനെ!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CED35-1174-4183-A7E3-83E9E1185220}"/>
              </a:ext>
            </a:extLst>
          </p:cNvPr>
          <p:cNvSpPr/>
          <p:nvPr/>
        </p:nvSpPr>
        <p:spPr>
          <a:xfrm>
            <a:off x="-16042" y="564521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5035D-82EE-4785-AAA9-AFD712D288BF}"/>
              </a:ext>
            </a:extLst>
          </p:cNvPr>
          <p:cNvSpPr/>
          <p:nvPr/>
        </p:nvSpPr>
        <p:spPr>
          <a:xfrm>
            <a:off x="0" y="407555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	Saadaramo - doothaganam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Geetham paadi vaazhtheedum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Mama jeevane! Maheshane!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BD676F0-5094-4FF3-B2DD-A6E1C1AB6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45432"/>
            <a:ext cx="12192000" cy="1143000"/>
          </a:xfrm>
        </p:spPr>
        <p:txBody>
          <a:bodyPr anchor="t"/>
          <a:lstStyle/>
          <a:p>
            <a:pPr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ശ്രീമനുവേലനേ!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ജീവനേ-മഹേശനെ!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48779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4945C-603E-43AA-9135-80BC9CBC5C72}"/>
              </a:ext>
            </a:extLst>
          </p:cNvPr>
          <p:cNvSpPr/>
          <p:nvPr/>
        </p:nvSpPr>
        <p:spPr>
          <a:xfrm>
            <a:off x="0" y="7620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5	</a:t>
            </a:r>
            <a:r>
              <a:rPr lang="ml-IN" sz="3200" b="1" dirty="0"/>
              <a:t>ജീവകൃപാ-ജലം ചൊരിയും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ജീവ സാര മേഘമേ</a:t>
            </a:r>
            <a:endParaRPr lang="en-US" sz="3200" b="1" dirty="0"/>
          </a:p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മമ- ജീവനേ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മഹേശനെ!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CED35-1174-4183-A7E3-83E9E1185220}"/>
              </a:ext>
            </a:extLst>
          </p:cNvPr>
          <p:cNvSpPr/>
          <p:nvPr/>
        </p:nvSpPr>
        <p:spPr>
          <a:xfrm>
            <a:off x="-16042" y="564521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5035D-82EE-4785-AAA9-AFD712D288BF}"/>
              </a:ext>
            </a:extLst>
          </p:cNvPr>
          <p:cNvSpPr/>
          <p:nvPr/>
        </p:nvSpPr>
        <p:spPr>
          <a:xfrm>
            <a:off x="0" y="407555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	Jeevakrupaa - jalam choriyum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Jeevasaara meghame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Mama jeevane! Maheshane!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BD676F0-5094-4FF3-B2DD-A6E1C1AB6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45432"/>
            <a:ext cx="12192000" cy="1143000"/>
          </a:xfrm>
        </p:spPr>
        <p:txBody>
          <a:bodyPr anchor="t"/>
          <a:lstStyle/>
          <a:p>
            <a:pPr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ശ്രീമനുവേലനേ!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ജീവനേ-മഹേശനെ!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24756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4945C-603E-43AA-9135-80BC9CBC5C72}"/>
              </a:ext>
            </a:extLst>
          </p:cNvPr>
          <p:cNvSpPr/>
          <p:nvPr/>
        </p:nvSpPr>
        <p:spPr>
          <a:xfrm>
            <a:off x="0" y="7620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സ്വന്തരക്തം-ചിന്തിയെന്നെ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ഹന്തവീണ്ടെടുത്തതാല്‍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മമ- ജീവനേ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മഹേശനെ!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CED35-1174-4183-A7E3-83E9E1185220}"/>
              </a:ext>
            </a:extLst>
          </p:cNvPr>
          <p:cNvSpPr/>
          <p:nvPr/>
        </p:nvSpPr>
        <p:spPr>
          <a:xfrm>
            <a:off x="-16042" y="564521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5035D-82EE-4785-AAA9-AFD712D288BF}"/>
              </a:ext>
            </a:extLst>
          </p:cNvPr>
          <p:cNvSpPr/>
          <p:nvPr/>
        </p:nvSpPr>
        <p:spPr>
          <a:xfrm>
            <a:off x="0" y="407555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	Swantha raktham chinthiyenne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Hantha veendeduththathaal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Mama jeevane! Maheshane!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BD676F0-5094-4FF3-B2DD-A6E1C1AB6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45432"/>
            <a:ext cx="12192000" cy="1143000"/>
          </a:xfrm>
        </p:spPr>
        <p:txBody>
          <a:bodyPr anchor="t"/>
          <a:lstStyle/>
          <a:p>
            <a:pPr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ശ്രീമനുവേലനേ!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ജീവനേ-മഹേശനെ!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53882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4945C-603E-43AA-9135-80BC9CBC5C72}"/>
              </a:ext>
            </a:extLst>
          </p:cNvPr>
          <p:cNvSpPr/>
          <p:nvPr/>
        </p:nvSpPr>
        <p:spPr>
          <a:xfrm>
            <a:off x="0" y="7620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മര്‍ത്യജനാം ഭൃത്യനു നിൻ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ജീവനേകിയ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മമ- ജീവനേ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മഹേശനെ!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CED35-1174-4183-A7E3-83E9E1185220}"/>
              </a:ext>
            </a:extLst>
          </p:cNvPr>
          <p:cNvSpPr/>
          <p:nvPr/>
        </p:nvSpPr>
        <p:spPr>
          <a:xfrm>
            <a:off x="-16042" y="564521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5035D-82EE-4785-AAA9-AFD712D288BF}"/>
              </a:ext>
            </a:extLst>
          </p:cNvPr>
          <p:cNvSpPr/>
          <p:nvPr/>
        </p:nvSpPr>
        <p:spPr>
          <a:xfrm>
            <a:off x="0" y="407555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	Marthyajanaam bhrithyanu nin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Nithya jeevanekiya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Mama jeevane! Maheshane!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BD676F0-5094-4FF3-B2DD-A6E1C1AB6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45432"/>
            <a:ext cx="12192000" cy="1143000"/>
          </a:xfrm>
        </p:spPr>
        <p:txBody>
          <a:bodyPr anchor="t"/>
          <a:lstStyle/>
          <a:p>
            <a:pPr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ശ്രീമനുവേലനേ!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ജീവനേ-മഹേശനെ!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01063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4945C-603E-43AA-9135-80BC9CBC5C72}"/>
              </a:ext>
            </a:extLst>
          </p:cNvPr>
          <p:cNvSpPr/>
          <p:nvPr/>
        </p:nvSpPr>
        <p:spPr>
          <a:xfrm>
            <a:off x="0" y="7620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ml-IN" sz="3200" b="1" dirty="0"/>
              <a:t>രാജസുതാ</a:t>
            </a:r>
            <a:r>
              <a:rPr lang="en-US" sz="3200" b="1" dirty="0"/>
              <a:t>! </a:t>
            </a:r>
            <a:r>
              <a:rPr lang="ml-IN" sz="3200" b="1" dirty="0"/>
              <a:t>പൂജിതനേ!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രാജരാജനേശുവേ!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മമ- ജീവനേ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മഹേശനെ!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CED35-1174-4183-A7E3-83E9E1185220}"/>
              </a:ext>
            </a:extLst>
          </p:cNvPr>
          <p:cNvSpPr/>
          <p:nvPr/>
        </p:nvSpPr>
        <p:spPr>
          <a:xfrm>
            <a:off x="-16042" y="564521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5035D-82EE-4785-AAA9-AFD712D288BF}"/>
              </a:ext>
            </a:extLst>
          </p:cNvPr>
          <p:cNvSpPr/>
          <p:nvPr/>
        </p:nvSpPr>
        <p:spPr>
          <a:xfrm>
            <a:off x="0" y="407555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8	Raajasuthaa! Poojithane!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Raaja raajaneshuve!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Mama jeevane! Maheshane!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BD676F0-5094-4FF3-B2DD-A6E1C1AB6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45432"/>
            <a:ext cx="12192000" cy="1143000"/>
          </a:xfrm>
        </p:spPr>
        <p:txBody>
          <a:bodyPr anchor="t"/>
          <a:lstStyle/>
          <a:p>
            <a:pPr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ശ്രീമനുവേലനേ!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ജീവനേ-മഹേശനെ!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45298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4945C-603E-43AA-9135-80BC9CBC5C72}"/>
              </a:ext>
            </a:extLst>
          </p:cNvPr>
          <p:cNvSpPr/>
          <p:nvPr/>
        </p:nvSpPr>
        <p:spPr>
          <a:xfrm>
            <a:off x="0" y="7620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9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താവകമാം-നാമ മഹോ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ഭാവനീയമാം സദാ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മമ- ജീവനേ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മഹേശനെ!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CED35-1174-4183-A7E3-83E9E1185220}"/>
              </a:ext>
            </a:extLst>
          </p:cNvPr>
          <p:cNvSpPr/>
          <p:nvPr/>
        </p:nvSpPr>
        <p:spPr>
          <a:xfrm>
            <a:off x="-16042" y="564521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5035D-82EE-4785-AAA9-AFD712D288BF}"/>
              </a:ext>
            </a:extLst>
          </p:cNvPr>
          <p:cNvSpPr/>
          <p:nvPr/>
        </p:nvSpPr>
        <p:spPr>
          <a:xfrm>
            <a:off x="0" y="4075552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9	Thaavakamaam - naamamaho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Bhaavaneeyamaam sadaa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Mama jeevane! Maheshane!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BD676F0-5094-4FF3-B2DD-A6E1C1AB6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45432"/>
            <a:ext cx="12192000" cy="1143000"/>
          </a:xfrm>
        </p:spPr>
        <p:txBody>
          <a:bodyPr anchor="t"/>
          <a:lstStyle/>
          <a:p>
            <a:pPr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ശ്രീമനുവേലനേ!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മമ ജീവനേ-മഹേശനെ!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EAF40A-F0CA-4078-A1B4-ABFB589443B4}"/>
              </a:ext>
            </a:extLst>
          </p:cNvPr>
          <p:cNvSpPr/>
          <p:nvPr/>
        </p:nvSpPr>
        <p:spPr>
          <a:xfrm>
            <a:off x="9073648" y="3403766"/>
            <a:ext cx="28456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  <a:t>(കെ. വി</a:t>
            </a:r>
            <a: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  <a:t>. </a:t>
            </a:r>
            <a:r>
              <a:rPr lang="ml-IN" sz="2000" dirty="0">
                <a:latin typeface="Kartika" panose="02020503030404060203" pitchFamily="18" charset="0"/>
                <a:cs typeface="Kartika" panose="02020503030404060203" pitchFamily="18" charset="0"/>
              </a:rPr>
              <a:t>സൈമൺ</a:t>
            </a:r>
            <a: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  <a:t>) </a:t>
            </a:r>
            <a:endParaRPr lang="en-US" sz="2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0EE0F3-CF48-4383-8D5B-4DAE8EF2C8EC}"/>
              </a:ext>
            </a:extLst>
          </p:cNvPr>
          <p:cNvSpPr/>
          <p:nvPr/>
        </p:nvSpPr>
        <p:spPr>
          <a:xfrm>
            <a:off x="9760694" y="6329035"/>
            <a:ext cx="1471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(K.V. Simon)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4773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175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58 സ്തോത്രം ശ്രീ മനുവേലനേ!</vt:lpstr>
      <vt:lpstr>സ്തോത്രം ശ്രീമനുവേലനേ! മമ ജീവനേ-മഹേശനെ!</vt:lpstr>
      <vt:lpstr>സ്തോത്രം ശ്രീമനുവേലനേ! മമ ജീവനേ-മഹേശനെ!</vt:lpstr>
      <vt:lpstr>സ്തോത്രം ശ്രീമനുവേലനേ! മമ ജീവനേ-മഹേശനെ!</vt:lpstr>
      <vt:lpstr>സ്തോത്രം ശ്രീമനുവേലനേ! മമ ജീവനേ-മഹേശനെ!</vt:lpstr>
      <vt:lpstr>സ്തോത്രം ശ്രീമനുവേലനേ! മമ ജീവനേ-മഹേശനെ!</vt:lpstr>
      <vt:lpstr>സ്തോത്രം ശ്രീമനുവേലനേ! മമ ജീവനേ-മഹേശനെ!</vt:lpstr>
      <vt:lpstr>സ്തോത്രം ശ്രീമനുവേലനേ! മമ ജീവനേ-മഹേശനെ!</vt:lpstr>
      <vt:lpstr>സ്തോത്രം ശ്രീമനുവേലനേ! മമ ജീവനേ-മഹേശനെ!</vt:lpstr>
      <vt:lpstr>സ്തോത്രം ശ്രീമനുവേലനേ! മമ ജീവനേ-മഹേശനെ!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Sthothram shree manuvelane</dc:title>
  <dc:creator>Digital Input:;GM JOHN</dc:creator>
  <cp:lastModifiedBy>Acsah Mathews</cp:lastModifiedBy>
  <cp:revision>245</cp:revision>
  <dcterms:created xsi:type="dcterms:W3CDTF">2013-04-19T09:19:07Z</dcterms:created>
  <dcterms:modified xsi:type="dcterms:W3CDTF">2018-10-29T17:06:14Z</dcterms:modified>
</cp:coreProperties>
</file>