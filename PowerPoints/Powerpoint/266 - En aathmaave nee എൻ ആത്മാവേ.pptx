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70" r:id="rId3"/>
    <p:sldId id="275" r:id="rId4"/>
    <p:sldId id="276" r:id="rId5"/>
    <p:sldId id="282" r:id="rId6"/>
    <p:sldId id="277" r:id="rId7"/>
    <p:sldId id="283" r:id="rId8"/>
    <p:sldId id="278" r:id="rId9"/>
    <p:sldId id="284" r:id="rId10"/>
    <p:sldId id="279" r:id="rId11"/>
    <p:sldId id="285" r:id="rId12"/>
    <p:sldId id="280" r:id="rId13"/>
    <p:sldId id="286" r:id="rId14"/>
    <p:sldId id="281" r:id="rId15"/>
    <p:sldId id="287" r:id="rId1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793451-EA2A-4E30-8246-0037C0BA911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CD4A42-3F57-4953-8364-5F70F84C68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EBFDE-1ECE-49D3-9A79-E3BB026DDB8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1B33E-7B9E-40CD-938C-22E8BA9CC3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EF285-F839-444E-9261-1A382A7DAA9F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40E6A-6E74-4CF8-9713-ED39F3F44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060FF6-092D-4178-9A0F-6EED1E1585E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1A7F7-24D2-4F3E-9519-96A4FE9EF8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AEEE09-9FEF-4730-954A-29EEDB73DF9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4F11D-5707-42B7-B41B-9D17F84713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CB1AE-5B2B-4DD2-94B6-FB807B0CA90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EAB76-8A60-4249-859D-60A3BFA9B2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607463-9B35-4ED2-A9E2-A5C30BC6AFD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37990-F68F-451F-819A-3FD40E9D44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95B36-995C-47EC-96A9-E17495F49044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05D08-D1A9-44EF-BE57-7673C5A6A3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A37FAD-AE89-4EF7-8946-84C35625B16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CC794-5A8F-4B2F-BD57-B0F7388A21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15CA96-491C-4EA2-8E93-5AE1FDDBFBF6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BD31E-9CA8-4BA5-9F33-0228FA59BC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DC7DA-FE84-4AF6-B111-F0176F70F02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52F64-982E-4982-A035-5C7D0FB32C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C91C01B-29AF-4E51-A0C2-D4BF489A679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2208DB4-7262-4010-89D0-EE3A0A8197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A8B7D-CB61-4CE8-9992-2BD29DB5DF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266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എൻ ആത്മാവേ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54370E-44C4-4957-BDEF-1082245A1A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En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aathmaavey</a:t>
            </a:r>
            <a:endParaRPr lang="en-US" sz="4000" dirty="0"/>
          </a:p>
          <a:p>
            <a:r>
              <a:rPr lang="en-US" i="1" dirty="0"/>
              <a:t>Tune: O Weary Heart There is </a:t>
            </a:r>
          </a:p>
        </p:txBody>
      </p:sp>
    </p:spTree>
    <p:extLst>
      <p:ext uri="{BB962C8B-B14F-4D97-AF65-F5344CB8AC3E}">
        <p14:creationId xmlns:p14="http://schemas.microsoft.com/office/powerpoint/2010/main" val="123859796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100554"/>
            <a:ext cx="11811000" cy="26670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ആത്മാവേ നീ ദുഃഖത്താൽ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വിഷാദിക്കുന്നതെന്തിന്നായ്?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വന്നിടും വീണ്ടെടുപ്പിൻ നാൾ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കാത്തിടുക കർത്താവിന്നായ്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467B4-9167-4247-8903-95BB034815B3}"/>
              </a:ext>
            </a:extLst>
          </p:cNvPr>
          <p:cNvSpPr/>
          <p:nvPr/>
        </p:nvSpPr>
        <p:spPr>
          <a:xfrm>
            <a:off x="381000" y="3767554"/>
            <a:ext cx="10363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dukhaththaal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Vishaadikkunnathenthinaai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veendeduppin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Kaaththiduka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Karthaavinaai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AE82C-F557-4DD0-BD47-A627257E6F06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0554"/>
            <a:ext cx="12192000" cy="2176046"/>
          </a:xfrm>
        </p:spPr>
        <p:txBody>
          <a:bodyPr anchor="t"/>
          <a:lstStyle/>
          <a:p>
            <a:pPr defTabSz="463550">
              <a:lnSpc>
                <a:spcPct val="130000"/>
              </a:lnSpc>
              <a:defRPr/>
            </a:pP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കാത്തിരിക്ക കർത്താവിന്നായ് </a:t>
            </a:r>
            <a:b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നീ കാത്തിരിക്ക കർത്താവിന്നായ്</a:t>
            </a:r>
            <a:b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കർത്താവിന്നായ് എപ്പോഴും</a:t>
            </a:r>
            <a:r>
              <a:rPr lang="en-US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കാത്തിരിക്ക</a:t>
            </a:r>
            <a:endParaRPr lang="en-US" sz="3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467B4-9167-4247-8903-95BB034815B3}"/>
              </a:ext>
            </a:extLst>
          </p:cNvPr>
          <p:cNvSpPr/>
          <p:nvPr/>
        </p:nvSpPr>
        <p:spPr>
          <a:xfrm>
            <a:off x="0" y="3767554"/>
            <a:ext cx="12192000" cy="23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Nee kaaththirikka Karthaavinaai</a:t>
            </a:r>
          </a:p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Nee kaaththirikka Karthaavinaai</a:t>
            </a:r>
          </a:p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Karththaavinaai eppozhum kaaththirikka</a:t>
            </a:r>
            <a:endParaRPr lang="en-US" sz="38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288208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100554"/>
            <a:ext cx="11811000" cy="26670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നിൻസ്നേഹപ്രയത്ന മെല്ലാം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വൃഥാവിൽ എന്നു തോന്നിയാൽ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 ഓർത്തുകൊൾ തൻ വാഗ്ദത്തം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കണ്ടീടും നീയും കൊയ്ത്തിൻ നാൾ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467B4-9167-4247-8903-95BB034815B3}"/>
              </a:ext>
            </a:extLst>
          </p:cNvPr>
          <p:cNvSpPr/>
          <p:nvPr/>
        </p:nvSpPr>
        <p:spPr>
          <a:xfrm>
            <a:off x="381000" y="3767554"/>
            <a:ext cx="10363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prayathnamellaam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Vruthaavil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thônniyaal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ôrthukolh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vaagdaththam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koiththin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AE82C-F557-4DD0-BD47-A627257E6F06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9913572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0554"/>
            <a:ext cx="12192000" cy="2176046"/>
          </a:xfrm>
        </p:spPr>
        <p:txBody>
          <a:bodyPr anchor="t"/>
          <a:lstStyle/>
          <a:p>
            <a:pPr defTabSz="463550">
              <a:lnSpc>
                <a:spcPct val="130000"/>
              </a:lnSpc>
              <a:defRPr/>
            </a:pP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കാത്തിരിക്ക കർത്താവിന്നായ് </a:t>
            </a:r>
            <a:b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നീ കാത്തിരിക്ക കർത്താവിന്നായ്</a:t>
            </a:r>
            <a:b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കർത്താവിന്നായ് എപ്പോഴും</a:t>
            </a:r>
            <a:r>
              <a:rPr lang="en-US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കാത്തിരിക്ക</a:t>
            </a:r>
            <a:endParaRPr lang="en-US" sz="3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467B4-9167-4247-8903-95BB034815B3}"/>
              </a:ext>
            </a:extLst>
          </p:cNvPr>
          <p:cNvSpPr/>
          <p:nvPr/>
        </p:nvSpPr>
        <p:spPr>
          <a:xfrm>
            <a:off x="0" y="3767554"/>
            <a:ext cx="12192000" cy="23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Nee kaaththirikka Karthaavinaai</a:t>
            </a:r>
          </a:p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Nee kaaththirikka Karthaavinaai</a:t>
            </a:r>
          </a:p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Karththaavinaai eppozhum kaaththirikka</a:t>
            </a:r>
            <a:endParaRPr lang="en-US" sz="38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665425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100554"/>
            <a:ext cx="11811000" cy="26670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</a:rPr>
              <a:t>കർത്താവോടകന്നോടിയാൽ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നിൻ ഓട്ടം എല്ലാം ആലസ്യം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തന്നോടുകൂടെ നടന്നാൽ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എല്ലാ അദ്ധ്വാനം മാധുര്യം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467B4-9167-4247-8903-95BB034815B3}"/>
              </a:ext>
            </a:extLst>
          </p:cNvPr>
          <p:cNvSpPr/>
          <p:nvPr/>
        </p:nvSpPr>
        <p:spPr>
          <a:xfrm>
            <a:off x="381000" y="3767554"/>
            <a:ext cx="10363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Karththaavod-akannodiyaal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ôttam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aalasyam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Thannodu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nadannaal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adhwaanam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maadhuryam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AE82C-F557-4DD0-BD47-A627257E6F06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4116560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0554"/>
            <a:ext cx="12192000" cy="2176046"/>
          </a:xfrm>
        </p:spPr>
        <p:txBody>
          <a:bodyPr anchor="t"/>
          <a:lstStyle/>
          <a:p>
            <a:pPr defTabSz="463550">
              <a:lnSpc>
                <a:spcPct val="130000"/>
              </a:lnSpc>
              <a:defRPr/>
            </a:pP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കാത്തിരിക്ക കർത്താവിന്നായ് </a:t>
            </a:r>
            <a:b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നീ കാത്തിരിക്ക കർത്താവിന്നായ്</a:t>
            </a:r>
            <a:b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കർത്താവിന്നായ് എപ്പോഴും</a:t>
            </a:r>
            <a:r>
              <a:rPr lang="en-US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കാത്തിരിക്ക</a:t>
            </a:r>
            <a:endParaRPr lang="en-US" sz="3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467B4-9167-4247-8903-95BB034815B3}"/>
              </a:ext>
            </a:extLst>
          </p:cNvPr>
          <p:cNvSpPr/>
          <p:nvPr/>
        </p:nvSpPr>
        <p:spPr>
          <a:xfrm>
            <a:off x="0" y="3767554"/>
            <a:ext cx="12192000" cy="23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Nee kaaththirikka Karthaavinaai</a:t>
            </a:r>
          </a:p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Nee kaaththirikka Karthaavinaai</a:t>
            </a:r>
          </a:p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Karththaavinaai eppozhum kaaththirikka</a:t>
            </a:r>
            <a:endParaRPr lang="en-US" sz="38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105968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100554"/>
            <a:ext cx="11811000" cy="26670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</a:rPr>
              <a:t>നിൻ കണ്ണുനീരിൻ പ്രാർത്ഥന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താൻ കേൾക്കാതിരിക്കുന്നുവോ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വിശ്വാസത്തിന്‍റെ ശോധന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ഇതെന്നു മറന്നുപോയോ?</a:t>
            </a:r>
            <a:br>
              <a:rPr lang="ml-IN" sz="3400" b="1" dirty="0">
                <a:latin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467B4-9167-4247-8903-95BB034815B3}"/>
              </a:ext>
            </a:extLst>
          </p:cNvPr>
          <p:cNvSpPr/>
          <p:nvPr/>
        </p:nvSpPr>
        <p:spPr>
          <a:xfrm>
            <a:off x="381000" y="3767554"/>
            <a:ext cx="10363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kannhuneerin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prarthana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kèlhkkaathirikkunnuvo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Vishwaasaththintey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shodana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Ithennu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marannupôyo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AE82C-F557-4DD0-BD47-A627257E6F06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7981506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0554"/>
            <a:ext cx="12192000" cy="2176046"/>
          </a:xfrm>
        </p:spPr>
        <p:txBody>
          <a:bodyPr anchor="t"/>
          <a:lstStyle/>
          <a:p>
            <a:pPr defTabSz="463550">
              <a:lnSpc>
                <a:spcPct val="130000"/>
              </a:lnSpc>
              <a:defRPr/>
            </a:pP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കാത്തിരിക്ക കർത്താവിന്നായ് </a:t>
            </a:r>
            <a:b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നീ കാത്തിരിക്ക കർത്താവിന്നായ്</a:t>
            </a:r>
            <a:b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കർത്താവിന്നായ് എപ്പോഴും</a:t>
            </a:r>
            <a:r>
              <a:rPr lang="en-US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കാത്തിരിക്ക</a:t>
            </a:r>
            <a:endParaRPr lang="en-US" sz="3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467B4-9167-4247-8903-95BB034815B3}"/>
              </a:ext>
            </a:extLst>
          </p:cNvPr>
          <p:cNvSpPr/>
          <p:nvPr/>
        </p:nvSpPr>
        <p:spPr>
          <a:xfrm>
            <a:off x="0" y="3767554"/>
            <a:ext cx="12192000" cy="23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Nee kaaththirikka Karthaavinaai</a:t>
            </a:r>
          </a:p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Nee kaaththirikka Karthaavinaai</a:t>
            </a:r>
          </a:p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Karththaavinaai eppozhum kaaththirikka</a:t>
            </a:r>
            <a:endParaRPr lang="en-US" sz="38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886813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100554"/>
            <a:ext cx="11811000" cy="26670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 സ്നേഹിക്കുന്നനേകരും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കർത്താവിൽ ഉറങ്ങിടുമ്പോൾ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ഉയിർക്കും അവരേവരും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എന്നോർത്തു ആശ്വസിച്ചു കൊൾ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467B4-9167-4247-8903-95BB034815B3}"/>
              </a:ext>
            </a:extLst>
          </p:cNvPr>
          <p:cNvSpPr/>
          <p:nvPr/>
        </p:nvSpPr>
        <p:spPr>
          <a:xfrm>
            <a:off x="381000" y="3767554"/>
            <a:ext cx="10363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snehikkunnanèkarum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Karththaavil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urangidumbolh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Uyirkkum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avarèvarum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Ennorththu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aashwasichchu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AE82C-F557-4DD0-BD47-A627257E6F06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4270855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0554"/>
            <a:ext cx="12192000" cy="2176046"/>
          </a:xfrm>
        </p:spPr>
        <p:txBody>
          <a:bodyPr anchor="t"/>
          <a:lstStyle/>
          <a:p>
            <a:pPr defTabSz="463550">
              <a:lnSpc>
                <a:spcPct val="130000"/>
              </a:lnSpc>
              <a:defRPr/>
            </a:pP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കാത്തിരിക്ക കർത്താവിന്നായ് </a:t>
            </a:r>
            <a:b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നീ കാത്തിരിക്ക കർത്താവിന്നായ്</a:t>
            </a:r>
            <a:b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കർത്താവിന്നായ് എപ്പോഴും</a:t>
            </a:r>
            <a:r>
              <a:rPr lang="en-US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കാത്തിരിക്ക</a:t>
            </a:r>
            <a:endParaRPr lang="en-US" sz="3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467B4-9167-4247-8903-95BB034815B3}"/>
              </a:ext>
            </a:extLst>
          </p:cNvPr>
          <p:cNvSpPr/>
          <p:nvPr/>
        </p:nvSpPr>
        <p:spPr>
          <a:xfrm>
            <a:off x="0" y="3767554"/>
            <a:ext cx="12192000" cy="23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Nee kaaththirikka Karthaavinaai</a:t>
            </a:r>
          </a:p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Nee kaaththirikka Karthaavinaai</a:t>
            </a:r>
          </a:p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Karththaavinaai eppozhum kaaththirikka</a:t>
            </a:r>
            <a:endParaRPr lang="en-US" sz="38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1783861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100554"/>
            <a:ext cx="11811000" cy="26670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</a:rPr>
              <a:t>നിൻ ഭക്തിയിങ്കൽ ക്ഷീണിപ്പാൻ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പരീക്ഷ പെരുകുന്നുണ്ടോ?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നിൻ ശക്തി ആവർത്തിക്കുവാൻ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ദിവ്യ വഴിയൊന്നുണ്ടല്ലോ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467B4-9167-4247-8903-95BB034815B3}"/>
              </a:ext>
            </a:extLst>
          </p:cNvPr>
          <p:cNvSpPr/>
          <p:nvPr/>
        </p:nvSpPr>
        <p:spPr>
          <a:xfrm>
            <a:off x="381000" y="3767554"/>
            <a:ext cx="10363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bhakthiyinkal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ksheenhippaan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Pareeksha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perukunnundo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shakthi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aavarththikkuvaan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yonnundallo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AE82C-F557-4DD0-BD47-A627257E6F06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5211101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0554"/>
            <a:ext cx="12192000" cy="2176046"/>
          </a:xfrm>
        </p:spPr>
        <p:txBody>
          <a:bodyPr anchor="t"/>
          <a:lstStyle/>
          <a:p>
            <a:pPr defTabSz="463550">
              <a:lnSpc>
                <a:spcPct val="130000"/>
              </a:lnSpc>
              <a:defRPr/>
            </a:pP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കാത്തിരിക്ക കർത്താവിന്നായ് </a:t>
            </a:r>
            <a:b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നീ കാത്തിരിക്ക കർത്താവിന്നായ്</a:t>
            </a:r>
            <a:b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കർത്താവിന്നായ് എപ്പോഴും</a:t>
            </a:r>
            <a:r>
              <a:rPr lang="en-US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കാത്തിരിക്ക</a:t>
            </a:r>
            <a:endParaRPr lang="en-US" sz="3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467B4-9167-4247-8903-95BB034815B3}"/>
              </a:ext>
            </a:extLst>
          </p:cNvPr>
          <p:cNvSpPr/>
          <p:nvPr/>
        </p:nvSpPr>
        <p:spPr>
          <a:xfrm>
            <a:off x="0" y="3767554"/>
            <a:ext cx="12192000" cy="23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Nee kaaththirikka Karthaavinaai</a:t>
            </a:r>
          </a:p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Nee kaaththirikka Karthaavinaai</a:t>
            </a:r>
          </a:p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Karththaavinaai eppozhum kaaththirikka</a:t>
            </a:r>
            <a:endParaRPr lang="en-US" sz="38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475419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100554"/>
            <a:ext cx="11811000" cy="26670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</a:rPr>
              <a:t>വീണിടും നല്ല വീരന്മാർ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യുവാക്കളും വിലപിക്കും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കർത്താവെ കാത്തിരിക്കുന്നവർ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തൻ നിത്യശക്തി പ്രാപിക്കും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467B4-9167-4247-8903-95BB034815B3}"/>
              </a:ext>
            </a:extLst>
          </p:cNvPr>
          <p:cNvSpPr/>
          <p:nvPr/>
        </p:nvSpPr>
        <p:spPr>
          <a:xfrm>
            <a:off x="381000" y="3767554"/>
            <a:ext cx="10363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Veenhidum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veeranmaar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Yuvaakkalhum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vilapikkum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Karththaavey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kaaththidunnavar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shakthi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praapikkum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AE82C-F557-4DD0-BD47-A627257E6F06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6815216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0554"/>
            <a:ext cx="12192000" cy="2176046"/>
          </a:xfrm>
        </p:spPr>
        <p:txBody>
          <a:bodyPr anchor="t"/>
          <a:lstStyle/>
          <a:p>
            <a:pPr defTabSz="463550">
              <a:lnSpc>
                <a:spcPct val="130000"/>
              </a:lnSpc>
              <a:defRPr/>
            </a:pP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കാത്തിരിക്ക കർത്താവിന്നായ് </a:t>
            </a:r>
            <a:b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നീ കാത്തിരിക്ക കർത്താവിന്നായ്</a:t>
            </a:r>
            <a:b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കർത്താവിന്നായ് എപ്പോഴും</a:t>
            </a:r>
            <a:r>
              <a:rPr lang="en-US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കാത്തിരിക്ക</a:t>
            </a:r>
            <a:endParaRPr lang="en-US" sz="3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467B4-9167-4247-8903-95BB034815B3}"/>
              </a:ext>
            </a:extLst>
          </p:cNvPr>
          <p:cNvSpPr/>
          <p:nvPr/>
        </p:nvSpPr>
        <p:spPr>
          <a:xfrm>
            <a:off x="0" y="3767554"/>
            <a:ext cx="12192000" cy="23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Nee kaaththirikka Karthaavinaai</a:t>
            </a:r>
          </a:p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Nee kaaththirikka Karthaavinaai</a:t>
            </a:r>
          </a:p>
          <a:p>
            <a:pPr algn="ctr">
              <a:lnSpc>
                <a:spcPct val="130000"/>
              </a:lnSpc>
            </a:pPr>
            <a:r>
              <a:rPr lang="fi-FI" sz="3800" b="1" dirty="0">
                <a:solidFill>
                  <a:srgbClr val="0070C0"/>
                </a:solidFill>
                <a:latin typeface="+mn-lt"/>
              </a:rPr>
              <a:t>Karththaavinaai eppozhum kaaththirikka</a:t>
            </a:r>
            <a:endParaRPr lang="en-US" sz="38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269064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209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Kartika</vt:lpstr>
      <vt:lpstr>Office Theme</vt:lpstr>
      <vt:lpstr>266 എൻ ആത്മാവേ</vt:lpstr>
      <vt:lpstr>എൻ ആത്മാവേ നീ ദുഃഖത്താൽ  വിഷാദിക്കുന്നതെന്തിന്നായ്? വന്നിടും വീണ്ടെടുപ്പിൻ നാൾ  കാത്തിടുക കർത്താവിന്നായ്</vt:lpstr>
      <vt:lpstr>നീ കാത്തിരിക്ക കർത്താവിന്നായ്   നീ കാത്തിരിക്ക കർത്താവിന്നായ്  കർത്താവിന്നായ് എപ്പോഴും കാത്തിരിക്ക</vt:lpstr>
      <vt:lpstr>നിൻസ്നേഹപ്രയത്ന മെല്ലാം  വൃഥാവിൽ എന്നു തോന്നിയാൽ  നീ ഓർത്തുകൊൾ തൻ വാഗ്ദത്തം കണ്ടീടും നീയും കൊയ്ത്തിൻ നാൾ </vt:lpstr>
      <vt:lpstr>നീ കാത്തിരിക്ക കർത്താവിന്നായ്   നീ കാത്തിരിക്ക കർത്താവിന്നായ്  കർത്താവിന്നായ് എപ്പോഴും കാത്തിരിക്ക</vt:lpstr>
      <vt:lpstr>കർത്താവോടകന്നോടിയാൽ  നിൻ ഓട്ടം എല്ലാം ആലസ്യം  തന്നോടുകൂടെ നടന്നാൽ  എല്ലാ അദ്ധ്വാനം മാധുര്യം </vt:lpstr>
      <vt:lpstr>നീ കാത്തിരിക്ക കർത്താവിന്നായ്   നീ കാത്തിരിക്ക കർത്താവിന്നായ്  കർത്താവിന്നായ് എപ്പോഴും കാത്തിരിക്ക</vt:lpstr>
      <vt:lpstr>നിൻ കണ്ണുനീരിൻ പ്രാർത്ഥന  താൻ കേൾക്കാതിരിക്കുന്നുവോ വിശ്വാസത്തിന്‍റെ ശോധന  ഇതെന്നു മറന്നുപോയോ? </vt:lpstr>
      <vt:lpstr>നീ കാത്തിരിക്ക കർത്താവിന്നായ്   നീ കാത്തിരിക്ക കർത്താവിന്നായ്  കർത്താവിന്നായ് എപ്പോഴും കാത്തിരിക്ക</vt:lpstr>
      <vt:lpstr>നീ സ്നേഹിക്കുന്നനേകരും  കർത്താവിൽ ഉറങ്ങിടുമ്പോൾ  ഉയിർക്കും അവരേവരും  എന്നോർത്തു ആശ്വസിച്ചു കൊൾ</vt:lpstr>
      <vt:lpstr>നീ കാത്തിരിക്ക കർത്താവിന്നായ്   നീ കാത്തിരിക്ക കർത്താവിന്നായ്  കർത്താവിന്നായ് എപ്പോഴും കാത്തിരിക്ക</vt:lpstr>
      <vt:lpstr>നിൻ ഭക്തിയിങ്കൽ ക്ഷീണിപ്പാൻ  പരീക്ഷ പെരുകുന്നുണ്ടോ? നിൻ ശക്തി ആവർത്തിക്കുവാൻ ദിവ്യ വഴിയൊന്നുണ്ടല്ലോ </vt:lpstr>
      <vt:lpstr>നീ കാത്തിരിക്ക കർത്താവിന്നായ്   നീ കാത്തിരിക്ക കർത്താവിന്നായ്  കർത്താവിന്നായ് എപ്പോഴും കാത്തിരിക്ക</vt:lpstr>
      <vt:lpstr>വീണിടും നല്ല വീരന്മാർ  യുവാക്കളും വിലപിക്കും  കർത്താവെ കാത്തിരിക്കുന്നവർ  തൻ നിത്യശക്തി പ്രാപിക്കും</vt:lpstr>
      <vt:lpstr>നീ കാത്തിരിക്ക കർത്താവിന്നായ്   നീ കാത്തിരിക്ക കർത്താവിന്നായ്  കർത്താവിന്നായ് എപ്പോഴും കാത്തിരിക്ക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aathmave nee</dc:title>
  <dc:creator>Digital Input:; GM JOHN; Acsah Mathews</dc:creator>
  <cp:lastModifiedBy>Acsah Mathews</cp:lastModifiedBy>
  <cp:revision>273</cp:revision>
  <dcterms:created xsi:type="dcterms:W3CDTF">2013-04-19T09:19:07Z</dcterms:created>
  <dcterms:modified xsi:type="dcterms:W3CDTF">2018-11-14T19:52:50Z</dcterms:modified>
</cp:coreProperties>
</file>