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E0F58-020F-4BD9-9292-12D50859904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FCFD-D2E8-4466-BCA3-6B4034AEA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55B95-EFD6-4551-B15F-A1B5A117A9D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02306-3F35-4404-89E3-D68131D776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27C8C-4D1E-4BCE-9568-BF2D16054DA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DA45A-FBD1-4E55-B71F-C29EF3AC0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0FEFE-9E1B-42EF-9848-56FD155360B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9BBC5-5A3F-43A1-84FA-1A662CA544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017DD-F6AB-4DF0-AE3D-5B59F67F5BF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37D0F-CD70-434F-93D3-0DA89BDDEA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511EB-1AB5-4F6E-B48A-CE2004C0C26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F356A-E186-4A17-A747-85527F2AC4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3E9A6-2B07-4C27-AD75-BA5A11A8FB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B8481-C796-40B8-96CE-7C1543D63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5707B-999E-4963-841C-9470CF723CB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01F2C-5266-4B19-BB6D-34E7DC0B9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92113-C8BD-4116-B770-D9B74671A00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2520D-BED4-48CE-ACAD-5D5A7CA56B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B91F7-BE17-45DD-977B-20A373DAD5A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874A4-DF5D-4BA5-A294-E6EBBCA6E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5D177-29F3-4418-854A-28328E1075A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A5149-EE78-41F7-B856-951EF31EC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977FA44-0E81-4466-A3EF-681A75BF601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83E463-182A-45D4-AFB6-F107B863E7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466E-559B-4B01-AA4C-9E2843F88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മഹത്വ പ്രഭു മരിച്ച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9C78B-5B21-4989-B111-26CA639EE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Mahathwa </a:t>
            </a:r>
            <a:r>
              <a:rPr lang="en-US" sz="4000" b="1" dirty="0" err="1">
                <a:solidFill>
                  <a:schemeClr val="tx2"/>
                </a:solidFill>
              </a:rPr>
              <a:t>Prabhu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maricha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3600" i="1" dirty="0">
                <a:solidFill>
                  <a:schemeClr val="tx2"/>
                </a:solidFill>
              </a:rPr>
              <a:t>When I survey the wondrous cross – Isaac Watts</a:t>
            </a:r>
          </a:p>
        </p:txBody>
      </p:sp>
    </p:spTree>
    <p:extLst>
      <p:ext uri="{BB962C8B-B14F-4D97-AF65-F5344CB8AC3E}">
        <p14:creationId xmlns:p14="http://schemas.microsoft.com/office/powerpoint/2010/main" val="52728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 പ്രഭു മരിച്ച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ആശ്ചര്യക്രൂശിൽ നോക്കി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 ലാഭ ഡംഭങ്ങൾ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നഷ്ടം, നിന്ദ്യം എന്നെണ്ണുന്നേൻ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6699-13C2-4EBC-B2E8-56D705938AC9}"/>
              </a:ext>
            </a:extLst>
          </p:cNvPr>
          <p:cNvSpPr/>
          <p:nvPr/>
        </p:nvSpPr>
        <p:spPr>
          <a:xfrm>
            <a:off x="0" y="675935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1470E-5FF8-4D39-8CC4-31F6B3151F89}"/>
              </a:ext>
            </a:extLst>
          </p:cNvPr>
          <p:cNvSpPr/>
          <p:nvPr/>
        </p:nvSpPr>
        <p:spPr>
          <a:xfrm>
            <a:off x="0" y="3886200"/>
            <a:ext cx="11049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Mahathwa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Prabhu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Aashcharya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laabha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dambhangalh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nindyam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ennennhunnen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പ്രശംസ ഒന്നു മാത്രമേ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ക്രിസ്തേശുവിൻ മൃത്യു തന്നെ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ചിറ്റിമ്പകാര്യം സർവ്വവും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രക്തത്തിനായ് വിടുന്നേൻ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6699-13C2-4EBC-B2E8-56D705938AC9}"/>
              </a:ext>
            </a:extLst>
          </p:cNvPr>
          <p:cNvSpPr/>
          <p:nvPr/>
        </p:nvSpPr>
        <p:spPr>
          <a:xfrm>
            <a:off x="0" y="675935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1470E-5FF8-4D39-8CC4-31F6B3151F89}"/>
              </a:ext>
            </a:extLst>
          </p:cNvPr>
          <p:cNvSpPr/>
          <p:nvPr/>
        </p:nvSpPr>
        <p:spPr>
          <a:xfrm>
            <a:off x="0" y="3886200"/>
            <a:ext cx="11049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Prashamsa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mrithyu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Chittimbakaaryam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sarvvavum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rakhthaththinaay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vidunnen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79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തൃക്കാൽകരം ശിരസ്സിൽ നിന്നൊ-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ഴുകുന്നേ സ്നേഹം ദു:ഖം!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ഇവയിൻ ബന്ധം അത്ഭുതം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മുൾമുടിയോ അതിശ്രേഷ്ഠം!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6699-13C2-4EBC-B2E8-56D705938AC9}"/>
              </a:ext>
            </a:extLst>
          </p:cNvPr>
          <p:cNvSpPr/>
          <p:nvPr/>
        </p:nvSpPr>
        <p:spPr>
          <a:xfrm>
            <a:off x="0" y="675935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1470E-5FF8-4D39-8CC4-31F6B3151F89}"/>
              </a:ext>
            </a:extLst>
          </p:cNvPr>
          <p:cNvSpPr/>
          <p:nvPr/>
        </p:nvSpPr>
        <p:spPr>
          <a:xfrm>
            <a:off x="0" y="3886200"/>
            <a:ext cx="11049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Thrikkaalkaram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shirassil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ozhukunney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Ivayin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bandham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athbhutham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Mulhmudiyo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athishreshtam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8129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90800"/>
          </a:xfrm>
        </p:spPr>
        <p:txBody>
          <a:bodyPr anchor="t"/>
          <a:lstStyle/>
          <a:p>
            <a:pPr algn="l" defTabSz="457200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പ്രപഞ്ചം ആകെ നേടി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ത്യജിക്കിലും മതിയാകാ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ദിവ്യ സ്നേഹത്തിനു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മുറ്റും നൽകീടേണം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6699-13C2-4EBC-B2E8-56D705938AC9}"/>
              </a:ext>
            </a:extLst>
          </p:cNvPr>
          <p:cNvSpPr/>
          <p:nvPr/>
        </p:nvSpPr>
        <p:spPr>
          <a:xfrm>
            <a:off x="0" y="675935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1470E-5FF8-4D39-8CC4-31F6B3151F89}"/>
              </a:ext>
            </a:extLst>
          </p:cNvPr>
          <p:cNvSpPr/>
          <p:nvPr/>
        </p:nvSpPr>
        <p:spPr>
          <a:xfrm>
            <a:off x="0" y="3886200"/>
            <a:ext cx="11049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Prapancham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Thyajikkilum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mathiyaakaa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snehaththinu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muttum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nalkeedenham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3080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84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150 മഹത്വ പ്രഭു മരിച്ച</vt:lpstr>
      <vt:lpstr>മഹത്വ പ്രഭു മരിച്ച ആശ്ചര്യക്രൂശിൽ നോക്കി ഞാൻ  ഈ ലോക ലാഭ ഡംഭങ്ങൾ നഷ്ടം, നിന്ദ്യം എന്നെണ്ണുന്നേൻ</vt:lpstr>
      <vt:lpstr>പ്രശംസ ഒന്നു മാത്രമേ  ക്രിസ്തേശുവിൻ മൃത്യു തന്നെ  ചിറ്റിമ്പകാര്യം സർവ്വവും  തൻ രക്തത്തിനായ് വിടുന്നേൻ </vt:lpstr>
      <vt:lpstr>തൃക്കാൽകരം ശിരസ്സിൽ നിന്നൊ- ഴുകുന്നേ സ്നേഹം ദു:ഖം! ഇവയിൻ ബന്ധം അത്ഭുതം  മുൾമുടിയോ അതിശ്രേഷ്ഠം! </vt:lpstr>
      <vt:lpstr>പ്രപഞ്ചം ആകെ നേടി ഞാൻ  ത്യജിക്കിലും മതിയാകാ  ഈ ദിവ്യ സ്നേഹത്തിനു ഞാൻ  എന്നെ മുറ്റും നൽകീടേണം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Mahathwa prabhu maricha</dc:title>
  <dc:creator>Digital Input:;GM JOHN</dc:creator>
  <cp:lastModifiedBy>Acsah Mathews</cp:lastModifiedBy>
  <cp:revision>341</cp:revision>
  <dcterms:created xsi:type="dcterms:W3CDTF">2013-04-19T09:19:07Z</dcterms:created>
  <dcterms:modified xsi:type="dcterms:W3CDTF">2018-11-06T14:22:47Z</dcterms:modified>
</cp:coreProperties>
</file>