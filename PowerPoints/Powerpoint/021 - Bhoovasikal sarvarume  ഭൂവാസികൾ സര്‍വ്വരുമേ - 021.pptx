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2" r:id="rId3"/>
    <p:sldId id="274" r:id="rId4"/>
    <p:sldId id="271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72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6D626-E7F2-437E-956F-A74993F6F2C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0EBD7-E6B1-4244-A61A-AB886F0021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767AB-D801-48FE-B383-2EBF9260F46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39C9C-FC0C-46FC-848A-1146AB8BB9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DBC885-FACB-452E-A285-BC7E920D4CB9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8951D-BDC1-456D-A51B-8C4C31E785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BF676-009F-476E-8958-84E0BED9D788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555E6-350D-44E8-84D3-9FA677D4D4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3C7E4-EB3C-45E3-B691-CB70151AE33F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702A9-95ED-4EEC-88C3-E13688F1DE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960D6-158E-4F08-9220-3C0FA4ED2599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87CB5-E5F4-482B-8EB5-AC38815E69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EA15C-50A1-4F28-A082-D1769EC14452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E2EFC-036C-4EA9-81D4-4246AAAF6E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30EB7A-21D4-4F43-AB37-9E0E463960D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93145E-4688-4DBC-B156-7C9062D59A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2695CE-3998-4367-8047-8A49235C8DF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3EC9E-9DC2-4A95-8E0D-5CD91CAC22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3C794-90F5-404F-88F1-8FC9F97DB822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5824D-11E2-4CE2-B02C-3ED9E4235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70A3E0-F9A2-42FF-B018-D3E1E53D7FE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10620-8AEE-4700-9B40-219F6BDBB3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7E372F9-A457-461A-A376-51787E0CBBC1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885C4E2-ADF4-4388-9B59-3A13030B35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C796-0062-4B76-8E47-378BAE83D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21</a:t>
            </a:r>
            <a:br>
              <a:rPr lang="en-US" dirty="0"/>
            </a:br>
            <a:r>
              <a:rPr lang="ml-IN" b="1" dirty="0"/>
              <a:t>ഭൂവാസികൾ സര്‍വ്വരുമേ</a:t>
            </a:r>
            <a:r>
              <a:rPr lang="en-US" b="1" dirty="0"/>
              <a:t>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360FD-7F3F-47B3-9737-2BAB0C109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Bhoovaasikalh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sarvarumé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en-US" i="1" dirty="0"/>
              <a:t>All People That on Earth Do Dwell</a:t>
            </a:r>
          </a:p>
        </p:txBody>
      </p:sp>
    </p:spTree>
    <p:extLst>
      <p:ext uri="{BB962C8B-B14F-4D97-AF65-F5344CB8AC3E}">
        <p14:creationId xmlns:p14="http://schemas.microsoft.com/office/powerpoint/2010/main" val="3631121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800" y="304800"/>
            <a:ext cx="8534400" cy="3124200"/>
          </a:xfrm>
        </p:spPr>
        <p:txBody>
          <a:bodyPr anchor="t"/>
          <a:lstStyle/>
          <a:p>
            <a:pPr algn="l" defTabSz="457200"/>
            <a:r>
              <a:rPr lang="en-US" sz="4000" b="1" dirty="0">
                <a:cs typeface="Kartika" pitchFamily="18" charset="0"/>
              </a:rPr>
              <a:t>1	</a:t>
            </a:r>
            <a:r>
              <a:rPr lang="ml-IN" sz="4000" b="1" dirty="0"/>
              <a:t>ഭൂവാസികൾ സര്‍വ്വരുമേ!</a:t>
            </a:r>
            <a:br>
              <a:rPr lang="en-US" sz="4000" b="1" dirty="0">
                <a:cs typeface="Kartika" pitchFamily="18" charset="0"/>
              </a:rPr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സന്തോഷമുള്ള സ്വരത്തെ </a:t>
            </a:r>
            <a:br>
              <a:rPr lang="ml-IN" sz="4000" b="1" dirty="0"/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കർത്താവിന്നുയർത്തീടുവിൻ </a:t>
            </a:r>
            <a:br>
              <a:rPr lang="ml-IN" sz="4000" b="1" dirty="0"/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ആനന്ദത്തോടെ വന്ദിപ്പിൻ </a:t>
            </a:r>
            <a:br>
              <a:rPr lang="ml-IN" sz="4000" b="1" dirty="0"/>
            </a:br>
            <a:endParaRPr lang="en-US" sz="40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3D0B02-0942-4E94-8D11-1ECCE018CC8A}"/>
              </a:ext>
            </a:extLst>
          </p:cNvPr>
          <p:cNvSpPr/>
          <p:nvPr/>
        </p:nvSpPr>
        <p:spPr>
          <a:xfrm>
            <a:off x="1828800" y="3447534"/>
            <a:ext cx="9753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Bhoovaasikalh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sarvarumé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Santhoshamullha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swaraththey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Karthaavinnuyartheeduvin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Anandaththodey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vandippin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28800" y="304800"/>
            <a:ext cx="8534400" cy="3124200"/>
          </a:xfrm>
        </p:spPr>
        <p:txBody>
          <a:bodyPr anchor="t"/>
          <a:lstStyle/>
          <a:p>
            <a:pPr algn="l" defTabSz="457200"/>
            <a:r>
              <a:rPr lang="en-US" sz="4000" b="1" dirty="0">
                <a:cs typeface="Kartika" pitchFamily="18" charset="0"/>
              </a:rPr>
              <a:t>2	</a:t>
            </a:r>
            <a:r>
              <a:rPr lang="ml-IN" sz="4000" b="1" dirty="0"/>
              <a:t>യഹോവാ ദൈവം എന്നുമേ </a:t>
            </a:r>
            <a:br>
              <a:rPr lang="ml-IN" sz="4000" b="1" dirty="0"/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നാം അല്ല അവൻ മാത്രമേ </a:t>
            </a:r>
            <a:br>
              <a:rPr lang="ml-IN" sz="4000" b="1" dirty="0"/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നമ്മെ നിർമ്മിച്ചു പാലിച്ചു </a:t>
            </a:r>
            <a:br>
              <a:rPr lang="ml-IN" sz="4000" b="1" dirty="0"/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തൻ ജനമായ് വീണ്ടെടുത്തു </a:t>
            </a:r>
            <a:endParaRPr lang="en-US" sz="4000" b="1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EDE94A-6B0E-42B3-9738-6FB8BDDF59B4}"/>
              </a:ext>
            </a:extLst>
          </p:cNvPr>
          <p:cNvSpPr/>
          <p:nvPr/>
        </p:nvSpPr>
        <p:spPr>
          <a:xfrm>
            <a:off x="1828800" y="3447534"/>
            <a:ext cx="9753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Yahovaa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ennumey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alla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maathramey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Nammey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nirmichchu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paalichchu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janamaai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veendeduththu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45F8FF7-0750-42F1-A8BD-BF5E618D6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290464997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1828800" y="304800"/>
            <a:ext cx="8534400" cy="3124200"/>
          </a:xfrm>
        </p:spPr>
        <p:txBody>
          <a:bodyPr anchor="t"/>
          <a:lstStyle/>
          <a:p>
            <a:pPr algn="l" defTabSz="457200"/>
            <a:r>
              <a:rPr lang="en-US" sz="4000" b="1" dirty="0">
                <a:cs typeface="Kartika" pitchFamily="18" charset="0"/>
              </a:rPr>
              <a:t>3	</a:t>
            </a:r>
            <a:r>
              <a:rPr lang="ml-IN" sz="4000" b="1" dirty="0"/>
              <a:t>തൻ ആലയേ പ്രവേശിപ്പിൻ </a:t>
            </a:r>
            <a:br>
              <a:rPr lang="ml-IN" sz="4000" b="1" dirty="0"/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ആനന്ദത്തോടെ സ്തുതിപ്പിൻ </a:t>
            </a:r>
            <a:br>
              <a:rPr lang="ml-IN" sz="4000" b="1" dirty="0"/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സങ്കീർത്തനങ്ങൾ പാടുവിൻ </a:t>
            </a:r>
            <a:br>
              <a:rPr lang="ml-IN" sz="4000" b="1" dirty="0"/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സന്തോഷത്തോടെ ഇരിപ്പിൻ</a:t>
            </a:r>
            <a:endParaRPr lang="en-US" sz="3800" b="1" spc="-300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3534BC-DC6F-4026-9A74-E799614CA493}"/>
              </a:ext>
            </a:extLst>
          </p:cNvPr>
          <p:cNvSpPr/>
          <p:nvPr/>
        </p:nvSpPr>
        <p:spPr>
          <a:xfrm>
            <a:off x="1828800" y="3447534"/>
            <a:ext cx="9753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aalayé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praveshippin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Aanandaththodey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sthuthippin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Sankeerthanangalh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paaduvin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Santhoshaththodey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irippin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FB93E4B-2567-4C17-8A3A-B565DF10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021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1828800" y="304800"/>
            <a:ext cx="8534400" cy="3124200"/>
          </a:xfrm>
        </p:spPr>
        <p:txBody>
          <a:bodyPr anchor="t"/>
          <a:lstStyle/>
          <a:p>
            <a:pPr algn="l" defTabSz="457200"/>
            <a:r>
              <a:rPr lang="en-US" sz="4000" b="1" dirty="0">
                <a:cs typeface="Kartika" pitchFamily="18" charset="0"/>
              </a:rPr>
              <a:t>4	</a:t>
            </a:r>
            <a:r>
              <a:rPr lang="ml-IN" sz="4000" b="1" dirty="0"/>
              <a:t>തൻ സ്നേഹം നിത്യമുള്ളത് </a:t>
            </a:r>
            <a:br>
              <a:rPr lang="ml-IN" sz="4000" b="1" dirty="0"/>
            </a:br>
            <a:r>
              <a:rPr lang="en-US" sz="4000" b="1" dirty="0">
                <a:cs typeface="Kartika" pitchFamily="18" charset="0"/>
              </a:rPr>
              <a:t>	</a:t>
            </a:r>
            <a:r>
              <a:rPr lang="ml-IN" sz="4000" b="1" dirty="0"/>
              <a:t>തൻകൃപ സ്ഥിരമുള്ളത് </a:t>
            </a:r>
            <a:br>
              <a:rPr lang="ml-IN" sz="4000" b="1" dirty="0"/>
            </a:br>
            <a:r>
              <a:rPr lang="en-US" sz="4000" b="1" spc="-150" dirty="0">
                <a:cs typeface="Kartika" pitchFamily="18" charset="0"/>
              </a:rPr>
              <a:t>	</a:t>
            </a:r>
            <a:r>
              <a:rPr lang="ml-IN" sz="4000" b="1" spc="-150" dirty="0"/>
              <a:t>തൻ വാഗ്ദത്തങ്ങൾ ഒക്കെയും </a:t>
            </a:r>
            <a:br>
              <a:rPr lang="ml-IN" sz="4000" b="1" spc="-150" dirty="0"/>
            </a:br>
            <a:r>
              <a:rPr lang="en-US" sz="3800" b="1" spc="-300" dirty="0">
                <a:cs typeface="Kartika" pitchFamily="18" charset="0"/>
              </a:rPr>
              <a:t>	</a:t>
            </a:r>
            <a:r>
              <a:rPr lang="ml-IN" sz="3800" b="1" spc="-300" dirty="0"/>
              <a:t>എപ്പോഴും താൻ നിവർത്തിക്കും </a:t>
            </a:r>
            <a:endParaRPr lang="en-US" sz="3800" b="1" spc="-300" dirty="0">
              <a:cs typeface="Kartik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8C7F86-7454-4D93-AACD-86378D48D3BC}"/>
              </a:ext>
            </a:extLst>
          </p:cNvPr>
          <p:cNvSpPr/>
          <p:nvPr/>
        </p:nvSpPr>
        <p:spPr>
          <a:xfrm>
            <a:off x="1828800" y="3447534"/>
            <a:ext cx="9753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nithyamullhathu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kripa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sthiramullhathu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vaagdaththangalh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okkeyum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Eppozhum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nivarththikkum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EB5E679-D46D-4790-9CD5-5325A53CF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28660583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79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21 ഭൂവാസികൾ സര്‍വ്വരുമേ!</vt:lpstr>
      <vt:lpstr>1 ഭൂവാസികൾ സര്‍വ്വരുമേ!  സന്തോഷമുള്ള സ്വരത്തെ   കർത്താവിന്നുയർത്തീടുവിൻ   ആനന്ദത്തോടെ വന്ദിപ്പിൻ  </vt:lpstr>
      <vt:lpstr>2 യഹോവാ ദൈവം എന്നുമേ   നാം അല്ല അവൻ മാത്രമേ   നമ്മെ നിർമ്മിച്ചു പാലിച്ചു   തൻ ജനമായ് വീണ്ടെടുത്തു </vt:lpstr>
      <vt:lpstr>3 തൻ ആലയേ പ്രവേശിപ്പിൻ   ആനന്ദത്തോടെ സ്തുതിപ്പിൻ   സങ്കീർത്തനങ്ങൾ പാടുവിൻ   സന്തോഷത്തോടെ ഇരിപ്പിൻ</vt:lpstr>
      <vt:lpstr>4 തൻ സ്നേഹം നിത്യമുള്ളത്   തൻകൃപ സ്ഥിരമുള്ളത്   തൻ വാഗ്ദത്തങ്ങൾ ഒക്കെയും   എപ്പോഴും താൻ നിവർത്തിക്കും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Bhoovasikal sarvarume</dc:title>
  <dc:creator>Digital Input:;GM JOHN</dc:creator>
  <cp:lastModifiedBy>Acsah Mathews</cp:lastModifiedBy>
  <cp:revision>232</cp:revision>
  <dcterms:created xsi:type="dcterms:W3CDTF">2013-04-19T09:19:07Z</dcterms:created>
  <dcterms:modified xsi:type="dcterms:W3CDTF">2018-10-25T14:34:01Z</dcterms:modified>
</cp:coreProperties>
</file>