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5" r:id="rId3"/>
    <p:sldId id="278" r:id="rId4"/>
    <p:sldId id="279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>
      <p:cViewPr varScale="1">
        <p:scale>
          <a:sx n="46" d="100"/>
          <a:sy n="46" d="100"/>
        </p:scale>
        <p:origin x="42" y="75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82F924-23B9-4CE7-AE07-5694A202761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4114D8-5F75-48F0-B27C-950419C688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F128D-F6D8-4060-8C41-A73714206C03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D6145-8E65-4017-A366-17F9920147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532CF-4491-411B-B242-B33D0CAAD7EE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B137BF-95F6-40BA-91C6-B3FA9CB32A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F9CFD2-FCCF-4C16-9916-5E8404C34697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779A08-C2A7-4EC3-996F-EECD8F0BB3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82F2F0-C3E4-4AFD-9B04-52236912196A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60C300-8377-4C1A-88CC-D1E97FB411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3B3213-B24C-4CAE-ABFA-DDB671BFD839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A079A2-8132-4585-A0A7-F586FEA67C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3B5979-07A0-4EFB-922C-778C065BE6D9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E6D8D4-82CD-412A-B752-C09078572C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F1650-A305-43CF-A228-89836A7471BA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0AD51-590B-457A-8D10-88D4D5E24E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DC7A24-1581-4A79-976D-5ABCC5333F5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D76DF3-F2E3-425A-94C3-931B2BA4C3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854F3C-C3D0-4CC7-8CF1-5DE73F665FB7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709A0-C916-4D52-9C00-F2F6B38123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FDF773-86A7-479E-B3A1-D8A765324724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8DF41-C1D8-421E-BC2A-A75B6DEBE5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EB267D5-B46E-402F-9D0A-B5EC22F5562B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F6EA2F7-348B-4575-ADDA-702EC14BAF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12F87-3DB6-4204-9B73-6C50ABE517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256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യേശു ആരിലുമുന്നതനാമെന്നാത്മ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4DD2A7-8331-4B5B-9CD6-1B35949A7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Yeshu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aarilum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unnathan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D5A354-9D64-4A49-A28D-ADEF12074FA9}"/>
              </a:ext>
            </a:extLst>
          </p:cNvPr>
          <p:cNvSpPr/>
          <p:nvPr/>
        </p:nvSpPr>
        <p:spPr>
          <a:xfrm>
            <a:off x="1828800" y="4676745"/>
            <a:ext cx="3352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(</a:t>
            </a:r>
            <a:r>
              <a:rPr lang="ml-IN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എം. ഈ.  ചെറിയാൻ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286D68-806C-4D39-AB56-52A888F0A752}"/>
              </a:ext>
            </a:extLst>
          </p:cNvPr>
          <p:cNvSpPr/>
          <p:nvPr/>
        </p:nvSpPr>
        <p:spPr>
          <a:xfrm>
            <a:off x="8229600" y="4676745"/>
            <a:ext cx="21224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(M.E. Cherian) </a:t>
            </a:r>
          </a:p>
        </p:txBody>
      </p:sp>
    </p:spTree>
    <p:extLst>
      <p:ext uri="{BB962C8B-B14F-4D97-AF65-F5344CB8AC3E}">
        <p14:creationId xmlns:p14="http://schemas.microsoft.com/office/powerpoint/2010/main" val="29539617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3855" y="685800"/>
            <a:ext cx="11582400" cy="3733800"/>
          </a:xfrm>
        </p:spPr>
        <p:txBody>
          <a:bodyPr anchor="t"/>
          <a:lstStyle/>
          <a:p>
            <a:pPr algn="l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ആരിലുമുന്നതനാമെന്നാത്മ സഖാവവനെ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തായ് മറക്കാമെങ്കിലുമെന്നെ മറക്കാ സ്നേഹിതനെ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ഏവരുമെന്നെ കൈവെടിഞ്ഞാലും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താൻ എന്നരികിൽ കാണും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ഏതു ഖേദവും തീരും ഞാൻ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തിരുമാർവ്വിൽ ചാരിടുമ്പോൾ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256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88A2D0-8B3B-4235-962B-A0B1284C7617}"/>
              </a:ext>
            </a:extLst>
          </p:cNvPr>
          <p:cNvSpPr/>
          <p:nvPr/>
        </p:nvSpPr>
        <p:spPr>
          <a:xfrm>
            <a:off x="13854" y="4149566"/>
            <a:ext cx="11111346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aarilumunnathanaam-ennaathma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sakhaavavaney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fi-FI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Thaai marakkamenkilum enney marakkaa snehithaney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Evarumenney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kai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vedinjaalum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ennarikil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khedavum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maarvil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chaaridumbol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FD14D9-1E8F-4EE8-95C7-3A4B0591DB68}"/>
              </a:ext>
            </a:extLst>
          </p:cNvPr>
          <p:cNvSpPr txBox="1"/>
          <p:nvPr/>
        </p:nvSpPr>
        <p:spPr>
          <a:xfrm>
            <a:off x="13854" y="166584"/>
            <a:ext cx="121642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3855" y="685800"/>
            <a:ext cx="11582400" cy="3733800"/>
          </a:xfrm>
        </p:spPr>
        <p:txBody>
          <a:bodyPr anchor="t"/>
          <a:lstStyle/>
          <a:p>
            <a:pPr algn="l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എന്നെത്തേടി വിൺനഗരം വിട്ടൂഴിയിൽ വന്നവനെ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എന്‍റെ പാപശാപമകറ്റാൻ ജീവനെ തന്നവനെ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എന്തിനും ഹാ! തൻതിരു സ്നേഹ-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പാശബന്ധമഴിക്കുവാൻ കഴിയാ-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തെന്നുമെന്നും ഞാനിനിയവനിലും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അവനിനിയെന്നിലുമാം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256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88A2D0-8B3B-4235-962B-A0B1284C7617}"/>
              </a:ext>
            </a:extLst>
          </p:cNvPr>
          <p:cNvSpPr/>
          <p:nvPr/>
        </p:nvSpPr>
        <p:spPr>
          <a:xfrm>
            <a:off x="13854" y="4149566"/>
            <a:ext cx="11111346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Enney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thedi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vinh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nagaram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vittoozhiyil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vannavaney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shaapamakattaan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thannavaney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Enthinum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Paasha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bandha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mazhikkuvaan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kazhiyaa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njaaniniyavanilum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avanini-yennilummaam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FD14D9-1E8F-4EE8-95C7-3A4B0591DB68}"/>
              </a:ext>
            </a:extLst>
          </p:cNvPr>
          <p:cNvSpPr txBox="1"/>
          <p:nvPr/>
        </p:nvSpPr>
        <p:spPr>
          <a:xfrm>
            <a:off x="13854" y="166584"/>
            <a:ext cx="121642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0873995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3855" y="685800"/>
            <a:ext cx="12164290" cy="3733800"/>
          </a:xfrm>
        </p:spPr>
        <p:txBody>
          <a:bodyPr anchor="t"/>
          <a:lstStyle/>
          <a:p>
            <a:pPr algn="l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മാനസമേ! ചാരുക ദിനവുമീ ദിവ്യ സ്നേഹിതനിൽ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ധ്യാനം ചെയ്യുക തൻതിരുസ്നേഹ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മധുരിമസന്തതവും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എന്തു ഖേദം വരികിലും പതറാ-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തേശുവിൽ നിന്നാശ്രയം കരുതി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അന്ത്യത്തോളം പൊരുതുക കുരിശിന്നുത്തമനാം ഭടനായ്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256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88A2D0-8B3B-4235-962B-A0B1284C7617}"/>
              </a:ext>
            </a:extLst>
          </p:cNvPr>
          <p:cNvSpPr/>
          <p:nvPr/>
        </p:nvSpPr>
        <p:spPr>
          <a:xfrm>
            <a:off x="13854" y="3584599"/>
            <a:ext cx="1216429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Maanasamey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chaaruka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dinavumee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divya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snehithanil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Dhyaanam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cheiyyukka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thirusneha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madhurima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santhathavum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khedam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patharaa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théshuvil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ninnashrayam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karuthi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Anthyaththolham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poruthuka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kurishinnuththamanaam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bhadanaay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FD14D9-1E8F-4EE8-95C7-3A4B0591DB68}"/>
              </a:ext>
            </a:extLst>
          </p:cNvPr>
          <p:cNvSpPr txBox="1"/>
          <p:nvPr/>
        </p:nvSpPr>
        <p:spPr>
          <a:xfrm>
            <a:off x="13854" y="166584"/>
            <a:ext cx="121642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4594867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103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256 യേശു ആരിലുമുന്നതനാമെന്നാത്മ</vt:lpstr>
      <vt:lpstr>യേശു ആരിലുമുന്നതനാമെന്നാത്മ സഖാവവനെ  തായ് മറക്കാമെങ്കിലുമെന്നെ മറക്കാ സ്നേഹിതനെ ഏവരുമെന്നെ കൈവെടിഞ്ഞാലും  യേശു താൻ എന്നരികിൽ കാണും  ഏതു ഖേദവും തീരും ഞാൻ  തിരുമാർവ്വിൽ ചാരിടുമ്പോൾ</vt:lpstr>
      <vt:lpstr>എന്നെത്തേടി വിൺനഗരം വിട്ടൂഴിയിൽ വന്നവനെ എന്‍റെ പാപശാപമകറ്റാൻ ജീവനെ തന്നവനെ  എന്തിനും ഹാ! തൻതിരു സ്നേഹ- പാശബന്ധമഴിക്കുവാൻ കഴിയാ- തെന്നുമെന്നും ഞാനിനിയവനിലും അവനിനിയെന്നിലുമാം</vt:lpstr>
      <vt:lpstr>മാനസമേ! ചാരുക ദിനവുമീ ദിവ്യ സ്നേഹിതനിൽ  ധ്യാനം ചെയ്യുക തൻതിരുസ്നേഹ മധുരിമസന്തതവും എന്തു ഖേദം വരികിലും പതറാ- തേശുവിൽ നിന്നാശ്രയം കരുതി അന്ത്യത്തോളം പൊരുതുക കുരിശിന്നുത്തമനാം ഭടനായ്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 aarilum unnathan</dc:title>
  <dc:creator>Digital Input:; GM JOHN; Acsah Mathews</dc:creator>
  <cp:lastModifiedBy>Acsah Mathews</cp:lastModifiedBy>
  <cp:revision>224</cp:revision>
  <dcterms:created xsi:type="dcterms:W3CDTF">2013-04-25T00:28:25Z</dcterms:created>
  <dcterms:modified xsi:type="dcterms:W3CDTF">2018-11-14T16:42:56Z</dcterms:modified>
</cp:coreProperties>
</file>