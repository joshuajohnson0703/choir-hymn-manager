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5" r:id="rId4"/>
    <p:sldId id="272" r:id="rId5"/>
    <p:sldId id="276" r:id="rId6"/>
    <p:sldId id="271" r:id="rId7"/>
    <p:sldId id="277" r:id="rId8"/>
    <p:sldId id="273" r:id="rId9"/>
    <p:sldId id="278" r:id="rId10"/>
    <p:sldId id="274" r:id="rId11"/>
    <p:sldId id="279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4741A-10A3-47E6-8833-64AA7E64B65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ECD85-E174-4D7A-91B0-B147EFBA3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9B457-901B-47B1-9718-CA8872EAB7C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5B80C-DA72-4E95-A201-63234F99A0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F1646-AE38-41E5-8EBA-9D403211920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DAA34-1DB7-470C-A539-4FDFDE39B4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936BE-D350-455D-BCF0-3E8B2938219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75FE3-D2E5-46BF-915C-F43EB907B4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30D5C-2E56-4CF9-918C-E841D5E2C98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CFC3A-EA4A-4AD1-8955-07758B9C28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68B43-92C9-4F82-9858-78902D04971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6CD24-6A2E-4F4E-875E-3FAF05D85C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D10F8-BE1C-41A6-AAB8-0AFFFFD7FAF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CD857-392C-446C-B3D1-B80C78DE0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0A1A2-506C-4DB0-9BD6-151571BBB76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1A3A9-4014-4A38-BA71-1E74509369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0EE64-811D-4DB4-83D6-78BA0A68182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8397F-4996-4D92-A657-6F192A864D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A5260-5C7F-4C3C-BFCB-6948C8CFB2D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47D98-76B4-4C80-BD4A-11A26ADF87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D6FA0-AF22-4AF8-B133-DD932033B16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F82F9-8087-429C-8F60-25B3BF28F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330904-C182-4775-A5F9-2D82ABFF1F7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AD6D76-C370-4A93-B9B3-1D66A929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3AE2-AADC-4A01-8DFB-8B4BC22BF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066800"/>
            <a:ext cx="10363200" cy="2533651"/>
          </a:xfrm>
        </p:spPr>
        <p:txBody>
          <a:bodyPr/>
          <a:lstStyle/>
          <a:p>
            <a:r>
              <a:rPr lang="en-US" dirty="0"/>
              <a:t>144</a:t>
            </a:r>
            <a:br>
              <a:rPr lang="en-US" dirty="0"/>
            </a:br>
            <a:r>
              <a:rPr lang="ml-IN" b="1" dirty="0"/>
              <a:t>ദൈവത്തിന്‍റെ ഏകപുത്രൻ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sz="2800" b="1" i="1" dirty="0"/>
              <a:t>(</a:t>
            </a:r>
            <a:r>
              <a:rPr lang="ml-IN" sz="2800" b="1" i="1" dirty="0"/>
              <a:t>ഇത്ര സ്നേഹം</a:t>
            </a:r>
            <a:r>
              <a:rPr lang="en-US" sz="2800" b="1" i="1" dirty="0"/>
              <a:t>)</a:t>
            </a:r>
            <a:endParaRPr lang="en-US" sz="2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C5AA9-7D50-4A73-B71E-831076341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Daivaththintey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Ekaputhran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i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sz="2400" i="1" dirty="0" err="1">
                <a:solidFill>
                  <a:schemeClr val="tx2">
                    <a:lumMod val="75000"/>
                  </a:schemeClr>
                </a:solidFill>
              </a:rPr>
              <a:t>Ithra</a:t>
            </a:r>
            <a:r>
              <a:rPr lang="en-US" sz="2400" i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2">
                    <a:lumMod val="75000"/>
                  </a:schemeClr>
                </a:solidFill>
              </a:rPr>
              <a:t>sneham</a:t>
            </a:r>
            <a:r>
              <a:rPr lang="en-US" sz="2400" i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US" sz="2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AED179-489F-452B-867A-E581F7C54C6E}"/>
              </a:ext>
            </a:extLst>
          </p:cNvPr>
          <p:cNvSpPr/>
          <p:nvPr/>
        </p:nvSpPr>
        <p:spPr>
          <a:xfrm>
            <a:off x="2286000" y="4495800"/>
            <a:ext cx="1698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(വി. നാഗൽ)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4C2FB-DE7B-4863-A177-4D0130BA688E}"/>
              </a:ext>
            </a:extLst>
          </p:cNvPr>
          <p:cNvSpPr/>
          <p:nvPr/>
        </p:nvSpPr>
        <p:spPr>
          <a:xfrm>
            <a:off x="8305800" y="4495800"/>
            <a:ext cx="1266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(V. </a:t>
            </a:r>
            <a:r>
              <a:rPr lang="en-US" dirty="0" err="1">
                <a:solidFill>
                  <a:schemeClr val="accent2"/>
                </a:solidFill>
              </a:rPr>
              <a:t>Nagal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757340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19100" y="609600"/>
            <a:ext cx="11353800" cy="2590800"/>
          </a:xfrm>
        </p:spPr>
        <p:txBody>
          <a:bodyPr anchor="t"/>
          <a:lstStyle/>
          <a:p>
            <a:pPr algn="l" defTabSz="741363">
              <a:lnSpc>
                <a:spcPct val="125000"/>
              </a:lnSpc>
              <a:tabLst>
                <a:tab pos="347663" algn="l"/>
              </a:tabLst>
            </a:pPr>
            <a:r>
              <a:rPr lang="ml-IN" sz="3600" b="1" dirty="0"/>
              <a:t>ദൈവത്തിന്‍റെ ഏക</a:t>
            </a:r>
            <a:r>
              <a:rPr lang="en-US" sz="3600" b="1" dirty="0"/>
              <a:t>-</a:t>
            </a:r>
            <a:r>
              <a:rPr lang="ml-IN" sz="3600" b="1" dirty="0"/>
              <a:t>പുത്രൻ </a:t>
            </a:r>
            <a:br>
              <a:rPr lang="en-US" sz="3600" b="1" dirty="0"/>
            </a:br>
            <a:r>
              <a:rPr lang="ml-IN" sz="3600" b="1" dirty="0"/>
              <a:t>പാപികളെ രക്ഷിപ്പാൻ</a:t>
            </a:r>
            <a:br>
              <a:rPr lang="ml-IN" sz="3600" b="1" dirty="0"/>
            </a:br>
            <a:r>
              <a:rPr lang="ml-IN" sz="3600" b="1" dirty="0"/>
              <a:t>മനുഷ്യനായ് പാടുപെട്ടു </a:t>
            </a:r>
            <a:br>
              <a:rPr lang="en-US" sz="3600" b="1" dirty="0"/>
            </a:br>
            <a:r>
              <a:rPr lang="ml-IN" sz="3600" b="1" dirty="0"/>
              <a:t>കുരിശിന്മേൽ മരിച്ചു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05CBB-3E45-4989-811D-D4A71E6CA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801" y="-21771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BD0FF8-E76C-46DD-99DA-3F786EEAB6C1}"/>
              </a:ext>
            </a:extLst>
          </p:cNvPr>
          <p:cNvSpPr/>
          <p:nvPr/>
        </p:nvSpPr>
        <p:spPr>
          <a:xfrm>
            <a:off x="440871" y="3657601"/>
            <a:ext cx="101727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Daivaththintey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Ekaputhran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Paapikalhey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rakshippaan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Maanushanaai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paadupettu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Kurishinmel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marichu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1963400" cy="2819400"/>
          </a:xfrm>
        </p:spPr>
        <p:txBody>
          <a:bodyPr anchor="t"/>
          <a:lstStyle/>
          <a:p>
            <a:pPr defTabSz="741363">
              <a:lnSpc>
                <a:spcPct val="125000"/>
              </a:lnSpc>
              <a:tabLst>
                <a:tab pos="347663" algn="l"/>
              </a:tabLst>
            </a:pPr>
            <a:r>
              <a:rPr lang="en-US" sz="3600" b="1" dirty="0"/>
              <a:t>	</a:t>
            </a:r>
            <a:r>
              <a:rPr lang="ml-IN" sz="3600" b="1" dirty="0"/>
              <a:t>ഇത്ര സ്നേഹം ഇത്ര സ്നേഹം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ഇത്ര സ്നേഹം എരിവാൻ</a:t>
            </a:r>
            <a:br>
              <a:rPr lang="ml-IN" sz="3600" b="1" dirty="0"/>
            </a:br>
            <a:r>
              <a:rPr lang="ml-IN" sz="3600" b="1" dirty="0"/>
              <a:t>   മനുഷ്യരിലെന്തു നന്മ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കണ്ടു നീ രക്ഷാകരാ</a:t>
            </a:r>
            <a:r>
              <a:rPr lang="en-US" sz="3600" b="1" dirty="0"/>
              <a:t>!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05CBB-3E45-4989-811D-D4A71E6CA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A17A7-08A0-4AD6-B711-BE788691E1B1}"/>
              </a:ext>
            </a:extLst>
          </p:cNvPr>
          <p:cNvSpPr/>
          <p:nvPr/>
        </p:nvSpPr>
        <p:spPr>
          <a:xfrm>
            <a:off x="0" y="3657601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erivaan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Manushyerilenthu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nanma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Kandu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Rakshakaraa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859122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11430000" cy="2895600"/>
          </a:xfrm>
        </p:spPr>
        <p:txBody>
          <a:bodyPr anchor="t"/>
          <a:lstStyle/>
          <a:p>
            <a:pPr algn="l" defTabSz="741363">
              <a:lnSpc>
                <a:spcPct val="125000"/>
              </a:lnSpc>
              <a:tabLst>
                <a:tab pos="347663" algn="l"/>
              </a:tabLst>
            </a:pPr>
            <a:r>
              <a:rPr lang="ml-IN" sz="3600" b="1" dirty="0"/>
              <a:t>പാപികളും ദ്രോഹികളു-</a:t>
            </a:r>
            <a:br>
              <a:rPr lang="en-US" sz="3600" b="1" dirty="0"/>
            </a:br>
            <a:r>
              <a:rPr lang="ml-IN" sz="3600" b="1" dirty="0"/>
              <a:t>മായ നര വർഗ്ഗത്തെ</a:t>
            </a:r>
            <a:br>
              <a:rPr lang="ml-IN" sz="3600" b="1" dirty="0"/>
            </a:br>
            <a:r>
              <a:rPr lang="ml-IN" sz="3600" b="1" dirty="0"/>
              <a:t>വീണ്ടെടുപ്പാൻ എത്ര കഷ്ടം </a:t>
            </a:r>
            <a:br>
              <a:rPr lang="en-US" sz="3600" b="1" dirty="0"/>
            </a:br>
            <a:r>
              <a:rPr lang="ml-IN" sz="3600" b="1" dirty="0"/>
              <a:t>സഹിച്ചു നീ ശാന്തമായ്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ABA2E-A620-4793-92F3-8D9B00D9E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0EEFE-F734-4AF5-8AFD-813F55EB3B39}"/>
              </a:ext>
            </a:extLst>
          </p:cNvPr>
          <p:cNvSpPr/>
          <p:nvPr/>
        </p:nvSpPr>
        <p:spPr>
          <a:xfrm>
            <a:off x="440871" y="3657601"/>
            <a:ext cx="101727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Paapikalhum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drohikalhum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vargaththey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Veendeduppaan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kashtam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Sahichchu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shaanthamaai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1963400" cy="2819400"/>
          </a:xfrm>
        </p:spPr>
        <p:txBody>
          <a:bodyPr anchor="t"/>
          <a:lstStyle/>
          <a:p>
            <a:pPr defTabSz="741363">
              <a:lnSpc>
                <a:spcPct val="125000"/>
              </a:lnSpc>
              <a:tabLst>
                <a:tab pos="347663" algn="l"/>
              </a:tabLst>
            </a:pPr>
            <a:r>
              <a:rPr lang="en-US" sz="3600" b="1" dirty="0"/>
              <a:t>	</a:t>
            </a:r>
            <a:r>
              <a:rPr lang="ml-IN" sz="3600" b="1" dirty="0"/>
              <a:t>ഇത്ര സ്നേഹം ഇത്ര സ്നേഹം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ഇത്ര സ്നേഹം എരിവാൻ</a:t>
            </a:r>
            <a:br>
              <a:rPr lang="ml-IN" sz="3600" b="1" dirty="0"/>
            </a:br>
            <a:r>
              <a:rPr lang="ml-IN" sz="3600" b="1" dirty="0"/>
              <a:t>   മനുഷ്യരിലെന്തു നന്മ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കണ്ടു നീ രക്ഷാകരാ</a:t>
            </a:r>
            <a:r>
              <a:rPr lang="en-US" sz="3600" b="1" dirty="0"/>
              <a:t>!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05CBB-3E45-4989-811D-D4A71E6CA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A17A7-08A0-4AD6-B711-BE788691E1B1}"/>
              </a:ext>
            </a:extLst>
          </p:cNvPr>
          <p:cNvSpPr/>
          <p:nvPr/>
        </p:nvSpPr>
        <p:spPr>
          <a:xfrm>
            <a:off x="0" y="3657601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erivaan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Manushyerilenthu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nanma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Kandu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Rakshakaraa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9463360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457200" y="707571"/>
            <a:ext cx="11734800" cy="2721429"/>
          </a:xfrm>
        </p:spPr>
        <p:txBody>
          <a:bodyPr anchor="t"/>
          <a:lstStyle/>
          <a:p>
            <a:pPr algn="l" defTabSz="741363">
              <a:lnSpc>
                <a:spcPct val="125000"/>
              </a:lnSpc>
              <a:tabLst>
                <a:tab pos="347663" algn="l"/>
              </a:tabLst>
              <a:defRPr/>
            </a:pPr>
            <a:r>
              <a:rPr lang="ml-IN" sz="3600" b="1" dirty="0"/>
              <a:t>നിർമ്മലന്മാർ ഭുജിക്കുന്ന </a:t>
            </a:r>
            <a:br>
              <a:rPr lang="en-US" sz="3600" b="1" dirty="0"/>
            </a:br>
            <a:r>
              <a:rPr lang="ml-IN" sz="3600" b="1" dirty="0"/>
              <a:t>പരലോക അപ്പം താൻ</a:t>
            </a:r>
            <a:br>
              <a:rPr lang="ml-IN" sz="3600" b="1" dirty="0"/>
            </a:br>
            <a:r>
              <a:rPr lang="ml-IN" sz="3600" b="1" dirty="0"/>
              <a:t>പാപികൾക്കു ജീവൻ നൽകി </a:t>
            </a:r>
            <a:br>
              <a:rPr lang="en-US" sz="3600" b="1" dirty="0"/>
            </a:br>
            <a:r>
              <a:rPr lang="ml-IN" sz="3600" b="1" dirty="0"/>
              <a:t>രക്ഷിക്കുന്നീ രക്ഷകൻ</a:t>
            </a:r>
            <a:endParaRPr lang="en-US" sz="3600" b="1" spc="-150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73C7B5-0B07-42AE-894B-45D8F16E8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6689F-0662-4DA8-A1BC-3BB663FA31CA}"/>
              </a:ext>
            </a:extLst>
          </p:cNvPr>
          <p:cNvSpPr/>
          <p:nvPr/>
        </p:nvSpPr>
        <p:spPr>
          <a:xfrm>
            <a:off x="440871" y="3657601"/>
            <a:ext cx="101727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Nirmalanmaar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bhujikkunna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paraloka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appam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Paapikalhku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jeevan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Rakshikkunnee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1963400" cy="2819400"/>
          </a:xfrm>
        </p:spPr>
        <p:txBody>
          <a:bodyPr anchor="t"/>
          <a:lstStyle/>
          <a:p>
            <a:pPr defTabSz="741363">
              <a:lnSpc>
                <a:spcPct val="125000"/>
              </a:lnSpc>
              <a:tabLst>
                <a:tab pos="347663" algn="l"/>
              </a:tabLst>
            </a:pPr>
            <a:r>
              <a:rPr lang="en-US" sz="3600" b="1" dirty="0"/>
              <a:t>	</a:t>
            </a:r>
            <a:r>
              <a:rPr lang="ml-IN" sz="3600" b="1" dirty="0"/>
              <a:t>ഇത്ര സ്നേഹം ഇത്ര സ്നേഹം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ഇത്ര സ്നേഹം എരിവാൻ</a:t>
            </a:r>
            <a:br>
              <a:rPr lang="ml-IN" sz="3600" b="1" dirty="0"/>
            </a:br>
            <a:r>
              <a:rPr lang="ml-IN" sz="3600" b="1" dirty="0"/>
              <a:t>   മനുഷ്യരിലെന്തു നന്മ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കണ്ടു നീ രക്ഷാകരാ</a:t>
            </a:r>
            <a:r>
              <a:rPr lang="en-US" sz="3600" b="1" dirty="0"/>
              <a:t>!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05CBB-3E45-4989-811D-D4A71E6CA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A17A7-08A0-4AD6-B711-BE788691E1B1}"/>
              </a:ext>
            </a:extLst>
          </p:cNvPr>
          <p:cNvSpPr/>
          <p:nvPr/>
        </p:nvSpPr>
        <p:spPr>
          <a:xfrm>
            <a:off x="0" y="3657601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erivaan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Manushyerilenthu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nanma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Kandu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Rakshakaraa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2248850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609599" y="637105"/>
            <a:ext cx="11353800" cy="2811091"/>
          </a:xfrm>
        </p:spPr>
        <p:txBody>
          <a:bodyPr anchor="t"/>
          <a:lstStyle/>
          <a:p>
            <a:pPr algn="l" defTabSz="741363">
              <a:lnSpc>
                <a:spcPct val="125000"/>
              </a:lnSpc>
              <a:tabLst>
                <a:tab pos="347663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കൃപയാലെ രക്ഷ പെട്ട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പാപിയായ ഞാനിതാ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ഹൃദയത്തില്‍ ദൈവസ്നേഹം-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എരിവാന്‍ വാഞ്ഛിക്കുന്നു</a:t>
            </a:r>
            <a:endParaRPr lang="en-US" sz="36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28F23-0CAC-49E7-8739-7F7CC1C13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20FD0D-B009-4008-BA1B-C2FCB3ABBAFC}"/>
              </a:ext>
            </a:extLst>
          </p:cNvPr>
          <p:cNvSpPr/>
          <p:nvPr/>
        </p:nvSpPr>
        <p:spPr>
          <a:xfrm>
            <a:off x="440871" y="3657601"/>
            <a:ext cx="101727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Kripayaaley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rakshapetta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Paapiyaaya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njaanithaa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Hridayaththil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Erivaan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vaanchikkunnu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1963400" cy="2819400"/>
          </a:xfrm>
        </p:spPr>
        <p:txBody>
          <a:bodyPr anchor="t"/>
          <a:lstStyle/>
          <a:p>
            <a:pPr defTabSz="741363">
              <a:lnSpc>
                <a:spcPct val="125000"/>
              </a:lnSpc>
              <a:tabLst>
                <a:tab pos="347663" algn="l"/>
              </a:tabLst>
            </a:pPr>
            <a:r>
              <a:rPr lang="en-US" sz="3600" b="1" dirty="0"/>
              <a:t>	</a:t>
            </a:r>
            <a:r>
              <a:rPr lang="ml-IN" sz="3600" b="1" dirty="0"/>
              <a:t>ഇത്ര സ്നേഹം ഇത്ര സ്നേഹം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ഇത്ര സ്നേഹം എരിവാൻ</a:t>
            </a:r>
            <a:br>
              <a:rPr lang="ml-IN" sz="3600" b="1" dirty="0"/>
            </a:br>
            <a:r>
              <a:rPr lang="ml-IN" sz="3600" b="1" dirty="0"/>
              <a:t>   മനുഷ്യരിലെന്തു നന്മ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കണ്ടു നീ രക്ഷാകരാ</a:t>
            </a:r>
            <a:r>
              <a:rPr lang="en-US" sz="3600" b="1" dirty="0"/>
              <a:t>!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05CBB-3E45-4989-811D-D4A71E6CA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A17A7-08A0-4AD6-B711-BE788691E1B1}"/>
              </a:ext>
            </a:extLst>
          </p:cNvPr>
          <p:cNvSpPr/>
          <p:nvPr/>
        </p:nvSpPr>
        <p:spPr>
          <a:xfrm>
            <a:off x="0" y="3657601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erivaan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Manushyerilenthu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nanma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Kandu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Rakshakaraa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9846684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440870" y="653143"/>
            <a:ext cx="10531929" cy="2743200"/>
          </a:xfrm>
        </p:spPr>
        <p:txBody>
          <a:bodyPr anchor="t"/>
          <a:lstStyle/>
          <a:p>
            <a:pPr algn="l" defTabSz="741363">
              <a:lnSpc>
                <a:spcPct val="125000"/>
              </a:lnSpc>
              <a:tabLst>
                <a:tab pos="347663" algn="l"/>
              </a:tabLst>
              <a:defRPr/>
            </a:pPr>
            <a:r>
              <a:rPr lang="ml-IN" sz="3600" b="1" dirty="0"/>
              <a:t>പാപിയിൽ പ്രധാനി</a:t>
            </a:r>
            <a:r>
              <a:rPr lang="en-US" sz="3600" b="1" dirty="0"/>
              <a:t> </a:t>
            </a:r>
            <a:r>
              <a:rPr lang="ml-IN" sz="3600" b="1" dirty="0"/>
              <a:t>ആയി</a:t>
            </a:r>
            <a:r>
              <a:rPr lang="en-US" sz="3600" b="1" dirty="0"/>
              <a:t>-</a:t>
            </a:r>
            <a:br>
              <a:rPr lang="en-US" sz="3600" b="1" dirty="0"/>
            </a:br>
            <a:r>
              <a:rPr lang="ml-IN" sz="3600" b="1" dirty="0"/>
              <a:t>രുന്ന എന്നെ രക്ഷിപ്പാൻ</a:t>
            </a:r>
            <a:br>
              <a:rPr lang="ml-IN" sz="3600" b="1" dirty="0"/>
            </a:br>
            <a:r>
              <a:rPr lang="ml-IN" sz="3600" b="1" dirty="0"/>
              <a:t>ശാപ</a:t>
            </a:r>
            <a:r>
              <a:rPr lang="en-US" sz="3600" b="1" dirty="0"/>
              <a:t> </a:t>
            </a:r>
            <a:r>
              <a:rPr lang="ml-IN" sz="3600" b="1" dirty="0"/>
              <a:t>മൃത്യുവേറ്റ</a:t>
            </a:r>
            <a:r>
              <a:rPr lang="en-US" sz="3600" b="1" dirty="0"/>
              <a:t> </a:t>
            </a:r>
            <a:r>
              <a:rPr lang="ml-IN" sz="3600" b="1" dirty="0"/>
              <a:t>നിന്നെ </a:t>
            </a:r>
            <a:br>
              <a:rPr lang="en-US" sz="3600" b="1" dirty="0"/>
            </a:br>
            <a:r>
              <a:rPr lang="ml-IN" sz="3600" b="1" spc="-150" dirty="0"/>
              <a:t>നിത്യകാലം വാഴ്ത്തും ഞാൻ</a:t>
            </a:r>
            <a:endParaRPr lang="en-US" sz="1600" b="1" spc="-150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E3D6D9-B7EA-45C1-9B14-AA2D28A5A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E104D-C9C3-42A1-9AB9-BEB4491626CB}"/>
              </a:ext>
            </a:extLst>
          </p:cNvPr>
          <p:cNvSpPr/>
          <p:nvPr/>
        </p:nvSpPr>
        <p:spPr>
          <a:xfrm>
            <a:off x="440871" y="3657601"/>
            <a:ext cx="101727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Paapiyil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pradhaani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aayi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runna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rakshippaan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Shaapa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mrithyuvetta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Nithyakaalam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vaazhthum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1963400" cy="2819400"/>
          </a:xfrm>
        </p:spPr>
        <p:txBody>
          <a:bodyPr anchor="t"/>
          <a:lstStyle/>
          <a:p>
            <a:pPr defTabSz="741363">
              <a:lnSpc>
                <a:spcPct val="125000"/>
              </a:lnSpc>
              <a:tabLst>
                <a:tab pos="347663" algn="l"/>
              </a:tabLst>
            </a:pPr>
            <a:r>
              <a:rPr lang="en-US" sz="3600" b="1" dirty="0"/>
              <a:t>	</a:t>
            </a:r>
            <a:r>
              <a:rPr lang="ml-IN" sz="3600" b="1" dirty="0"/>
              <a:t>ഇത്ര സ്നേഹം ഇത്ര സ്നേഹം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ഇത്ര സ്നേഹം എരിവാൻ</a:t>
            </a:r>
            <a:br>
              <a:rPr lang="ml-IN" sz="3600" b="1" dirty="0"/>
            </a:br>
            <a:r>
              <a:rPr lang="ml-IN" sz="3600" b="1" dirty="0"/>
              <a:t>   മനുഷ്യരിലെന്തു നന്മ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കണ്ടു നീ രക്ഷാകരാ</a:t>
            </a:r>
            <a:r>
              <a:rPr lang="en-US" sz="3600" b="1" dirty="0"/>
              <a:t>!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05CBB-3E45-4989-811D-D4A71E6CA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799" y="-21771"/>
            <a:ext cx="4572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144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A17A7-08A0-4AD6-B711-BE788691E1B1}"/>
              </a:ext>
            </a:extLst>
          </p:cNvPr>
          <p:cNvSpPr/>
          <p:nvPr/>
        </p:nvSpPr>
        <p:spPr>
          <a:xfrm>
            <a:off x="0" y="3657601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Ithra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erivaan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Manushyerilenthu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nanma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Kandu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Rakshakaraa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90FF8-F19F-4101-9C46-ED94EA042B23}"/>
              </a:ext>
            </a:extLst>
          </p:cNvPr>
          <p:cNvSpPr/>
          <p:nvPr/>
        </p:nvSpPr>
        <p:spPr>
          <a:xfrm>
            <a:off x="10493828" y="3200399"/>
            <a:ext cx="1698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b="1" dirty="0"/>
              <a:t>(വി. നാഗൽ)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819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167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144 ദൈവത്തിന്‍റെ ഏകപുത്രൻ  (ഇത്ര സ്നേഹം)</vt:lpstr>
      <vt:lpstr>ദൈവത്തിന്‍റെ ഏക-പുത്രൻ  പാപികളെ രക്ഷിപ്പാൻ മനുഷ്യനായ് പാടുപെട്ടു  കുരിശിന്മേൽ മരിച്ചു</vt:lpstr>
      <vt:lpstr> ഇത്ര സ്നേഹം ഇത്ര സ്നേഹം   ഇത്ര സ്നേഹം എരിവാൻ    മനുഷ്യരിലെന്തു നന്മ   കണ്ടു നീ രക്ഷാകരാ!</vt:lpstr>
      <vt:lpstr>പാപികളും ദ്രോഹികളു- മായ നര വർഗ്ഗത്തെ വീണ്ടെടുപ്പാൻ എത്ര കഷ്ടം  സഹിച്ചു നീ ശാന്തമായ്</vt:lpstr>
      <vt:lpstr> ഇത്ര സ്നേഹം ഇത്ര സ്നേഹം   ഇത്ര സ്നേഹം എരിവാൻ    മനുഷ്യരിലെന്തു നന്മ   കണ്ടു നീ രക്ഷാകരാ!</vt:lpstr>
      <vt:lpstr>നിർമ്മലന്മാർ ഭുജിക്കുന്ന  പരലോക അപ്പം താൻ പാപികൾക്കു ജീവൻ നൽകി  രക്ഷിക്കുന്നീ രക്ഷകൻ</vt:lpstr>
      <vt:lpstr> ഇത്ര സ്നേഹം ഇത്ര സ്നേഹം   ഇത്ര സ്നേഹം എരിവാൻ    മനുഷ്യരിലെന്തു നന്മ   കണ്ടു നീ രക്ഷാകരാ!</vt:lpstr>
      <vt:lpstr>കൃപയാലെ രക്ഷ പെട്ട  പാപിയായ ഞാനിതാ ഹൃദയത്തില്‍ ദൈവസ്നേഹം- എരിവാന്‍ വാഞ്ഛിക്കുന്നു</vt:lpstr>
      <vt:lpstr> ഇത്ര സ്നേഹം ഇത്ര സ്നേഹം   ഇത്ര സ്നേഹം എരിവാൻ    മനുഷ്യരിലെന്തു നന്മ   കണ്ടു നീ രക്ഷാകരാ!</vt:lpstr>
      <vt:lpstr>പാപിയിൽ പ്രധാനി ആയി- രുന്ന എന്നെ രക്ഷിപ്പാൻ ശാപ മൃത്യുവേറ്റ നിന്നെ  നിത്യകാലം വാഴ്ത്തും ഞാൻ</vt:lpstr>
      <vt:lpstr> ഇത്ര സ്നേഹം ഇത്ര സ്നേഹം   ഇത്ര സ്നേഹം എരിവാൻ    മനുഷ്യരിലെന്തു നന്മ   കണ്ടു നീ രക്ഷാകരാ!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Daivathinte eka puthran</dc:title>
  <dc:creator>Digital Input:; GM JOHN; Acsah Mathews</dc:creator>
  <cp:lastModifiedBy>Acsah Mathews</cp:lastModifiedBy>
  <cp:revision>149</cp:revision>
  <dcterms:created xsi:type="dcterms:W3CDTF">2013-04-19T09:19:07Z</dcterms:created>
  <dcterms:modified xsi:type="dcterms:W3CDTF">2018-11-05T19:54:16Z</dcterms:modified>
</cp:coreProperties>
</file>