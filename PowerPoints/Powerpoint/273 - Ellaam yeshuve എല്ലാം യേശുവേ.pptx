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77" r:id="rId2"/>
    <p:sldId id="270" r:id="rId3"/>
    <p:sldId id="272" r:id="rId4"/>
    <p:sldId id="273" r:id="rId5"/>
    <p:sldId id="274" r:id="rId6"/>
    <p:sldId id="275" r:id="rId7"/>
    <p:sldId id="276" r:id="rId8"/>
  </p:sldIdLst>
  <p:sldSz cx="12192000" cy="6858000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152" autoAdjust="0"/>
    <p:restoredTop sz="94660"/>
  </p:normalViewPr>
  <p:slideViewPr>
    <p:cSldViewPr>
      <p:cViewPr varScale="1">
        <p:scale>
          <a:sx n="42" d="100"/>
          <a:sy n="42" d="100"/>
        </p:scale>
        <p:origin x="54" y="840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08CA3FC-CF41-42D6-B7AA-4CF22E803441}" type="datetimeFigureOut">
              <a:rPr lang="en-US"/>
              <a:pPr>
                <a:defRPr/>
              </a:pPr>
              <a:t>11/15/2018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E4A5EC1-0253-4213-B82E-3BFCB5E3B9B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2341" y="181534"/>
            <a:ext cx="770972" cy="578229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93999" y="6111691"/>
            <a:ext cx="615660" cy="564776"/>
          </a:xfrm>
          <a:prstGeom prst="rect">
            <a:avLst/>
          </a:prstGeom>
        </p:spPr>
      </p:pic>
    </p:spTree>
  </p:cSld>
  <p:clrMapOvr>
    <a:masterClrMapping/>
  </p:clrMapOvr>
  <p:transition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8BCD12A-2E47-4EA5-A852-4CD9B3BB27CE}" type="datetimeFigureOut">
              <a:rPr lang="en-US"/>
              <a:pPr>
                <a:defRPr/>
              </a:pPr>
              <a:t>11/15/2018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6442F5B-BE97-4731-9E5F-DA96E7F25AC3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F9B595F-5A7C-4937-8ED4-662B573A7512}" type="datetimeFigureOut">
              <a:rPr lang="en-US"/>
              <a:pPr>
                <a:defRPr/>
              </a:pPr>
              <a:t>11/15/2018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9E738D9-B86E-4E8D-B7B1-B3B498AEAF8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B95C8AF-2237-455C-A037-21E223A9CCA3}" type="datetimeFigureOut">
              <a:rPr lang="en-US"/>
              <a:pPr>
                <a:defRPr/>
              </a:pPr>
              <a:t>11/15/2018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1AA4BF4-C949-4161-AFC1-B6C72A7485B8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CCBFC33-3E58-4CE9-8E03-DD81A0AE933B}" type="datetimeFigureOut">
              <a:rPr lang="en-US"/>
              <a:pPr>
                <a:defRPr/>
              </a:pPr>
              <a:t>11/15/2018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ABD07C4-AAB6-4547-B0D9-DAD36B106E5D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E3B54BE-3E88-4532-B3D7-940D906E5896}" type="datetimeFigureOut">
              <a:rPr lang="en-US"/>
              <a:pPr>
                <a:defRPr/>
              </a:pPr>
              <a:t>11/15/2018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0846BDB-ED2D-4A1D-952C-48C4FA306B7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134B9F7-115D-4263-824B-4044836E1518}" type="datetimeFigureOut">
              <a:rPr lang="en-US"/>
              <a:pPr>
                <a:defRPr/>
              </a:pPr>
              <a:t>11/15/2018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AFAF224-14B6-4393-8D27-0D13938F94F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6C5C799-44D1-4602-A722-3FE6C721B3D2}" type="datetimeFigureOut">
              <a:rPr lang="en-US"/>
              <a:pPr>
                <a:defRPr/>
              </a:pPr>
              <a:t>11/15/2018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AB50C14-F842-4F04-815C-018A12F5B9A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D4CC832-82DD-42DB-8384-B26E5D77D687}" type="datetimeFigureOut">
              <a:rPr lang="en-US"/>
              <a:pPr>
                <a:defRPr/>
              </a:pPr>
              <a:t>11/15/2018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2F91326-F2F5-45A5-B3E6-19E244530B1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CFEF701-BFDB-4402-B249-F6E6969B73DE}" type="datetimeFigureOut">
              <a:rPr lang="en-US"/>
              <a:pPr>
                <a:defRPr/>
              </a:pPr>
              <a:t>11/15/2018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3B71CEA-DC0F-4BB5-BF8A-6E4FA48429CD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D1D7BE6-F282-46B4-8E09-19761809C5E9}" type="datetimeFigureOut">
              <a:rPr lang="en-US"/>
              <a:pPr>
                <a:defRPr/>
              </a:pPr>
              <a:t>11/15/2018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B4B655B-C10E-46AB-876D-747DABD0469B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274638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600201"/>
            <a:ext cx="109728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65EDF874-F1CB-4997-A361-BCCB8EAD8B8F}" type="datetimeFigureOut">
              <a:rPr lang="en-US"/>
              <a:pPr>
                <a:defRPr/>
              </a:pPr>
              <a:t>11/15/2018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A0FF9456-B0A7-4B73-B80F-1CA7AB49AC5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1E5CB3-7245-48AB-9877-80A8CF275C5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273</a:t>
            </a:r>
            <a:br>
              <a:rPr lang="en-US" dirty="0"/>
            </a:br>
            <a:r>
              <a:rPr lang="ml-IN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</a:rPr>
              <a:t>എല്ലാം യേശുവേ!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41FD6D7-F5B7-459E-8AD5-60DDFFC36D8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28800" y="3600451"/>
            <a:ext cx="8534400" cy="1752600"/>
          </a:xfrm>
        </p:spPr>
        <p:txBody>
          <a:bodyPr/>
          <a:lstStyle/>
          <a:p>
            <a:r>
              <a:rPr lang="en-US" sz="4000" b="1" dirty="0" err="1">
                <a:solidFill>
                  <a:schemeClr val="accent1">
                    <a:lumMod val="75000"/>
                  </a:schemeClr>
                </a:solidFill>
              </a:rPr>
              <a:t>Ellaam</a:t>
            </a:r>
            <a:r>
              <a:rPr lang="en-US" sz="4000" b="1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sz="4000" b="1" dirty="0" err="1">
                <a:solidFill>
                  <a:schemeClr val="accent1">
                    <a:lumMod val="75000"/>
                  </a:schemeClr>
                </a:solidFill>
              </a:rPr>
              <a:t>Yeshuvey</a:t>
            </a:r>
            <a:r>
              <a:rPr lang="en-US" sz="4000" b="1" dirty="0">
                <a:solidFill>
                  <a:schemeClr val="accent1">
                    <a:lumMod val="75000"/>
                  </a:schemeClr>
                </a:solidFill>
              </a:rPr>
              <a:t> </a:t>
            </a:r>
          </a:p>
          <a:p>
            <a:r>
              <a:rPr lang="en-US" sz="3600" i="1" dirty="0"/>
              <a:t>Tune: Christ is all to me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85A0133-23CD-4B32-A11B-F4D1BF1792F6}"/>
              </a:ext>
            </a:extLst>
          </p:cNvPr>
          <p:cNvSpPr/>
          <p:nvPr/>
        </p:nvSpPr>
        <p:spPr>
          <a:xfrm>
            <a:off x="8126819" y="5238690"/>
            <a:ext cx="1715024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dirty="0">
                <a:solidFill>
                  <a:schemeClr val="accent2"/>
                </a:solidFill>
              </a:rPr>
              <a:t>(D.T. Niles) 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0314929-946C-4CA7-B0BB-83CAEEF29808}"/>
              </a:ext>
            </a:extLst>
          </p:cNvPr>
          <p:cNvSpPr/>
          <p:nvPr/>
        </p:nvSpPr>
        <p:spPr>
          <a:xfrm>
            <a:off x="1798320" y="5238690"/>
            <a:ext cx="2590800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sz="2000" dirty="0">
                <a:solidFill>
                  <a:schemeClr val="accent2"/>
                </a:solidFill>
                <a:latin typeface="Calibri" panose="020F0502020204030204" pitchFamily="34" charset="0"/>
              </a:rPr>
              <a:t>(</a:t>
            </a:r>
            <a:r>
              <a:rPr lang="ml-IN" sz="2000" dirty="0">
                <a:solidFill>
                  <a:schemeClr val="accent2"/>
                </a:solidFill>
                <a:latin typeface="Calibri" panose="020F0502020204030204" pitchFamily="34" charset="0"/>
              </a:rPr>
              <a:t>ഡി. റ്റി. നൈൽസ്</a:t>
            </a:r>
            <a:r>
              <a:rPr lang="en-US" sz="2000" dirty="0">
                <a:solidFill>
                  <a:schemeClr val="accent2"/>
                </a:solidFill>
                <a:latin typeface="Calibri" panose="020F0502020204030204" pitchFamily="34" charset="0"/>
              </a:rPr>
              <a:t>)</a:t>
            </a:r>
            <a:endParaRPr lang="en-US" sz="2000" dirty="0">
              <a:solidFill>
                <a:schemeClr val="accent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4127852"/>
      </p:ext>
    </p:extLst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7620" y="2133600"/>
            <a:ext cx="12192000" cy="1354217"/>
          </a:xfrm>
        </p:spPr>
        <p:txBody>
          <a:bodyPr anchor="t"/>
          <a:lstStyle/>
          <a:p>
            <a:pPr algn="l">
              <a:lnSpc>
                <a:spcPct val="110000"/>
              </a:lnSpc>
            </a:pPr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1 </a:t>
            </a: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ആയനും സഹായനും സ്നേഹിതനപായഹൻ</a:t>
            </a:r>
            <a:b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   </a:t>
            </a: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നായകൻ എനിക്കന്‍പാര്‍ന്ന ജ്ഞാനമണവാളനും </a:t>
            </a:r>
            <a:b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										</a:t>
            </a: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665894" y="0"/>
            <a:ext cx="526106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273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5D1739C5-3ADC-482C-A6E3-C9E2B648CC23}"/>
              </a:ext>
            </a:extLst>
          </p:cNvPr>
          <p:cNvSpPr/>
          <p:nvPr/>
        </p:nvSpPr>
        <p:spPr>
          <a:xfrm>
            <a:off x="7620" y="761196"/>
            <a:ext cx="12184380" cy="135421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ml-IN" sz="3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എല്ലാം യേശുവേ! എനിക്കെല്ലാം യേശുവേ!</a:t>
            </a:r>
            <a:endParaRPr lang="en-US" sz="34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Kartika" panose="02020503030404060203" pitchFamily="18" charset="0"/>
              <a:cs typeface="Kartika" panose="02020503030404060203" pitchFamily="18" charset="0"/>
            </a:endParaRPr>
          </a:p>
          <a:p>
            <a:pPr algn="ctr"/>
            <a:br>
              <a:rPr lang="en-US" sz="1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അല്ലലേറുമീയുലകില്‍ എല്ലാം യേശുവേ!</a:t>
            </a:r>
            <a:endParaRPr lang="en-US" sz="34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E06A34C-A093-411D-9B25-B192AF1DA280}"/>
              </a:ext>
            </a:extLst>
          </p:cNvPr>
          <p:cNvSpPr/>
          <p:nvPr/>
        </p:nvSpPr>
        <p:spPr>
          <a:xfrm>
            <a:off x="0" y="3370183"/>
            <a:ext cx="12184380" cy="135421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Ellaam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Yeshuvey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Enikkellaam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Yeshuvey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!</a:t>
            </a:r>
          </a:p>
          <a:p>
            <a:pPr algn="ctr"/>
            <a:endParaRPr lang="en-US" sz="1400" b="1" dirty="0">
              <a:solidFill>
                <a:schemeClr val="accent1">
                  <a:lumMod val="75000"/>
                </a:schemeClr>
              </a:solidFill>
              <a:latin typeface="+mn-lt"/>
            </a:endParaRPr>
          </a:p>
          <a:p>
            <a:pPr algn="ctr"/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Allalèrum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ee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ulakil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ellaam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Yeshuvey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! 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57E6687-2571-4BCF-9131-8C125799C061}"/>
              </a:ext>
            </a:extLst>
          </p:cNvPr>
          <p:cNvSpPr/>
          <p:nvPr/>
        </p:nvSpPr>
        <p:spPr>
          <a:xfrm>
            <a:off x="7620" y="4992469"/>
            <a:ext cx="12176760" cy="12146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</a:pP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1.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Aayanum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sahaayanum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snehithanapaayahan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</a:p>
          <a:p>
            <a:pPr>
              <a:lnSpc>
                <a:spcPct val="110000"/>
              </a:lnSpc>
            </a:pP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  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Naayakan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enikkanpaarnna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gnaanamanhavaalhanum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</a:p>
        </p:txBody>
      </p:sp>
    </p:spTree>
  </p:cSld>
  <p:clrMapOvr>
    <a:masterClrMapping/>
  </p:clrMapOvr>
  <p:transition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22860" y="855583"/>
            <a:ext cx="12192000" cy="1354217"/>
          </a:xfrm>
        </p:spPr>
        <p:txBody>
          <a:bodyPr anchor="t"/>
          <a:lstStyle/>
          <a:p>
            <a:pPr algn="l">
              <a:lnSpc>
                <a:spcPct val="110000"/>
              </a:lnSpc>
            </a:pPr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2	</a:t>
            </a: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തന്ത തള്ള ജാതി ജനം സ്നേഹിതൻ ബന്ധുക്കളും 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	</a:t>
            </a: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സന്തോഷ സകല യോഗ സംപൂരണ ഭാഗ്യവും</a:t>
            </a:r>
            <a:endParaRPr lang="en-US" sz="34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665894" y="0"/>
            <a:ext cx="526106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273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5D1739C5-3ADC-482C-A6E3-C9E2B648CC23}"/>
              </a:ext>
            </a:extLst>
          </p:cNvPr>
          <p:cNvSpPr/>
          <p:nvPr/>
        </p:nvSpPr>
        <p:spPr>
          <a:xfrm>
            <a:off x="-22860" y="2288738"/>
            <a:ext cx="12184380" cy="129266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ml-IN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എല്ലാം യേശുവേ! എനിക്കെല്ലാം യേശുവേ!</a:t>
            </a:r>
            <a:endParaRPr lang="en-US" sz="32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Kartika" panose="02020503030404060203" pitchFamily="18" charset="0"/>
              <a:cs typeface="Kartika" panose="02020503030404060203" pitchFamily="18" charset="0"/>
            </a:endParaRPr>
          </a:p>
          <a:p>
            <a:pPr algn="ctr"/>
            <a:br>
              <a:rPr lang="en-US" sz="1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അല്ലലേറുമീയുലകില്‍ എല്ലാം യേശുവേ!</a:t>
            </a:r>
            <a:endParaRPr lang="en-US" sz="32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E06A34C-A093-411D-9B25-B192AF1DA280}"/>
              </a:ext>
            </a:extLst>
          </p:cNvPr>
          <p:cNvSpPr/>
          <p:nvPr/>
        </p:nvSpPr>
        <p:spPr>
          <a:xfrm>
            <a:off x="0" y="5336738"/>
            <a:ext cx="12161520" cy="129266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32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Ellaam</a:t>
            </a:r>
            <a:r>
              <a:rPr lang="en-US" sz="32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Yeshuvey</a:t>
            </a:r>
            <a:r>
              <a:rPr lang="en-US" sz="32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Enikkellaam</a:t>
            </a:r>
            <a:r>
              <a:rPr lang="en-US" sz="32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Yeshuvey</a:t>
            </a:r>
            <a:r>
              <a:rPr lang="en-US" sz="32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!</a:t>
            </a:r>
          </a:p>
          <a:p>
            <a:pPr algn="ctr"/>
            <a:endParaRPr lang="en-US" sz="1200" b="1" dirty="0">
              <a:solidFill>
                <a:schemeClr val="accent1">
                  <a:lumMod val="75000"/>
                </a:schemeClr>
              </a:solidFill>
              <a:latin typeface="+mn-lt"/>
            </a:endParaRPr>
          </a:p>
          <a:p>
            <a:pPr algn="ctr"/>
            <a:r>
              <a:rPr lang="en-US" sz="32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Allalèrum</a:t>
            </a:r>
            <a:r>
              <a:rPr lang="en-US" sz="32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ee</a:t>
            </a:r>
            <a:r>
              <a:rPr lang="en-US" sz="32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ulakil</a:t>
            </a:r>
            <a:r>
              <a:rPr lang="en-US" sz="32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ellaam</a:t>
            </a:r>
            <a:r>
              <a:rPr lang="en-US" sz="32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Yeshuvey</a:t>
            </a:r>
            <a:r>
              <a:rPr lang="en-US" sz="32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! 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57E6687-2571-4BCF-9131-8C125799C061}"/>
              </a:ext>
            </a:extLst>
          </p:cNvPr>
          <p:cNvSpPr/>
          <p:nvPr/>
        </p:nvSpPr>
        <p:spPr>
          <a:xfrm>
            <a:off x="7620" y="3810000"/>
            <a:ext cx="12176760" cy="12146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</a:pP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2.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Thantha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,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thallha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jaathi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janam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snehithar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bandhukkalhum</a:t>
            </a:r>
            <a:endParaRPr lang="en-US" sz="3400" b="1" dirty="0">
              <a:solidFill>
                <a:schemeClr val="accent1">
                  <a:lumMod val="75000"/>
                </a:schemeClr>
              </a:solidFill>
              <a:latin typeface="+mn-lt"/>
            </a:endParaRPr>
          </a:p>
          <a:p>
            <a:pPr>
              <a:lnSpc>
                <a:spcPct val="110000"/>
              </a:lnSpc>
            </a:pP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   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Santhosha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sakala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yoga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sampoornha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bhaagyavum</a:t>
            </a:r>
            <a:endParaRPr lang="en-US" sz="3400" b="1" dirty="0">
              <a:solidFill>
                <a:schemeClr val="accent1">
                  <a:lumMod val="75000"/>
                </a:schemeClr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357781711"/>
      </p:ext>
    </p:extLst>
  </p:cSld>
  <p:clrMapOvr>
    <a:masterClrMapping/>
  </p:clrMapOvr>
  <p:transition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22860" y="855583"/>
            <a:ext cx="12192000" cy="1659017"/>
          </a:xfrm>
        </p:spPr>
        <p:txBody>
          <a:bodyPr anchor="t"/>
          <a:lstStyle/>
          <a:p>
            <a:pPr algn="l">
              <a:lnSpc>
                <a:spcPct val="110000"/>
              </a:lnSpc>
            </a:pPr>
            <a:r>
              <a:rPr lang="en-US" sz="3400" b="1" spc="-300" dirty="0">
                <a:latin typeface="Kartika" panose="02020503030404060203" pitchFamily="18" charset="0"/>
                <a:cs typeface="Kartika" panose="02020503030404060203" pitchFamily="18" charset="0"/>
              </a:rPr>
              <a:t>3.   </a:t>
            </a:r>
            <a:r>
              <a:rPr lang="ml-IN" sz="3400" b="1" spc="-300" dirty="0">
                <a:latin typeface="Kartika" panose="02020503030404060203" pitchFamily="18" charset="0"/>
                <a:cs typeface="Kartika" panose="02020503030404060203" pitchFamily="18" charset="0"/>
              </a:rPr>
              <a:t>ആവലിൽ ആശ്വാസവും രാത്രിയിൽ എൻ ജ്യോതിസ്സും</a:t>
            </a:r>
            <a:br>
              <a:rPr lang="ml-IN" sz="3400" b="1" spc="-300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3400" b="1" spc="-300" dirty="0">
                <a:latin typeface="Kartika" panose="02020503030404060203" pitchFamily="18" charset="0"/>
                <a:cs typeface="Kartika" panose="02020503030404060203" pitchFamily="18" charset="0"/>
              </a:rPr>
              <a:t>       </a:t>
            </a: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വേവലാം കിടക്കയിൽ കൈകണ്ടതാം</a:t>
            </a:r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 ഔഷധവും</a:t>
            </a:r>
            <a:endParaRPr lang="en-US" sz="34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665894" y="0"/>
            <a:ext cx="526106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273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5D1739C5-3ADC-482C-A6E3-C9E2B648CC23}"/>
              </a:ext>
            </a:extLst>
          </p:cNvPr>
          <p:cNvSpPr/>
          <p:nvPr/>
        </p:nvSpPr>
        <p:spPr>
          <a:xfrm>
            <a:off x="-22860" y="2288738"/>
            <a:ext cx="12184380" cy="129266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ml-IN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എല്ലാം യേശുവേ! എനിക്കെല്ലാം യേശുവേ!</a:t>
            </a:r>
            <a:endParaRPr lang="en-US" sz="32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Kartika" panose="02020503030404060203" pitchFamily="18" charset="0"/>
              <a:cs typeface="Kartika" panose="02020503030404060203" pitchFamily="18" charset="0"/>
            </a:endParaRPr>
          </a:p>
          <a:p>
            <a:pPr algn="ctr"/>
            <a:br>
              <a:rPr lang="en-US" sz="1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അല്ലലേറുമീയുലകില്‍ എല്ലാം യേശുവേ!</a:t>
            </a:r>
            <a:endParaRPr lang="en-US" sz="32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E06A34C-A093-411D-9B25-B192AF1DA280}"/>
              </a:ext>
            </a:extLst>
          </p:cNvPr>
          <p:cNvSpPr/>
          <p:nvPr/>
        </p:nvSpPr>
        <p:spPr>
          <a:xfrm>
            <a:off x="0" y="5336738"/>
            <a:ext cx="12161520" cy="129266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32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Ellaam</a:t>
            </a:r>
            <a:r>
              <a:rPr lang="en-US" sz="32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Yeshuvey</a:t>
            </a:r>
            <a:r>
              <a:rPr lang="en-US" sz="32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Enikkellaam</a:t>
            </a:r>
            <a:r>
              <a:rPr lang="en-US" sz="32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Yeshuvey</a:t>
            </a:r>
            <a:r>
              <a:rPr lang="en-US" sz="32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!</a:t>
            </a:r>
          </a:p>
          <a:p>
            <a:pPr algn="ctr"/>
            <a:endParaRPr lang="en-US" sz="1200" b="1" dirty="0">
              <a:solidFill>
                <a:schemeClr val="accent1">
                  <a:lumMod val="75000"/>
                </a:schemeClr>
              </a:solidFill>
              <a:latin typeface="+mn-lt"/>
            </a:endParaRPr>
          </a:p>
          <a:p>
            <a:pPr algn="ctr"/>
            <a:r>
              <a:rPr lang="en-US" sz="32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Allalèrum</a:t>
            </a:r>
            <a:r>
              <a:rPr lang="en-US" sz="32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ee</a:t>
            </a:r>
            <a:r>
              <a:rPr lang="en-US" sz="32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ulakil</a:t>
            </a:r>
            <a:r>
              <a:rPr lang="en-US" sz="32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ellaam</a:t>
            </a:r>
            <a:r>
              <a:rPr lang="en-US" sz="32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Yeshuvey</a:t>
            </a:r>
            <a:r>
              <a:rPr lang="en-US" sz="32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! 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57E6687-2571-4BCF-9131-8C125799C061}"/>
              </a:ext>
            </a:extLst>
          </p:cNvPr>
          <p:cNvSpPr/>
          <p:nvPr/>
        </p:nvSpPr>
        <p:spPr>
          <a:xfrm>
            <a:off x="7620" y="3810000"/>
            <a:ext cx="12176760" cy="12146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</a:pP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3.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Aavalil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aashwaashavum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raathriyil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en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jyothissum</a:t>
            </a:r>
            <a:endParaRPr lang="en-US" sz="3400" b="1" dirty="0">
              <a:solidFill>
                <a:schemeClr val="accent1">
                  <a:lumMod val="75000"/>
                </a:schemeClr>
              </a:solidFill>
              <a:latin typeface="+mn-lt"/>
            </a:endParaRPr>
          </a:p>
          <a:p>
            <a:pPr>
              <a:lnSpc>
                <a:spcPct val="110000"/>
              </a:lnSpc>
            </a:pP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  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Vèvalaam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kidakkayil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kaikandathaam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oushadhavum</a:t>
            </a:r>
            <a:endParaRPr lang="en-US" sz="3400" b="1" dirty="0">
              <a:solidFill>
                <a:schemeClr val="accent1">
                  <a:lumMod val="75000"/>
                </a:schemeClr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921335245"/>
      </p:ext>
    </p:extLst>
  </p:cSld>
  <p:clrMapOvr>
    <a:masterClrMapping/>
  </p:clrMapOvr>
  <p:transition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22860" y="855583"/>
            <a:ext cx="12192000" cy="1354217"/>
          </a:xfrm>
        </p:spPr>
        <p:txBody>
          <a:bodyPr anchor="t"/>
          <a:lstStyle/>
          <a:p>
            <a:pPr algn="l">
              <a:lnSpc>
                <a:spcPct val="110000"/>
              </a:lnSpc>
            </a:pPr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4	</a:t>
            </a: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ബോധക പിതാവുമെന്‍ പോക്കിലും വരവിലും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	</a:t>
            </a: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ആദരവു കാട്ടിടും കൂട്ടാളിയുമെന്‍ തോഴനും </a:t>
            </a:r>
            <a:endParaRPr lang="en-US" sz="34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665894" y="0"/>
            <a:ext cx="526106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273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5D1739C5-3ADC-482C-A6E3-C9E2B648CC23}"/>
              </a:ext>
            </a:extLst>
          </p:cNvPr>
          <p:cNvSpPr/>
          <p:nvPr/>
        </p:nvSpPr>
        <p:spPr>
          <a:xfrm>
            <a:off x="-22860" y="2288738"/>
            <a:ext cx="12184380" cy="129266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ml-IN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എല്ലാം യേശുവേ! എനിക്കെല്ലാം യേശുവേ!</a:t>
            </a:r>
            <a:endParaRPr lang="en-US" sz="32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Kartika" panose="02020503030404060203" pitchFamily="18" charset="0"/>
              <a:cs typeface="Kartika" panose="02020503030404060203" pitchFamily="18" charset="0"/>
            </a:endParaRPr>
          </a:p>
          <a:p>
            <a:pPr algn="ctr"/>
            <a:br>
              <a:rPr lang="en-US" sz="1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അല്ലലേറുമീയുലകില്‍ എല്ലാം യേശുവേ!</a:t>
            </a:r>
            <a:endParaRPr lang="en-US" sz="32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E06A34C-A093-411D-9B25-B192AF1DA280}"/>
              </a:ext>
            </a:extLst>
          </p:cNvPr>
          <p:cNvSpPr/>
          <p:nvPr/>
        </p:nvSpPr>
        <p:spPr>
          <a:xfrm>
            <a:off x="0" y="5336738"/>
            <a:ext cx="12161520" cy="129266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32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Ellaam</a:t>
            </a:r>
            <a:r>
              <a:rPr lang="en-US" sz="32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Yeshuvey</a:t>
            </a:r>
            <a:r>
              <a:rPr lang="en-US" sz="32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Enikkellaam</a:t>
            </a:r>
            <a:r>
              <a:rPr lang="en-US" sz="32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Yeshuvey</a:t>
            </a:r>
            <a:r>
              <a:rPr lang="en-US" sz="32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!</a:t>
            </a:r>
          </a:p>
          <a:p>
            <a:pPr algn="ctr"/>
            <a:endParaRPr lang="en-US" sz="1200" b="1" dirty="0">
              <a:solidFill>
                <a:schemeClr val="accent1">
                  <a:lumMod val="75000"/>
                </a:schemeClr>
              </a:solidFill>
              <a:latin typeface="+mn-lt"/>
            </a:endParaRPr>
          </a:p>
          <a:p>
            <a:pPr algn="ctr"/>
            <a:r>
              <a:rPr lang="en-US" sz="32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Allalèrum</a:t>
            </a:r>
            <a:r>
              <a:rPr lang="en-US" sz="32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ee</a:t>
            </a:r>
            <a:r>
              <a:rPr lang="en-US" sz="32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ulakil</a:t>
            </a:r>
            <a:r>
              <a:rPr lang="en-US" sz="32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ellaam</a:t>
            </a:r>
            <a:r>
              <a:rPr lang="en-US" sz="32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Yeshuvey</a:t>
            </a:r>
            <a:r>
              <a:rPr lang="en-US" sz="32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! 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57E6687-2571-4BCF-9131-8C125799C061}"/>
              </a:ext>
            </a:extLst>
          </p:cNvPr>
          <p:cNvSpPr/>
          <p:nvPr/>
        </p:nvSpPr>
        <p:spPr>
          <a:xfrm>
            <a:off x="7620" y="3810000"/>
            <a:ext cx="12176760" cy="12146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</a:pP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4.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Bodhaka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Pithaavumen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pôkilum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varavilum</a:t>
            </a:r>
            <a:endParaRPr lang="en-US" sz="3400" b="1" dirty="0">
              <a:solidFill>
                <a:schemeClr val="accent1">
                  <a:lumMod val="75000"/>
                </a:schemeClr>
              </a:solidFill>
              <a:latin typeface="+mn-lt"/>
            </a:endParaRPr>
          </a:p>
          <a:p>
            <a:pPr>
              <a:lnSpc>
                <a:spcPct val="110000"/>
              </a:lnSpc>
            </a:pP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  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Aadaravu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kaattidum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koottalhiyum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en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thôzhanum</a:t>
            </a:r>
            <a:endParaRPr lang="en-US" sz="3400" b="1" dirty="0">
              <a:solidFill>
                <a:schemeClr val="accent1">
                  <a:lumMod val="75000"/>
                </a:schemeClr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047729938"/>
      </p:ext>
    </p:extLst>
  </p:cSld>
  <p:clrMapOvr>
    <a:masterClrMapping/>
  </p:clrMapOvr>
  <p:transition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22860" y="855583"/>
            <a:ext cx="12192000" cy="1354217"/>
          </a:xfrm>
        </p:spPr>
        <p:txBody>
          <a:bodyPr anchor="t"/>
          <a:lstStyle/>
          <a:p>
            <a:pPr algn="l">
              <a:lnSpc>
                <a:spcPct val="110000"/>
              </a:lnSpc>
            </a:pPr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5	</a:t>
            </a:r>
            <a:r>
              <a:rPr lang="ml-IN" sz="3400" b="1" spc="-150" dirty="0">
                <a:latin typeface="Kartika" panose="02020503030404060203" pitchFamily="18" charset="0"/>
                <a:cs typeface="Kartika" panose="02020503030404060203" pitchFamily="18" charset="0"/>
              </a:rPr>
              <a:t>അണിയും ആഭരണവും ആസ്തിയും സമ്പാദ്യവും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	</a:t>
            </a:r>
            <a:r>
              <a:rPr lang="ml-IN" sz="3400" b="1" spc="-150" dirty="0">
                <a:latin typeface="Kartika" panose="02020503030404060203" pitchFamily="18" charset="0"/>
                <a:cs typeface="Kartika" panose="02020503030404060203" pitchFamily="18" charset="0"/>
              </a:rPr>
              <a:t>തുണയാളിയും രക്ഷകനും എന്‍ പ്രിയ മദ്ധ്യസ്ഥനും </a:t>
            </a:r>
            <a:endParaRPr lang="en-US" sz="3400" b="1" spc="-150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665894" y="0"/>
            <a:ext cx="526106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273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5D1739C5-3ADC-482C-A6E3-C9E2B648CC23}"/>
              </a:ext>
            </a:extLst>
          </p:cNvPr>
          <p:cNvSpPr/>
          <p:nvPr/>
        </p:nvSpPr>
        <p:spPr>
          <a:xfrm>
            <a:off x="-22860" y="2288738"/>
            <a:ext cx="12184380" cy="129266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ml-IN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എല്ലാം യേശുവേ! എനിക്കെല്ലാം യേശുവേ!</a:t>
            </a:r>
            <a:endParaRPr lang="en-US" sz="32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Kartika" panose="02020503030404060203" pitchFamily="18" charset="0"/>
              <a:cs typeface="Kartika" panose="02020503030404060203" pitchFamily="18" charset="0"/>
            </a:endParaRPr>
          </a:p>
          <a:p>
            <a:pPr algn="ctr"/>
            <a:br>
              <a:rPr lang="en-US" sz="1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അല്ലലേറുമീയുലകില്‍ എല്ലാം യേശുവേ!</a:t>
            </a:r>
            <a:endParaRPr lang="en-US" sz="32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E06A34C-A093-411D-9B25-B192AF1DA280}"/>
              </a:ext>
            </a:extLst>
          </p:cNvPr>
          <p:cNvSpPr/>
          <p:nvPr/>
        </p:nvSpPr>
        <p:spPr>
          <a:xfrm>
            <a:off x="0" y="5336738"/>
            <a:ext cx="12161520" cy="129266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32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Ellaam</a:t>
            </a:r>
            <a:r>
              <a:rPr lang="en-US" sz="32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Yeshuvey</a:t>
            </a:r>
            <a:r>
              <a:rPr lang="en-US" sz="32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Enikkellaam</a:t>
            </a:r>
            <a:r>
              <a:rPr lang="en-US" sz="32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Yeshuvey</a:t>
            </a:r>
            <a:r>
              <a:rPr lang="en-US" sz="32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!</a:t>
            </a:r>
          </a:p>
          <a:p>
            <a:pPr algn="ctr"/>
            <a:endParaRPr lang="en-US" sz="1200" b="1" dirty="0">
              <a:solidFill>
                <a:schemeClr val="accent1">
                  <a:lumMod val="75000"/>
                </a:schemeClr>
              </a:solidFill>
              <a:latin typeface="+mn-lt"/>
            </a:endParaRPr>
          </a:p>
          <a:p>
            <a:pPr algn="ctr"/>
            <a:r>
              <a:rPr lang="en-US" sz="32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Allalèrum</a:t>
            </a:r>
            <a:r>
              <a:rPr lang="en-US" sz="32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ee</a:t>
            </a:r>
            <a:r>
              <a:rPr lang="en-US" sz="32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ulakil</a:t>
            </a:r>
            <a:r>
              <a:rPr lang="en-US" sz="32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ellaam</a:t>
            </a:r>
            <a:r>
              <a:rPr lang="en-US" sz="32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Yeshuvey</a:t>
            </a:r>
            <a:r>
              <a:rPr lang="en-US" sz="32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! 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57E6687-2571-4BCF-9131-8C125799C061}"/>
              </a:ext>
            </a:extLst>
          </p:cNvPr>
          <p:cNvSpPr/>
          <p:nvPr/>
        </p:nvSpPr>
        <p:spPr>
          <a:xfrm>
            <a:off x="7620" y="3810000"/>
            <a:ext cx="12176760" cy="12146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</a:pP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5.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Anhiyum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aabharanhavum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asthiyum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sambaadyavum</a:t>
            </a:r>
            <a:endParaRPr lang="en-US" sz="3400" b="1" dirty="0">
              <a:solidFill>
                <a:schemeClr val="accent1">
                  <a:lumMod val="75000"/>
                </a:schemeClr>
              </a:solidFill>
              <a:latin typeface="+mn-lt"/>
            </a:endParaRPr>
          </a:p>
          <a:p>
            <a:pPr>
              <a:lnSpc>
                <a:spcPct val="110000"/>
              </a:lnSpc>
            </a:pP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  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Thunhayaalhiyum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rakshakanum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en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priya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madhyasthanum</a:t>
            </a:r>
            <a:endParaRPr lang="en-US" sz="3400" b="1" dirty="0">
              <a:solidFill>
                <a:schemeClr val="accent1">
                  <a:lumMod val="75000"/>
                </a:schemeClr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224747393"/>
      </p:ext>
    </p:extLst>
  </p:cSld>
  <p:clrMapOvr>
    <a:masterClrMapping/>
  </p:clrMapOvr>
  <p:transition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22860" y="855583"/>
            <a:ext cx="12192000" cy="1354217"/>
          </a:xfrm>
        </p:spPr>
        <p:txBody>
          <a:bodyPr anchor="t"/>
          <a:lstStyle/>
          <a:p>
            <a:pPr algn="l">
              <a:lnSpc>
                <a:spcPct val="110000"/>
              </a:lnSpc>
            </a:pPr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6	</a:t>
            </a: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വാനജീവ അപ്പവും ആശയും എൻ കാവലും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	</a:t>
            </a:r>
            <a:r>
              <a:rPr lang="ml-IN" sz="3400" b="1" dirty="0">
                <a:latin typeface="Kartika" panose="02020503030404060203" pitchFamily="18" charset="0"/>
              </a:rPr>
              <a:t>ജ്ഞാനാഗീത</a:t>
            </a: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മുല്ലാസവും നോട്ടവും കൊണ്ടാട്ടവും </a:t>
            </a:r>
            <a:endParaRPr lang="en-US" sz="34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665894" y="0"/>
            <a:ext cx="526106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273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5D1739C5-3ADC-482C-A6E3-C9E2B648CC23}"/>
              </a:ext>
            </a:extLst>
          </p:cNvPr>
          <p:cNvSpPr/>
          <p:nvPr/>
        </p:nvSpPr>
        <p:spPr>
          <a:xfrm>
            <a:off x="-22860" y="2288738"/>
            <a:ext cx="12184380" cy="129266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ml-IN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എല്ലാം യേശുവേ! എനിക്കെല്ലാം യേശുവേ!</a:t>
            </a:r>
            <a:endParaRPr lang="en-US" sz="32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Kartika" panose="02020503030404060203" pitchFamily="18" charset="0"/>
              <a:cs typeface="Kartika" panose="02020503030404060203" pitchFamily="18" charset="0"/>
            </a:endParaRPr>
          </a:p>
          <a:p>
            <a:pPr algn="ctr"/>
            <a:br>
              <a:rPr lang="en-US" sz="1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അല്ലലേറുമീയുലകില്‍ എല്ലാം യേശുവേ!</a:t>
            </a:r>
            <a:endParaRPr lang="en-US" sz="32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E06A34C-A093-411D-9B25-B192AF1DA280}"/>
              </a:ext>
            </a:extLst>
          </p:cNvPr>
          <p:cNvSpPr/>
          <p:nvPr/>
        </p:nvSpPr>
        <p:spPr>
          <a:xfrm>
            <a:off x="0" y="5336738"/>
            <a:ext cx="12161520" cy="129266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32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Ellaam</a:t>
            </a:r>
            <a:r>
              <a:rPr lang="en-US" sz="32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Yeshuvey</a:t>
            </a:r>
            <a:r>
              <a:rPr lang="en-US" sz="32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Enikkellaam</a:t>
            </a:r>
            <a:r>
              <a:rPr lang="en-US" sz="32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Yeshuvey</a:t>
            </a:r>
            <a:r>
              <a:rPr lang="en-US" sz="32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!</a:t>
            </a:r>
          </a:p>
          <a:p>
            <a:pPr algn="ctr"/>
            <a:endParaRPr lang="en-US" sz="1200" b="1" dirty="0">
              <a:solidFill>
                <a:schemeClr val="accent1">
                  <a:lumMod val="75000"/>
                </a:schemeClr>
              </a:solidFill>
              <a:latin typeface="+mn-lt"/>
            </a:endParaRPr>
          </a:p>
          <a:p>
            <a:pPr algn="ctr"/>
            <a:r>
              <a:rPr lang="en-US" sz="32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Allalèrum</a:t>
            </a:r>
            <a:r>
              <a:rPr lang="en-US" sz="32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ee</a:t>
            </a:r>
            <a:r>
              <a:rPr lang="en-US" sz="32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ulakil</a:t>
            </a:r>
            <a:r>
              <a:rPr lang="en-US" sz="32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ellaam</a:t>
            </a:r>
            <a:r>
              <a:rPr lang="en-US" sz="32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Yeshuvey</a:t>
            </a:r>
            <a:r>
              <a:rPr lang="en-US" sz="32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! 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57E6687-2571-4BCF-9131-8C125799C061}"/>
              </a:ext>
            </a:extLst>
          </p:cNvPr>
          <p:cNvSpPr/>
          <p:nvPr/>
        </p:nvSpPr>
        <p:spPr>
          <a:xfrm>
            <a:off x="7620" y="3810000"/>
            <a:ext cx="12176760" cy="12146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</a:pP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6.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Vaana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jeeva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appavum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aashayum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en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kaavalum</a:t>
            </a:r>
            <a:endParaRPr lang="en-US" sz="3400" b="1" dirty="0">
              <a:solidFill>
                <a:schemeClr val="accent1">
                  <a:lumMod val="75000"/>
                </a:schemeClr>
              </a:solidFill>
              <a:latin typeface="+mn-lt"/>
            </a:endParaRPr>
          </a:p>
          <a:p>
            <a:pPr>
              <a:lnSpc>
                <a:spcPct val="110000"/>
              </a:lnSpc>
            </a:pP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  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Jnjaanageetham-ullaasavum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nôttavum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kondaattavum</a:t>
            </a:r>
            <a:endParaRPr lang="en-US" sz="3400" b="1" dirty="0">
              <a:solidFill>
                <a:schemeClr val="accent1">
                  <a:lumMod val="75000"/>
                </a:schemeClr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559822894"/>
      </p:ext>
    </p:extLst>
  </p:cSld>
  <p:clrMapOvr>
    <a:masterClrMapping/>
  </p:clrMapOvr>
  <p:transition/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363</TotalTime>
  <Words>219</Words>
  <Application>Microsoft Office PowerPoint</Application>
  <PresentationFormat>Widescreen</PresentationFormat>
  <Paragraphs>59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Arial</vt:lpstr>
      <vt:lpstr>Calibri</vt:lpstr>
      <vt:lpstr>Kartika</vt:lpstr>
      <vt:lpstr>Office Theme</vt:lpstr>
      <vt:lpstr>273 എല്ലാം യേശുവേ!</vt:lpstr>
      <vt:lpstr>1 ആയനും സഹായനും സ്നേഹിതനപായഹൻ    നായകൻ എനിക്കന്‍പാര്‍ന്ന ജ്ഞാനമണവാളനും            </vt:lpstr>
      <vt:lpstr>2 തന്ത തള്ള ജാതി ജനം സ്നേഹിതൻ ബന്ധുക്കളും   സന്തോഷ സകല യോഗ സംപൂരണ ഭാഗ്യവും</vt:lpstr>
      <vt:lpstr>3.   ആവലിൽ ആശ്വാസവും രാത്രിയിൽ എൻ ജ്യോതിസ്സും        വേവലാം കിടക്കയിൽ കൈകണ്ടതാം  ഔഷധവും</vt:lpstr>
      <vt:lpstr>4 ബോധക പിതാവുമെന്‍ പോക്കിലും വരവിലും  ആദരവു കാട്ടിടും കൂട്ടാളിയുമെന്‍ തോഴനും </vt:lpstr>
      <vt:lpstr>5 അണിയും ആഭരണവും ആസ്തിയും സമ്പാദ്യവും  തുണയാളിയും രക്ഷകനും എന്‍ പ്രിയ മദ്ധ്യസ്ഥനും </vt:lpstr>
      <vt:lpstr>6 വാനജീവ അപ്പവും ആശയും എൻ കാവലും  ജ്ഞാനാഗീതമുല്ലാസവും നോട്ടവും കൊണ്ടാട്ടവും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273 - Ellaam yeshuve</dc:title>
  <dc:creator>Digital Input:; GM JOHN; Acsah Mathews</dc:creator>
  <cp:lastModifiedBy>Acsah Mathews</cp:lastModifiedBy>
  <cp:revision>123</cp:revision>
  <dcterms:created xsi:type="dcterms:W3CDTF">2013-04-19T09:19:07Z</dcterms:created>
  <dcterms:modified xsi:type="dcterms:W3CDTF">2018-11-15T14:51:14Z</dcterms:modified>
</cp:coreProperties>
</file>