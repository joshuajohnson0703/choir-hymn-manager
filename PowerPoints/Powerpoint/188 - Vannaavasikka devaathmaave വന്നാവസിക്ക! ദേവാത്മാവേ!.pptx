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7" r:id="rId2"/>
    <p:sldId id="271" r:id="rId3"/>
    <p:sldId id="273" r:id="rId4"/>
    <p:sldId id="278" r:id="rId5"/>
    <p:sldId id="274" r:id="rId6"/>
    <p:sldId id="279" r:id="rId7"/>
    <p:sldId id="275" r:id="rId8"/>
    <p:sldId id="280" r:id="rId9"/>
    <p:sldId id="276" r:id="rId10"/>
    <p:sldId id="281" r:id="rId11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0" d="100"/>
          <a:sy n="40" d="100"/>
        </p:scale>
        <p:origin x="72" y="87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2DF0DA-6BD2-413C-B7BF-F36263DA724C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A1C406-1DB2-4627-A066-01C4621EB36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BD8D53-FCB8-452E-8B0B-48AA8BA21971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92D2FD-E9EF-44B1-849D-4F40D7A4A32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F9A394-9F8E-475C-B6D4-A98F67B01941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A69231-194A-441C-B7E8-77A19D26DA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DDEA3-C335-4BFF-AFA3-F62D38C3C5E4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626183-2D9B-460F-A400-1D547F12DDA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10FE59-44ED-4F3E-8CEE-FA2775BB35C9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AA2923-2F24-4B7A-9967-710A5D22A4D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861686-90BD-42BB-AC02-C459056922B3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AE019B-512B-4C22-97C2-9B5EA70D118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59564A-8813-46A6-BBBC-7CDED83DBAC1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70957B-745B-4877-B453-D08471DFD6A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1E61AE-AF30-41DF-B743-703B22F3EE81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935617-7FA4-42E8-9B89-249CE9CF858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46DF33-29A1-456F-877C-93C411FE8A98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851E47-7C53-4352-9EA3-D56B07B40A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963B5D-080B-490E-BBBF-6EC7B0F68A04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E446C2-1359-4D58-BE40-B3492DEAAB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0F58E6-BA8E-4EE2-901E-0B9A1B518C6C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D9A926-35F8-4FD0-BB07-6E02DBA9DD0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12EDF52C-DABA-4605-BED0-0930B1F63A5F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50633CBC-FBA4-4A2C-817A-39699203B11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9EBC3-6073-45F7-BC56-8C60F12119A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188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വന്നാവസിക്ക! ദേവാത്മാവേ!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2E1A0-36CE-4198-9BC1-2633609EA7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143000"/>
          </a:xfrm>
        </p:spPr>
        <p:txBody>
          <a:bodyPr/>
          <a:lstStyle/>
          <a:p>
            <a:r>
              <a:rPr lang="en-US" sz="4000" b="1" dirty="0" err="1">
                <a:solidFill>
                  <a:schemeClr val="tx2"/>
                </a:solidFill>
              </a:rPr>
              <a:t>Vannaavasikka</a:t>
            </a:r>
            <a:r>
              <a:rPr lang="en-US" sz="4000" b="1" dirty="0">
                <a:solidFill>
                  <a:schemeClr val="tx2"/>
                </a:solidFill>
              </a:rPr>
              <a:t>!  </a:t>
            </a:r>
            <a:r>
              <a:rPr lang="en-US" sz="4000" b="1" dirty="0" err="1">
                <a:solidFill>
                  <a:schemeClr val="tx2"/>
                </a:solidFill>
              </a:rPr>
              <a:t>Devaathmaave</a:t>
            </a:r>
            <a:r>
              <a:rPr lang="en-US" sz="4000" b="1" dirty="0">
                <a:solidFill>
                  <a:schemeClr val="tx2"/>
                </a:solidFill>
              </a:rPr>
              <a:t>!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2DBDFFD-C301-490F-B816-0CF1CD7F1B46}"/>
              </a:ext>
            </a:extLst>
          </p:cNvPr>
          <p:cNvSpPr/>
          <p:nvPr/>
        </p:nvSpPr>
        <p:spPr>
          <a:xfrm>
            <a:off x="2743200" y="4844534"/>
            <a:ext cx="242887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chemeClr val="accent2"/>
                </a:solidFill>
              </a:rPr>
              <a:t>(റവ. റ്റി. കോശി)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D28573-6D6D-4703-BC59-A25269DEFB9A}"/>
              </a:ext>
            </a:extLst>
          </p:cNvPr>
          <p:cNvSpPr/>
          <p:nvPr/>
        </p:nvSpPr>
        <p:spPr>
          <a:xfrm>
            <a:off x="7643882" y="4844534"/>
            <a:ext cx="198246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(Rev. T. Koshy) </a:t>
            </a:r>
          </a:p>
        </p:txBody>
      </p:sp>
    </p:spTree>
    <p:extLst>
      <p:ext uri="{BB962C8B-B14F-4D97-AF65-F5344CB8AC3E}">
        <p14:creationId xmlns:p14="http://schemas.microsoft.com/office/powerpoint/2010/main" val="260529329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65747"/>
            <a:ext cx="12192000" cy="2743200"/>
          </a:xfrm>
        </p:spPr>
        <p:txBody>
          <a:bodyPr anchor="t"/>
          <a:lstStyle/>
          <a:p>
            <a:pPr defTabSz="463550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വന്നാ-വ-സിക്ക! ദേവാത്മാവേ! നീ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വന്നാ-വ-സിക്ക!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വന്നാവസിക്ക വേഗം - നിന്നുടെ മാ കൃപയാല്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‍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ഇന്നീ യടിയാരിന്മേ-ലുന്നതത്തിങ്കല്‍ നിന്നു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വന്നാ…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188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5A2A452-97C3-48B6-94CB-7BC9B6DF1A5B}"/>
              </a:ext>
            </a:extLst>
          </p:cNvPr>
          <p:cNvSpPr/>
          <p:nvPr/>
        </p:nvSpPr>
        <p:spPr>
          <a:xfrm>
            <a:off x="0" y="3707284"/>
            <a:ext cx="12192000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solidFill>
                  <a:schemeClr val="tx2"/>
                </a:solidFill>
                <a:latin typeface="+mn-lt"/>
              </a:rPr>
              <a:t>Vannaa-va-si-kka! 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Devaathmaave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! Nee </a:t>
            </a:r>
          </a:p>
          <a:p>
            <a:pPr algn="ctr"/>
            <a:r>
              <a:rPr lang="en-US" sz="3400" b="1" dirty="0">
                <a:solidFill>
                  <a:schemeClr val="tx2"/>
                </a:solidFill>
                <a:latin typeface="+mn-lt"/>
              </a:rPr>
              <a:t>Vannaa-va-si-kka! – </a:t>
            </a:r>
          </a:p>
          <a:p>
            <a:pPr algn="ctr"/>
            <a:endParaRPr lang="en-US" sz="2000" b="1" dirty="0">
              <a:solidFill>
                <a:schemeClr val="tx2"/>
              </a:solidFill>
              <a:latin typeface="+mn-lt"/>
            </a:endParaRPr>
          </a:p>
          <a:p>
            <a:pPr algn="ctr"/>
            <a:r>
              <a:rPr lang="fi-FI" sz="3400" b="1" dirty="0">
                <a:solidFill>
                  <a:schemeClr val="tx2"/>
                </a:solidFill>
                <a:latin typeface="+mn-lt"/>
              </a:rPr>
              <a:t>Vannaavasikka vegam - ninnude maa kripayaal </a:t>
            </a:r>
          </a:p>
          <a:p>
            <a:pPr algn="ctr"/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Inneeyadiyaatinme-lunnathathinkal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ninnu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-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vannaa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...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28599" y="1219200"/>
            <a:ext cx="11959389" cy="2229853"/>
          </a:xfrm>
        </p:spPr>
        <p:txBody>
          <a:bodyPr anchor="t"/>
          <a:lstStyle/>
          <a:p>
            <a:pPr algn="l" defTabSz="463550"/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കര്‍ത്താവിന്‍ ഭൃത്യര്‍ പെന്തിക്കോസ്തുപ്പെരുനാളിങ്കല്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‍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ഒത്തങ്ങൊരുമയോടെ - പ്രാര്‍ത്ഥിച്ചിരിക്കുന്നേരം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ഏറ്റവും ശക്തിയുള്ള കാറ്റോട്ടം പോലവര്‍ മേല്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‍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എത്തി ആവസിച്ചപോ-ലീദാസരിലുമിന്നു 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വന്നാ..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188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5A2A452-97C3-48B6-94CB-7BC9B6DF1A5B}"/>
              </a:ext>
            </a:extLst>
          </p:cNvPr>
          <p:cNvSpPr/>
          <p:nvPr/>
        </p:nvSpPr>
        <p:spPr>
          <a:xfrm>
            <a:off x="228599" y="3581400"/>
            <a:ext cx="11967412" cy="23657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sz="3400" b="1" dirty="0">
                <a:solidFill>
                  <a:schemeClr val="tx2"/>
                </a:solidFill>
                <a:latin typeface="+mn-lt"/>
              </a:rPr>
              <a:t>Karthaavin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bhrithyarh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penthi-kosthu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perunnaalhinkal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Othangorumayode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praarthichirikkunneram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Aettavum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shakthiyullha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kaattottam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polavarh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mel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Ethi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aavasicha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po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-lee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daasariluminnu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			-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vannaa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…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BF1782-15C1-4AC4-8F42-8A206C03E013}"/>
              </a:ext>
            </a:extLst>
          </p:cNvPr>
          <p:cNvSpPr txBox="1"/>
          <p:nvPr/>
        </p:nvSpPr>
        <p:spPr>
          <a:xfrm>
            <a:off x="0" y="533400"/>
            <a:ext cx="121960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246114861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16042" y="1524000"/>
            <a:ext cx="12192000" cy="1391653"/>
          </a:xfrm>
        </p:spPr>
        <p:txBody>
          <a:bodyPr anchor="t"/>
          <a:lstStyle/>
          <a:p>
            <a:pPr defTabSz="463550"/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വന്നാ-വ-സിക്ക! ദേവാത്മാവേ! നീ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വന്നാ-വ-സിക്ക!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188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5A2A452-97C3-48B6-94CB-7BC9B6DF1A5B}"/>
              </a:ext>
            </a:extLst>
          </p:cNvPr>
          <p:cNvSpPr/>
          <p:nvPr/>
        </p:nvSpPr>
        <p:spPr>
          <a:xfrm>
            <a:off x="0" y="3707284"/>
            <a:ext cx="1219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tx2"/>
                </a:solidFill>
                <a:latin typeface="+mn-lt"/>
              </a:rPr>
              <a:t>Vannaa-va-si-kka! 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Devaathmaave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 Nee </a:t>
            </a:r>
          </a:p>
          <a:p>
            <a:pPr algn="ctr"/>
            <a:r>
              <a:rPr lang="en-US" sz="3600" b="1" dirty="0">
                <a:solidFill>
                  <a:schemeClr val="tx2"/>
                </a:solidFill>
                <a:latin typeface="+mn-lt"/>
              </a:rPr>
              <a:t>Vannaa-va-si-kka! </a:t>
            </a:r>
          </a:p>
        </p:txBody>
      </p:sp>
    </p:spTree>
    <p:extLst>
      <p:ext uri="{BB962C8B-B14F-4D97-AF65-F5344CB8AC3E}">
        <p14:creationId xmlns:p14="http://schemas.microsoft.com/office/powerpoint/2010/main" val="2349358084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28599" y="1219200"/>
            <a:ext cx="11959389" cy="2229853"/>
          </a:xfrm>
        </p:spPr>
        <p:txBody>
          <a:bodyPr anchor="t"/>
          <a:lstStyle/>
          <a:p>
            <a:pPr algn="l" defTabSz="463550"/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കര്‍ത്താവരുളി ചെയ്ത - വാര്‍ത്തകളെല്ലാമവ</a:t>
            </a:r>
            <a:r>
              <a:rPr lang="ml-IN" sz="3200" b="1" dirty="0">
                <a:latin typeface="Kartika" panose="02020503030404060203" pitchFamily="18" charset="0"/>
              </a:rPr>
              <a:t>ര്‍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ക്കുള്‍ക്കാമ്പിങ്കലോര്‍മ്മ വ-രുത്തിക്കൊടുത്തു നല്ല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ശക്തിയോടേശുവേ പ്ര-സിദ്ധപ്പെടുത്തുവാനായ്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‌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അഗ്നിനാവാലവര്‍മേ-ലന്നു വന്ന പോലിന്നു 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വന്നാ..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188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5A2A452-97C3-48B6-94CB-7BC9B6DF1A5B}"/>
              </a:ext>
            </a:extLst>
          </p:cNvPr>
          <p:cNvSpPr/>
          <p:nvPr/>
        </p:nvSpPr>
        <p:spPr>
          <a:xfrm>
            <a:off x="228599" y="3581400"/>
            <a:ext cx="11967412" cy="23657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sz="3400" b="1" dirty="0">
                <a:solidFill>
                  <a:schemeClr val="tx2"/>
                </a:solidFill>
                <a:latin typeface="+mn-lt"/>
              </a:rPr>
              <a:t>Karthaavarulhi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cheytha-vaarthakalhellaamavarh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Ulhkkaambinkalormma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va-ruththikkoduthu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nalla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Shakthiyodeshuve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pra-sidhapeduthippaanai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Agninaavaalavrme-lannu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vannapolinnu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			-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vannaa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…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BF1782-15C1-4AC4-8F42-8A206C03E013}"/>
              </a:ext>
            </a:extLst>
          </p:cNvPr>
          <p:cNvSpPr txBox="1"/>
          <p:nvPr/>
        </p:nvSpPr>
        <p:spPr>
          <a:xfrm>
            <a:off x="0" y="533400"/>
            <a:ext cx="121960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42588092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16042" y="1524000"/>
            <a:ext cx="12192000" cy="1391653"/>
          </a:xfrm>
        </p:spPr>
        <p:txBody>
          <a:bodyPr anchor="t"/>
          <a:lstStyle/>
          <a:p>
            <a:pPr defTabSz="463550"/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വന്നാ-വ-സിക്ക! ദേവാത്മാവേ! നീ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വന്നാ-വ-സിക്ക!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188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5A2A452-97C3-48B6-94CB-7BC9B6DF1A5B}"/>
              </a:ext>
            </a:extLst>
          </p:cNvPr>
          <p:cNvSpPr/>
          <p:nvPr/>
        </p:nvSpPr>
        <p:spPr>
          <a:xfrm>
            <a:off x="0" y="3707284"/>
            <a:ext cx="1219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tx2"/>
                </a:solidFill>
                <a:latin typeface="+mn-lt"/>
              </a:rPr>
              <a:t>Vannaa-va-si-kka! 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Devaathmaave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 Nee </a:t>
            </a:r>
          </a:p>
          <a:p>
            <a:pPr algn="ctr"/>
            <a:r>
              <a:rPr lang="en-US" sz="3600" b="1" dirty="0">
                <a:solidFill>
                  <a:schemeClr val="tx2"/>
                </a:solidFill>
                <a:latin typeface="+mn-lt"/>
              </a:rPr>
              <a:t>Vannaa-va-si-kka! </a:t>
            </a:r>
          </a:p>
        </p:txBody>
      </p:sp>
    </p:spTree>
    <p:extLst>
      <p:ext uri="{BB962C8B-B14F-4D97-AF65-F5344CB8AC3E}">
        <p14:creationId xmlns:p14="http://schemas.microsoft.com/office/powerpoint/2010/main" val="1572310362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28599" y="1219200"/>
            <a:ext cx="11959389" cy="2229853"/>
          </a:xfrm>
        </p:spPr>
        <p:txBody>
          <a:bodyPr anchor="t"/>
          <a:lstStyle/>
          <a:p>
            <a:pPr algn="l"/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അന്നാളിൽ മൂവായിരം ആത്മാക്കളിന്മേൽ ശക്തി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നന്നായ് ജ്വലിപ്പിച്ചേശു - തൻ നാമത്തിങ്കൽ ചേർത്തു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പിന്നെയങ്ങയ്യായിര - ത്തിന്മേലുമൊരു നാളിൽ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നന്നായ്‌ പ്രകാശിച്ച പോ-ലിന്നീയാടിയാർ മേലും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188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5A2A452-97C3-48B6-94CB-7BC9B6DF1A5B}"/>
              </a:ext>
            </a:extLst>
          </p:cNvPr>
          <p:cNvSpPr/>
          <p:nvPr/>
        </p:nvSpPr>
        <p:spPr>
          <a:xfrm>
            <a:off x="228599" y="3581400"/>
            <a:ext cx="11967412" cy="23657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sz="3400" b="1" dirty="0">
                <a:solidFill>
                  <a:schemeClr val="tx2"/>
                </a:solidFill>
                <a:latin typeface="+mn-lt"/>
              </a:rPr>
              <a:t>Annalhil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moovaayiram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aathmaakkalhinmel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shakthi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Nannai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jwalippicheshu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-than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naamathinkal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cherthu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Pinneyangayyayira-thinmeloumoru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naalhil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Nannai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prakaashicha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po-linneeyadiyaar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melum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	-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vannaa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…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BF1782-15C1-4AC4-8F42-8A206C03E013}"/>
              </a:ext>
            </a:extLst>
          </p:cNvPr>
          <p:cNvSpPr txBox="1"/>
          <p:nvPr/>
        </p:nvSpPr>
        <p:spPr>
          <a:xfrm>
            <a:off x="0" y="533400"/>
            <a:ext cx="121960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061290544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16042" y="1524000"/>
            <a:ext cx="12192000" cy="1391653"/>
          </a:xfrm>
        </p:spPr>
        <p:txBody>
          <a:bodyPr anchor="t"/>
          <a:lstStyle/>
          <a:p>
            <a:pPr defTabSz="463550"/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വന്നാ-വ-സിക്ക! ദേവാത്മാവേ! നീ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വന്നാ-വ-സിക്ക!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188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5A2A452-97C3-48B6-94CB-7BC9B6DF1A5B}"/>
              </a:ext>
            </a:extLst>
          </p:cNvPr>
          <p:cNvSpPr/>
          <p:nvPr/>
        </p:nvSpPr>
        <p:spPr>
          <a:xfrm>
            <a:off x="0" y="3707284"/>
            <a:ext cx="1219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tx2"/>
                </a:solidFill>
                <a:latin typeface="+mn-lt"/>
              </a:rPr>
              <a:t>Vannaa-va-si-kka! 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Devaathmaave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 Nee </a:t>
            </a:r>
          </a:p>
          <a:p>
            <a:pPr algn="ctr"/>
            <a:r>
              <a:rPr lang="en-US" sz="3600" b="1" dirty="0">
                <a:solidFill>
                  <a:schemeClr val="tx2"/>
                </a:solidFill>
                <a:latin typeface="+mn-lt"/>
              </a:rPr>
              <a:t>Vannaa-va-si-kka! </a:t>
            </a:r>
          </a:p>
        </p:txBody>
      </p:sp>
    </p:spTree>
    <p:extLst>
      <p:ext uri="{BB962C8B-B14F-4D97-AF65-F5344CB8AC3E}">
        <p14:creationId xmlns:p14="http://schemas.microsoft.com/office/powerpoint/2010/main" val="4156980850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28599" y="1219200"/>
            <a:ext cx="11959389" cy="2229853"/>
          </a:xfrm>
        </p:spPr>
        <p:txBody>
          <a:bodyPr anchor="t"/>
          <a:lstStyle/>
          <a:p>
            <a:pPr algn="l"/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അക്കാലം തൊട്ടു ദിവ്യ-ശക്തിയാൽ തിരുസഭ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ഉൾക്കാമ്പിൽ ഭക്തിയായ് പാ-ലിക്കപ്പെടുന്നത് പോൽ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ഇക്കാലത്തിലും നിൻറെ പ്രത്യേക ദീപ്‌തിമൂലം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ഇക്കൂട്ടത്തെയും പാലിച്ചിടുവാനായ്ക്കൊണ്ടിപ്പോൾ -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188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5A2A452-97C3-48B6-94CB-7BC9B6DF1A5B}"/>
              </a:ext>
            </a:extLst>
          </p:cNvPr>
          <p:cNvSpPr/>
          <p:nvPr/>
        </p:nvSpPr>
        <p:spPr>
          <a:xfrm>
            <a:off x="228599" y="3581400"/>
            <a:ext cx="11967412" cy="23657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Akkaalam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thottu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divya-shakthiyaal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thirusabha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Ulhkaambil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bhakthiyaai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paa-likkapedunnathu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pol</a:t>
            </a:r>
          </a:p>
          <a:p>
            <a:pPr>
              <a:lnSpc>
                <a:spcPct val="110000"/>
              </a:lnSpc>
            </a:pP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Ikkalathilum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ninte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prethyeka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deepthimoolam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Ikkoottatheyum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paalichiduvaanaikkondippolh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		-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vannaa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…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BF1782-15C1-4AC4-8F42-8A206C03E013}"/>
              </a:ext>
            </a:extLst>
          </p:cNvPr>
          <p:cNvSpPr txBox="1"/>
          <p:nvPr/>
        </p:nvSpPr>
        <p:spPr>
          <a:xfrm>
            <a:off x="0" y="533400"/>
            <a:ext cx="121960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452077322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16042" y="1524000"/>
            <a:ext cx="12192000" cy="1391653"/>
          </a:xfrm>
        </p:spPr>
        <p:txBody>
          <a:bodyPr anchor="t"/>
          <a:lstStyle/>
          <a:p>
            <a:pPr defTabSz="463550"/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വന്നാ-വ-സിക്ക! ദേവാത്മാവേ! നീ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വന്നാ-വ-സിക്ക!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188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5A2A452-97C3-48B6-94CB-7BC9B6DF1A5B}"/>
              </a:ext>
            </a:extLst>
          </p:cNvPr>
          <p:cNvSpPr/>
          <p:nvPr/>
        </p:nvSpPr>
        <p:spPr>
          <a:xfrm>
            <a:off x="0" y="3707284"/>
            <a:ext cx="1219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tx2"/>
                </a:solidFill>
                <a:latin typeface="+mn-lt"/>
              </a:rPr>
              <a:t>Vannaa-va-si-kka! 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Devaathmaave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 Nee </a:t>
            </a:r>
          </a:p>
          <a:p>
            <a:pPr algn="ctr"/>
            <a:r>
              <a:rPr lang="en-US" sz="3600" b="1" dirty="0">
                <a:solidFill>
                  <a:schemeClr val="tx2"/>
                </a:solidFill>
                <a:latin typeface="+mn-lt"/>
              </a:rPr>
              <a:t>Vannaa-va-si-kka! </a:t>
            </a:r>
          </a:p>
        </p:txBody>
      </p:sp>
    </p:spTree>
    <p:extLst>
      <p:ext uri="{BB962C8B-B14F-4D97-AF65-F5344CB8AC3E}">
        <p14:creationId xmlns:p14="http://schemas.microsoft.com/office/powerpoint/2010/main" val="4147911251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562</TotalTime>
  <Words>174</Words>
  <Application>Microsoft Office PowerPoint</Application>
  <PresentationFormat>Widescreen</PresentationFormat>
  <Paragraphs>55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Kartika</vt:lpstr>
      <vt:lpstr>Office Theme</vt:lpstr>
      <vt:lpstr>188 വന്നാവസിക്ക! ദേവാത്മാവേ!</vt:lpstr>
      <vt:lpstr>വന്നാ-വ-സിക്ക! ദേവാത്മാവേ! നീ വന്നാ-വ-സിക്ക!  വന്നാവസിക്ക വേഗം - നിന്നുടെ മാ കൃപയാല്‍ ഇന്നീ യടിയാരിന്മേ-ലുന്നതത്തിങ്കല്‍ നിന്നു - വന്നാ…</vt:lpstr>
      <vt:lpstr>കര്‍ത്താവിന്‍ ഭൃത്യര്‍ പെന്തിക്കോസ്തുപ്പെരുനാളിങ്കല്‍ ഒത്തങ്ങൊരുമയോടെ - പ്രാര്‍ത്ഥിച്ചിരിക്കുന്നേരം ഏറ്റവും ശക്തിയുള്ള കാറ്റോട്ടം പോലവര്‍ മേല്‍ എത്തി ആവസിച്ചപോ-ലീദാസരിലുമിന്നു   - വന്നാ..</vt:lpstr>
      <vt:lpstr>വന്നാ-വ-സിക്ക! ദേവാത്മാവേ! നീ വന്നാ-വ-സിക്ക!</vt:lpstr>
      <vt:lpstr>കര്‍ത്താവരുളി ചെയ്ത - വാര്‍ത്തകളെല്ലാമവര്‍ ക്കുള്‍ക്കാമ്പിങ്കലോര്‍മ്മ വ-രുത്തിക്കൊടുത്തു നല്ല ശക്തിയോടേശുവേ പ്ര-സിദ്ധപ്പെടുത്തുവാനായ്‌ അഗ്നിനാവാലവര്‍മേ-ലന്നു വന്ന പോലിന്നു   - വന്നാ..</vt:lpstr>
      <vt:lpstr>വന്നാ-വ-സിക്ക! ദേവാത്മാവേ! നീ വന്നാ-വ-സിക്ക!</vt:lpstr>
      <vt:lpstr>അന്നാളിൽ മൂവായിരം ആത്മാക്കളിന്മേൽ ശക്തി  നന്നായ് ജ്വലിപ്പിച്ചേശു - തൻ നാമത്തിങ്കൽ ചേർത്തു  പിന്നെയങ്ങയ്യായിര - ത്തിന്മേലുമൊരു നാളിൽ  നന്നായ്‌ പ്രകാശിച്ച പോ-ലിന്നീയാടിയാർ മേലും</vt:lpstr>
      <vt:lpstr>വന്നാ-വ-സിക്ക! ദേവാത്മാവേ! നീ വന്നാ-വ-സിക്ക!</vt:lpstr>
      <vt:lpstr>അക്കാലം തൊട്ടു ദിവ്യ-ശക്തിയാൽ തിരുസഭ  ഉൾക്കാമ്പിൽ ഭക്തിയായ് പാ-ലിക്കപ്പെടുന്നത് പോൽ  ഇക്കാലത്തിലും നിൻറെ പ്രത്യേക ദീപ്‌തിമൂലം  ഇക്കൂട്ടത്തെയും പാലിച്ചിടുവാനായ്ക്കൊണ്ടിപ്പോൾ -</vt:lpstr>
      <vt:lpstr>വന്നാ-വ-സിക്ക! ദേവാത്മാവേ! നീ വന്നാ-വ-സിക്ക!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Vannaavasikka</dc:title>
  <dc:creator>Digital Input:; GM JOHN; Acsah Mathews</dc:creator>
  <cp:lastModifiedBy>Acsah Mathews</cp:lastModifiedBy>
  <cp:revision>212</cp:revision>
  <dcterms:created xsi:type="dcterms:W3CDTF">2013-04-19T09:19:07Z</dcterms:created>
  <dcterms:modified xsi:type="dcterms:W3CDTF">2018-11-07T17:00:48Z</dcterms:modified>
</cp:coreProperties>
</file>