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2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 autoAdjust="0"/>
    <p:restoredTop sz="94659" autoAdjust="0"/>
  </p:normalViewPr>
  <p:slideViewPr>
    <p:cSldViewPr>
      <p:cViewPr varScale="1">
        <p:scale>
          <a:sx n="47" d="100"/>
          <a:sy n="47" d="100"/>
        </p:scale>
        <p:origin x="48" y="9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0BC1C-7EA6-4937-B3A0-09A28C8A6EA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726E9-C776-4E66-AB8D-2091817913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A6E27-F0BE-49B4-B481-22A1964722A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0135E-7735-414D-AC06-49FF417ADC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9DE68-EAEB-40BC-9CAD-5B2C9888630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543DD-1AA3-4AA9-B14F-4AA2B97DF0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7F95A-0A5D-45E7-A700-0B40F058D18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A3F8F-F5D5-442E-ACA6-9C2C3B480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41F5-63CD-43B9-83AA-5608269AD7E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13A63-8D8E-4DC0-B320-46C64BBF0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59B0F-9EAB-47B0-A3E0-C5085479F54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93C9A-BB46-44C0-B6D2-ABA1F752B0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C7EF0-7134-4E4D-A5E3-61C4E9E9009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06DF-2172-4500-AD87-26BA5B996F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468D5-BE2A-4229-809B-34043E9277E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FFC3D-2DA8-4640-800C-E4C756ADF9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89A50-5B08-4E4B-A9DE-4B9C70F2F8C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1C8BE-019A-437E-AF4E-075A31873D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87AF-A375-4773-84C7-C72E5B87FEE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70A7B-5050-461B-AE03-C5A977508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36A0B-D275-40A3-98BB-BA5FB984D6D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465D1-9F82-49F1-9BCA-03442DAC9B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C5F0561-ABEC-4E2F-9F0A-107A904ECE1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85A205D-613C-4A04-9E04-27A4922659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2AC6-8380-4C53-A58F-139E82285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ഇന്നയോളം തുണച്ചോനെ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47308-45F4-44CF-86A7-218577235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3886200"/>
            <a:ext cx="118110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Inneyolham </a:t>
            </a:r>
            <a:r>
              <a:rPr lang="en-US" sz="4000" b="1" dirty="0" err="1">
                <a:solidFill>
                  <a:srgbClr val="002060"/>
                </a:solidFill>
              </a:rPr>
              <a:t>thunhachchoney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O God our help in ages past – Isaac Watts</a:t>
            </a:r>
          </a:p>
        </p:txBody>
      </p:sp>
    </p:spTree>
    <p:extLst>
      <p:ext uri="{BB962C8B-B14F-4D97-AF65-F5344CB8AC3E}">
        <p14:creationId xmlns:p14="http://schemas.microsoft.com/office/powerpoint/2010/main" val="306457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863600"/>
            <a:ext cx="9525000" cy="2590800"/>
          </a:xfrm>
        </p:spPr>
        <p:txBody>
          <a:bodyPr anchor="t"/>
          <a:lstStyle/>
          <a:p>
            <a:pPr algn="l" defTabSz="469900">
              <a:lnSpc>
                <a:spcPct val="114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ഇന്നയോളം തുണച്ചോനെ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ഇനിയും തുണയ്ക്ക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ഇഹ  ദുഃഖേരക്ഷയും നീ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നിത്യഗൃഹം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5C84C-9DA8-4FC0-BB88-A9581A10850C}"/>
              </a:ext>
            </a:extLst>
          </p:cNvPr>
          <p:cNvSpPr/>
          <p:nvPr/>
        </p:nvSpPr>
        <p:spPr>
          <a:xfrm>
            <a:off x="1143000" y="3532655"/>
            <a:ext cx="8915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Inneyolham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thunhachchoney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Iniyum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thunhaikka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dukkha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rakhshayum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griham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863600"/>
            <a:ext cx="9525000" cy="2590800"/>
          </a:xfrm>
        </p:spPr>
        <p:txBody>
          <a:bodyPr anchor="t"/>
          <a:lstStyle/>
          <a:p>
            <a:pPr algn="l" defTabSz="469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2	നിൻ സിംഹാസന നിഴലിൽ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നിൻ ശുദ്ധർ പാർക്കുന്നു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നിൻ ഭുജം മതി യവർക്കു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നിർഭയം വസിപ്പാൻ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5C84C-9DA8-4FC0-BB88-A9581A10850C}"/>
              </a:ext>
            </a:extLst>
          </p:cNvPr>
          <p:cNvSpPr/>
          <p:nvPr/>
        </p:nvSpPr>
        <p:spPr>
          <a:xfrm>
            <a:off x="1143000" y="3532655"/>
            <a:ext cx="8915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simhaasana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nizhalil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shudhdhar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bhujam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mathiyavarkku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Nirbhayam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211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863600"/>
            <a:ext cx="9525000" cy="2590800"/>
          </a:xfrm>
        </p:spPr>
        <p:txBody>
          <a:bodyPr anchor="t"/>
          <a:lstStyle/>
          <a:p>
            <a:pPr algn="l" defTabSz="469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പർവ്വതങ്ങൾ നടുംമു മ്പെ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പണ്ടു ഭൂമിയെക്കാൾ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പരനേ! നീ അനാദിയായ്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പാർക്കുന്നല്ലോ സദാ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5C84C-9DA8-4FC0-BB88-A9581A10850C}"/>
              </a:ext>
            </a:extLst>
          </p:cNvPr>
          <p:cNvSpPr/>
          <p:nvPr/>
        </p:nvSpPr>
        <p:spPr>
          <a:xfrm>
            <a:off x="1143000" y="3532655"/>
            <a:ext cx="8915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Parvathangalh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munbey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Pandu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bhoomiyekkaalh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anaadiyaai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Paarkkunnallo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sadaa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598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863600"/>
            <a:ext cx="9525000" cy="2590800"/>
          </a:xfrm>
        </p:spPr>
        <p:txBody>
          <a:bodyPr anchor="t"/>
          <a:lstStyle/>
          <a:p>
            <a:pPr algn="l" defTabSz="469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ആയിരം വർഷം നിനക്കു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ആകുന്നിന്നലെപ്പോൽ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ആദിത്യോദയ മുമ്പിലെ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അൽപ്പയാമം പോലെ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5C84C-9DA8-4FC0-BB88-A9581A10850C}"/>
              </a:ext>
            </a:extLst>
          </p:cNvPr>
          <p:cNvSpPr/>
          <p:nvPr/>
        </p:nvSpPr>
        <p:spPr>
          <a:xfrm>
            <a:off x="1143000" y="3532655"/>
            <a:ext cx="8915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Aayiram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varsham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ninakku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Aakunninalley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ppol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Aadithyodaya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munbiley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Alpa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yaamam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pôley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696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863600"/>
            <a:ext cx="9525000" cy="2590800"/>
          </a:xfrm>
        </p:spPr>
        <p:txBody>
          <a:bodyPr anchor="t"/>
          <a:lstStyle/>
          <a:p>
            <a:pPr algn="l" defTabSz="469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നിത്യനദിപോലെ കാലം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നിത്യം തൻമക്കളെ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നിത്യത്വം പൂകിപ്പിക്കുന്ന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നിദ്രപോലെയത്രെ!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5C84C-9DA8-4FC0-BB88-A9581A10850C}"/>
              </a:ext>
            </a:extLst>
          </p:cNvPr>
          <p:cNvSpPr/>
          <p:nvPr/>
        </p:nvSpPr>
        <p:spPr>
          <a:xfrm>
            <a:off x="1143000" y="3532655"/>
            <a:ext cx="8915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Nithya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pôley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makkalhey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Nithyathwam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pukippikkunna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Nidrapôley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yathrey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518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863600"/>
            <a:ext cx="9525000" cy="2590800"/>
          </a:xfrm>
        </p:spPr>
        <p:txBody>
          <a:bodyPr anchor="t"/>
          <a:lstStyle/>
          <a:p>
            <a:pPr algn="l" defTabSz="469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ഇന്നയോളം തുണച്ചോനേ!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ഇനിയും തുണയ്ക്ക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ഇഹം വിട്ടു പിരിയുമ്പോൾ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ഈ എൻ നിത്യഗൃഹം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5C84C-9DA8-4FC0-BB88-A9581A10850C}"/>
              </a:ext>
            </a:extLst>
          </p:cNvPr>
          <p:cNvSpPr/>
          <p:nvPr/>
        </p:nvSpPr>
        <p:spPr>
          <a:xfrm>
            <a:off x="1143000" y="3532655"/>
            <a:ext cx="8915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Inneyolham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thunhachchoney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Iniyum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thunhaikka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vittupiriyumbolh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graham</a:t>
            </a:r>
          </a:p>
        </p:txBody>
      </p:sp>
    </p:spTree>
    <p:extLst>
      <p:ext uri="{BB962C8B-B14F-4D97-AF65-F5344CB8AC3E}">
        <p14:creationId xmlns:p14="http://schemas.microsoft.com/office/powerpoint/2010/main" val="3233234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91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419 ഇന്നയോളം തുണച്ചോനെ</vt:lpstr>
      <vt:lpstr>1 ഇന്നയോളം തുണച്ചോനെ   ഇനിയും തുണയ്ക്ക!  ഇഹ  ദുഃഖേരക്ഷയും നീ   ഈ എൻ നിത്യഗൃഹം</vt:lpstr>
      <vt:lpstr>2 നിൻ സിംഹാസന നിഴലിൽ  നിൻ ശുദ്ധർ പാർക്കുന്നു   നിൻ ഭുജം മതി യവർക്കു   നിർഭയം വസിപ്പാൻ</vt:lpstr>
      <vt:lpstr>3 പർവ്വതങ്ങൾ നടുംമു മ്പെ  പണ്ടു ഭൂമിയെക്കാൾ   പരനേ! നീ അനാദിയായ്  പാർക്കുന്നല്ലോ സദാ</vt:lpstr>
      <vt:lpstr>4 ആയിരം വർഷം നിനക്കു   ആകുന്നിന്നലെപ്പോൽ   ആദിത്യോദയ മുമ്പിലെ   അൽപ്പയാമം പോലെ </vt:lpstr>
      <vt:lpstr>5 നിത്യനദിപോലെ കാലം   നിത്യം തൻമക്കളെ   നിത്യത്വം പൂകിപ്പിക്കുന്ന  നിദ്രപോലെയത്രെ! </vt:lpstr>
      <vt:lpstr>6 ഇന്നയോളം തുണച്ചോനേ!  ഇനിയും തുണയ്ക്ക   ഇഹം വിട്ടു പിരിയുമ്പോൾ   ഈ എൻ നിത്യഗൃഹം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Innayolam thunachoney</dc:title>
  <dc:creator>Digital Input:; GM JOHN; Acsah Mathews</dc:creator>
  <cp:lastModifiedBy>Acsah Mathews</cp:lastModifiedBy>
  <cp:revision>266</cp:revision>
  <dcterms:created xsi:type="dcterms:W3CDTF">2013-04-19T09:19:07Z</dcterms:created>
  <dcterms:modified xsi:type="dcterms:W3CDTF">2018-11-27T14:48:54Z</dcterms:modified>
</cp:coreProperties>
</file>