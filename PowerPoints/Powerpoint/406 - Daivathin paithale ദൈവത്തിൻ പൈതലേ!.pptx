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9" r:id="rId4"/>
    <p:sldId id="260" r:id="rId5"/>
    <p:sldId id="264" r:id="rId6"/>
    <p:sldId id="261" r:id="rId7"/>
    <p:sldId id="265" r:id="rId8"/>
    <p:sldId id="262" r:id="rId9"/>
    <p:sldId id="266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2" y="9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E4805-2C8A-49FB-998F-B5A6C912062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4357A-1B19-4F97-91C6-91A5D9A78A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CC399-206F-40C3-809B-0310AA5CAB0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13790-2F18-42A7-AC61-DA95DF790B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09421-E988-455B-87EF-32502D794CD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472E0-21C5-49D1-8737-AC69546F1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53C21-0D4E-4C0D-B432-69F5268CA07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7F054-6735-4EFC-A13A-4DC4B65EB5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746EE3-8528-41B6-BFBB-3D37A67F0DA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C0E98-A88A-4B32-9204-E3C6AE308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8D04D-1E01-4FFA-8E15-836307C10D1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DD519-6D6C-4B12-B6D9-C6E57FC07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BBA1E-69D2-4E39-8217-FDDFCAF5A72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6D038-6E36-4FB3-AE34-1275D11D2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84B13-BE57-4420-B345-DE693070FC2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D63A6-3D34-486E-B441-0663E16887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5204E-CC13-4260-B19C-330825B94A6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8DC82-C4B4-46E1-A660-5950159C67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EBD4-1203-406B-9CC9-41E207AFF9B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D1C5F-063A-4F31-A1EB-00B231E407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DE5C3-35D6-44AB-8C6E-672142D81F7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28BA3-2B39-47C2-B668-DB2D87375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D29273-FCC9-4E26-A614-98D1F76D9F1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1DEE94F-54EE-4E46-8354-835CCB598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08F6-96A1-4170-9C2B-C54C53162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ദൈവത്തിൻ പൈതലേ!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BCF5F-5467-4ECE-882D-E656FCFD9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37665"/>
            <a:ext cx="85344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Daivathin </a:t>
            </a:r>
            <a:r>
              <a:rPr lang="en-US" sz="4000" b="1" dirty="0" err="1">
                <a:solidFill>
                  <a:srgbClr val="002060"/>
                </a:solidFill>
              </a:rPr>
              <a:t>paithale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  <a:p>
            <a:r>
              <a:rPr lang="en-US" sz="3800" i="1" dirty="0"/>
              <a:t>Tune: Showers of blessing</a:t>
            </a:r>
          </a:p>
        </p:txBody>
      </p:sp>
    </p:spTree>
    <p:extLst>
      <p:ext uri="{BB962C8B-B14F-4D97-AF65-F5344CB8AC3E}">
        <p14:creationId xmlns:p14="http://schemas.microsoft.com/office/powerpoint/2010/main" val="32969223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47800" y="1143000"/>
            <a:ext cx="9906000" cy="25908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പൈതലേ!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 കാലം അതിൽ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ഓരോരോ ഭാരങ്ങളാലെ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പാരം വലഞ്ഞീടുമ്പോൾ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1219200" y="3816976"/>
            <a:ext cx="8610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Daivathin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Ororo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bharangalhaale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valanjeedumbolh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anchor="t"/>
          <a:lstStyle/>
          <a:p>
            <a:pPr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ചിന്താകുലങ്ങൾ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ചിന്താകുലങ്ങളെല്ലാം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ഇട്ടുകൊൾ യേശുമേൽ നിൻ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പേർക്കായ്ക്കരുതുന്നുണ്ടവൻ</a:t>
            </a:r>
            <a:endParaRPr lang="en-US" sz="3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karuthunnundavan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338194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47800" y="1143000"/>
            <a:ext cx="9906000" cy="25908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ലോകത്തിൻ ചിന്ത കളാലും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രോഗ പീഡകളാലും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മറ്റു പ്രയാസങ്ങളാലും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മുട്ടും തളർന്നീടുമ്പോൾ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1219200" y="3816976"/>
            <a:ext cx="8610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Lokaththin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chinthakalhaalum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Roga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peedakalhaalum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prayaasangalhaalum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thalharnneedumbolh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38672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anchor="t"/>
          <a:lstStyle/>
          <a:p>
            <a:pPr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ചിന്താകുലങ്ങൾ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ചിന്താകുലങ്ങളെല്ലാം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ഇട്ടുകൊൾ യേശുമേൽ നിൻ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പേർക്കായ്ക്കരുതുന്നുണ്ടവൻ</a:t>
            </a:r>
            <a:endParaRPr lang="en-US" sz="3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karuthunnundavan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3324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47800" y="1143000"/>
            <a:ext cx="9906000" cy="25908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കർത്താവിനിഷ്ടമാം വണ്ണം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നിത്യം ജീവിച്ചീടുവാൻ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പ്രയത്നങ്ങൾ എപ്പോഴും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നിഷ്ഫലമായ് വരുമ്പോൾ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1219200" y="3816976"/>
            <a:ext cx="8610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Karthaavinishtamaam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jeevicheeduvaan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prayathnangalh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eppozhum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Nishphalamaai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816075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anchor="t"/>
          <a:lstStyle/>
          <a:p>
            <a:pPr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ചിന്താകുലങ്ങൾ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ചിന്താകുലങ്ങളെല്ലാം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ഇട്ടുകൊൾ യേശുമേൽ നിൻ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പേർക്കായ്ക്കരുതുന്നുണ്ടവൻ</a:t>
            </a:r>
            <a:endParaRPr lang="en-US" sz="3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karuthunnundavan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58422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47800" y="1143000"/>
            <a:ext cx="9906000" cy="25908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ദൈവം നിന്നെ നടത്തുന്നു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വഴിയിൽ മുഴുവൻ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അന്ധകാരം വരുമ്പോഴും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അന്തരംഗത്തിലെ നിൻ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1219200" y="3816976"/>
            <a:ext cx="8610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Andhakaaram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varumbozhum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Antharangaththile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895301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anchor="t"/>
          <a:lstStyle/>
          <a:p>
            <a:pPr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ചിന്താകുലങ്ങൾ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ചിന്താകുലങ്ങളെല്ലാം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ഇട്ടുകൊൾ യേശുമേൽ നിൻ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പേർക്കായ്ക്കരുതുന്നുണ്ടവൻ</a:t>
            </a:r>
            <a:endParaRPr lang="en-US" sz="3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karuthunnundavan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48227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447800" y="1143000"/>
            <a:ext cx="9906000" cy="25908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നിന്നുടെ പേർക്കിഹ ലോകെ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വന്നു മരിച്ചവനാം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യേശുവിൻ വാക്കുകളെ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വിശ്വസിച്ചു സതതം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1219200" y="3816976"/>
            <a:ext cx="8610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perkkiha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marichavanaam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vaakkukalhe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Vishwasichu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sathatham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243275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anchor="t"/>
          <a:lstStyle/>
          <a:p>
            <a:pPr eaLnBrk="1" hangingPunct="1">
              <a:lnSpc>
                <a:spcPct val="125000"/>
              </a:lnSpc>
              <a:tabLst>
                <a:tab pos="403225" algn="l"/>
              </a:tabLst>
            </a:pP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ചിന്താകുലങ്ങൾ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ചിന്താകുലങ്ങളെല്ലാം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ഇട്ടുകൊൾ യേശുമേൽ നിൻ </a:t>
            </a:r>
            <a:b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പേർക്കായ്ക്കരുതുന്നുണ്ടവൻ</a:t>
            </a:r>
            <a:endParaRPr lang="en-US" sz="3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353800" y="0"/>
            <a:ext cx="838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46A8A-9496-494D-BABD-3448261B3500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Chinthaakulangalh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karuthunnundavan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26651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122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406 ദൈവത്തിൻ പൈതലേ!</vt:lpstr>
      <vt:lpstr>1 ദൈവത്തിൻ പൈതലേ! നിന്‍റെ  ജീവിത കാലം അതിൽ   ഓരോരോ ഭാരങ്ങളാലെ    പാരം വലഞ്ഞീടുമ്പോൾ</vt:lpstr>
      <vt:lpstr>ചിന്താകുലങ്ങൾ  ചിന്താകുലങ്ങളെല്ലാം  ഇട്ടുകൊൾ യേശുമേൽ നിൻ  പേർക്കായ്ക്കരുതുന്നുണ്ടവൻ</vt:lpstr>
      <vt:lpstr>2 ലോകത്തിൻ ചിന്ത കളാലും   രോഗ പീഡകളാലും   മറ്റു പ്രയാസങ്ങളാലും   മുട്ടും തളർന്നീടുമ്പോൾ </vt:lpstr>
      <vt:lpstr>ചിന്താകുലങ്ങൾ  ചിന്താകുലങ്ങളെല്ലാം  ഇട്ടുകൊൾ യേശുമേൽ നിൻ  പേർക്കായ്ക്കരുതുന്നുണ്ടവൻ</vt:lpstr>
      <vt:lpstr>3 കർത്താവിനിഷ്ടമാം വണ്ണം   നിത്യം ജീവിച്ചീടുവാൻ   നിൻ പ്രയത്നങ്ങൾ എപ്പോഴും   നിഷ്ഫലമായ് വരുമ്പോൾ </vt:lpstr>
      <vt:lpstr>ചിന്താകുലങ്ങൾ  ചിന്താകുലങ്ങളെല്ലാം  ഇട്ടുകൊൾ യേശുമേൽ നിൻ  പേർക്കായ്ക്കരുതുന്നുണ്ടവൻ</vt:lpstr>
      <vt:lpstr>4 ദൈവം നിന്നെ നടത്തുന്നു   നിൻ വഴിയിൽ മുഴുവൻ   അന്ധകാരം വരുമ്പോഴും   അന്തരംഗത്തിലെ നിൻ </vt:lpstr>
      <vt:lpstr>ചിന്താകുലങ്ങൾ  ചിന്താകുലങ്ങളെല്ലാം  ഇട്ടുകൊൾ യേശുമേൽ നിൻ  പേർക്കായ്ക്കരുതുന്നുണ്ടവൻ</vt:lpstr>
      <vt:lpstr>5 നിന്നുടെ പേർക്കിഹ ലോകെ   വന്നു മരിച്ചവനാം   യേശുവിൻ വാക്കുകളെ നീ   വിശ്വസിച്ചു സതതം </vt:lpstr>
      <vt:lpstr>ചിന്താകുലങ്ങൾ  ചിന്താകുലങ്ങളെല്ലാം  ഇട്ടുകൊൾ യേശുമേൽ നിൻ  പേർക്കായ്ക്കരുതുന്നുണ്ടവൻ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 paithale</dc:title>
  <dc:creator>Digital Input:; mjohn; Acsah Mathews</dc:creator>
  <cp:lastModifiedBy>Acsah Mathews</cp:lastModifiedBy>
  <cp:revision>8</cp:revision>
  <dcterms:created xsi:type="dcterms:W3CDTF">2014-05-09T12:49:26Z</dcterms:created>
  <dcterms:modified xsi:type="dcterms:W3CDTF">2018-11-26T18:35:10Z</dcterms:modified>
</cp:coreProperties>
</file>