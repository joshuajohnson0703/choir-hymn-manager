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71" r:id="rId3"/>
    <p:sldId id="277" r:id="rId4"/>
    <p:sldId id="278" r:id="rId5"/>
    <p:sldId id="283" r:id="rId6"/>
    <p:sldId id="279" r:id="rId7"/>
    <p:sldId id="284" r:id="rId8"/>
    <p:sldId id="280" r:id="rId9"/>
    <p:sldId id="285" r:id="rId10"/>
    <p:sldId id="281" r:id="rId11"/>
    <p:sldId id="286" r:id="rId12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2" y="70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743630-47D4-45AA-B035-EF913A8D9E59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567BD7-704A-4E9F-8C8E-65C39994C6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563C0A-65DA-4A79-B04C-F266428C7B1F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69F3A5-A405-4745-912C-9D21A8312D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42927A-13C8-4A2B-8BBC-F9060DD04E99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2D0198-711C-4778-9B4C-BBC1B4B14D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8AA8A8-9C23-431B-B753-60A24B29D662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72FBC4-63F1-47C4-A9CD-1D9717E38D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A304D1-3E5D-49E1-8407-BA29C3792700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E8DB9D-BC02-407B-A296-F00C723431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3676FD-D3EE-4AB6-AB11-55FC4C4FA609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4F7412-0E1E-4C8C-8CB6-A26314DFB7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1BE929-111F-42D3-AA42-58E5BA8B8480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FF75C9-5A8C-426D-857B-436D5D1EFE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6D2F18-9B4F-491C-8C5E-8EB0D8D2918B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DD2289-34F0-4806-A7B9-E5BBED91F2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43DD2-778B-4C88-ABA5-314072E07214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B61974-F820-4A06-AD18-024CDC64AC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29D025-F5BE-4D5F-8196-20D4048A2A61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529B7D-2452-4E6E-BC43-5A31652349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635FB5-55AF-435E-AAD9-ADB3985FE01F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3A5BE3-2FB3-47EC-B795-87B8C36D33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C74018A-87D4-4F40-943E-765436BF2D36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6DE2CD5-0ED3-4EFD-BD23-EF4961B4D1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44CFE-791F-4AB3-9BEA-BF501874FF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235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ലോകമാം ഗംഭീരവാരിധിയില്‍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A4B90D-4624-4B57-813D-6A577746B6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Lôkamaam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gambheera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vaaridhiyil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5778DD-0BF0-4901-8C43-46A60C94EA0C}"/>
              </a:ext>
            </a:extLst>
          </p:cNvPr>
          <p:cNvSpPr/>
          <p:nvPr/>
        </p:nvSpPr>
        <p:spPr>
          <a:xfrm>
            <a:off x="2895600" y="4648200"/>
            <a:ext cx="248818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(അന്നമ്മ മാമ്മൻ)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63D5B9-63B5-4153-B456-3BC5473C12AC}"/>
              </a:ext>
            </a:extLst>
          </p:cNvPr>
          <p:cNvSpPr/>
          <p:nvPr/>
        </p:nvSpPr>
        <p:spPr>
          <a:xfrm>
            <a:off x="7467600" y="4648200"/>
            <a:ext cx="27318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(Annamma </a:t>
            </a:r>
            <a:r>
              <a:rPr lang="en-US" sz="2000" dirty="0" err="1">
                <a:solidFill>
                  <a:schemeClr val="accent2"/>
                </a:solidFill>
              </a:rPr>
              <a:t>Mammen</a:t>
            </a:r>
            <a:r>
              <a:rPr lang="en-US" sz="2000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230111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85800" y="1176754"/>
            <a:ext cx="11506200" cy="2743200"/>
          </a:xfrm>
        </p:spPr>
        <p:txBody>
          <a:bodyPr anchor="t"/>
          <a:lstStyle/>
          <a:p>
            <a:pPr algn="l" defTabSz="285750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ലോകമാം ഗംഭീരവാരിധിയില്‍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വിശ്വാസക്കപ്പലിലോടിയിട്ട്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നിത്യവീടൊന്നുണ്ടവിടെയെത്തി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കര്‍ത്തനോടുകൂടെ വിശ്രമിപ്പാൻ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235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55EBBE-1716-4921-8595-754AC1C76BED}"/>
              </a:ext>
            </a:extLst>
          </p:cNvPr>
          <p:cNvSpPr/>
          <p:nvPr/>
        </p:nvSpPr>
        <p:spPr>
          <a:xfrm>
            <a:off x="3717" y="4157989"/>
            <a:ext cx="10511884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Lôkamaam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gambheera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vaaridhiyil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Vishwaasa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kappalil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ôdiyittu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Nithya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veedonnundavidey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eththi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Karthanôdu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koodey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vishramippaan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4DB035-224E-4E81-A730-46A05AAF82A9}"/>
              </a:ext>
            </a:extLst>
          </p:cNvPr>
          <p:cNvSpPr/>
          <p:nvPr/>
        </p:nvSpPr>
        <p:spPr>
          <a:xfrm>
            <a:off x="0" y="408680"/>
            <a:ext cx="12192000" cy="6979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latin typeface="+mn-lt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38200"/>
            <a:ext cx="12192000" cy="2743200"/>
          </a:xfrm>
        </p:spPr>
        <p:txBody>
          <a:bodyPr anchor="t"/>
          <a:lstStyle/>
          <a:p>
            <a:pPr defTabSz="28575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യാത്ര ചെയ്യും ഞാന്‍ ക്രൂശെ നോക്കി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യുദ്ധം ചെയ്യും ഞാന്‍ യേശുവിന്നായ്</a:t>
            </a:r>
            <a:r>
              <a:rPr lang="en-US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‌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ജീവന്‍വച്ചീടും രക്ഷകന്നായ്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‌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അന്ത്യശ്വാസം വരെയും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235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55EBBE-1716-4921-8595-754AC1C76BED}"/>
              </a:ext>
            </a:extLst>
          </p:cNvPr>
          <p:cNvSpPr/>
          <p:nvPr/>
        </p:nvSpPr>
        <p:spPr>
          <a:xfrm>
            <a:off x="3717" y="3810000"/>
            <a:ext cx="12188283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Yaathra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cheyyum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krooshey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nôkki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Yudhdham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cheyyum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Yeshuvinaai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vechcheedum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rakshakanaai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Anthyashwaasam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vareyum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60762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85800" y="1176754"/>
            <a:ext cx="11506200" cy="2743200"/>
          </a:xfrm>
        </p:spPr>
        <p:txBody>
          <a:bodyPr anchor="t"/>
          <a:lstStyle/>
          <a:p>
            <a:pPr algn="l" defTabSz="285750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കാലം കഴിയുന്നു നാള്‍കള്‍ പോയി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കര്‍ത്താവിൻ വരവു സമീപമായ്‌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മഹത്വനാമത്തെ കീര്‍ത്തിപ്പാനായ്‌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ശക്തീകരിക്ക നിന്‍ ആത്മാവിനാല്‍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235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55EBBE-1716-4921-8595-754AC1C76BED}"/>
              </a:ext>
            </a:extLst>
          </p:cNvPr>
          <p:cNvSpPr/>
          <p:nvPr/>
        </p:nvSpPr>
        <p:spPr>
          <a:xfrm>
            <a:off x="3717" y="4157989"/>
            <a:ext cx="10511884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Kaalam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kazhiyunnu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naalkalh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poyi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Karththaavin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varavu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sameepamaai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Mahathwa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naamaththey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keerthippaanaai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Shaktheekarikka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aathmaavinaal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4DB035-224E-4E81-A730-46A05AAF82A9}"/>
              </a:ext>
            </a:extLst>
          </p:cNvPr>
          <p:cNvSpPr/>
          <p:nvPr/>
        </p:nvSpPr>
        <p:spPr>
          <a:xfrm>
            <a:off x="0" y="408680"/>
            <a:ext cx="12192000" cy="6979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92521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38200"/>
            <a:ext cx="12192000" cy="2743200"/>
          </a:xfrm>
        </p:spPr>
        <p:txBody>
          <a:bodyPr anchor="t"/>
          <a:lstStyle/>
          <a:p>
            <a:pPr defTabSz="28575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യാത്ര ചെയ്യും ഞാന്‍ ക്രൂശെ നോക്കി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യുദ്ധം ചെയ്യും ഞാന്‍ യേശുവിന്നായ്</a:t>
            </a:r>
            <a:r>
              <a:rPr lang="en-US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‌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ജീവന്‍വച്ചീടും രക്ഷകന്നായ്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‌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അന്ത്യശ്വാസം വരെയും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235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55EBBE-1716-4921-8595-754AC1C76BED}"/>
              </a:ext>
            </a:extLst>
          </p:cNvPr>
          <p:cNvSpPr/>
          <p:nvPr/>
        </p:nvSpPr>
        <p:spPr>
          <a:xfrm>
            <a:off x="3717" y="3810000"/>
            <a:ext cx="12188283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Yaathra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cheyyum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krooshey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nôkki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Yudhdham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cheyyum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Yeshuvinaai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vechcheedum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rakshakanaai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Anthyashwaasam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vareyum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8118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85800" y="1176754"/>
            <a:ext cx="11506200" cy="2743200"/>
          </a:xfrm>
        </p:spPr>
        <p:txBody>
          <a:bodyPr anchor="t"/>
          <a:lstStyle/>
          <a:p>
            <a:pPr algn="l" defTabSz="285750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പൂര്‍വ്വപിതാക്കളാം അപ്പോസ്തലർ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ദൂരവേ ദര്‍ശിച്ചീ ഭാഗ്യദേശം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ആകയാല്‍ ചേതമെന്നെണ്ണി ലാഭം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അന്യരെന്നെണ്ണിയീ ലോകമതിൽ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235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55EBBE-1716-4921-8595-754AC1C76BED}"/>
              </a:ext>
            </a:extLst>
          </p:cNvPr>
          <p:cNvSpPr/>
          <p:nvPr/>
        </p:nvSpPr>
        <p:spPr>
          <a:xfrm>
            <a:off x="3717" y="4157989"/>
            <a:ext cx="10511884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Poorva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pithaakalhaam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apostholar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Dooravey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darshichchee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bhaagya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dèsham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Aakayaal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chèthamennennhi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laabham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Anyarennennhi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lokamathil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4DB035-224E-4E81-A730-46A05AAF82A9}"/>
              </a:ext>
            </a:extLst>
          </p:cNvPr>
          <p:cNvSpPr/>
          <p:nvPr/>
        </p:nvSpPr>
        <p:spPr>
          <a:xfrm>
            <a:off x="0" y="408680"/>
            <a:ext cx="12192000" cy="6979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228434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38200"/>
            <a:ext cx="12192000" cy="2743200"/>
          </a:xfrm>
        </p:spPr>
        <p:txBody>
          <a:bodyPr anchor="t"/>
          <a:lstStyle/>
          <a:p>
            <a:pPr defTabSz="28575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യാത്ര ചെയ്യും ഞാന്‍ ക്രൂശെ നോക്കി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യുദ്ധം ചെയ്യും ഞാന്‍ യേശുവിന്നായ്</a:t>
            </a:r>
            <a:r>
              <a:rPr lang="en-US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‌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ജീവന്‍വച്ചീടും രക്ഷകന്നായ്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‌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അന്ത്യശ്വാസം വരെയും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235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55EBBE-1716-4921-8595-754AC1C76BED}"/>
              </a:ext>
            </a:extLst>
          </p:cNvPr>
          <p:cNvSpPr/>
          <p:nvPr/>
        </p:nvSpPr>
        <p:spPr>
          <a:xfrm>
            <a:off x="3717" y="3810000"/>
            <a:ext cx="12188283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Yaathra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cheyyum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krooshey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nôkki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Yudhdham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cheyyum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Yeshuvinaai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vechcheedum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rakshakanaai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Anthyashwaasam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vareyum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02969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85800" y="1176754"/>
            <a:ext cx="11506200" cy="2743200"/>
          </a:xfrm>
        </p:spPr>
        <p:txBody>
          <a:bodyPr anchor="t"/>
          <a:lstStyle/>
          <a:p>
            <a:pPr algn="l" defTabSz="285750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ഞെരുക്കത്തിന്‍ അപ്പം ഞാന്‍ തിന്നെന്നാലും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കഷ്ടത്തിന്‍ കണ്ണുനീര്‍ കുടിച്ചെന്നാലും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ദേഹി ദുഃഖത്താല്‍ ക്ഷയിച്ചെന്നാലും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എല്ലാം പ്രതികൂലമായെന്നാലും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235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55EBBE-1716-4921-8595-754AC1C76BED}"/>
              </a:ext>
            </a:extLst>
          </p:cNvPr>
          <p:cNvSpPr/>
          <p:nvPr/>
        </p:nvSpPr>
        <p:spPr>
          <a:xfrm>
            <a:off x="3717" y="4157989"/>
            <a:ext cx="10511884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Njerukkaththin appam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thinnennaalum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Kashthaththin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kannhuneer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kudichennaalum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Dèhi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dukhaththaal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kshayichchennaalum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Ellaam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prathikoolam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aayennaalum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4DB035-224E-4E81-A730-46A05AAF82A9}"/>
              </a:ext>
            </a:extLst>
          </p:cNvPr>
          <p:cNvSpPr/>
          <p:nvPr/>
        </p:nvSpPr>
        <p:spPr>
          <a:xfrm>
            <a:off x="0" y="408680"/>
            <a:ext cx="12192000" cy="6979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337412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38200"/>
            <a:ext cx="12192000" cy="2743200"/>
          </a:xfrm>
        </p:spPr>
        <p:txBody>
          <a:bodyPr anchor="t"/>
          <a:lstStyle/>
          <a:p>
            <a:pPr defTabSz="28575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യാത്ര ചെയ്യും ഞാന്‍ ക്രൂശെ നോക്കി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യുദ്ധം ചെയ്യും ഞാന്‍ യേശുവിന്നായ്</a:t>
            </a:r>
            <a:r>
              <a:rPr lang="en-US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‌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ജീവന്‍വച്ചീടും രക്ഷകന്നായ്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‌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അന്ത്യശ്വാസം വരെയും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235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55EBBE-1716-4921-8595-754AC1C76BED}"/>
              </a:ext>
            </a:extLst>
          </p:cNvPr>
          <p:cNvSpPr/>
          <p:nvPr/>
        </p:nvSpPr>
        <p:spPr>
          <a:xfrm>
            <a:off x="3717" y="3810000"/>
            <a:ext cx="12188283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Yaathra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cheyyum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krooshey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nôkki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Yudhdham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cheyyum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Yeshuvinaai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vechcheedum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rakshakanaai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Anthyashwaasam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vareyum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36229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85800" y="1176754"/>
            <a:ext cx="11506200" cy="2743200"/>
          </a:xfrm>
        </p:spPr>
        <p:txBody>
          <a:bodyPr anchor="t"/>
          <a:lstStyle/>
          <a:p>
            <a:pPr algn="l" defTabSz="285750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ജീവനെന്നേശുവില്‍ അര്‍പ്പിച്ചിട്ട്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അക്കരെ നാട്ടില്‍ ഞാനെത്തിടുമ്പോൾ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ശുദ്ധ പളുങ്കിന്‍ കടല്‍ ത്തീരത്തില്‍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യേശുവിന്‍ പൊന്മുമുഖം മുത്തിടും ഞാന്‍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235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55EBBE-1716-4921-8595-754AC1C76BED}"/>
              </a:ext>
            </a:extLst>
          </p:cNvPr>
          <p:cNvSpPr/>
          <p:nvPr/>
        </p:nvSpPr>
        <p:spPr>
          <a:xfrm>
            <a:off x="3717" y="4157989"/>
            <a:ext cx="10511884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Enneshuvil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arppichittu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Akkarey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naattil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njaaneththeedumbolh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Shudhdha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palhunkin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kadal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theeraththil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ponmukham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muththidum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4DB035-224E-4E81-A730-46A05AAF82A9}"/>
              </a:ext>
            </a:extLst>
          </p:cNvPr>
          <p:cNvSpPr/>
          <p:nvPr/>
        </p:nvSpPr>
        <p:spPr>
          <a:xfrm>
            <a:off x="0" y="408680"/>
            <a:ext cx="12192000" cy="6979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04262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38200"/>
            <a:ext cx="12192000" cy="2743200"/>
          </a:xfrm>
        </p:spPr>
        <p:txBody>
          <a:bodyPr anchor="t"/>
          <a:lstStyle/>
          <a:p>
            <a:pPr defTabSz="28575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യാത്ര ചെയ്യും ഞാന്‍ ക്രൂശെ നോക്കി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യുദ്ധം ചെയ്യും ഞാന്‍ യേശുവിന്നായ്</a:t>
            </a:r>
            <a:r>
              <a:rPr lang="en-US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‌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ജീവന്‍വച്ചീടും രക്ഷകന്നായ്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‌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അന്ത്യശ്വാസം വരെയും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235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55EBBE-1716-4921-8595-754AC1C76BED}"/>
              </a:ext>
            </a:extLst>
          </p:cNvPr>
          <p:cNvSpPr/>
          <p:nvPr/>
        </p:nvSpPr>
        <p:spPr>
          <a:xfrm>
            <a:off x="3717" y="3810000"/>
            <a:ext cx="12188283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Yaathra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cheyyum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krooshey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nôkki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Yudhdham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cheyyum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Yeshuvinaai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vechcheedum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rakshakanaai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Anthyashwaasam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vareyum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00515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569</TotalTime>
  <Words>201</Words>
  <Application>Microsoft Office PowerPoint</Application>
  <PresentationFormat>Widescreen</PresentationFormat>
  <Paragraphs>69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Kartika</vt:lpstr>
      <vt:lpstr>Office Theme</vt:lpstr>
      <vt:lpstr>235 ലോകമാം ഗംഭീരവാരിധിയില്‍</vt:lpstr>
      <vt:lpstr>ലോകമാം ഗംഭീരവാരിധിയില്‍ വിശ്വാസക്കപ്പലിലോടിയിട്ട്  നിത്യവീടൊന്നുണ്ടവിടെയെത്തി കര്‍ത്തനോടുകൂടെ വിശ്രമിപ്പാൻ</vt:lpstr>
      <vt:lpstr>യാത്ര ചെയ്യും ഞാന്‍ ക്രൂശെ നോക്കി യുദ്ധം ചെയ്യും ഞാന്‍ യേശുവിന്നായ്‌ ജീവന്‍വച്ചീടും രക്ഷകന്നായ്‌ അന്ത്യശ്വാസം വരെയും</vt:lpstr>
      <vt:lpstr>കാലം കഴിയുന്നു നാള്‍കള്‍ പോയി കര്‍ത്താവിൻ വരവു സമീപമായ്‌ മഹത്വനാമത്തെ കീര്‍ത്തിപ്പാനായ്‌ ശക്തീകരിക്ക നിന്‍ ആത്മാവിനാല്‍</vt:lpstr>
      <vt:lpstr>യാത്ര ചെയ്യും ഞാന്‍ ക്രൂശെ നോക്കി യുദ്ധം ചെയ്യും ഞാന്‍ യേശുവിന്നായ്‌ ജീവന്‍വച്ചീടും രക്ഷകന്നായ്‌ അന്ത്യശ്വാസം വരെയും</vt:lpstr>
      <vt:lpstr>പൂര്‍വ്വപിതാക്കളാം അപ്പോസ്തലർ  ദൂരവേ ദര്‍ശിച്ചീ ഭാഗ്യദേശം ആകയാല്‍ ചേതമെന്നെണ്ണി ലാഭം അന്യരെന്നെണ്ണിയീ ലോകമതിൽ</vt:lpstr>
      <vt:lpstr>യാത്ര ചെയ്യും ഞാന്‍ ക്രൂശെ നോക്കി യുദ്ധം ചെയ്യും ഞാന്‍ യേശുവിന്നായ്‌ ജീവന്‍വച്ചീടും രക്ഷകന്നായ്‌ അന്ത്യശ്വാസം വരെയും</vt:lpstr>
      <vt:lpstr>ഞെരുക്കത്തിന്‍ അപ്പം ഞാന്‍ തിന്നെന്നാലും കഷ്ടത്തിന്‍ കണ്ണുനീര്‍ കുടിച്ചെന്നാലും ദേഹി ദുഃഖത്താല്‍ ക്ഷയിച്ചെന്നാലും  എല്ലാം പ്രതികൂലമായെന്നാലും</vt:lpstr>
      <vt:lpstr>യാത്ര ചെയ്യും ഞാന്‍ ക്രൂശെ നോക്കി യുദ്ധം ചെയ്യും ഞാന്‍ യേശുവിന്നായ്‌ ജീവന്‍വച്ചീടും രക്ഷകന്നായ്‌ അന്ത്യശ്വാസം വരെയും</vt:lpstr>
      <vt:lpstr>ജീവനെന്നേശുവില്‍ അര്‍പ്പിച്ചിട്ട് അക്കരെ നാട്ടില്‍ ഞാനെത്തിടുമ്പോൾ ശുദ്ധ പളുങ്കിന്‍ കടല്‍ ത്തീരത്തില്‍ യേശുവിന്‍ പൊന്മുമുഖം മുത്തിടും ഞാന്‍</vt:lpstr>
      <vt:lpstr>യാത്ര ചെയ്യും ഞാന്‍ ക്രൂശെ നോക്കി യുദ്ധം ചെയ്യും ഞാന്‍ യേശുവിന്നായ്‌ ജീവന്‍വച്ചീടും രക്ഷകന്നായ്‌ അന്ത്യശ്വാസം വരെയും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Lokamaam gambheera</dc:title>
  <dc:creator>Digital Input:; GM JOHN; Acsah Mathews</dc:creator>
  <cp:lastModifiedBy>Acsah Mathews</cp:lastModifiedBy>
  <cp:revision>218</cp:revision>
  <dcterms:created xsi:type="dcterms:W3CDTF">2013-04-19T09:19:07Z</dcterms:created>
  <dcterms:modified xsi:type="dcterms:W3CDTF">2018-11-13T17:30:25Z</dcterms:modified>
</cp:coreProperties>
</file>