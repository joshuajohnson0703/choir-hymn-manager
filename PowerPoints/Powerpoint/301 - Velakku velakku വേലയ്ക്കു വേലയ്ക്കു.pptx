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3" r:id="rId2"/>
    <p:sldId id="270" r:id="rId3"/>
    <p:sldId id="277" r:id="rId4"/>
    <p:sldId id="278" r:id="rId5"/>
    <p:sldId id="284" r:id="rId6"/>
    <p:sldId id="279" r:id="rId7"/>
    <p:sldId id="285" r:id="rId8"/>
    <p:sldId id="280" r:id="rId9"/>
    <p:sldId id="286" r:id="rId10"/>
    <p:sldId id="281" r:id="rId11"/>
    <p:sldId id="287" r:id="rId12"/>
    <p:sldId id="282" r:id="rId13"/>
    <p:sldId id="28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42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CF21BB-46C4-4B08-B130-6E6957642B58}" type="datetimeFigureOut">
              <a:rPr lang="en-US" smtClean="0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EBA82-EC3E-466D-B19F-3F0343882B6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FB5CC8-8D4C-423E-B942-7BE3C57DA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B6E0CB-45AC-4188-ABBC-F90218EF3F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19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5E8A82-125D-4E56-B306-FCE24750B8B1}" type="datetimeFigureOut">
              <a:rPr lang="en-US" smtClean="0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69E6B5-06AC-4917-88F4-9A6D2663BEE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4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D8A96-114B-4168-891D-2BAD35DBC410}" type="datetimeFigureOut">
              <a:rPr lang="en-US" smtClean="0"/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AD5C3-2AD5-4957-B371-412118B69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9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D4C173-576F-4A7A-9BB9-038BED98FEEB}" type="datetimeFigureOut">
              <a:rPr lang="en-US" smtClean="0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60A61B-540A-42F0-B389-A84B12D5E1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4BCCC9-135C-4154-93EC-B56929CCBCFE}" type="datetimeFigureOut">
              <a:rPr lang="en-US" smtClean="0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7B2255-3721-416C-9BAD-6804B43050D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6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4A46C0-2511-44B7-A877-EDE1BEFD473D}" type="datetimeFigureOut">
              <a:rPr lang="en-US" smtClean="0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9E370C-6D0C-4F93-8DB4-5363780872A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52475F-1BA6-489D-B7D7-003283A0D5D2}" type="datetimeFigureOut">
              <a:rPr lang="en-US" smtClean="0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8A8FDE-B66D-4F46-8647-266AD6D314E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6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7D0FA4-A670-49F0-847B-3D726E1FB760}" type="datetimeFigureOut">
              <a:rPr lang="en-US" smtClean="0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84842B-50F3-4305-BE1A-6E227E568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D8A96-114B-4168-891D-2BAD35DBC410}" type="datetimeFigureOut">
              <a:rPr lang="en-US" smtClean="0"/>
              <a:t>11/16/2018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AD5C3-2AD5-4957-B371-412118B69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1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B1C1D5-4C8C-4035-81DA-8ADABBF2AF02}" type="datetimeFigureOut">
              <a:rPr lang="en-US" smtClean="0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2BBA17-B312-4E44-9CE0-6AEE2189C80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8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CF7953-354A-40A1-B617-EB180E56ADAF}" type="datetimeFigureOut">
              <a:rPr lang="en-US" smtClean="0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970EF-A9CD-4380-B550-75E3B3F3F0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1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DF62BA2-BCFC-4102-938D-B356DCE1435A}" type="datetimeFigureOut">
              <a:rPr lang="en-US" smtClean="0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FD61ECA-9BDF-4871-8BD5-675BDE821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2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FC7A-B850-44BC-8BD4-41CA2E13D0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301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വേലയ്ക്കു വേലയ്ക്കു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C9F61-453D-4D39-BF57-AD0B27DC9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27476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Velakku </a:t>
            </a:r>
            <a:r>
              <a:rPr lang="en-US" sz="4000" b="1" dirty="0" err="1">
                <a:solidFill>
                  <a:srgbClr val="002060"/>
                </a:solidFill>
              </a:rPr>
              <a:t>velakku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chemeClr val="bg1">
                    <a:lumMod val="50000"/>
                  </a:schemeClr>
                </a:solidFill>
              </a:rPr>
              <a:t>Tune: To the work, to the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5E5E5F-1699-4CF5-9506-3E37590768BE}"/>
              </a:ext>
            </a:extLst>
          </p:cNvPr>
          <p:cNvSpPr/>
          <p:nvPr/>
        </p:nvSpPr>
        <p:spPr>
          <a:xfrm>
            <a:off x="2940354" y="4968875"/>
            <a:ext cx="26205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</a:rPr>
              <a:t>(വി. നാഗൽ) 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14BC07-D454-4729-AC9E-67F71CB98619}"/>
              </a:ext>
            </a:extLst>
          </p:cNvPr>
          <p:cNvSpPr/>
          <p:nvPr/>
        </p:nvSpPr>
        <p:spPr>
          <a:xfrm>
            <a:off x="8458200" y="4968875"/>
            <a:ext cx="1905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</a:rPr>
              <a:t>(V. </a:t>
            </a:r>
            <a:r>
              <a:rPr lang="en-US" sz="2000" i="1" dirty="0" err="1">
                <a:solidFill>
                  <a:srgbClr val="C00000"/>
                </a:solidFill>
                <a:latin typeface="Arial" panose="020B0604020202020204" pitchFamily="34" charset="0"/>
              </a:rPr>
              <a:t>Nagal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0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54668"/>
            <a:ext cx="11711940" cy="2502932"/>
          </a:xfrm>
        </p:spPr>
        <p:txBody>
          <a:bodyPr anchor="t">
            <a:noAutofit/>
          </a:bodyPr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വേലയ്ക്കു വേലയ്ക്കു ദൈവദാസന്മാർ നാം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ക്രിസ്തൻ കാണിച്ച പാത നാം പിൻചെല്ലണം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ഇങ്ങു വാഴാൻ അല്ല ശുശ്രൂഷ ചെയ്‌വാൻ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ഇഹത്തിൽ പിറന്നു സ്വർഗ്ഗരാജാവു താൻ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756E9-9292-4221-AB4A-EEBD566AA73C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457200" y="3827383"/>
            <a:ext cx="11734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Velakku </a:t>
            </a:r>
            <a:r>
              <a:rPr lang="en-US" sz="3400" b="1" dirty="0" err="1">
                <a:solidFill>
                  <a:srgbClr val="002060"/>
                </a:solidFill>
              </a:rPr>
              <a:t>velakku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Daivadaasanmaarh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Kristhan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kaanicha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paatha</a:t>
            </a:r>
            <a:r>
              <a:rPr lang="en-US" sz="3400" b="1" dirty="0">
                <a:solidFill>
                  <a:srgbClr val="002060"/>
                </a:solidFill>
              </a:rPr>
              <a:t>  </a:t>
            </a:r>
            <a:r>
              <a:rPr lang="en-US" sz="3400" b="1" dirty="0" err="1">
                <a:solidFill>
                  <a:srgbClr val="002060"/>
                </a:solidFill>
              </a:rPr>
              <a:t>Naam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pinchellanham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Ingu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vaazhuvaan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alla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shushroosha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cheyvaan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Ihathil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pirhannu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swarga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raajavu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19400"/>
          </a:xfrm>
        </p:spPr>
        <p:txBody>
          <a:bodyPr anchor="t">
            <a:noAutofit/>
          </a:bodyPr>
          <a:lstStyle/>
          <a:p>
            <a:pPr defTabSz="40163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യത്നിക്ക – യത്നിക്ക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തേടുക - നേടുക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ആശിക്ക - പ്രാർത്ഥിക്ക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കർത്താവു വരും വേഗത്തിൽ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0" y="3513305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Theduka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neduka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Aashikka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Praarthikka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Karthaavu</a:t>
            </a:r>
            <a:r>
              <a:rPr lang="en-US" sz="3600" b="1" dirty="0">
                <a:solidFill>
                  <a:srgbClr val="002060"/>
                </a:solidFill>
              </a:rPr>
              <a:t> varum </a:t>
            </a:r>
            <a:r>
              <a:rPr lang="en-US" sz="3600" b="1" dirty="0" err="1">
                <a:solidFill>
                  <a:srgbClr val="002060"/>
                </a:solidFill>
              </a:rPr>
              <a:t>vegaththil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765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54668"/>
            <a:ext cx="11711940" cy="2502932"/>
          </a:xfrm>
        </p:spPr>
        <p:txBody>
          <a:bodyPr anchor="t">
            <a:noAutofit/>
          </a:bodyPr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വേലയ്ക്കു വേലയ്ക്കു ചുറ്റും നോക്കുക നാം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എങ്ങും വാഴും അസത്യത്തെ പോക്കുക നാം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സൃഷ്ടിയും യേശുവെ കാണും വരെ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ഉയർത്തിടുക നാം സത്യമാം കൊടിയെ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756E9-9292-4221-AB4A-EEBD566AA73C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457200" y="3827383"/>
            <a:ext cx="11734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Velakku </a:t>
            </a:r>
            <a:r>
              <a:rPr lang="en-US" sz="3400" b="1" dirty="0" err="1">
                <a:solidFill>
                  <a:srgbClr val="002060"/>
                </a:solidFill>
              </a:rPr>
              <a:t>velakku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Chuttum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nokkuka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Engum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vaazhum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asathyaththe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pokkuka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Sarva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srishtiyum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kaanhum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vare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Uyarthiduka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sathyamaam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kodiye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351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19400"/>
          </a:xfrm>
        </p:spPr>
        <p:txBody>
          <a:bodyPr anchor="t">
            <a:noAutofit/>
          </a:bodyPr>
          <a:lstStyle/>
          <a:p>
            <a:pPr defTabSz="40163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യത്നിക്ക – യത്നിക്ക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തേടുക - നേടുക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ആശിക്ക - പ്രാർത്ഥിക്ക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കർത്താവു വരും വേഗത്തിൽ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0" y="3513305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Theduka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neduka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Aashikka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Praarthikka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Karthaavu</a:t>
            </a:r>
            <a:r>
              <a:rPr lang="en-US" sz="3600" b="1" dirty="0">
                <a:solidFill>
                  <a:srgbClr val="002060"/>
                </a:solidFill>
              </a:rPr>
              <a:t> varum </a:t>
            </a:r>
            <a:r>
              <a:rPr lang="en-US" sz="3600" b="1" dirty="0" err="1">
                <a:solidFill>
                  <a:srgbClr val="002060"/>
                </a:solidFill>
              </a:rPr>
              <a:t>vegaththil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160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54668"/>
            <a:ext cx="11711940" cy="2502932"/>
          </a:xfrm>
        </p:spPr>
        <p:txBody>
          <a:bodyPr anchor="t">
            <a:noAutofit/>
          </a:bodyPr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വേലയ്ക്കു വേലയ്ക്കു ദൈവദ്രോഹങ്ങളും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വ്യാജമാർഗ്ഗങ്ങൾ നാശത്തിൻ മോഹങ്ങളും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 ഭൂമിയിൽ വർദ്ധിക്കുമീ സമയെ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സ്വസ്ഥത യോഗ്യമോ ക്രിസ്തൻ ദാസന്മാരേ!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756E9-9292-4221-AB4A-EEBD566AA73C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457200" y="3827383"/>
            <a:ext cx="11734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Velakku – Velakku </a:t>
            </a:r>
            <a:r>
              <a:rPr lang="en-US" sz="3400" b="1" dirty="0" err="1">
                <a:solidFill>
                  <a:srgbClr val="002060"/>
                </a:solidFill>
              </a:rPr>
              <a:t>Daivadrohangalhum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Vyaajamaargangalh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naashaththin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mohangalhum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Daiva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bhoomiyil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vardhikkumee</a:t>
            </a:r>
            <a:r>
              <a:rPr lang="en-US" sz="3400" b="1" dirty="0">
                <a:solidFill>
                  <a:srgbClr val="002060"/>
                </a:solidFill>
              </a:rPr>
              <a:t> - </a:t>
            </a:r>
            <a:r>
              <a:rPr lang="en-US" sz="3400" b="1" dirty="0" err="1">
                <a:solidFill>
                  <a:srgbClr val="002060"/>
                </a:solidFill>
              </a:rPr>
              <a:t>samaye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Swasthatha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yogyamo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kristhan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daasanmaare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216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19400"/>
          </a:xfrm>
        </p:spPr>
        <p:txBody>
          <a:bodyPr anchor="t">
            <a:noAutofit/>
          </a:bodyPr>
          <a:lstStyle/>
          <a:p>
            <a:pPr defTabSz="40163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യത്നിക്ക – യത്നിക്ക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തേടുക - നേടുക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ആശിക്ക - പ്രാർത്ഥിക്ക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കർത്താവു വരും വേഗത്തിൽ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0" y="3513305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Theduka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neduka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Aashikka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Praarthikka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Karthaavu</a:t>
            </a:r>
            <a:r>
              <a:rPr lang="en-US" sz="3600" b="1" dirty="0">
                <a:solidFill>
                  <a:srgbClr val="002060"/>
                </a:solidFill>
              </a:rPr>
              <a:t> varum </a:t>
            </a:r>
            <a:r>
              <a:rPr lang="en-US" sz="3600" b="1" dirty="0" err="1">
                <a:solidFill>
                  <a:srgbClr val="002060"/>
                </a:solidFill>
              </a:rPr>
              <a:t>vegaththil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879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54668"/>
            <a:ext cx="11711940" cy="2502932"/>
          </a:xfrm>
        </p:spPr>
        <p:txBody>
          <a:bodyPr anchor="t">
            <a:noAutofit/>
          </a:bodyPr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വേലയ്ക്കു വേലയ്ക്കു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രക്ഷയിൻ നാൾ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എങ്കിലും നിത്യവും പാപശിക്ഷകളാൽ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ആയിരം ആയിരം നശിച്ചീടുന്നിതാ!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രക്ഷിപ്പാൻ, രക്ഷിപ്പാൻ എൻ സഹോദരാ! വാ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756E9-9292-4221-AB4A-EEBD566AA73C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457200" y="3827383"/>
            <a:ext cx="11734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Velakku – </a:t>
            </a:r>
            <a:r>
              <a:rPr lang="en-US" sz="3400" b="1" dirty="0" err="1">
                <a:solidFill>
                  <a:srgbClr val="002060"/>
                </a:solidFill>
              </a:rPr>
              <a:t>velakku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rakshayin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naalh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Enkilum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nithyavum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paapa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shikshakalhaal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Aayiram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aayiram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nashicheedunnithaa</a:t>
            </a:r>
            <a:r>
              <a:rPr lang="en-US" sz="3400" b="1" dirty="0">
                <a:solidFill>
                  <a:srgbClr val="002060"/>
                </a:solidFill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Rakshippaan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rakshippaan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sahodara</a:t>
            </a:r>
            <a:r>
              <a:rPr lang="en-US" sz="3400" b="1" dirty="0">
                <a:solidFill>
                  <a:srgbClr val="002060"/>
                </a:solidFill>
              </a:rPr>
              <a:t>! </a:t>
            </a:r>
            <a:r>
              <a:rPr lang="en-US" sz="3400" b="1" dirty="0" err="1">
                <a:solidFill>
                  <a:srgbClr val="002060"/>
                </a:solidFill>
              </a:rPr>
              <a:t>Vaa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655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19400"/>
          </a:xfrm>
        </p:spPr>
        <p:txBody>
          <a:bodyPr anchor="t">
            <a:noAutofit/>
          </a:bodyPr>
          <a:lstStyle/>
          <a:p>
            <a:pPr defTabSz="40163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യത്നിക്ക – യത്നിക്ക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തേടുക - നേടുക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ആശിക്ക - പ്രാർത്ഥിക്ക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കർത്താവു വരും വേഗത്തിൽ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0" y="3513305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Theduka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neduka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Aashikka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Praarthikka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Karthaavu</a:t>
            </a:r>
            <a:r>
              <a:rPr lang="en-US" sz="3600" b="1" dirty="0">
                <a:solidFill>
                  <a:srgbClr val="002060"/>
                </a:solidFill>
              </a:rPr>
              <a:t> varum </a:t>
            </a:r>
            <a:r>
              <a:rPr lang="en-US" sz="3600" b="1" dirty="0" err="1">
                <a:solidFill>
                  <a:srgbClr val="002060"/>
                </a:solidFill>
              </a:rPr>
              <a:t>vegaththil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252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54668"/>
            <a:ext cx="11711940" cy="2502932"/>
          </a:xfrm>
        </p:spPr>
        <p:txBody>
          <a:bodyPr anchor="t">
            <a:noAutofit/>
          </a:bodyPr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വേലയ്ക്കു വേലയ്ക്കു ഓരോ കഷ്ടങ്ങളും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പരിഹാസങ്ങൾ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ഹിംസകൾ നഷ്ടങ്ങളും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സഹിച്ചും വഹിച്ചും കൊണ്ടദ്ധ്വാനിക്ക നാം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എന്നാൽ നാം ക്രിസ്തുവിൻ സത്യസേവകരാം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756E9-9292-4221-AB4A-EEBD566AA73C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457200" y="3827383"/>
            <a:ext cx="11734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Velakku </a:t>
            </a:r>
            <a:r>
              <a:rPr lang="en-US" sz="3400" b="1" dirty="0" err="1">
                <a:solidFill>
                  <a:srgbClr val="002060"/>
                </a:solidFill>
              </a:rPr>
              <a:t>velakku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oro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kashtangalhum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Parihaasangalh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himsakalh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nashtangalhum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Sahichum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vahichum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kondadhwanikka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kristhuvin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sathya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sevakaraam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147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19400"/>
          </a:xfrm>
        </p:spPr>
        <p:txBody>
          <a:bodyPr anchor="t">
            <a:noAutofit/>
          </a:bodyPr>
          <a:lstStyle/>
          <a:p>
            <a:pPr defTabSz="40163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യത്നിക്ക – യത്നിക്ക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തേടുക - നേടുക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ആശിക്ക - പ്രാർത്ഥിക്ക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കർത്താവു വരും വേഗത്തിൽ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0" y="3513305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Theduka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neduka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Aashikka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Praarthikka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Karthaavu</a:t>
            </a:r>
            <a:r>
              <a:rPr lang="en-US" sz="3600" b="1" dirty="0">
                <a:solidFill>
                  <a:srgbClr val="002060"/>
                </a:solidFill>
              </a:rPr>
              <a:t> varum </a:t>
            </a:r>
            <a:r>
              <a:rPr lang="en-US" sz="3600" b="1" dirty="0" err="1">
                <a:solidFill>
                  <a:srgbClr val="002060"/>
                </a:solidFill>
              </a:rPr>
              <a:t>vegaththil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909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54668"/>
            <a:ext cx="11711940" cy="2502932"/>
          </a:xfrm>
        </p:spPr>
        <p:txBody>
          <a:bodyPr anchor="t">
            <a:noAutofit/>
          </a:bodyPr>
          <a:lstStyle/>
          <a:p>
            <a:pPr algn="l" defTabSz="401638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വേലയ്ക്കു വേലയ്ക്കു പിന്നെ സ്വസ്ഥതയും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ദാസരാം നാം നിത്യം ആസ്വദിക്കാം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സന്തോഷത്തിലേയ്ക്കു പ്രവേശിക്കുക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താൻ അരുളിചെയ്യും ഹല്ലേലുയ്യാ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0756E9-9292-4221-AB4A-EEBD566AA73C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457200" y="3827383"/>
            <a:ext cx="11734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Velakku </a:t>
            </a:r>
            <a:r>
              <a:rPr lang="en-US" sz="3400" b="1" dirty="0" err="1">
                <a:solidFill>
                  <a:srgbClr val="002060"/>
                </a:solidFill>
              </a:rPr>
              <a:t>velakku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Pinne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swasthathayum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Karthan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daasaraam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nithyam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aasvadikkaam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santhoshathilekku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praveshikkuka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arulhicheyyum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halleluyya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493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19400"/>
          </a:xfrm>
        </p:spPr>
        <p:txBody>
          <a:bodyPr anchor="t">
            <a:noAutofit/>
          </a:bodyPr>
          <a:lstStyle/>
          <a:p>
            <a:pPr defTabSz="401638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യത്നിക്ക – യത്നിക്ക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തേടുക - നേടുക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ആശിക്ക - പ്രാർത്ഥിക്ക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കർത്താവു വരും വേഗത്തിൽ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758B7-2C84-4D3C-B5D8-E92A0BB21DF3}"/>
              </a:ext>
            </a:extLst>
          </p:cNvPr>
          <p:cNvSpPr/>
          <p:nvPr/>
        </p:nvSpPr>
        <p:spPr>
          <a:xfrm>
            <a:off x="0" y="3513305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yathnikka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Theduka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neduka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Aashikka</a:t>
            </a:r>
            <a:r>
              <a:rPr lang="en-US" sz="3600" b="1" dirty="0">
                <a:solidFill>
                  <a:srgbClr val="002060"/>
                </a:solidFill>
              </a:rPr>
              <a:t> - </a:t>
            </a:r>
            <a:r>
              <a:rPr lang="en-US" sz="3600" b="1" dirty="0" err="1">
                <a:solidFill>
                  <a:srgbClr val="002060"/>
                </a:solidFill>
              </a:rPr>
              <a:t>Praarthikka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Karthaavu</a:t>
            </a:r>
            <a:r>
              <a:rPr lang="en-US" sz="3600" b="1" dirty="0">
                <a:solidFill>
                  <a:srgbClr val="002060"/>
                </a:solidFill>
              </a:rPr>
              <a:t> varum </a:t>
            </a:r>
            <a:r>
              <a:rPr lang="en-US" sz="3600" b="1" dirty="0" err="1">
                <a:solidFill>
                  <a:srgbClr val="002060"/>
                </a:solidFill>
              </a:rPr>
              <a:t>vegaththil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087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957</TotalTime>
  <Words>261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Kartika</vt:lpstr>
      <vt:lpstr>Office Theme</vt:lpstr>
      <vt:lpstr>301 വേലയ്ക്കു വേലയ്ക്കു</vt:lpstr>
      <vt:lpstr>വേലയ്ക്കു വേലയ്ക്കു ദൈവദാസന്മാർ നാം ക്രിസ്തൻ കാണിച്ച പാത നാം പിൻചെല്ലണം  ഇങ്ങു വാഴാൻ അല്ല ശുശ്രൂഷ ചെയ്‌വാൻ  ഇഹത്തിൽ പിറന്നു സ്വർഗ്ഗരാജാവു താൻ</vt:lpstr>
      <vt:lpstr>യത്നിക്ക – യത്നിക്ക തേടുക - നേടുക ആശിക്ക - പ്രാർത്ഥിക്ക  കർത്താവു വരും വേഗത്തിൽ</vt:lpstr>
      <vt:lpstr>വേലയ്ക്കു വേലയ്ക്കു ചുറ്റും നോക്കുക നാം  എങ്ങും വാഴും അസത്യത്തെ പോക്കുക നാം  സർവ്വ സൃഷ്ടിയും യേശുവെ കാണും വരെ  ഉയർത്തിടുക നാം സത്യമാം കൊടിയെ </vt:lpstr>
      <vt:lpstr>യത്നിക്ക – യത്നിക്ക തേടുക - നേടുക ആശിക്ക - പ്രാർത്ഥിക്ക  കർത്താവു വരും വേഗത്തിൽ</vt:lpstr>
      <vt:lpstr>വേലയ്ക്കു വേലയ്ക്കു ദൈവദ്രോഹങ്ങളും  വ്യാജമാർഗ്ഗങ്ങൾ നാശത്തിൻ മോഹങ്ങളും  ദൈവ ഭൂമിയിൽ വർദ്ധിക്കുമീ സമയെ  സ്വസ്ഥത യോഗ്യമോ ക്രിസ്തൻ ദാസന്മാരേ! </vt:lpstr>
      <vt:lpstr>യത്നിക്ക – യത്നിക്ക തേടുക - നേടുക ആശിക്ക - പ്രാർത്ഥിക്ക  കർത്താവു വരും വേഗത്തിൽ</vt:lpstr>
      <vt:lpstr>വേലയ്ക്കു വേലയ്ക്കു ഇന്നു രക്ഷയിൻ നാൾ  എങ്കിലും നിത്യവും പാപശിക്ഷകളാൽ  ആയിരം ആയിരം നശിച്ചീടുന്നിതാ!  രക്ഷിപ്പാൻ, രക്ഷിപ്പാൻ എൻ സഹോദരാ! വാ</vt:lpstr>
      <vt:lpstr>യത്നിക്ക – യത്നിക്ക തേടുക - നേടുക ആശിക്ക - പ്രാർത്ഥിക്ക  കർത്താവു വരും വേഗത്തിൽ</vt:lpstr>
      <vt:lpstr>വേലയ്ക്കു വേലയ്ക്കു ഓരോ കഷ്ടങ്ങളും  പരിഹാസങ്ങൾ ഹിംസകൾ നഷ്ടങ്ങളും  സഹിച്ചും വഹിച്ചും കൊണ്ടദ്ധ്വാനിക്ക നാം  എന്നാൽ നാം ക്രിസ്തുവിൻ സത്യസേവകരാം</vt:lpstr>
      <vt:lpstr>യത്നിക്ക – യത്നിക്ക തേടുക - നേടുക ആശിക്ക - പ്രാർത്ഥിക്ക  കർത്താവു വരും വേഗത്തിൽ</vt:lpstr>
      <vt:lpstr>വേലയ്ക്കു വേലയ്ക്കു പിന്നെ സ്വസ്ഥതയും  കർത്തൻ ദാസരാം നാം നിത്യം ആസ്വദിക്കാം  എൻ സന്തോഷത്തിലേയ്ക്കു പ്രവേശിക്കുക  എന്നു താൻ അരുളിചെയ്യും ഹല്ലേലുയ്യാ </vt:lpstr>
      <vt:lpstr>യത്നിക്ക – യത്നിക്ക തേടുക - നേടുക ആശിക്ക - പ്രാർത്ഥിക്ക  കർത്താവു വരും വേഗത്തിൽ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Velakku velakku</dc:title>
  <dc:creator>Digital Input:; GM JOHN; Acsah Mathews</dc:creator>
  <cp:lastModifiedBy>Acsah Mathews</cp:lastModifiedBy>
  <cp:revision>317</cp:revision>
  <dcterms:created xsi:type="dcterms:W3CDTF">2013-04-19T09:19:07Z</dcterms:created>
  <dcterms:modified xsi:type="dcterms:W3CDTF">2018-11-16T15:32:02Z</dcterms:modified>
</cp:coreProperties>
</file>