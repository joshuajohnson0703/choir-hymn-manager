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3" r:id="rId4"/>
    <p:sldId id="274" r:id="rId5"/>
    <p:sldId id="275" r:id="rId6"/>
    <p:sldId id="276" r:id="rId7"/>
    <p:sldId id="277" r:id="rId8"/>
    <p:sldId id="278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8" y="8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C57EAE-F6B8-42DF-AD29-1B8D940570B2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AFEC17-E326-4403-A355-B4FFF9AB30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82943-7EDC-4D71-9C3A-29BF4B690C55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D56C7A-45DD-4A0B-A583-09ED13655C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6FB08-30C5-4311-A3DE-8A2447E713C3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BD3BF5-773D-4BC3-B4B3-D591192244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0FDDD9-1F74-40D8-AF65-684F03CFCC5A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DC853-7062-415F-A12C-140712A16E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67CE7-BF3F-403B-93ED-A45A8A02F305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E2F329-3197-4CF6-B96D-C3D2A03465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643217-584D-4446-852B-F8023FE9584C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7088D5-47F0-4C6D-9BB6-8DCA1A0082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0B3DA4-8D59-4F9F-B87C-E4B6896BE1F9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B3FAB-91EC-4624-9C1C-723507DD79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B12A74-4DE6-4178-9200-0B45D2FF8123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6F768-D38B-43EF-8982-CF0602B374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2D1369-55C6-4C3E-A63E-81DB616DA33A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95B656-90D4-4094-80C2-7EB20F67D4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3BCDE3-8762-42A1-825A-E72221ACAD52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35BD67-71CE-4DA0-951B-895F347DFC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7DE643-5865-4269-B1C1-DC7EEF10B0FB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537F2-37E1-4006-8C57-CEED415B2D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0C12703-6F80-4BEE-94DB-67A7D3B9B44C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F1022C7-4188-4F6A-A455-128C6F9A33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41DD-DB5D-4DA1-A74B-1531B6C7F0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003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വന്ദനം പൊന്നേശു നാഥാ!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6FB23-E8BE-4C73-BAFB-120313DF2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8382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Vandanam </a:t>
            </a:r>
            <a:r>
              <a:rPr lang="en-US" sz="4000" b="1" dirty="0" err="1">
                <a:solidFill>
                  <a:srgbClr val="002060"/>
                </a:solidFill>
              </a:rPr>
              <a:t>ponneshu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naadha</a:t>
            </a:r>
            <a:r>
              <a:rPr lang="en-US" sz="4000" b="1" dirty="0">
                <a:solidFill>
                  <a:srgbClr val="002060"/>
                </a:solidFill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37EC22-9B33-4DCF-9C17-068350AE6693}"/>
              </a:ext>
            </a:extLst>
          </p:cNvPr>
          <p:cNvSpPr/>
          <p:nvPr/>
        </p:nvSpPr>
        <p:spPr>
          <a:xfrm>
            <a:off x="1295400" y="4810094"/>
            <a:ext cx="25843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rgbClr val="C00000"/>
                </a:solidFill>
              </a:rPr>
              <a:t>(പി. വി. തൊമ്മി) 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531C9B-629F-4505-8191-0B074059589F}"/>
              </a:ext>
            </a:extLst>
          </p:cNvPr>
          <p:cNvSpPr/>
          <p:nvPr/>
        </p:nvSpPr>
        <p:spPr>
          <a:xfrm>
            <a:off x="9062906" y="4810094"/>
            <a:ext cx="18450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(P.V. </a:t>
            </a:r>
            <a:r>
              <a:rPr lang="en-US" sz="2000" dirty="0" err="1">
                <a:solidFill>
                  <a:srgbClr val="C00000"/>
                </a:solidFill>
              </a:rPr>
              <a:t>Thommi</a:t>
            </a:r>
            <a:r>
              <a:rPr lang="en-US" sz="2000" dirty="0">
                <a:solidFill>
                  <a:srgbClr val="C00000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14201273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209800"/>
          </a:xfrm>
        </p:spPr>
        <p:txBody>
          <a:bodyPr anchor="t"/>
          <a:lstStyle/>
          <a:p>
            <a:pPr defTabSz="284163">
              <a:lnSpc>
                <a:spcPct val="150000"/>
              </a:lnSpc>
            </a:pPr>
            <a:r>
              <a:rPr lang="ml-IN" sz="2000" b="1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വന്ദനം പൊന്നേശു നാഥാ!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കൃപയ്ക്കായ് എന്നുമേ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25DD25-39D6-46DC-9EC4-F3DB19134DEA}"/>
              </a:ext>
            </a:extLst>
          </p:cNvPr>
          <p:cNvSpPr/>
          <p:nvPr/>
        </p:nvSpPr>
        <p:spPr>
          <a:xfrm>
            <a:off x="0" y="323987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Vandanam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kripaikaay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84933"/>
            <a:ext cx="12192000" cy="1318951"/>
          </a:xfrm>
        </p:spPr>
        <p:txBody>
          <a:bodyPr anchor="t"/>
          <a:lstStyle/>
          <a:p>
            <a:pPr algn="l" defTabSz="28416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1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ഇന്നുഷസ്സിൻ പ്രഭകാണ്‍മതിനായ്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തന്നകൃപയോർത്തിതാ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വന്ദനം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25DD25-39D6-46DC-9EC4-F3DB19134DEA}"/>
              </a:ext>
            </a:extLst>
          </p:cNvPr>
          <p:cNvSpPr/>
          <p:nvPr/>
        </p:nvSpPr>
        <p:spPr>
          <a:xfrm>
            <a:off x="-15241" y="356754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Innushassin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prabhakaanhmathinaay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kripayorthithaa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vandanam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33853E97-21B1-4BBF-880E-9082786F94D0}"/>
              </a:ext>
            </a:extLst>
          </p:cNvPr>
          <p:cNvSpPr txBox="1">
            <a:spLocks/>
          </p:cNvSpPr>
          <p:nvPr/>
        </p:nvSpPr>
        <p:spPr bwMode="auto">
          <a:xfrm>
            <a:off x="-1" y="2233351"/>
            <a:ext cx="12192001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284163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പൊന്നേശു നാഥാ!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നിന്‍റെ കൃപയ്ക്കായ് എന്നുമേ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972D2D-A3AD-42FF-AEFA-23CBFB91E48D}"/>
              </a:ext>
            </a:extLst>
          </p:cNvPr>
          <p:cNvSpPr/>
          <p:nvPr/>
        </p:nvSpPr>
        <p:spPr>
          <a:xfrm>
            <a:off x="152399" y="5071712"/>
            <a:ext cx="1095755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Vandanam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kripaikaay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0285881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84933"/>
            <a:ext cx="12192000" cy="1318951"/>
          </a:xfrm>
        </p:spPr>
        <p:txBody>
          <a:bodyPr anchor="t"/>
          <a:lstStyle/>
          <a:p>
            <a:pPr algn="l" defTabSz="28416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</a:rPr>
              <a:t>2	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പോയ രാവിൽ എന്നെ കാവൽ ചെയ്ത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നായകനേ! നന്ദിയായ്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വന്ദനം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25DD25-39D6-46DC-9EC4-F3DB19134DEA}"/>
              </a:ext>
            </a:extLst>
          </p:cNvPr>
          <p:cNvSpPr/>
          <p:nvPr/>
        </p:nvSpPr>
        <p:spPr>
          <a:xfrm>
            <a:off x="0" y="382047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Poyaraavil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kaaval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cheitha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Naayakaney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Nanniyaai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vandanam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33853E97-21B1-4BBF-880E-9082786F94D0}"/>
              </a:ext>
            </a:extLst>
          </p:cNvPr>
          <p:cNvSpPr txBox="1">
            <a:spLocks/>
          </p:cNvSpPr>
          <p:nvPr/>
        </p:nvSpPr>
        <p:spPr bwMode="auto">
          <a:xfrm>
            <a:off x="-1" y="2233351"/>
            <a:ext cx="12192001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284163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പൊന്നേശു നാഥാ!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നിന്‍റെ കൃപയ്ക്കായ് എന്നുമേ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972D2D-A3AD-42FF-AEFA-23CBFB91E48D}"/>
              </a:ext>
            </a:extLst>
          </p:cNvPr>
          <p:cNvSpPr/>
          <p:nvPr/>
        </p:nvSpPr>
        <p:spPr>
          <a:xfrm>
            <a:off x="152399" y="5071712"/>
            <a:ext cx="1095755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Vandanam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kripaikaay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8900887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84933"/>
            <a:ext cx="12192000" cy="1318951"/>
          </a:xfrm>
        </p:spPr>
        <p:txBody>
          <a:bodyPr anchor="t"/>
          <a:lstStyle/>
          <a:p>
            <a:pPr algn="l" defTabSz="28416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</a:rPr>
              <a:t>3	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ഇന്നലേക്കാൾ ഇന്നു നിന്നോടേറ്റം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ചേർന്നു ജീവിക്കേണം ഞാൻ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വന്ദനം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25DD25-39D6-46DC-9EC4-F3DB19134DEA}"/>
              </a:ext>
            </a:extLst>
          </p:cNvPr>
          <p:cNvSpPr/>
          <p:nvPr/>
        </p:nvSpPr>
        <p:spPr>
          <a:xfrm>
            <a:off x="0" y="382047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Innaleykaalh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ninnodettam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Chèrnnu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jeevikkènham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njaan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vandanam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33853E97-21B1-4BBF-880E-9082786F94D0}"/>
              </a:ext>
            </a:extLst>
          </p:cNvPr>
          <p:cNvSpPr txBox="1">
            <a:spLocks/>
          </p:cNvSpPr>
          <p:nvPr/>
        </p:nvSpPr>
        <p:spPr bwMode="auto">
          <a:xfrm>
            <a:off x="-1" y="2233351"/>
            <a:ext cx="12192001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284163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പൊന്നേശു നാഥാ!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നിന്‍റെ കൃപയ്ക്കായ് എന്നുമേ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972D2D-A3AD-42FF-AEFA-23CBFB91E48D}"/>
              </a:ext>
            </a:extLst>
          </p:cNvPr>
          <p:cNvSpPr/>
          <p:nvPr/>
        </p:nvSpPr>
        <p:spPr>
          <a:xfrm>
            <a:off x="152399" y="5071712"/>
            <a:ext cx="1095755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Vandanam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kripaikaay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4446135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84933"/>
            <a:ext cx="12192000" cy="1318951"/>
          </a:xfrm>
        </p:spPr>
        <p:txBody>
          <a:bodyPr anchor="t"/>
          <a:lstStyle/>
          <a:p>
            <a:pPr algn="l" defTabSz="28416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</a:rPr>
              <a:t>4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	ഇന്നു നിന്‍റെ അത്മശക്തിമൂലം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എന്നെ മുറ്റും കാക്കുക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വന്ദനം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25DD25-39D6-46DC-9EC4-F3DB19134DEA}"/>
              </a:ext>
            </a:extLst>
          </p:cNvPr>
          <p:cNvSpPr/>
          <p:nvPr/>
        </p:nvSpPr>
        <p:spPr>
          <a:xfrm>
            <a:off x="0" y="382047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4. Innu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aathmashakthi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moolam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muttum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kaakkuka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vandanam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33853E97-21B1-4BBF-880E-9082786F94D0}"/>
              </a:ext>
            </a:extLst>
          </p:cNvPr>
          <p:cNvSpPr txBox="1">
            <a:spLocks/>
          </p:cNvSpPr>
          <p:nvPr/>
        </p:nvSpPr>
        <p:spPr bwMode="auto">
          <a:xfrm>
            <a:off x="-1" y="2233351"/>
            <a:ext cx="12192001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284163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പൊന്നേശു നാഥാ!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നിന്‍റെ കൃപയ്ക്കായ് എന്നുമേ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972D2D-A3AD-42FF-AEFA-23CBFB91E48D}"/>
              </a:ext>
            </a:extLst>
          </p:cNvPr>
          <p:cNvSpPr/>
          <p:nvPr/>
        </p:nvSpPr>
        <p:spPr>
          <a:xfrm>
            <a:off x="152399" y="5071712"/>
            <a:ext cx="1095755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Vandanam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kripaikaay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4154159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84933"/>
            <a:ext cx="12192000" cy="1318951"/>
          </a:xfrm>
        </p:spPr>
        <p:txBody>
          <a:bodyPr anchor="t"/>
          <a:lstStyle/>
          <a:p>
            <a:pPr algn="l" defTabSz="28416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മുഖത്തിലുള്ള ദിവ്യ കാന്തി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എന്മേൽ ശോഭിക്കേണമേ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25DD25-39D6-46DC-9EC4-F3DB19134DEA}"/>
              </a:ext>
            </a:extLst>
          </p:cNvPr>
          <p:cNvSpPr/>
          <p:nvPr/>
        </p:nvSpPr>
        <p:spPr>
          <a:xfrm>
            <a:off x="0" y="382047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5.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mukhathilullha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kaanthi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Enmel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shobhikkenhamey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33853E97-21B1-4BBF-880E-9082786F94D0}"/>
              </a:ext>
            </a:extLst>
          </p:cNvPr>
          <p:cNvSpPr txBox="1">
            <a:spLocks/>
          </p:cNvSpPr>
          <p:nvPr/>
        </p:nvSpPr>
        <p:spPr bwMode="auto">
          <a:xfrm>
            <a:off x="-1" y="2233351"/>
            <a:ext cx="12192001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284163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പൊന്നേശു നാഥാ!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നിന്‍റെ കൃപയ്ക്കായ് എന്നുമേ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972D2D-A3AD-42FF-AEFA-23CBFB91E48D}"/>
              </a:ext>
            </a:extLst>
          </p:cNvPr>
          <p:cNvSpPr/>
          <p:nvPr/>
        </p:nvSpPr>
        <p:spPr>
          <a:xfrm>
            <a:off x="152399" y="5071712"/>
            <a:ext cx="1095755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Vandanam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kripaikaay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448844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84933"/>
            <a:ext cx="12192000" cy="1318951"/>
          </a:xfrm>
        </p:spPr>
        <p:txBody>
          <a:bodyPr anchor="t"/>
          <a:lstStyle/>
          <a:p>
            <a:pPr algn="l" defTabSz="28416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അഴിയാത്ത - ജീവശക്തിഎന്നിൽ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ഒഴിയാതെ പാർക്കണം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വന്ദനം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25DD25-39D6-46DC-9EC4-F3DB19134DEA}"/>
              </a:ext>
            </a:extLst>
          </p:cNvPr>
          <p:cNvSpPr/>
          <p:nvPr/>
        </p:nvSpPr>
        <p:spPr>
          <a:xfrm>
            <a:off x="0" y="3820472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Azhiyaatha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jeevashakthi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Ozhiyaathey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paarkanham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vandanam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33853E97-21B1-4BBF-880E-9082786F94D0}"/>
              </a:ext>
            </a:extLst>
          </p:cNvPr>
          <p:cNvSpPr txBox="1">
            <a:spLocks/>
          </p:cNvSpPr>
          <p:nvPr/>
        </p:nvSpPr>
        <p:spPr bwMode="auto">
          <a:xfrm>
            <a:off x="-1" y="2233351"/>
            <a:ext cx="12192001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defTabSz="284163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വന്ദനം പൊന്നേശു നാഥാ!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നിന്‍റെ കൃപയ്ക്കായ് എന്നുമേ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972D2D-A3AD-42FF-AEFA-23CBFB91E48D}"/>
              </a:ext>
            </a:extLst>
          </p:cNvPr>
          <p:cNvSpPr/>
          <p:nvPr/>
        </p:nvSpPr>
        <p:spPr>
          <a:xfrm>
            <a:off x="152399" y="5071712"/>
            <a:ext cx="1095755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Vandanam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kripaikaay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262003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164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003 വന്ദനം പൊന്നേശു നാഥാ!</vt:lpstr>
      <vt:lpstr>പല്ലവി വന്ദനം പൊന്നേശു നാഥാ! നിന്‍റെ കൃപയ്ക്കായ് എന്നുമേ</vt:lpstr>
      <vt:lpstr>1  ഇന്നുഷസ്സിൻ പ്രഭകാണ്‍മതിനായ്    തന്നകൃപയോർത്തിതാ വന്ദനം</vt:lpstr>
      <vt:lpstr>2  പോയ രാവിൽ എന്നെ കാവൽ ചെയ്ത   നായകനേ! നന്ദിയായ് വന്ദനം</vt:lpstr>
      <vt:lpstr>3  ഇന്നലേക്കാൾ ഇന്നു നിന്നോടേറ്റം   ചേർന്നു ജീവിക്കേണം ഞാൻ വന്ദനം</vt:lpstr>
      <vt:lpstr>4  ഇന്നു നിന്‍റെ അത്മശക്തിമൂലം   എന്നെ മുറ്റും കാക്കുക വന്ദനം</vt:lpstr>
      <vt:lpstr>5  നിൻ മുഖത്തിലുള്ള ദിവ്യ കാന്തി   എന്മേൽ ശോഭിക്കേണമേ</vt:lpstr>
      <vt:lpstr>6  അഴിയാത്ത - ജീവശക്തിഎന്നിൽ    ഒഴിയാതെ പാർക്കണം - വന്ദനം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Vandanam Ponneshu nadha</dc:title>
  <dc:creator>Digital Input:; GM JOHN; Acsah Mathews</dc:creator>
  <cp:lastModifiedBy>Acsah Mathews</cp:lastModifiedBy>
  <cp:revision>244</cp:revision>
  <dcterms:created xsi:type="dcterms:W3CDTF">2013-04-19T09:19:07Z</dcterms:created>
  <dcterms:modified xsi:type="dcterms:W3CDTF">2018-12-03T18:32:01Z</dcterms:modified>
</cp:coreProperties>
</file>