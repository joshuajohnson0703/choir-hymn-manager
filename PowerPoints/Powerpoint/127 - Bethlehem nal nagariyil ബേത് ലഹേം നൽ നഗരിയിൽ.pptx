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79" r:id="rId2"/>
    <p:sldId id="275" r:id="rId3"/>
    <p:sldId id="276" r:id="rId4"/>
    <p:sldId id="277" r:id="rId5"/>
    <p:sldId id="27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3924" autoAdjust="0"/>
  </p:normalViewPr>
  <p:slideViewPr>
    <p:cSldViewPr>
      <p:cViewPr varScale="1">
        <p:scale>
          <a:sx n="42" d="100"/>
          <a:sy n="42" d="100"/>
        </p:scale>
        <p:origin x="78" y="8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287462F-104D-44C1-BBAC-927D0D130E0C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17F276-27E5-45E9-950D-5202E16BA5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2484572-7AF0-4193-90FA-3C26AB0A51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77101B-909B-44FC-B226-850A1B59DAC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738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108ABCA-5226-4BA7-9D87-5212591CB0EB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14283-1423-409A-A69E-F2D50925ED9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180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07D5B2-25E2-4F36-987C-C30DE8404577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03F7440-1BC7-4AD0-A95E-14BA2DBEDE8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14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DF01D99-D424-44C7-B282-7BFF28D6E448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EC3B90-84AC-4283-8EEC-AB12498A626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33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9C2555-1DA0-4D5C-8750-073656F5477A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62B63E-DAA1-4EFA-B490-657B0F5F169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849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DF6F4D2-7519-45D2-84A3-2C318EA5809C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D3A5E4-4C85-4EB8-8F96-1470BF46E3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775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43ED0-9631-4356-A1DD-37882E7079FF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0370D4-CE9F-42BF-9CF0-51B25672D39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85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8FCBCDD-402E-45D7-9158-E49CB20441E5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7E6B29-3EEE-4B14-B7BA-EC26696E0AE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865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60EB2F-C73E-4231-8C74-33425736AEBF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262ABB-C3BC-4EDB-88EE-13F7EA4D1D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6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ADF15C-7F12-4818-AE1A-33C7C5FD184A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A0647-D50A-4051-9EA4-9F1E4F24DA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38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ADF15C-7F12-4818-AE1A-33C7C5FD184A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A0647-D50A-4051-9EA4-9F1E4F24DA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7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ADF15C-7F12-4818-AE1A-33C7C5FD184A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A0647-D50A-4051-9EA4-9F1E4F24DA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164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ADF15C-7F12-4818-AE1A-33C7C5FD184A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A0647-D50A-4051-9EA4-9F1E4F24DA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41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ADF15C-7F12-4818-AE1A-33C7C5FD184A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A0647-D50A-4051-9EA4-9F1E4F24DA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555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4ADF15C-7F12-4818-AE1A-33C7C5FD184A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AA0647-D50A-4051-9EA4-9F1E4F24DA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635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032847-0D84-41CC-B969-EE26B75D14E9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D23DB1-D207-4DB6-98F9-56ED13B37E2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2719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6F2DBD7-9602-4371-9178-1D09E88C48F2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EEA86D-3D44-49E7-974D-4636182C24E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8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E4ADF15C-7F12-4818-AE1A-33C7C5FD184A}" type="datetimeFigureOut">
              <a:rPr lang="en-US" smtClean="0"/>
              <a:pPr>
                <a:defRPr/>
              </a:pPr>
              <a:t>11/5/2018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D6AA0647-D50A-4051-9EA4-9F1E4F24DA0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00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6DE96-EAA2-4DE8-8A24-21BBB6619C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0140"/>
            <a:ext cx="11338560" cy="1641490"/>
          </a:xfrm>
        </p:spPr>
        <p:txBody>
          <a:bodyPr>
            <a:noAutofit/>
          </a:bodyPr>
          <a:lstStyle/>
          <a:p>
            <a:r>
              <a:rPr lang="en-US" sz="5400" dirty="0"/>
              <a:t>127</a:t>
            </a:r>
            <a:br>
              <a:rPr lang="en-US" sz="5400" dirty="0"/>
            </a:br>
            <a:r>
              <a:rPr lang="ml-IN" sz="5400" b="1" dirty="0">
                <a:latin typeface="Kartika" panose="02020503030404060203" pitchFamily="18" charset="0"/>
              </a:rPr>
              <a:t>ബേത്</a:t>
            </a:r>
            <a:r>
              <a:rPr lang="en-US" sz="5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5400" b="1" dirty="0">
                <a:latin typeface="Kartika" panose="02020503030404060203" pitchFamily="18" charset="0"/>
              </a:rPr>
              <a:t>ലഹേം നൽ നഗരിയിൽ</a:t>
            </a:r>
            <a:endParaRPr lang="en-US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FDC843-2DE0-4C77-92C4-940F57CA4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4560" y="2852817"/>
            <a:ext cx="9144000" cy="2862183"/>
          </a:xfrm>
        </p:spPr>
        <p:txBody>
          <a:bodyPr/>
          <a:lstStyle/>
          <a:p>
            <a:r>
              <a:rPr lang="en-US" sz="4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Bethlehem </a:t>
            </a:r>
            <a:r>
              <a:rPr lang="en-US" sz="42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nal</a:t>
            </a:r>
            <a:r>
              <a:rPr lang="en-US" sz="4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42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nagariyil</a:t>
            </a:r>
            <a:endParaRPr lang="en-US" sz="4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en-US" sz="42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sz="4000" i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When Christ Was Born</a:t>
            </a:r>
            <a:endParaRPr lang="en-US" sz="40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A5B253-2996-4C5A-9DB1-D31C193E20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7034">
            <a:off x="492652" y="2834451"/>
            <a:ext cx="4158751" cy="4158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18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1006197"/>
            <a:ext cx="12039600" cy="1295400"/>
          </a:xfrm>
        </p:spPr>
        <p:txBody>
          <a:bodyPr anchor="t"/>
          <a:lstStyle/>
          <a:p>
            <a:pPr algn="l" defTabSz="341313"/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ബേത്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ലഹേം നൽ നഗരിയിൽ യേശു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 ജനിച്ചനാൾ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ദൂത ഗണങ്ങൾ ഘോഷിച്ചു –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‘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ഹ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ത്വം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DFFB6A-A983-4A61-82DC-5F1D477D3A2D}"/>
              </a:ext>
            </a:extLst>
          </p:cNvPr>
          <p:cNvSpPr/>
          <p:nvPr/>
        </p:nvSpPr>
        <p:spPr>
          <a:xfrm>
            <a:off x="0" y="2209800"/>
            <a:ext cx="12169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 – 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</a:t>
            </a:r>
            <a:b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 – 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‘</a:t>
            </a: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  <a:endParaRPr lang="en-US" sz="3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86095-32C0-453E-A1D6-C3952F805E95}"/>
              </a:ext>
            </a:extLst>
          </p:cNvPr>
          <p:cNvSpPr/>
          <p:nvPr/>
        </p:nvSpPr>
        <p:spPr>
          <a:xfrm>
            <a:off x="-26670" y="3903240"/>
            <a:ext cx="122453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Bethlehem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nal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nagariyil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kristhu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janichanaalh</a:t>
            </a:r>
            <a:endParaRPr lang="en-US" sz="3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Doothaganhangal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ghoshichu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- ‘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ma-ha-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thvam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’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BAB42-CE05-4627-AB39-A73952F12857}"/>
              </a:ext>
            </a:extLst>
          </p:cNvPr>
          <p:cNvSpPr/>
          <p:nvPr/>
        </p:nvSpPr>
        <p:spPr>
          <a:xfrm>
            <a:off x="434340" y="5236370"/>
            <a:ext cx="11734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2C2754-E5EE-4FAA-914E-882907740539}"/>
              </a:ext>
            </a:extLst>
          </p:cNvPr>
          <p:cNvSpPr/>
          <p:nvPr/>
        </p:nvSpPr>
        <p:spPr>
          <a:xfrm>
            <a:off x="22860" y="224254"/>
            <a:ext cx="12146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92323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1006197"/>
            <a:ext cx="12039600" cy="1295400"/>
          </a:xfrm>
        </p:spPr>
        <p:txBody>
          <a:bodyPr anchor="t">
            <a:normAutofit/>
          </a:bodyPr>
          <a:lstStyle/>
          <a:p>
            <a:pPr algn="l" defTabSz="3413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ആട്ടിടയർ കണ്ടവരാം പ്രഭ ചേർന്ന വാനഗണം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പിറന്നെന്നു ചൊല്ലി –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‘ഉന്നതത്തിൽ മ-ഹ-ത്വം’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DFFB6A-A983-4A61-82DC-5F1D477D3A2D}"/>
              </a:ext>
            </a:extLst>
          </p:cNvPr>
          <p:cNvSpPr/>
          <p:nvPr/>
        </p:nvSpPr>
        <p:spPr>
          <a:xfrm>
            <a:off x="0" y="2209800"/>
            <a:ext cx="12169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 – 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</a:t>
            </a:r>
            <a:b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 – 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‘</a:t>
            </a: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  <a:endParaRPr lang="en-US" sz="3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86095-32C0-453E-A1D6-C3952F805E95}"/>
              </a:ext>
            </a:extLst>
          </p:cNvPr>
          <p:cNvSpPr/>
          <p:nvPr/>
        </p:nvSpPr>
        <p:spPr>
          <a:xfrm>
            <a:off x="-26670" y="3903240"/>
            <a:ext cx="122453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Aattidayar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kandavaraam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prabha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chernna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vaanaganham</a:t>
            </a:r>
            <a:endParaRPr lang="en-US" sz="3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pirhannennu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cholli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BAB42-CE05-4627-AB39-A73952F12857}"/>
              </a:ext>
            </a:extLst>
          </p:cNvPr>
          <p:cNvSpPr/>
          <p:nvPr/>
        </p:nvSpPr>
        <p:spPr>
          <a:xfrm>
            <a:off x="434340" y="5236370"/>
            <a:ext cx="11734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2C2754-E5EE-4FAA-914E-882907740539}"/>
              </a:ext>
            </a:extLst>
          </p:cNvPr>
          <p:cNvSpPr/>
          <p:nvPr/>
        </p:nvSpPr>
        <p:spPr>
          <a:xfrm>
            <a:off x="22860" y="224254"/>
            <a:ext cx="12146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0441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" y="1006197"/>
            <a:ext cx="12039600" cy="1295400"/>
          </a:xfrm>
        </p:spPr>
        <p:txBody>
          <a:bodyPr anchor="t">
            <a:normAutofit/>
          </a:bodyPr>
          <a:lstStyle/>
          <a:p>
            <a:pPr algn="l" defTabSz="341313"/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വേദവാക്യം ചൊന്നപോലെ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ഏവ-രെയും രക്ഷിച്ചീടാൻ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മഹാരാജൻ വന്നു –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‘ഉന്നതത്തിൽ മ-ഹ-ത്വം’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DFFB6A-A983-4A61-82DC-5F1D477D3A2D}"/>
              </a:ext>
            </a:extLst>
          </p:cNvPr>
          <p:cNvSpPr/>
          <p:nvPr/>
        </p:nvSpPr>
        <p:spPr>
          <a:xfrm>
            <a:off x="0" y="2209800"/>
            <a:ext cx="12169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 – 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</a:t>
            </a:r>
            <a:b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 – 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‘</a:t>
            </a: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  <a:endParaRPr lang="en-US" sz="3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86095-32C0-453E-A1D6-C3952F805E95}"/>
              </a:ext>
            </a:extLst>
          </p:cNvPr>
          <p:cNvSpPr/>
          <p:nvPr/>
        </p:nvSpPr>
        <p:spPr>
          <a:xfrm>
            <a:off x="-26670" y="3903240"/>
            <a:ext cx="122453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Vedavaakyam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chonnapole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eva-reyum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rakshicheedaan</a:t>
            </a:r>
            <a:endParaRPr lang="en-US" sz="3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Yeshu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maharaajan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vannu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BAB42-CE05-4627-AB39-A73952F12857}"/>
              </a:ext>
            </a:extLst>
          </p:cNvPr>
          <p:cNvSpPr/>
          <p:nvPr/>
        </p:nvSpPr>
        <p:spPr>
          <a:xfrm>
            <a:off x="434340" y="5236370"/>
            <a:ext cx="11734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2C2754-E5EE-4FAA-914E-882907740539}"/>
              </a:ext>
            </a:extLst>
          </p:cNvPr>
          <p:cNvSpPr/>
          <p:nvPr/>
        </p:nvSpPr>
        <p:spPr>
          <a:xfrm>
            <a:off x="22860" y="224254"/>
            <a:ext cx="12146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542962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23878"/>
            <a:ext cx="12146280" cy="1200330"/>
          </a:xfrm>
        </p:spPr>
        <p:txBody>
          <a:bodyPr anchor="t">
            <a:normAutofit/>
          </a:bodyPr>
          <a:lstStyle/>
          <a:p>
            <a:pPr algn="l" defTabSz="341313"/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കൃപ വേണം കർത്താവേ! </a:t>
            </a: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നിൻ-മുഖം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കണ്ടെന്നും സ്വർഗ്ഗേ 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 മുമ്പിൽ അൻപായ്പാടുവാൻ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‘ഉന്നതത്തിൽ മ-ഹ-ത്വം’</a:t>
            </a:r>
            <a:endParaRPr lang="en-US" sz="32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127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0DFFB6A-A983-4A61-82DC-5F1D477D3A2D}"/>
              </a:ext>
            </a:extLst>
          </p:cNvPr>
          <p:cNvSpPr/>
          <p:nvPr/>
        </p:nvSpPr>
        <p:spPr>
          <a:xfrm>
            <a:off x="0" y="2174530"/>
            <a:ext cx="1216914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 – 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</a:t>
            </a:r>
            <a:b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 – 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‘</a:t>
            </a:r>
            <a:r>
              <a:rPr lang="ml-IN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ഉന്നതത്തിൽ മഹത്വം</a:t>
            </a:r>
            <a:r>
              <a:rPr lang="en-US" sz="3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’</a:t>
            </a:r>
            <a:endParaRPr lang="en-US" sz="36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86095-32C0-453E-A1D6-C3952F805E95}"/>
              </a:ext>
            </a:extLst>
          </p:cNvPr>
          <p:cNvSpPr/>
          <p:nvPr/>
        </p:nvSpPr>
        <p:spPr>
          <a:xfrm>
            <a:off x="-26670" y="3456509"/>
            <a:ext cx="1224534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Nin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kripa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venham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karthave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!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Ninmu-kham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</a:p>
          <a:p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																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kaandennum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swargge</a:t>
            </a:r>
            <a:endParaRPr lang="en-US" sz="3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Thirumumbil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anpai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paaduvaan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ABAB42-CE05-4627-AB39-A73952F12857}"/>
              </a:ext>
            </a:extLst>
          </p:cNvPr>
          <p:cNvSpPr/>
          <p:nvPr/>
        </p:nvSpPr>
        <p:spPr>
          <a:xfrm>
            <a:off x="434340" y="5236370"/>
            <a:ext cx="11734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-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unnathathil</a:t>
            </a:r>
            <a:r>
              <a:rPr lang="en-US" sz="36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36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mahathvam</a:t>
            </a:r>
            <a:endParaRPr lang="en-US" sz="36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2C2754-E5EE-4FAA-914E-882907740539}"/>
              </a:ext>
            </a:extLst>
          </p:cNvPr>
          <p:cNvSpPr/>
          <p:nvPr/>
        </p:nvSpPr>
        <p:spPr>
          <a:xfrm>
            <a:off x="-26670" y="152400"/>
            <a:ext cx="1214628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36140084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4551"/>
      </a:dk2>
      <a:lt2>
        <a:srgbClr val="F2ACD2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3016C5A4-E631-4977-A608-ACFB475526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Depth</Template>
  <TotalTime>571</TotalTime>
  <Words>140</Words>
  <Application>Microsoft Office PowerPoint</Application>
  <PresentationFormat>Widescreen</PresentationFormat>
  <Paragraphs>37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Corbel</vt:lpstr>
      <vt:lpstr>Kartika</vt:lpstr>
      <vt:lpstr>Depth</vt:lpstr>
      <vt:lpstr>127 ബേത് ലഹേം നൽ നഗരിയിൽ</vt:lpstr>
      <vt:lpstr>ബേത് ലഹേം നൽ നഗരിയിൽ യേശുക്രിസ്തു ജനിച്ചനാൾ  ദൂത ഗണങ്ങൾ ഘോഷിച്ചു – ‘ഉന്നതത്തിൽ മ-ഹ-ത്വം’</vt:lpstr>
      <vt:lpstr>ആട്ടിടയർ കണ്ടവരാം പ്രഭ ചേർന്ന വാനഗണം  യേശു പിറന്നെന്നു ചൊല്ലി –  ‘ഉന്നതത്തിൽ മ-ഹ-ത്വം’ </vt:lpstr>
      <vt:lpstr>വേദവാക്യം ചൊന്നപോലെ  ഏവ-രെയും രക്ഷിച്ചീടാൻ  യേശു മഹാരാജൻ വന്നു –  ‘ഉന്നതത്തിൽ മ-ഹ-ത്വം’ </vt:lpstr>
      <vt:lpstr>നിൻ കൃപ വേണം കർത്താവേ!  നിൻ-മുഖം കണ്ടെന്നും സ്വർഗ്ഗേ  തിരു മുമ്പിൽ അൻപായ്പാടുവാൻ-‘ഉന്നതത്തിൽ മ-ഹ-ത്വം’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Bethlehem nal nagariyil</dc:title>
  <dc:creator>Digital Input:; GM JOHN; Acsah Mathews</dc:creator>
  <cp:lastModifiedBy>Acsah Mathews</cp:lastModifiedBy>
  <cp:revision>194</cp:revision>
  <dcterms:created xsi:type="dcterms:W3CDTF">2013-04-19T09:19:07Z</dcterms:created>
  <dcterms:modified xsi:type="dcterms:W3CDTF">2018-11-05T15:19:34Z</dcterms:modified>
</cp:coreProperties>
</file>