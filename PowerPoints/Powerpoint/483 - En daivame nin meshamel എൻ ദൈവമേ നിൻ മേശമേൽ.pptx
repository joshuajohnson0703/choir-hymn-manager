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43" autoAdjust="0"/>
    <p:restoredTop sz="94660"/>
  </p:normalViewPr>
  <p:slideViewPr>
    <p:cSldViewPr snapToGrid="0">
      <p:cViewPr varScale="1">
        <p:scale>
          <a:sx n="41" d="100"/>
          <a:sy n="41" d="100"/>
        </p:scale>
        <p:origin x="66" y="9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D3FC0-70D4-40E2-BE69-70D311FE69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9084D6-6A67-499D-BE24-52951F8EE1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0EF9E5-0237-4167-BBA2-9537A79C6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326C8-FB24-40DB-A836-D339CD822486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89E420-110A-4055-82DD-47DCFCD5E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11C299-6F15-4073-B7F8-24FF81863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E6E60-F0BA-4B0F-8473-B15E498D74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8131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BC14A-4A4D-424F-ABB3-13D70FC8F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AAD5AC-B728-4B70-B341-922D701813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8543C0-2C3D-49F1-8589-BCC007022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326C8-FB24-40DB-A836-D339CD822486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CB9DE7-C875-4946-B57D-5DFBC748C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3A48E7-C6E2-46D9-B0F9-D3A9E70EA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E6E60-F0BA-4B0F-8473-B15E498D74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067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7C5BB-B3F9-4365-9844-0EB4C14EF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0D255B-6E21-46CE-9BB5-2D1296772D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7C3C19-46D7-4048-8DAF-EA70693D7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326C8-FB24-40DB-A836-D339CD822486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3BAB6B-DBE6-4B91-999B-3E9994904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32924C-4D25-45F8-A872-8981AC662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E6E60-F0BA-4B0F-8473-B15E498D74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5589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CB9EE-3B2A-43B4-8814-E4E446E3D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29C24-D1C9-40CB-95D1-6A82983534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9F568C-B6B7-41DB-A6DF-FF48C7E673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93015A-B8E2-4754-BD89-6D0A7F882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326C8-FB24-40DB-A836-D339CD822486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74EF12-F033-4293-9E71-F2E8D12C5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5A5637-79A3-45C4-B517-5EB695A78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E6E60-F0BA-4B0F-8473-B15E498D74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4356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89ACA-1FCD-4EA4-A251-4E02DD3C3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A8D204-261C-4AD7-B39D-8BEEEBB811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5ACE52-6169-4037-9CAD-0F3EF35946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837408-14F2-4014-B9CC-3E662ECCBE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03E5DB-A1A2-48BE-B807-BD78BCBA7D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E69F81-C5CD-4201-93D3-80540417B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326C8-FB24-40DB-A836-D339CD822486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275AFA-0C1A-4DDC-A62A-2E15BFE90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236223-C4BA-4A36-9C1C-FEE079CA3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E6E60-F0BA-4B0F-8473-B15E498D74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578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0E2B2-C835-40CC-81F2-8C601117D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252494-6C1B-4D87-83BA-23D447502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326C8-FB24-40DB-A836-D339CD822486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D6EE25-C6F3-4FE5-964E-D5FBBF23F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0BF668-B552-406E-BB66-D2F606E51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E6E60-F0BA-4B0F-8473-B15E498D74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133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6715BD-7D5D-408F-A71B-8B9DF9B54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326C8-FB24-40DB-A836-D339CD822486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ECC09F-2291-413A-834E-D713758BC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508EDB-E29D-4276-9CB7-38C731134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E6E60-F0BA-4B0F-8473-B15E498D74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291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6E261-2A8A-4DDA-B526-1DC5A6C30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F32710-119D-4AB8-BB39-2E43CEFE44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EDF003-533E-452A-84EB-F452C451A6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0CBAF4-E389-43CF-959B-E9460842A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326C8-FB24-40DB-A836-D339CD822486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160EAE-D891-45E9-B5CE-EF8954618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61AAE1-7895-4436-875F-6A6A85988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E6E60-F0BA-4B0F-8473-B15E498D74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1150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457AB-DD47-495B-816E-E4A25D6A4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8F0487-6C89-430A-B613-4D3181B9E9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0C76E2-FD39-4143-AF3B-1832DEEB13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DD7ED1-D110-4044-A062-E4C6633D4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326C8-FB24-40DB-A836-D339CD822486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B3125-ED21-4B02-B5D3-4AFF5D074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6E362D-880E-4ADC-AF1F-D48545009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E6E60-F0BA-4B0F-8473-B15E498D74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5031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1745F-0DE3-4A31-B020-1F76D1D7D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51EC18-590A-4034-BE02-F529B86722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363BE6-F72D-4C14-BE11-3C787DEB1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326C8-FB24-40DB-A836-D339CD822486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79F7D3-3F98-42DB-8C85-4862D4778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B55919-A253-4D8B-93DA-664C79747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E6E60-F0BA-4B0F-8473-B15E498D74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033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0C8AF6-F278-43E3-B872-CC4378BB52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5D1C3B-C954-4335-805F-6DBD7F8A26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27BF7-4044-4E80-88A5-5A9C0A527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326C8-FB24-40DB-A836-D339CD822486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A791FF-3BEA-4787-9C75-79BD67049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41CA8-3EE2-4747-BBE0-FAD17C3AE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E6E60-F0BA-4B0F-8473-B15E498D74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8389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46C37C-C740-4952-B194-E75F91201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7081E7-5BBD-4515-878A-C29FC09651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56C6F8-66DC-4A61-80BF-FD4D23E69C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1326C8-FB24-40DB-A836-D339CD822486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020EF0-95D4-4925-BB9B-98FA2CE828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9458CD-29A1-4F24-8C1F-7AFED418F0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9E6E60-F0BA-4B0F-8473-B15E498D74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49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7CD90-1AA3-44F2-B65D-762AD2BC20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3"/>
            <a:ext cx="12192000" cy="2387600"/>
          </a:xfrm>
        </p:spPr>
        <p:txBody>
          <a:bodyPr>
            <a:normAutofit/>
          </a:bodyPr>
          <a:lstStyle/>
          <a:p>
            <a:r>
              <a:rPr lang="en-US" dirty="0"/>
              <a:t>483</a:t>
            </a:r>
            <a:br>
              <a:rPr lang="en-US" dirty="0"/>
            </a:br>
            <a:r>
              <a:rPr lang="ml-IN" b="1" dirty="0">
                <a:solidFill>
                  <a:srgbClr val="000000"/>
                </a:solidFill>
                <a:latin typeface="Kartika" panose="02020503030404060203" pitchFamily="18" charset="0"/>
              </a:rPr>
              <a:t>എൻ ദൈവമേ നിൻ മേശമേൽ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82B639-87B4-4B41-BCA7-37290E6FDC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387600"/>
          </a:xfrm>
        </p:spPr>
        <p:txBody>
          <a:bodyPr/>
          <a:lstStyle/>
          <a:p>
            <a:r>
              <a:rPr lang="en-US" sz="4000" b="1" dirty="0">
                <a:solidFill>
                  <a:srgbClr val="002060"/>
                </a:solidFill>
              </a:rPr>
              <a:t>En </a:t>
            </a:r>
            <a:r>
              <a:rPr lang="en-US" sz="4000" b="1" dirty="0" err="1">
                <a:solidFill>
                  <a:srgbClr val="002060"/>
                </a:solidFill>
              </a:rPr>
              <a:t>daivame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nin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meshamel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</a:p>
          <a:p>
            <a:r>
              <a:rPr lang="en-US" sz="4000" i="1" dirty="0">
                <a:solidFill>
                  <a:schemeClr val="bg2">
                    <a:lumMod val="25000"/>
                  </a:schemeClr>
                </a:solidFill>
              </a:rPr>
              <a:t>Tune: Thou sweet beloved will of God</a:t>
            </a:r>
            <a:endParaRPr lang="en-US" i="1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727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257909" y="1151399"/>
            <a:ext cx="11013833" cy="25742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എൻ ദൈവമേ നിൻ മേശമേൽ</a:t>
            </a:r>
          </a:p>
          <a:p>
            <a:pPr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നിന്‍ പാത്രം സ്നേഹം തൂകുന്നേ</a:t>
            </a:r>
          </a:p>
          <a:p>
            <a:pPr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നിന്‍ മക്കളെല്ലാം വന്നിങ്ങു</a:t>
            </a:r>
          </a:p>
          <a:p>
            <a:pPr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നിന്‍ മാധുര്യം രുചിക്കട്ടെ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468924" y="3725693"/>
            <a:ext cx="10691445" cy="2541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</a:pPr>
            <a:r>
              <a:rPr lang="en-US" sz="3600" b="1" dirty="0">
                <a:solidFill>
                  <a:srgbClr val="002060"/>
                </a:solidFill>
              </a:rPr>
              <a:t>En </a:t>
            </a:r>
            <a:r>
              <a:rPr lang="en-US" sz="3600" b="1" dirty="0" err="1">
                <a:solidFill>
                  <a:srgbClr val="002060"/>
                </a:solidFill>
              </a:rPr>
              <a:t>daivame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nin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meshamel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>
                <a:solidFill>
                  <a:srgbClr val="002060"/>
                </a:solidFill>
              </a:rPr>
              <a:t>Nin </a:t>
            </a:r>
            <a:r>
              <a:rPr lang="en-US" sz="3600" b="1" dirty="0" err="1">
                <a:solidFill>
                  <a:srgbClr val="002060"/>
                </a:solidFill>
              </a:rPr>
              <a:t>paathram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sneham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thookunne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>
                <a:solidFill>
                  <a:srgbClr val="002060"/>
                </a:solidFill>
              </a:rPr>
              <a:t>Nin </a:t>
            </a:r>
            <a:r>
              <a:rPr lang="en-US" sz="3600" b="1" dirty="0" err="1">
                <a:solidFill>
                  <a:srgbClr val="002060"/>
                </a:solidFill>
              </a:rPr>
              <a:t>makkalhelaam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vanningu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>
                <a:solidFill>
                  <a:srgbClr val="002060"/>
                </a:solidFill>
              </a:rPr>
              <a:t>Nin </a:t>
            </a:r>
            <a:r>
              <a:rPr lang="en-US" sz="3600" b="1" dirty="0" err="1">
                <a:solidFill>
                  <a:srgbClr val="002060"/>
                </a:solidFill>
              </a:rPr>
              <a:t>maadhuryam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ruchikkatte</a:t>
            </a:r>
            <a:endParaRPr lang="en-US" sz="36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483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CD8B69-AEBA-4E47-AE82-87349DCDF219}"/>
              </a:ext>
            </a:extLst>
          </p:cNvPr>
          <p:cNvSpPr txBox="1"/>
          <p:nvPr/>
        </p:nvSpPr>
        <p:spPr>
          <a:xfrm>
            <a:off x="0" y="40011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6716877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257909" y="1151399"/>
            <a:ext cx="11013833" cy="25742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യേശുവിൻറെ ദാനമെ തൻ</a:t>
            </a:r>
          </a:p>
          <a:p>
            <a:pPr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മാംസരക്തത്തിന്‍ വിരുന്നെ</a:t>
            </a:r>
          </a:p>
          <a:p>
            <a:pPr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ഈ ഭക്ഷ്യപാനീയങ്ങളെ</a:t>
            </a:r>
          </a:p>
          <a:p>
            <a:pPr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ആസ്വദിപ്പതു മാ ഭാഗ്യം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468924" y="3725693"/>
            <a:ext cx="10691445" cy="2541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Yeshuvinte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daaname</a:t>
            </a:r>
            <a:r>
              <a:rPr lang="en-US" sz="3600" b="1" dirty="0">
                <a:solidFill>
                  <a:srgbClr val="002060"/>
                </a:solidFill>
              </a:rPr>
              <a:t> than</a:t>
            </a: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Maamsa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rakthaththin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virunne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Ee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bhakshya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paaneeyangalhe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Aaswadippathu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maa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bhaagyam</a:t>
            </a:r>
            <a:endParaRPr lang="en-US" sz="36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483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CD8B69-AEBA-4E47-AE82-87349DCDF219}"/>
              </a:ext>
            </a:extLst>
          </p:cNvPr>
          <p:cNvSpPr txBox="1"/>
          <p:nvPr/>
        </p:nvSpPr>
        <p:spPr>
          <a:xfrm>
            <a:off x="0" y="40011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4959121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257909" y="1151399"/>
            <a:ext cx="11013833" cy="25742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പാത്രതയില്ലാത്തോർ മുമ്പിൽ</a:t>
            </a:r>
          </a:p>
          <a:p>
            <a:pPr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ഈ ദ്രവ്യങ്ങൾ വെപ്പതെന്ത്‌?</a:t>
            </a:r>
          </a:p>
          <a:p>
            <a:pPr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നിന്‍ പേര്‍ക്കല്ലോ രക്തം ചിന്തി</a:t>
            </a:r>
          </a:p>
          <a:p>
            <a:pPr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നിനക്കില്ലെ മക്കൾ വീതം?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468924" y="3725693"/>
            <a:ext cx="10691445" cy="2541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Paathrathayillaththor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mumbil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Ee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dravyangalh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veppathenthu</a:t>
            </a:r>
            <a:r>
              <a:rPr lang="en-US" sz="3600" b="1" dirty="0">
                <a:solidFill>
                  <a:srgbClr val="002060"/>
                </a:solidFill>
              </a:rPr>
              <a:t>?</a:t>
            </a:r>
          </a:p>
          <a:p>
            <a:pPr algn="r">
              <a:lnSpc>
                <a:spcPct val="112000"/>
              </a:lnSpc>
            </a:pPr>
            <a:r>
              <a:rPr lang="en-US" sz="3600" b="1" dirty="0">
                <a:solidFill>
                  <a:srgbClr val="002060"/>
                </a:solidFill>
              </a:rPr>
              <a:t>Nin </a:t>
            </a:r>
            <a:r>
              <a:rPr lang="en-US" sz="3600" b="1" dirty="0" err="1">
                <a:solidFill>
                  <a:srgbClr val="002060"/>
                </a:solidFill>
              </a:rPr>
              <a:t>perkkallo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raktham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chinthi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Ninakkille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makkalh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veetham</a:t>
            </a:r>
            <a:r>
              <a:rPr lang="en-US" sz="3600" b="1" dirty="0">
                <a:solidFill>
                  <a:srgbClr val="002060"/>
                </a:solidFill>
              </a:rPr>
              <a:t>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483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CD8B69-AEBA-4E47-AE82-87349DCDF219}"/>
              </a:ext>
            </a:extLst>
          </p:cNvPr>
          <p:cNvSpPr txBox="1"/>
          <p:nvPr/>
        </p:nvSpPr>
        <p:spPr>
          <a:xfrm>
            <a:off x="0" y="40011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8113829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257909" y="1151399"/>
            <a:ext cx="11013833" cy="25742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കർത്താ, നിൻ മേശയ്ക്കിമ്പമായ്</a:t>
            </a:r>
          </a:p>
          <a:p>
            <a:pPr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മോദമോടേവരും  കൂടി</a:t>
            </a:r>
          </a:p>
          <a:p>
            <a:pPr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അതിൽ മർമ്മങ്ങൾ രുചിച്ചപ്പോര്‍</a:t>
            </a:r>
          </a:p>
          <a:p>
            <a:pPr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മുക്തി ആസ്വദിക്കട്ടിഹെ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468924" y="3725693"/>
            <a:ext cx="10691445" cy="2541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Karththaa</a:t>
            </a:r>
            <a:r>
              <a:rPr lang="en-US" sz="3600" b="1" dirty="0">
                <a:solidFill>
                  <a:srgbClr val="002060"/>
                </a:solidFill>
              </a:rPr>
              <a:t>, </a:t>
            </a:r>
            <a:r>
              <a:rPr lang="en-US" sz="3600" b="1" dirty="0" err="1">
                <a:solidFill>
                  <a:srgbClr val="002060"/>
                </a:solidFill>
              </a:rPr>
              <a:t>nin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meshakkimbamaai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Modamodaevarum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koodi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Athin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marmmangalh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ruchippor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Mukthi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aaswadikkattihe</a:t>
            </a:r>
            <a:endParaRPr lang="en-US" sz="36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483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CD8B69-AEBA-4E47-AE82-87349DCDF219}"/>
              </a:ext>
            </a:extLst>
          </p:cNvPr>
          <p:cNvSpPr txBox="1"/>
          <p:nvPr/>
        </p:nvSpPr>
        <p:spPr>
          <a:xfrm>
            <a:off x="0" y="40011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3777879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121</Words>
  <Application>Microsoft Office PowerPoint</Application>
  <PresentationFormat>Widescreen</PresentationFormat>
  <Paragraphs>43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Kartika</vt:lpstr>
      <vt:lpstr>Office Theme</vt:lpstr>
      <vt:lpstr>483 എൻ ദൈവമേ നിൻ മേശമേൽ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 daivame nin meshamel </dc:title>
  <dc:creator>Acsah Mathews</dc:creator>
  <cp:lastModifiedBy>Acsah Mathews</cp:lastModifiedBy>
  <cp:revision>1</cp:revision>
  <dcterms:created xsi:type="dcterms:W3CDTF">2018-12-03T14:19:44Z</dcterms:created>
  <dcterms:modified xsi:type="dcterms:W3CDTF">2018-12-03T14:24:23Z</dcterms:modified>
</cp:coreProperties>
</file>